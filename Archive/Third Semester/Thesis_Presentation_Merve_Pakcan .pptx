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20" r:id="rId3"/>
    <p:sldMasterId id="2147483721" r:id="rId4"/>
    <p:sldMasterId id="214748372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y="5143500" cx="9144000"/>
  <p:notesSz cx="6858000" cy="9144000"/>
  <p:embeddedFontLst>
    <p:embeddedFont>
      <p:font typeface="Montserrat"/>
      <p:regular r:id="rId27"/>
      <p:bold r:id="rId28"/>
      <p:italic r:id="rId29"/>
      <p:boldItalic r:id="rId30"/>
    </p:embeddedFont>
    <p:embeddedFont>
      <p:font typeface="Bebas Neue"/>
      <p:regular r:id="rId31"/>
    </p:embeddedFont>
    <p:embeddedFont>
      <p:font typeface="Montserrat Medium"/>
      <p:regular r:id="rId32"/>
      <p:bold r:id="rId33"/>
      <p:italic r:id="rId34"/>
      <p:boldItalic r:id="rId35"/>
    </p:embeddedFont>
    <p:embeddedFont>
      <p:font typeface="Rubik ExtraBold"/>
      <p:bold r:id="rId36"/>
      <p:boldItalic r:id="rId37"/>
    </p:embeddedFont>
    <p:embeddedFont>
      <p:font typeface="Rubik"/>
      <p:regular r:id="rId38"/>
      <p:bold r:id="rId39"/>
      <p:italic r:id="rId40"/>
      <p:boldItalic r:id="rId41"/>
    </p:embeddedFont>
    <p:embeddedFont>
      <p:font typeface="Rubik SemiBold"/>
      <p:regular r:id="rId42"/>
      <p:bold r:id="rId43"/>
      <p:italic r:id="rId44"/>
      <p:boldItalic r:id="rId45"/>
    </p:embeddedFont>
    <p:embeddedFont>
      <p:font typeface="Archivo Black"/>
      <p:regular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ubik-italic.fntdata"/><Relationship Id="rId20" Type="http://schemas.openxmlformats.org/officeDocument/2006/relationships/slide" Target="slides/slide14.xml"/><Relationship Id="rId42" Type="http://schemas.openxmlformats.org/officeDocument/2006/relationships/font" Target="fonts/RubikSemiBold-regular.fntdata"/><Relationship Id="rId41" Type="http://schemas.openxmlformats.org/officeDocument/2006/relationships/font" Target="fonts/Rubik-boldItalic.fntdata"/><Relationship Id="rId22" Type="http://schemas.openxmlformats.org/officeDocument/2006/relationships/slide" Target="slides/slide16.xml"/><Relationship Id="rId44" Type="http://schemas.openxmlformats.org/officeDocument/2006/relationships/font" Target="fonts/RubikSemiBold-italic.fntdata"/><Relationship Id="rId21" Type="http://schemas.openxmlformats.org/officeDocument/2006/relationships/slide" Target="slides/slide15.xml"/><Relationship Id="rId43" Type="http://schemas.openxmlformats.org/officeDocument/2006/relationships/font" Target="fonts/RubikSemiBold-bold.fntdata"/><Relationship Id="rId24" Type="http://schemas.openxmlformats.org/officeDocument/2006/relationships/slide" Target="slides/slide18.xml"/><Relationship Id="rId46" Type="http://schemas.openxmlformats.org/officeDocument/2006/relationships/font" Target="fonts/ArchivoBlack-regular.fntdata"/><Relationship Id="rId23" Type="http://schemas.openxmlformats.org/officeDocument/2006/relationships/slide" Target="slides/slide17.xml"/><Relationship Id="rId45" Type="http://schemas.openxmlformats.org/officeDocument/2006/relationships/font" Target="fonts/RubikSemiBold-boldItalic.fntdata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Montserrat-bold.fntdata"/><Relationship Id="rId27" Type="http://schemas.openxmlformats.org/officeDocument/2006/relationships/font" Target="fonts/Montserrat-regular.fntdata"/><Relationship Id="rId5" Type="http://schemas.openxmlformats.org/officeDocument/2006/relationships/slideMaster" Target="slideMasters/slideMaster3.xml"/><Relationship Id="rId6" Type="http://schemas.openxmlformats.org/officeDocument/2006/relationships/notesMaster" Target="notesMasters/notesMaster1.xml"/><Relationship Id="rId29" Type="http://schemas.openxmlformats.org/officeDocument/2006/relationships/font" Target="fonts/Montserrat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BebasNeue-regular.fntdata"/><Relationship Id="rId30" Type="http://schemas.openxmlformats.org/officeDocument/2006/relationships/font" Target="fonts/Montserrat-boldItalic.fntdata"/><Relationship Id="rId11" Type="http://schemas.openxmlformats.org/officeDocument/2006/relationships/slide" Target="slides/slide5.xml"/><Relationship Id="rId33" Type="http://schemas.openxmlformats.org/officeDocument/2006/relationships/font" Target="fonts/MontserratMedium-bold.fntdata"/><Relationship Id="rId10" Type="http://schemas.openxmlformats.org/officeDocument/2006/relationships/slide" Target="slides/slide4.xml"/><Relationship Id="rId32" Type="http://schemas.openxmlformats.org/officeDocument/2006/relationships/font" Target="fonts/MontserratMedium-regular.fntdata"/><Relationship Id="rId13" Type="http://schemas.openxmlformats.org/officeDocument/2006/relationships/slide" Target="slides/slide7.xml"/><Relationship Id="rId35" Type="http://schemas.openxmlformats.org/officeDocument/2006/relationships/font" Target="fonts/MontserratMedium-boldItalic.fntdata"/><Relationship Id="rId12" Type="http://schemas.openxmlformats.org/officeDocument/2006/relationships/slide" Target="slides/slide6.xml"/><Relationship Id="rId34" Type="http://schemas.openxmlformats.org/officeDocument/2006/relationships/font" Target="fonts/MontserratMedium-italic.fntdata"/><Relationship Id="rId15" Type="http://schemas.openxmlformats.org/officeDocument/2006/relationships/slide" Target="slides/slide9.xml"/><Relationship Id="rId37" Type="http://schemas.openxmlformats.org/officeDocument/2006/relationships/font" Target="fonts/RubikExtraBold-boldItalic.fntdata"/><Relationship Id="rId14" Type="http://schemas.openxmlformats.org/officeDocument/2006/relationships/slide" Target="slides/slide8.xml"/><Relationship Id="rId36" Type="http://schemas.openxmlformats.org/officeDocument/2006/relationships/font" Target="fonts/RubikExtraBold-bold.fntdata"/><Relationship Id="rId17" Type="http://schemas.openxmlformats.org/officeDocument/2006/relationships/slide" Target="slides/slide11.xml"/><Relationship Id="rId39" Type="http://schemas.openxmlformats.org/officeDocument/2006/relationships/font" Target="fonts/Rubik-bold.fntdata"/><Relationship Id="rId16" Type="http://schemas.openxmlformats.org/officeDocument/2006/relationships/slide" Target="slides/slide10.xml"/><Relationship Id="rId38" Type="http://schemas.openxmlformats.org/officeDocument/2006/relationships/font" Target="fonts/Rubik-regular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95" name="Shape 8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Google Shape;819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97" name="Google Shape;819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46" name="Shape 8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7" name="Google Shape;8247;g13847f0945a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48" name="Google Shape;8248;g13847f0945a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77" name="Shape 8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8" name="Google Shape;8278;g13847f0945a_0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79" name="Google Shape;8279;g13847f0945a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35" name="Shape 8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6" name="Google Shape;8336;g13847f0945a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37" name="Google Shape;8337;g13847f0945a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06" name="Shape 8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7" name="Google Shape;8407;g13847f0945a_1_4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08" name="Google Shape;8408;g13847f0945a_1_4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66" name="Shape 8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7" name="Google Shape;8567;g36982869594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68" name="Google Shape;8568;g36982869594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74" name="Shape 8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5" name="Google Shape;8575;g13847f0945a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76" name="Google Shape;8576;g13847f0945a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31" name="Shape 8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2" name="Google Shape;8632;g13847f0945a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33" name="Google Shape;8633;g13847f0945a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02" name="Shape 8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3" name="Google Shape;8703;g13847f0945a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04" name="Google Shape;8704;g13847f0945a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29" name="Shape 8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0" name="Google Shape;8730;g13847f0945a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31" name="Google Shape;8731;g13847f0945a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38" name="Shape 8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9" name="Google Shape;8839;g35ed85de37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40" name="Google Shape;8840;g35ed85de37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48" name="Shape 8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9" name="Google Shape;8849;g36982869594_0_27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50" name="Google Shape;8850;g36982869594_0_27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57" name="Shape 8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8" name="Google Shape;8858;g36982869594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59" name="Google Shape;8859;g36982869594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17" name="Shape 8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8" name="Google Shape;8918;g36982869594_0_56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19" name="Google Shape;8919;g36982869594_0_56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43" name="Shape 8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4" name="Google Shape;8944;g36982869594_0_11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45" name="Google Shape;8945;g36982869594_0_11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54" name="Shape 8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5" name="Google Shape;8955;g36982869594_0_138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56" name="Google Shape;8956;g36982869594_0_138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62" name="Shape 8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3" name="Google Shape;8963;g36982869594_0_138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64" name="Google Shape;8964;g36982869594_0_138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84" name="Shape 8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5" name="Google Shape;8985;g36982869594_0_139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86" name="Google Shape;8986;g36982869594_0_139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93" name="Shape 8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4" name="Google Shape;8994;g13847f0945a_0_2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95" name="Google Shape;8995;g13847f0945a_0_2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16" name="Shape 9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7" name="Google Shape;9117;g35cb2309211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18" name="Google Shape;9118;g35cb2309211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15975" y="-52"/>
            <a:ext cx="9175950" cy="5143406"/>
            <a:chOff x="-15975" y="-52"/>
            <a:chExt cx="9175950" cy="5143406"/>
          </a:xfrm>
        </p:grpSpPr>
        <p:sp>
          <p:nvSpPr>
            <p:cNvPr id="10" name="Google Shape;10;p2"/>
            <p:cNvSpPr/>
            <p:nvPr/>
          </p:nvSpPr>
          <p:spPr>
            <a:xfrm rot="5400000">
              <a:off x="4570450" y="-378255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" name="Google Shape;11;p2"/>
            <p:cNvSpPr/>
            <p:nvPr/>
          </p:nvSpPr>
          <p:spPr>
            <a:xfrm rot="5400000">
              <a:off x="4570450" y="-276311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rot="5400000">
              <a:off x="4570450" y="-174368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5400000">
              <a:off x="4570450" y="-72425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5400000">
              <a:off x="4570450" y="295184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5400000">
              <a:off x="4570450" y="-429226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 rot="5400000">
              <a:off x="4570450" y="-327283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 rot="5400000">
              <a:off x="4570450" y="-225340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 rot="5400000">
              <a:off x="4570450" y="-123396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 rot="5400000">
              <a:off x="4570450" y="-21453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5081305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6100964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7120623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8140282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5591134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610793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7630452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8650111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8" name="Google Shape;28;p2"/>
            <p:cNvGrpSpPr/>
            <p:nvPr/>
          </p:nvGrpSpPr>
          <p:grpSpPr>
            <a:xfrm>
              <a:off x="-15975" y="-52"/>
              <a:ext cx="4587484" cy="5143406"/>
              <a:chOff x="-9275" y="-1994782"/>
              <a:chExt cx="4587484" cy="9140583"/>
            </a:xfrm>
          </p:grpSpPr>
          <p:sp>
            <p:nvSpPr>
              <p:cNvPr id="29" name="Google Shape;29;p2"/>
              <p:cNvSpPr/>
              <p:nvPr/>
            </p:nvSpPr>
            <p:spPr>
              <a:xfrm>
                <a:off x="50044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" name="Google Shape;30;p2"/>
              <p:cNvSpPr/>
              <p:nvPr/>
            </p:nvSpPr>
            <p:spPr>
              <a:xfrm>
                <a:off x="15198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" name="Google Shape;31;p2"/>
              <p:cNvSpPr/>
              <p:nvPr/>
            </p:nvSpPr>
            <p:spPr>
              <a:xfrm>
                <a:off x="253930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" name="Google Shape;32;p2"/>
              <p:cNvSpPr/>
              <p:nvPr/>
            </p:nvSpPr>
            <p:spPr>
              <a:xfrm>
                <a:off x="355874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" name="Google Shape;33;p2"/>
              <p:cNvSpPr/>
              <p:nvPr/>
            </p:nvSpPr>
            <p:spPr>
              <a:xfrm>
                <a:off x="45781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>
                <a:off x="101015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>
                <a:off x="202959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" name="Google Shape;36;p2"/>
              <p:cNvSpPr/>
              <p:nvPr/>
            </p:nvSpPr>
            <p:spPr>
              <a:xfrm>
                <a:off x="304902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" name="Google Shape;37;p2"/>
              <p:cNvSpPr/>
              <p:nvPr/>
            </p:nvSpPr>
            <p:spPr>
              <a:xfrm>
                <a:off x="406845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" name="Google Shape;38;p2"/>
              <p:cNvSpPr/>
              <p:nvPr/>
            </p:nvSpPr>
            <p:spPr>
              <a:xfrm>
                <a:off x="-92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9" name="Google Shape;39;p2"/>
            <p:cNvSpPr/>
            <p:nvPr/>
          </p:nvSpPr>
          <p:spPr>
            <a:xfrm>
              <a:off x="9159941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0" name="Google Shape;40;p2"/>
          <p:cNvSpPr/>
          <p:nvPr/>
        </p:nvSpPr>
        <p:spPr>
          <a:xfrm>
            <a:off x="0" y="-100"/>
            <a:ext cx="9144000" cy="5143500"/>
          </a:xfrm>
          <a:prstGeom prst="rect">
            <a:avLst/>
          </a:prstGeom>
          <a:solidFill>
            <a:srgbClr val="D6E3EA">
              <a:alpha val="398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1" name="Google Shape;41;p2"/>
          <p:cNvGrpSpPr/>
          <p:nvPr/>
        </p:nvGrpSpPr>
        <p:grpSpPr>
          <a:xfrm flipH="1">
            <a:off x="0" y="3998946"/>
            <a:ext cx="1496970" cy="1108547"/>
            <a:chOff x="7609470" y="3938246"/>
            <a:chExt cx="1496970" cy="1108547"/>
          </a:xfrm>
        </p:grpSpPr>
        <p:sp>
          <p:nvSpPr>
            <p:cNvPr id="42" name="Google Shape;42;p2"/>
            <p:cNvSpPr/>
            <p:nvPr/>
          </p:nvSpPr>
          <p:spPr>
            <a:xfrm flipH="1">
              <a:off x="7609470" y="3938246"/>
              <a:ext cx="1494572" cy="1108547"/>
            </a:xfrm>
            <a:custGeom>
              <a:rect b="b" l="l" r="r" t="t"/>
              <a:pathLst>
                <a:path extrusionOk="0" h="13859" w="18695">
                  <a:moveTo>
                    <a:pt x="1447" y="0"/>
                  </a:moveTo>
                  <a:cubicBezTo>
                    <a:pt x="1061" y="0"/>
                    <a:pt x="617" y="130"/>
                    <a:pt x="122" y="424"/>
                  </a:cubicBezTo>
                  <a:cubicBezTo>
                    <a:pt x="92" y="424"/>
                    <a:pt x="61" y="454"/>
                    <a:pt x="1" y="454"/>
                  </a:cubicBezTo>
                  <a:lnTo>
                    <a:pt x="1" y="13858"/>
                  </a:lnTo>
                  <a:lnTo>
                    <a:pt x="18694" y="13858"/>
                  </a:lnTo>
                  <a:cubicBezTo>
                    <a:pt x="18451" y="13038"/>
                    <a:pt x="17752" y="12339"/>
                    <a:pt x="16992" y="12035"/>
                  </a:cubicBezTo>
                  <a:cubicBezTo>
                    <a:pt x="16604" y="11877"/>
                    <a:pt x="16196" y="11814"/>
                    <a:pt x="15780" y="11814"/>
                  </a:cubicBezTo>
                  <a:cubicBezTo>
                    <a:pt x="15320" y="11814"/>
                    <a:pt x="14850" y="11891"/>
                    <a:pt x="14389" y="12002"/>
                  </a:cubicBezTo>
                  <a:lnTo>
                    <a:pt x="14389" y="12002"/>
                  </a:lnTo>
                  <a:cubicBezTo>
                    <a:pt x="14540" y="11959"/>
                    <a:pt x="14746" y="11667"/>
                    <a:pt x="14864" y="11548"/>
                  </a:cubicBezTo>
                  <a:cubicBezTo>
                    <a:pt x="15138" y="11244"/>
                    <a:pt x="15351" y="10940"/>
                    <a:pt x="15411" y="10576"/>
                  </a:cubicBezTo>
                  <a:cubicBezTo>
                    <a:pt x="15472" y="10120"/>
                    <a:pt x="15320" y="9664"/>
                    <a:pt x="15047" y="9299"/>
                  </a:cubicBezTo>
                  <a:cubicBezTo>
                    <a:pt x="14653" y="8827"/>
                    <a:pt x="14011" y="8581"/>
                    <a:pt x="13374" y="8581"/>
                  </a:cubicBezTo>
                  <a:cubicBezTo>
                    <a:pt x="13272" y="8581"/>
                    <a:pt x="13171" y="8588"/>
                    <a:pt x="13071" y="8600"/>
                  </a:cubicBezTo>
                  <a:lnTo>
                    <a:pt x="12980" y="8600"/>
                  </a:lnTo>
                  <a:cubicBezTo>
                    <a:pt x="12828" y="8630"/>
                    <a:pt x="12706" y="8630"/>
                    <a:pt x="12554" y="8691"/>
                  </a:cubicBezTo>
                  <a:cubicBezTo>
                    <a:pt x="12213" y="8835"/>
                    <a:pt x="11894" y="9021"/>
                    <a:pt x="11601" y="9243"/>
                  </a:cubicBezTo>
                  <a:lnTo>
                    <a:pt x="11601" y="9243"/>
                  </a:lnTo>
                  <a:cubicBezTo>
                    <a:pt x="11894" y="8923"/>
                    <a:pt x="12183" y="8555"/>
                    <a:pt x="12311" y="8235"/>
                  </a:cubicBezTo>
                  <a:cubicBezTo>
                    <a:pt x="13246" y="6312"/>
                    <a:pt x="11645" y="3636"/>
                    <a:pt x="9345" y="3636"/>
                  </a:cubicBezTo>
                  <a:cubicBezTo>
                    <a:pt x="9028" y="3636"/>
                    <a:pt x="8698" y="3687"/>
                    <a:pt x="8359" y="3798"/>
                  </a:cubicBezTo>
                  <a:cubicBezTo>
                    <a:pt x="7436" y="4182"/>
                    <a:pt x="6643" y="4956"/>
                    <a:pt x="6052" y="5864"/>
                  </a:cubicBezTo>
                  <a:lnTo>
                    <a:pt x="6052" y="5864"/>
                  </a:lnTo>
                  <a:cubicBezTo>
                    <a:pt x="7044" y="3936"/>
                    <a:pt x="6013" y="2566"/>
                    <a:pt x="4822" y="2566"/>
                  </a:cubicBezTo>
                  <a:cubicBezTo>
                    <a:pt x="4146" y="2566"/>
                    <a:pt x="3418" y="3008"/>
                    <a:pt x="2979" y="4041"/>
                  </a:cubicBezTo>
                  <a:cubicBezTo>
                    <a:pt x="3611" y="2050"/>
                    <a:pt x="2981" y="0"/>
                    <a:pt x="144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flipH="1">
              <a:off x="8221849" y="4367699"/>
              <a:ext cx="884591" cy="679094"/>
            </a:xfrm>
            <a:custGeom>
              <a:rect b="b" l="l" r="r" t="t"/>
              <a:pathLst>
                <a:path extrusionOk="0" h="8490" w="11065">
                  <a:moveTo>
                    <a:pt x="486" y="1"/>
                  </a:moveTo>
                  <a:cubicBezTo>
                    <a:pt x="321" y="1"/>
                    <a:pt x="157" y="33"/>
                    <a:pt x="0" y="100"/>
                  </a:cubicBezTo>
                  <a:lnTo>
                    <a:pt x="0" y="8489"/>
                  </a:lnTo>
                  <a:lnTo>
                    <a:pt x="11064" y="8489"/>
                  </a:lnTo>
                  <a:cubicBezTo>
                    <a:pt x="10912" y="8003"/>
                    <a:pt x="10487" y="7578"/>
                    <a:pt x="10031" y="7426"/>
                  </a:cubicBezTo>
                  <a:cubicBezTo>
                    <a:pt x="9799" y="7339"/>
                    <a:pt x="9553" y="7300"/>
                    <a:pt x="9303" y="7300"/>
                  </a:cubicBezTo>
                  <a:cubicBezTo>
                    <a:pt x="9029" y="7300"/>
                    <a:pt x="8751" y="7346"/>
                    <a:pt x="8481" y="7426"/>
                  </a:cubicBezTo>
                  <a:cubicBezTo>
                    <a:pt x="8754" y="6939"/>
                    <a:pt x="8389" y="6271"/>
                    <a:pt x="7903" y="6058"/>
                  </a:cubicBezTo>
                  <a:cubicBezTo>
                    <a:pt x="7756" y="6003"/>
                    <a:pt x="7601" y="5978"/>
                    <a:pt x="7444" y="5978"/>
                  </a:cubicBezTo>
                  <a:cubicBezTo>
                    <a:pt x="7152" y="5978"/>
                    <a:pt x="6851" y="6063"/>
                    <a:pt x="6580" y="6195"/>
                  </a:cubicBezTo>
                  <a:lnTo>
                    <a:pt x="6580" y="6195"/>
                  </a:lnTo>
                  <a:cubicBezTo>
                    <a:pt x="6903" y="5981"/>
                    <a:pt x="7137" y="5620"/>
                    <a:pt x="7265" y="5237"/>
                  </a:cubicBezTo>
                  <a:cubicBezTo>
                    <a:pt x="7801" y="4084"/>
                    <a:pt x="6846" y="2504"/>
                    <a:pt x="5507" y="2504"/>
                  </a:cubicBezTo>
                  <a:cubicBezTo>
                    <a:pt x="5329" y="2504"/>
                    <a:pt x="5144" y="2532"/>
                    <a:pt x="4955" y="2593"/>
                  </a:cubicBezTo>
                  <a:cubicBezTo>
                    <a:pt x="4359" y="2836"/>
                    <a:pt x="3885" y="3321"/>
                    <a:pt x="3509" y="3896"/>
                  </a:cubicBezTo>
                  <a:lnTo>
                    <a:pt x="3509" y="3896"/>
                  </a:lnTo>
                  <a:cubicBezTo>
                    <a:pt x="4180" y="2709"/>
                    <a:pt x="3551" y="1867"/>
                    <a:pt x="2823" y="1867"/>
                  </a:cubicBezTo>
                  <a:cubicBezTo>
                    <a:pt x="2423" y="1867"/>
                    <a:pt x="1993" y="2122"/>
                    <a:pt x="1733" y="2714"/>
                  </a:cubicBezTo>
                  <a:cubicBezTo>
                    <a:pt x="2381" y="1081"/>
                    <a:pt x="1437" y="1"/>
                    <a:pt x="4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 flipH="1">
              <a:off x="8165967" y="4144614"/>
              <a:ext cx="82743" cy="75988"/>
            </a:xfrm>
            <a:custGeom>
              <a:rect b="b" l="l" r="r" t="t"/>
              <a:pathLst>
                <a:path extrusionOk="0" h="950" w="1035">
                  <a:moveTo>
                    <a:pt x="998" y="1"/>
                  </a:moveTo>
                  <a:cubicBezTo>
                    <a:pt x="894" y="1"/>
                    <a:pt x="584" y="21"/>
                    <a:pt x="335" y="245"/>
                  </a:cubicBezTo>
                  <a:cubicBezTo>
                    <a:pt x="31" y="488"/>
                    <a:pt x="1" y="944"/>
                    <a:pt x="1" y="944"/>
                  </a:cubicBezTo>
                  <a:cubicBezTo>
                    <a:pt x="1" y="944"/>
                    <a:pt x="38" y="950"/>
                    <a:pt x="99" y="950"/>
                  </a:cubicBezTo>
                  <a:cubicBezTo>
                    <a:pt x="235" y="950"/>
                    <a:pt x="490" y="921"/>
                    <a:pt x="700" y="731"/>
                  </a:cubicBezTo>
                  <a:cubicBezTo>
                    <a:pt x="1004" y="458"/>
                    <a:pt x="1034" y="2"/>
                    <a:pt x="1034" y="2"/>
                  </a:cubicBezTo>
                  <a:cubicBezTo>
                    <a:pt x="1034" y="2"/>
                    <a:pt x="1021" y="1"/>
                    <a:pt x="99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flipH="1">
              <a:off x="8853654" y="4378097"/>
              <a:ext cx="82743" cy="116782"/>
            </a:xfrm>
            <a:custGeom>
              <a:rect b="b" l="l" r="r" t="t"/>
              <a:pathLst>
                <a:path extrusionOk="0" h="1460" w="1035">
                  <a:moveTo>
                    <a:pt x="913" y="1"/>
                  </a:moveTo>
                  <a:lnTo>
                    <a:pt x="913" y="1"/>
                  </a:lnTo>
                  <a:cubicBezTo>
                    <a:pt x="913" y="1"/>
                    <a:pt x="457" y="153"/>
                    <a:pt x="244" y="548"/>
                  </a:cubicBezTo>
                  <a:cubicBezTo>
                    <a:pt x="1" y="913"/>
                    <a:pt x="123" y="1460"/>
                    <a:pt x="123" y="1460"/>
                  </a:cubicBezTo>
                  <a:cubicBezTo>
                    <a:pt x="123" y="1460"/>
                    <a:pt x="578" y="1308"/>
                    <a:pt x="791" y="913"/>
                  </a:cubicBezTo>
                  <a:cubicBezTo>
                    <a:pt x="1034" y="548"/>
                    <a:pt x="913" y="1"/>
                    <a:pt x="9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 flipH="1">
              <a:off x="8255906" y="4047429"/>
              <a:ext cx="77786" cy="165414"/>
            </a:xfrm>
            <a:custGeom>
              <a:rect b="b" l="l" r="r" t="t"/>
              <a:pathLst>
                <a:path extrusionOk="0" h="2068" w="973">
                  <a:moveTo>
                    <a:pt x="243" y="1"/>
                  </a:moveTo>
                  <a:cubicBezTo>
                    <a:pt x="243" y="1"/>
                    <a:pt x="0" y="578"/>
                    <a:pt x="91" y="1156"/>
                  </a:cubicBezTo>
                  <a:cubicBezTo>
                    <a:pt x="213" y="1703"/>
                    <a:pt x="699" y="2068"/>
                    <a:pt x="699" y="2068"/>
                  </a:cubicBezTo>
                  <a:cubicBezTo>
                    <a:pt x="699" y="2068"/>
                    <a:pt x="973" y="1490"/>
                    <a:pt x="851" y="913"/>
                  </a:cubicBezTo>
                  <a:cubicBezTo>
                    <a:pt x="760" y="335"/>
                    <a:pt x="243" y="1"/>
                    <a:pt x="2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7" name="Google Shape;47;p2"/>
          <p:cNvGrpSpPr/>
          <p:nvPr/>
        </p:nvGrpSpPr>
        <p:grpSpPr>
          <a:xfrm>
            <a:off x="0" y="4752988"/>
            <a:ext cx="9144000" cy="354505"/>
            <a:chOff x="0" y="4689888"/>
            <a:chExt cx="9144000" cy="354505"/>
          </a:xfrm>
        </p:grpSpPr>
        <p:grpSp>
          <p:nvGrpSpPr>
            <p:cNvPr id="48" name="Google Shape;48;p2"/>
            <p:cNvGrpSpPr/>
            <p:nvPr/>
          </p:nvGrpSpPr>
          <p:grpSpPr>
            <a:xfrm>
              <a:off x="0" y="4793425"/>
              <a:ext cx="9144000" cy="194975"/>
              <a:chOff x="0" y="4789550"/>
              <a:chExt cx="9144000" cy="194975"/>
            </a:xfrm>
          </p:grpSpPr>
          <p:sp>
            <p:nvSpPr>
              <p:cNvPr id="49" name="Google Shape;49;p2"/>
              <p:cNvSpPr/>
              <p:nvPr/>
            </p:nvSpPr>
            <p:spPr>
              <a:xfrm>
                <a:off x="0" y="4789550"/>
                <a:ext cx="9144000" cy="360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" name="Google Shape;50;p2"/>
              <p:cNvSpPr/>
              <p:nvPr/>
            </p:nvSpPr>
            <p:spPr>
              <a:xfrm>
                <a:off x="0" y="4948525"/>
                <a:ext cx="9144000" cy="360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1" name="Google Shape;51;p2"/>
            <p:cNvGrpSpPr/>
            <p:nvPr/>
          </p:nvGrpSpPr>
          <p:grpSpPr>
            <a:xfrm>
              <a:off x="28483" y="4689888"/>
              <a:ext cx="9087034" cy="354505"/>
              <a:chOff x="28483" y="4689888"/>
              <a:chExt cx="9087034" cy="354505"/>
            </a:xfrm>
          </p:grpSpPr>
          <p:sp>
            <p:nvSpPr>
              <p:cNvPr id="52" name="Google Shape;52;p2"/>
              <p:cNvSpPr/>
              <p:nvPr/>
            </p:nvSpPr>
            <p:spPr>
              <a:xfrm>
                <a:off x="64010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6" y="1"/>
                      <a:pt x="533" y="8"/>
                      <a:pt x="518" y="24"/>
                    </a:cubicBezTo>
                    <a:lnTo>
                      <a:pt x="62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34" y="4431"/>
                      <a:pt x="1065" y="4401"/>
                      <a:pt x="1156" y="4370"/>
                    </a:cubicBezTo>
                    <a:lnTo>
                      <a:pt x="1156" y="601"/>
                    </a:lnTo>
                    <a:lnTo>
                      <a:pt x="1126" y="571"/>
                    </a:lnTo>
                    <a:lnTo>
                      <a:pt x="670" y="24"/>
                    </a:lnTo>
                    <a:cubicBezTo>
                      <a:pt x="639" y="8"/>
                      <a:pt x="609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2"/>
              <p:cNvSpPr/>
              <p:nvPr/>
            </p:nvSpPr>
            <p:spPr>
              <a:xfrm>
                <a:off x="79301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3" y="8"/>
                      <a:pt x="517" y="24"/>
                    </a:cubicBezTo>
                    <a:lnTo>
                      <a:pt x="6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34" y="4431"/>
                      <a:pt x="1064" y="4401"/>
                      <a:pt x="1156" y="4370"/>
                    </a:cubicBezTo>
                    <a:lnTo>
                      <a:pt x="1156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9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" name="Google Shape;54;p2"/>
              <p:cNvSpPr/>
              <p:nvPr/>
            </p:nvSpPr>
            <p:spPr>
              <a:xfrm>
                <a:off x="94592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2" y="4431"/>
                      <a:pt x="122" y="4431"/>
                    </a:cubicBezTo>
                    <a:lnTo>
                      <a:pt x="1003" y="4431"/>
                    </a:lnTo>
                    <a:cubicBezTo>
                      <a:pt x="103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8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" name="Google Shape;55;p2"/>
              <p:cNvSpPr/>
              <p:nvPr/>
            </p:nvSpPr>
            <p:spPr>
              <a:xfrm>
                <a:off x="109882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1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1" y="4431"/>
                      <a:pt x="122" y="4431"/>
                    </a:cubicBezTo>
                    <a:lnTo>
                      <a:pt x="1003" y="4431"/>
                    </a:lnTo>
                    <a:cubicBezTo>
                      <a:pt x="106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8" y="8"/>
                      <a:pt x="608" y="1"/>
                      <a:pt x="58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2"/>
              <p:cNvSpPr/>
              <p:nvPr/>
            </p:nvSpPr>
            <p:spPr>
              <a:xfrm>
                <a:off x="1251735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04" y="4431"/>
                      <a:pt x="103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2"/>
              <p:cNvSpPr/>
              <p:nvPr/>
            </p:nvSpPr>
            <p:spPr>
              <a:xfrm>
                <a:off x="1402243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" name="Google Shape;58;p2"/>
              <p:cNvSpPr/>
              <p:nvPr/>
            </p:nvSpPr>
            <p:spPr>
              <a:xfrm>
                <a:off x="1552751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64" y="4431"/>
                      <a:pt x="109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" name="Google Shape;59;p2"/>
              <p:cNvSpPr/>
              <p:nvPr/>
            </p:nvSpPr>
            <p:spPr>
              <a:xfrm>
                <a:off x="751362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2"/>
              <p:cNvSpPr/>
              <p:nvPr/>
            </p:nvSpPr>
            <p:spPr>
              <a:xfrm>
                <a:off x="7666529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3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2"/>
              <p:cNvSpPr/>
              <p:nvPr/>
            </p:nvSpPr>
            <p:spPr>
              <a:xfrm>
                <a:off x="7816957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2"/>
              <p:cNvSpPr/>
              <p:nvPr/>
            </p:nvSpPr>
            <p:spPr>
              <a:xfrm>
                <a:off x="796738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2" y="4431"/>
                      <a:pt x="122" y="4431"/>
                    </a:cubicBezTo>
                    <a:lnTo>
                      <a:pt x="1003" y="4431"/>
                    </a:lnTo>
                    <a:cubicBezTo>
                      <a:pt x="103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8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" name="Google Shape;63;p2"/>
              <p:cNvSpPr/>
              <p:nvPr/>
            </p:nvSpPr>
            <p:spPr>
              <a:xfrm>
                <a:off x="812029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93" y="1"/>
                    </a:moveTo>
                    <a:cubicBezTo>
                      <a:pt x="562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1" y="4431"/>
                      <a:pt x="122" y="4431"/>
                    </a:cubicBezTo>
                    <a:lnTo>
                      <a:pt x="1003" y="4431"/>
                    </a:lnTo>
                    <a:cubicBezTo>
                      <a:pt x="106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54" y="8"/>
                      <a:pt x="623" y="1"/>
                      <a:pt x="59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" name="Google Shape;64;p2"/>
              <p:cNvSpPr/>
              <p:nvPr/>
            </p:nvSpPr>
            <p:spPr>
              <a:xfrm>
                <a:off x="8273198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1" y="4431"/>
                      <a:pt x="122" y="4431"/>
                    </a:cubicBezTo>
                    <a:lnTo>
                      <a:pt x="973" y="4431"/>
                    </a:lnTo>
                    <a:cubicBezTo>
                      <a:pt x="1034" y="4431"/>
                      <a:pt x="1065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" name="Google Shape;65;p2"/>
              <p:cNvSpPr/>
              <p:nvPr/>
            </p:nvSpPr>
            <p:spPr>
              <a:xfrm>
                <a:off x="8423706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34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2"/>
              <p:cNvSpPr/>
              <p:nvPr/>
            </p:nvSpPr>
            <p:spPr>
              <a:xfrm>
                <a:off x="8574214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64" y="4431"/>
                      <a:pt x="109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" name="Google Shape;67;p2"/>
              <p:cNvSpPr/>
              <p:nvPr/>
            </p:nvSpPr>
            <p:spPr>
              <a:xfrm>
                <a:off x="8724643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2" y="4431"/>
                      <a:pt x="122" y="4431"/>
                    </a:cubicBezTo>
                    <a:lnTo>
                      <a:pt x="974" y="4431"/>
                    </a:lnTo>
                    <a:cubicBezTo>
                      <a:pt x="1065" y="4431"/>
                      <a:pt x="1095" y="4401"/>
                      <a:pt x="1126" y="4370"/>
                    </a:cubicBezTo>
                    <a:lnTo>
                      <a:pt x="112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4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" name="Google Shape;68;p2"/>
              <p:cNvSpPr/>
              <p:nvPr/>
            </p:nvSpPr>
            <p:spPr>
              <a:xfrm>
                <a:off x="8875151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74" y="1"/>
                    </a:moveTo>
                    <a:cubicBezTo>
                      <a:pt x="547" y="1"/>
                      <a:pt x="517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122" y="4431"/>
                    </a:cubicBezTo>
                    <a:lnTo>
                      <a:pt x="1003" y="4431"/>
                    </a:lnTo>
                    <a:cubicBezTo>
                      <a:pt x="103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600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2"/>
              <p:cNvSpPr/>
              <p:nvPr/>
            </p:nvSpPr>
            <p:spPr>
              <a:xfrm>
                <a:off x="736071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2"/>
              <p:cNvSpPr/>
              <p:nvPr/>
            </p:nvSpPr>
            <p:spPr>
              <a:xfrm>
                <a:off x="720781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" name="Google Shape;71;p2"/>
              <p:cNvSpPr/>
              <p:nvPr/>
            </p:nvSpPr>
            <p:spPr>
              <a:xfrm>
                <a:off x="705490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" name="Google Shape;72;p2"/>
              <p:cNvSpPr/>
              <p:nvPr/>
            </p:nvSpPr>
            <p:spPr>
              <a:xfrm>
                <a:off x="690199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2"/>
              <p:cNvSpPr/>
              <p:nvPr/>
            </p:nvSpPr>
            <p:spPr>
              <a:xfrm>
                <a:off x="674909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2"/>
              <p:cNvSpPr/>
              <p:nvPr/>
            </p:nvSpPr>
            <p:spPr>
              <a:xfrm>
                <a:off x="659618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2"/>
              <p:cNvSpPr/>
              <p:nvPr/>
            </p:nvSpPr>
            <p:spPr>
              <a:xfrm>
                <a:off x="644327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" name="Google Shape;76;p2"/>
              <p:cNvSpPr/>
              <p:nvPr/>
            </p:nvSpPr>
            <p:spPr>
              <a:xfrm>
                <a:off x="629037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" name="Google Shape;77;p2"/>
              <p:cNvSpPr/>
              <p:nvPr/>
            </p:nvSpPr>
            <p:spPr>
              <a:xfrm>
                <a:off x="613746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2"/>
              <p:cNvSpPr/>
              <p:nvPr/>
            </p:nvSpPr>
            <p:spPr>
              <a:xfrm>
                <a:off x="598455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2"/>
              <p:cNvSpPr/>
              <p:nvPr/>
            </p:nvSpPr>
            <p:spPr>
              <a:xfrm>
                <a:off x="583165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2"/>
              <p:cNvSpPr/>
              <p:nvPr/>
            </p:nvSpPr>
            <p:spPr>
              <a:xfrm>
                <a:off x="567874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2"/>
              <p:cNvSpPr/>
              <p:nvPr/>
            </p:nvSpPr>
            <p:spPr>
              <a:xfrm>
                <a:off x="552583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" name="Google Shape;82;p2"/>
              <p:cNvSpPr/>
              <p:nvPr/>
            </p:nvSpPr>
            <p:spPr>
              <a:xfrm>
                <a:off x="537293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" name="Google Shape;83;p2"/>
              <p:cNvSpPr/>
              <p:nvPr/>
            </p:nvSpPr>
            <p:spPr>
              <a:xfrm>
                <a:off x="522002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" name="Google Shape;84;p2"/>
              <p:cNvSpPr/>
              <p:nvPr/>
            </p:nvSpPr>
            <p:spPr>
              <a:xfrm>
                <a:off x="506712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" name="Google Shape;85;p2"/>
              <p:cNvSpPr/>
              <p:nvPr/>
            </p:nvSpPr>
            <p:spPr>
              <a:xfrm>
                <a:off x="491421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" name="Google Shape;86;p2"/>
              <p:cNvSpPr/>
              <p:nvPr/>
            </p:nvSpPr>
            <p:spPr>
              <a:xfrm>
                <a:off x="476130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" name="Google Shape;87;p2"/>
              <p:cNvSpPr/>
              <p:nvPr/>
            </p:nvSpPr>
            <p:spPr>
              <a:xfrm>
                <a:off x="460840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" name="Google Shape;88;p2"/>
              <p:cNvSpPr/>
              <p:nvPr/>
            </p:nvSpPr>
            <p:spPr>
              <a:xfrm>
                <a:off x="445549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" name="Google Shape;89;p2"/>
              <p:cNvSpPr/>
              <p:nvPr/>
            </p:nvSpPr>
            <p:spPr>
              <a:xfrm>
                <a:off x="430258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" name="Google Shape;90;p2"/>
              <p:cNvSpPr/>
              <p:nvPr/>
            </p:nvSpPr>
            <p:spPr>
              <a:xfrm>
                <a:off x="414968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" name="Google Shape;91;p2"/>
              <p:cNvSpPr/>
              <p:nvPr/>
            </p:nvSpPr>
            <p:spPr>
              <a:xfrm>
                <a:off x="399677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" name="Google Shape;92;p2"/>
              <p:cNvSpPr/>
              <p:nvPr/>
            </p:nvSpPr>
            <p:spPr>
              <a:xfrm>
                <a:off x="384386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" name="Google Shape;93;p2"/>
              <p:cNvSpPr/>
              <p:nvPr/>
            </p:nvSpPr>
            <p:spPr>
              <a:xfrm>
                <a:off x="369096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" name="Google Shape;94;p2"/>
              <p:cNvSpPr/>
              <p:nvPr/>
            </p:nvSpPr>
            <p:spPr>
              <a:xfrm>
                <a:off x="353805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" name="Google Shape;95;p2"/>
              <p:cNvSpPr/>
              <p:nvPr/>
            </p:nvSpPr>
            <p:spPr>
              <a:xfrm>
                <a:off x="338514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" name="Google Shape;96;p2"/>
              <p:cNvSpPr/>
              <p:nvPr/>
            </p:nvSpPr>
            <p:spPr>
              <a:xfrm>
                <a:off x="323224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" name="Google Shape;97;p2"/>
              <p:cNvSpPr/>
              <p:nvPr/>
            </p:nvSpPr>
            <p:spPr>
              <a:xfrm>
                <a:off x="307933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" name="Google Shape;98;p2"/>
              <p:cNvSpPr/>
              <p:nvPr/>
            </p:nvSpPr>
            <p:spPr>
              <a:xfrm>
                <a:off x="292643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" name="Google Shape;99;p2"/>
              <p:cNvSpPr/>
              <p:nvPr/>
            </p:nvSpPr>
            <p:spPr>
              <a:xfrm>
                <a:off x="277352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" name="Google Shape;100;p2"/>
              <p:cNvSpPr/>
              <p:nvPr/>
            </p:nvSpPr>
            <p:spPr>
              <a:xfrm>
                <a:off x="262061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" name="Google Shape;101;p2"/>
              <p:cNvSpPr/>
              <p:nvPr/>
            </p:nvSpPr>
            <p:spPr>
              <a:xfrm>
                <a:off x="246771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" name="Google Shape;102;p2"/>
              <p:cNvSpPr/>
              <p:nvPr/>
            </p:nvSpPr>
            <p:spPr>
              <a:xfrm>
                <a:off x="231480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" name="Google Shape;103;p2"/>
              <p:cNvSpPr/>
              <p:nvPr/>
            </p:nvSpPr>
            <p:spPr>
              <a:xfrm>
                <a:off x="216189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" name="Google Shape;104;p2"/>
              <p:cNvSpPr/>
              <p:nvPr/>
            </p:nvSpPr>
            <p:spPr>
              <a:xfrm>
                <a:off x="200899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" name="Google Shape;105;p2"/>
              <p:cNvSpPr/>
              <p:nvPr/>
            </p:nvSpPr>
            <p:spPr>
              <a:xfrm>
                <a:off x="185608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" name="Google Shape;106;p2"/>
              <p:cNvSpPr/>
              <p:nvPr/>
            </p:nvSpPr>
            <p:spPr>
              <a:xfrm>
                <a:off x="170317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" name="Google Shape;107;p2"/>
              <p:cNvSpPr/>
              <p:nvPr/>
            </p:nvSpPr>
            <p:spPr>
              <a:xfrm>
                <a:off x="48720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" name="Google Shape;108;p2"/>
              <p:cNvSpPr/>
              <p:nvPr/>
            </p:nvSpPr>
            <p:spPr>
              <a:xfrm>
                <a:off x="33429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" name="Google Shape;109;p2"/>
              <p:cNvSpPr/>
              <p:nvPr/>
            </p:nvSpPr>
            <p:spPr>
              <a:xfrm>
                <a:off x="18139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" name="Google Shape;110;p2"/>
              <p:cNvSpPr/>
              <p:nvPr/>
            </p:nvSpPr>
            <p:spPr>
              <a:xfrm>
                <a:off x="2848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" name="Google Shape;111;p2"/>
              <p:cNvSpPr/>
              <p:nvPr/>
            </p:nvSpPr>
            <p:spPr>
              <a:xfrm>
                <a:off x="9025579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74" y="1"/>
                    </a:moveTo>
                    <a:cubicBezTo>
                      <a:pt x="547" y="1"/>
                      <a:pt x="517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122" y="4431"/>
                    </a:cubicBezTo>
                    <a:lnTo>
                      <a:pt x="1003" y="4431"/>
                    </a:lnTo>
                    <a:cubicBezTo>
                      <a:pt x="103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600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12" name="Google Shape;112;p2"/>
          <p:cNvSpPr/>
          <p:nvPr/>
        </p:nvSpPr>
        <p:spPr>
          <a:xfrm>
            <a:off x="0" y="5107500"/>
            <a:ext cx="9144000" cy="36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2"/>
          <p:cNvSpPr txBox="1"/>
          <p:nvPr>
            <p:ph type="ctrTitle"/>
          </p:nvPr>
        </p:nvSpPr>
        <p:spPr>
          <a:xfrm>
            <a:off x="840675" y="1255225"/>
            <a:ext cx="6089100" cy="203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4" name="Google Shape;114;p2"/>
          <p:cNvSpPr txBox="1"/>
          <p:nvPr>
            <p:ph idx="1" type="subTitle"/>
          </p:nvPr>
        </p:nvSpPr>
        <p:spPr>
          <a:xfrm>
            <a:off x="840681" y="3287125"/>
            <a:ext cx="6089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 sz="1800">
                <a:solidFill>
                  <a:schemeClr val="accent6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6" name="Google Shape;116;p3"/>
          <p:cNvGrpSpPr/>
          <p:nvPr/>
        </p:nvGrpSpPr>
        <p:grpSpPr>
          <a:xfrm>
            <a:off x="-15975" y="-52"/>
            <a:ext cx="9175950" cy="5143406"/>
            <a:chOff x="-15975" y="-52"/>
            <a:chExt cx="9175950" cy="5143406"/>
          </a:xfrm>
        </p:grpSpPr>
        <p:sp>
          <p:nvSpPr>
            <p:cNvPr id="117" name="Google Shape;117;p3"/>
            <p:cNvSpPr/>
            <p:nvPr/>
          </p:nvSpPr>
          <p:spPr>
            <a:xfrm rot="5400000">
              <a:off x="4570450" y="-378255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3"/>
            <p:cNvSpPr/>
            <p:nvPr/>
          </p:nvSpPr>
          <p:spPr>
            <a:xfrm rot="5400000">
              <a:off x="4570450" y="-276311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3"/>
            <p:cNvSpPr/>
            <p:nvPr/>
          </p:nvSpPr>
          <p:spPr>
            <a:xfrm rot="5400000">
              <a:off x="4570450" y="-174368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3"/>
            <p:cNvSpPr/>
            <p:nvPr/>
          </p:nvSpPr>
          <p:spPr>
            <a:xfrm rot="5400000">
              <a:off x="4570450" y="-72425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3"/>
            <p:cNvSpPr/>
            <p:nvPr/>
          </p:nvSpPr>
          <p:spPr>
            <a:xfrm rot="5400000">
              <a:off x="4570450" y="295184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3"/>
            <p:cNvSpPr/>
            <p:nvPr/>
          </p:nvSpPr>
          <p:spPr>
            <a:xfrm rot="5400000">
              <a:off x="4570450" y="-429226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3"/>
            <p:cNvSpPr/>
            <p:nvPr/>
          </p:nvSpPr>
          <p:spPr>
            <a:xfrm rot="5400000">
              <a:off x="4570450" y="-327283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3"/>
            <p:cNvSpPr/>
            <p:nvPr/>
          </p:nvSpPr>
          <p:spPr>
            <a:xfrm rot="5400000">
              <a:off x="4570450" y="-225340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3"/>
            <p:cNvSpPr/>
            <p:nvPr/>
          </p:nvSpPr>
          <p:spPr>
            <a:xfrm rot="5400000">
              <a:off x="4570450" y="-123396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3"/>
            <p:cNvSpPr/>
            <p:nvPr/>
          </p:nvSpPr>
          <p:spPr>
            <a:xfrm rot="5400000">
              <a:off x="4570450" y="-21453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3"/>
            <p:cNvSpPr/>
            <p:nvPr/>
          </p:nvSpPr>
          <p:spPr>
            <a:xfrm>
              <a:off x="5081305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3"/>
            <p:cNvSpPr/>
            <p:nvPr/>
          </p:nvSpPr>
          <p:spPr>
            <a:xfrm>
              <a:off x="6100964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3"/>
            <p:cNvSpPr/>
            <p:nvPr/>
          </p:nvSpPr>
          <p:spPr>
            <a:xfrm>
              <a:off x="7120623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3"/>
            <p:cNvSpPr/>
            <p:nvPr/>
          </p:nvSpPr>
          <p:spPr>
            <a:xfrm>
              <a:off x="8140282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3"/>
            <p:cNvSpPr/>
            <p:nvPr/>
          </p:nvSpPr>
          <p:spPr>
            <a:xfrm>
              <a:off x="5591134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3"/>
            <p:cNvSpPr/>
            <p:nvPr/>
          </p:nvSpPr>
          <p:spPr>
            <a:xfrm>
              <a:off x="6610793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3"/>
            <p:cNvSpPr/>
            <p:nvPr/>
          </p:nvSpPr>
          <p:spPr>
            <a:xfrm>
              <a:off x="7630452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3"/>
            <p:cNvSpPr/>
            <p:nvPr/>
          </p:nvSpPr>
          <p:spPr>
            <a:xfrm>
              <a:off x="8650111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35" name="Google Shape;135;p3"/>
            <p:cNvGrpSpPr/>
            <p:nvPr/>
          </p:nvGrpSpPr>
          <p:grpSpPr>
            <a:xfrm>
              <a:off x="-15975" y="-52"/>
              <a:ext cx="4587484" cy="5143406"/>
              <a:chOff x="-9275" y="-1994782"/>
              <a:chExt cx="4587484" cy="9140583"/>
            </a:xfrm>
          </p:grpSpPr>
          <p:sp>
            <p:nvSpPr>
              <p:cNvPr id="136" name="Google Shape;136;p3"/>
              <p:cNvSpPr/>
              <p:nvPr/>
            </p:nvSpPr>
            <p:spPr>
              <a:xfrm>
                <a:off x="50044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" name="Google Shape;137;p3"/>
              <p:cNvSpPr/>
              <p:nvPr/>
            </p:nvSpPr>
            <p:spPr>
              <a:xfrm>
                <a:off x="15198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" name="Google Shape;138;p3"/>
              <p:cNvSpPr/>
              <p:nvPr/>
            </p:nvSpPr>
            <p:spPr>
              <a:xfrm>
                <a:off x="253930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" name="Google Shape;139;p3"/>
              <p:cNvSpPr/>
              <p:nvPr/>
            </p:nvSpPr>
            <p:spPr>
              <a:xfrm>
                <a:off x="355874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" name="Google Shape;140;p3"/>
              <p:cNvSpPr/>
              <p:nvPr/>
            </p:nvSpPr>
            <p:spPr>
              <a:xfrm>
                <a:off x="45781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" name="Google Shape;141;p3"/>
              <p:cNvSpPr/>
              <p:nvPr/>
            </p:nvSpPr>
            <p:spPr>
              <a:xfrm>
                <a:off x="101015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" name="Google Shape;142;p3"/>
              <p:cNvSpPr/>
              <p:nvPr/>
            </p:nvSpPr>
            <p:spPr>
              <a:xfrm>
                <a:off x="202959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" name="Google Shape;143;p3"/>
              <p:cNvSpPr/>
              <p:nvPr/>
            </p:nvSpPr>
            <p:spPr>
              <a:xfrm>
                <a:off x="304902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" name="Google Shape;144;p3"/>
              <p:cNvSpPr/>
              <p:nvPr/>
            </p:nvSpPr>
            <p:spPr>
              <a:xfrm>
                <a:off x="406845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3"/>
              <p:cNvSpPr/>
              <p:nvPr/>
            </p:nvSpPr>
            <p:spPr>
              <a:xfrm>
                <a:off x="-92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46" name="Google Shape;146;p3"/>
            <p:cNvSpPr/>
            <p:nvPr/>
          </p:nvSpPr>
          <p:spPr>
            <a:xfrm>
              <a:off x="9159941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7" name="Google Shape;147;p3"/>
          <p:cNvSpPr/>
          <p:nvPr/>
        </p:nvSpPr>
        <p:spPr>
          <a:xfrm>
            <a:off x="0" y="-75"/>
            <a:ext cx="9144000" cy="5143500"/>
          </a:xfrm>
          <a:prstGeom prst="rect">
            <a:avLst/>
          </a:prstGeom>
          <a:solidFill>
            <a:srgbClr val="D6E3EA">
              <a:alpha val="398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8" name="Google Shape;148;p3"/>
          <p:cNvGrpSpPr/>
          <p:nvPr/>
        </p:nvGrpSpPr>
        <p:grpSpPr>
          <a:xfrm>
            <a:off x="230643" y="4100850"/>
            <a:ext cx="413156" cy="1006643"/>
            <a:chOff x="128217" y="4100850"/>
            <a:chExt cx="413156" cy="1006643"/>
          </a:xfrm>
        </p:grpSpPr>
        <p:sp>
          <p:nvSpPr>
            <p:cNvPr id="149" name="Google Shape;149;p3"/>
            <p:cNvSpPr/>
            <p:nvPr/>
          </p:nvSpPr>
          <p:spPr>
            <a:xfrm>
              <a:off x="342070" y="4382886"/>
              <a:ext cx="34057" cy="724607"/>
            </a:xfrm>
            <a:custGeom>
              <a:rect b="b" l="l" r="r" t="t"/>
              <a:pathLst>
                <a:path extrusionOk="0" h="9059" w="426">
                  <a:moveTo>
                    <a:pt x="0" y="0"/>
                  </a:moveTo>
                  <a:lnTo>
                    <a:pt x="0" y="9058"/>
                  </a:lnTo>
                  <a:lnTo>
                    <a:pt x="426" y="9058"/>
                  </a:lnTo>
                  <a:lnTo>
                    <a:pt x="42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3"/>
            <p:cNvSpPr/>
            <p:nvPr/>
          </p:nvSpPr>
          <p:spPr>
            <a:xfrm>
              <a:off x="220554" y="4168920"/>
              <a:ext cx="320819" cy="252920"/>
            </a:xfrm>
            <a:custGeom>
              <a:rect b="b" l="l" r="r" t="t"/>
              <a:pathLst>
                <a:path extrusionOk="0" h="3162" w="4013">
                  <a:moveTo>
                    <a:pt x="0" y="0"/>
                  </a:moveTo>
                  <a:cubicBezTo>
                    <a:pt x="699" y="0"/>
                    <a:pt x="1216" y="578"/>
                    <a:pt x="1216" y="1216"/>
                  </a:cubicBezTo>
                  <a:lnTo>
                    <a:pt x="1216" y="3040"/>
                  </a:lnTo>
                  <a:lnTo>
                    <a:pt x="973" y="3162"/>
                  </a:lnTo>
                  <a:lnTo>
                    <a:pt x="3800" y="3162"/>
                  </a:lnTo>
                  <a:cubicBezTo>
                    <a:pt x="3921" y="3162"/>
                    <a:pt x="4013" y="3070"/>
                    <a:pt x="4013" y="2949"/>
                  </a:cubicBezTo>
                  <a:lnTo>
                    <a:pt x="4013" y="1216"/>
                  </a:lnTo>
                  <a:cubicBezTo>
                    <a:pt x="4013" y="578"/>
                    <a:pt x="3465" y="0"/>
                    <a:pt x="27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3"/>
            <p:cNvSpPr/>
            <p:nvPr/>
          </p:nvSpPr>
          <p:spPr>
            <a:xfrm>
              <a:off x="128217" y="4168920"/>
              <a:ext cx="189630" cy="248041"/>
            </a:xfrm>
            <a:custGeom>
              <a:rect b="b" l="l" r="r" t="t"/>
              <a:pathLst>
                <a:path extrusionOk="0" h="3101" w="2372">
                  <a:moveTo>
                    <a:pt x="1216" y="0"/>
                  </a:moveTo>
                  <a:cubicBezTo>
                    <a:pt x="547" y="0"/>
                    <a:pt x="0" y="578"/>
                    <a:pt x="0" y="1216"/>
                  </a:cubicBezTo>
                  <a:lnTo>
                    <a:pt x="0" y="2979"/>
                  </a:lnTo>
                  <a:cubicBezTo>
                    <a:pt x="0" y="3070"/>
                    <a:pt x="61" y="3101"/>
                    <a:pt x="91" y="3101"/>
                  </a:cubicBezTo>
                  <a:lnTo>
                    <a:pt x="2280" y="3101"/>
                  </a:lnTo>
                  <a:cubicBezTo>
                    <a:pt x="2341" y="3101"/>
                    <a:pt x="2371" y="3040"/>
                    <a:pt x="2371" y="2979"/>
                  </a:cubicBezTo>
                  <a:lnTo>
                    <a:pt x="2371" y="1216"/>
                  </a:lnTo>
                  <a:cubicBezTo>
                    <a:pt x="2371" y="578"/>
                    <a:pt x="1854" y="31"/>
                    <a:pt x="121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3"/>
            <p:cNvSpPr/>
            <p:nvPr/>
          </p:nvSpPr>
          <p:spPr>
            <a:xfrm>
              <a:off x="339592" y="4100850"/>
              <a:ext cx="63236" cy="153256"/>
            </a:xfrm>
            <a:custGeom>
              <a:rect b="b" l="l" r="r" t="t"/>
              <a:pathLst>
                <a:path extrusionOk="0" h="1916" w="791">
                  <a:moveTo>
                    <a:pt x="1" y="0"/>
                  </a:moveTo>
                  <a:lnTo>
                    <a:pt x="1" y="1642"/>
                  </a:lnTo>
                  <a:cubicBezTo>
                    <a:pt x="1" y="1794"/>
                    <a:pt x="122" y="1915"/>
                    <a:pt x="274" y="1915"/>
                  </a:cubicBezTo>
                  <a:cubicBezTo>
                    <a:pt x="426" y="1915"/>
                    <a:pt x="517" y="1794"/>
                    <a:pt x="517" y="1642"/>
                  </a:cubicBezTo>
                  <a:cubicBezTo>
                    <a:pt x="517" y="1490"/>
                    <a:pt x="426" y="1368"/>
                    <a:pt x="274" y="1368"/>
                  </a:cubicBezTo>
                  <a:lnTo>
                    <a:pt x="274" y="547"/>
                  </a:lnTo>
                  <a:lnTo>
                    <a:pt x="791" y="456"/>
                  </a:lnTo>
                  <a:lnTo>
                    <a:pt x="79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3" name="Google Shape;153;p3"/>
          <p:cNvGrpSpPr/>
          <p:nvPr/>
        </p:nvGrpSpPr>
        <p:grpSpPr>
          <a:xfrm>
            <a:off x="2154823" y="4691638"/>
            <a:ext cx="2019411" cy="415855"/>
            <a:chOff x="2154823" y="4691638"/>
            <a:chExt cx="2019411" cy="415855"/>
          </a:xfrm>
        </p:grpSpPr>
        <p:sp>
          <p:nvSpPr>
            <p:cNvPr id="154" name="Google Shape;154;p3"/>
            <p:cNvSpPr/>
            <p:nvPr/>
          </p:nvSpPr>
          <p:spPr>
            <a:xfrm>
              <a:off x="2154823" y="4792742"/>
              <a:ext cx="2019411" cy="314751"/>
            </a:xfrm>
            <a:custGeom>
              <a:rect b="b" l="l" r="r" t="t"/>
              <a:pathLst>
                <a:path extrusionOk="0" h="3935" w="25260">
                  <a:moveTo>
                    <a:pt x="17285" y="0"/>
                  </a:moveTo>
                  <a:cubicBezTo>
                    <a:pt x="16170" y="0"/>
                    <a:pt x="15068" y="607"/>
                    <a:pt x="14499" y="1898"/>
                  </a:cubicBezTo>
                  <a:cubicBezTo>
                    <a:pt x="14128" y="1798"/>
                    <a:pt x="13776" y="1750"/>
                    <a:pt x="13440" y="1750"/>
                  </a:cubicBezTo>
                  <a:cubicBezTo>
                    <a:pt x="12345" y="1750"/>
                    <a:pt x="11430" y="2260"/>
                    <a:pt x="10639" y="3144"/>
                  </a:cubicBezTo>
                  <a:cubicBezTo>
                    <a:pt x="10329" y="2738"/>
                    <a:pt x="9724" y="2491"/>
                    <a:pt x="9098" y="2491"/>
                  </a:cubicBezTo>
                  <a:cubicBezTo>
                    <a:pt x="8740" y="2491"/>
                    <a:pt x="8376" y="2572"/>
                    <a:pt x="8055" y="2749"/>
                  </a:cubicBezTo>
                  <a:cubicBezTo>
                    <a:pt x="7677" y="1517"/>
                    <a:pt x="6643" y="853"/>
                    <a:pt x="5623" y="853"/>
                  </a:cubicBezTo>
                  <a:cubicBezTo>
                    <a:pt x="4756" y="853"/>
                    <a:pt x="3899" y="1334"/>
                    <a:pt x="3465" y="2353"/>
                  </a:cubicBezTo>
                  <a:cubicBezTo>
                    <a:pt x="3176" y="2271"/>
                    <a:pt x="2902" y="2232"/>
                    <a:pt x="2641" y="2232"/>
                  </a:cubicBezTo>
                  <a:cubicBezTo>
                    <a:pt x="1559" y="2232"/>
                    <a:pt x="711" y="2905"/>
                    <a:pt x="0" y="3934"/>
                  </a:cubicBezTo>
                  <a:lnTo>
                    <a:pt x="25259" y="3934"/>
                  </a:lnTo>
                  <a:cubicBezTo>
                    <a:pt x="24117" y="2958"/>
                    <a:pt x="22918" y="2281"/>
                    <a:pt x="21591" y="2281"/>
                  </a:cubicBezTo>
                  <a:cubicBezTo>
                    <a:pt x="21223" y="2281"/>
                    <a:pt x="20846" y="2333"/>
                    <a:pt x="20457" y="2445"/>
                  </a:cubicBezTo>
                  <a:cubicBezTo>
                    <a:pt x="19961" y="859"/>
                    <a:pt x="18613" y="0"/>
                    <a:pt x="1728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3"/>
            <p:cNvSpPr/>
            <p:nvPr/>
          </p:nvSpPr>
          <p:spPr>
            <a:xfrm>
              <a:off x="2480439" y="4897846"/>
              <a:ext cx="809283" cy="209647"/>
            </a:xfrm>
            <a:custGeom>
              <a:rect b="b" l="l" r="r" t="t"/>
              <a:pathLst>
                <a:path extrusionOk="0" h="2621" w="10123">
                  <a:moveTo>
                    <a:pt x="5318" y="1"/>
                  </a:moveTo>
                  <a:cubicBezTo>
                    <a:pt x="4431" y="1"/>
                    <a:pt x="3525" y="583"/>
                    <a:pt x="3192" y="1647"/>
                  </a:cubicBezTo>
                  <a:cubicBezTo>
                    <a:pt x="2934" y="1566"/>
                    <a:pt x="2682" y="1528"/>
                    <a:pt x="2436" y="1528"/>
                  </a:cubicBezTo>
                  <a:cubicBezTo>
                    <a:pt x="1577" y="1528"/>
                    <a:pt x="779" y="1983"/>
                    <a:pt x="0" y="2620"/>
                  </a:cubicBezTo>
                  <a:lnTo>
                    <a:pt x="10122" y="2620"/>
                  </a:lnTo>
                  <a:cubicBezTo>
                    <a:pt x="9503" y="1729"/>
                    <a:pt x="8764" y="1161"/>
                    <a:pt x="7821" y="1161"/>
                  </a:cubicBezTo>
                  <a:cubicBezTo>
                    <a:pt x="7606" y="1161"/>
                    <a:pt x="7380" y="1190"/>
                    <a:pt x="7143" y="1252"/>
                  </a:cubicBezTo>
                  <a:cubicBezTo>
                    <a:pt x="6772" y="399"/>
                    <a:pt x="6051" y="1"/>
                    <a:pt x="53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3"/>
            <p:cNvSpPr/>
            <p:nvPr/>
          </p:nvSpPr>
          <p:spPr>
            <a:xfrm>
              <a:off x="3656510" y="4752428"/>
              <a:ext cx="58440" cy="48712"/>
            </a:xfrm>
            <a:custGeom>
              <a:rect b="b" l="l" r="r" t="t"/>
              <a:pathLst>
                <a:path extrusionOk="0" h="609" w="731">
                  <a:moveTo>
                    <a:pt x="730" y="0"/>
                  </a:moveTo>
                  <a:cubicBezTo>
                    <a:pt x="730" y="0"/>
                    <a:pt x="426" y="0"/>
                    <a:pt x="244" y="152"/>
                  </a:cubicBezTo>
                  <a:cubicBezTo>
                    <a:pt x="31" y="304"/>
                    <a:pt x="1" y="608"/>
                    <a:pt x="1" y="608"/>
                  </a:cubicBezTo>
                  <a:cubicBezTo>
                    <a:pt x="1" y="608"/>
                    <a:pt x="305" y="608"/>
                    <a:pt x="487" y="456"/>
                  </a:cubicBezTo>
                  <a:cubicBezTo>
                    <a:pt x="670" y="304"/>
                    <a:pt x="730" y="0"/>
                    <a:pt x="7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3"/>
            <p:cNvSpPr/>
            <p:nvPr/>
          </p:nvSpPr>
          <p:spPr>
            <a:xfrm>
              <a:off x="3598230" y="4691638"/>
              <a:ext cx="55961" cy="99744"/>
            </a:xfrm>
            <a:custGeom>
              <a:rect b="b" l="l" r="r" t="t"/>
              <a:pathLst>
                <a:path extrusionOk="0" h="1247" w="700">
                  <a:moveTo>
                    <a:pt x="213" y="0"/>
                  </a:moveTo>
                  <a:cubicBezTo>
                    <a:pt x="213" y="0"/>
                    <a:pt x="0" y="335"/>
                    <a:pt x="92" y="669"/>
                  </a:cubicBezTo>
                  <a:cubicBezTo>
                    <a:pt x="152" y="1034"/>
                    <a:pt x="517" y="1247"/>
                    <a:pt x="517" y="1247"/>
                  </a:cubicBezTo>
                  <a:cubicBezTo>
                    <a:pt x="517" y="1247"/>
                    <a:pt x="699" y="912"/>
                    <a:pt x="608" y="578"/>
                  </a:cubicBezTo>
                  <a:cubicBezTo>
                    <a:pt x="517" y="213"/>
                    <a:pt x="213" y="0"/>
                    <a:pt x="21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3"/>
            <p:cNvSpPr/>
            <p:nvPr/>
          </p:nvSpPr>
          <p:spPr>
            <a:xfrm>
              <a:off x="2611629" y="4932320"/>
              <a:ext cx="43810" cy="73029"/>
            </a:xfrm>
            <a:custGeom>
              <a:rect b="b" l="l" r="r" t="t"/>
              <a:pathLst>
                <a:path extrusionOk="0" h="913" w="548">
                  <a:moveTo>
                    <a:pt x="396" y="1"/>
                  </a:moveTo>
                  <a:cubicBezTo>
                    <a:pt x="396" y="1"/>
                    <a:pt x="153" y="153"/>
                    <a:pt x="92" y="396"/>
                  </a:cubicBezTo>
                  <a:cubicBezTo>
                    <a:pt x="1" y="639"/>
                    <a:pt x="153" y="912"/>
                    <a:pt x="153" y="912"/>
                  </a:cubicBezTo>
                  <a:cubicBezTo>
                    <a:pt x="153" y="912"/>
                    <a:pt x="396" y="760"/>
                    <a:pt x="457" y="487"/>
                  </a:cubicBezTo>
                  <a:cubicBezTo>
                    <a:pt x="548" y="244"/>
                    <a:pt x="396" y="1"/>
                    <a:pt x="3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3"/>
            <p:cNvSpPr/>
            <p:nvPr/>
          </p:nvSpPr>
          <p:spPr>
            <a:xfrm>
              <a:off x="2524169" y="4937200"/>
              <a:ext cx="77866" cy="70629"/>
            </a:xfrm>
            <a:custGeom>
              <a:rect b="b" l="l" r="r" t="t"/>
              <a:pathLst>
                <a:path extrusionOk="0" h="883" w="974">
                  <a:moveTo>
                    <a:pt x="0" y="0"/>
                  </a:moveTo>
                  <a:cubicBezTo>
                    <a:pt x="0" y="0"/>
                    <a:pt x="31" y="426"/>
                    <a:pt x="304" y="639"/>
                  </a:cubicBezTo>
                  <a:cubicBezTo>
                    <a:pt x="528" y="862"/>
                    <a:pt x="833" y="883"/>
                    <a:pt x="937" y="883"/>
                  </a:cubicBezTo>
                  <a:cubicBezTo>
                    <a:pt x="960" y="883"/>
                    <a:pt x="973" y="882"/>
                    <a:pt x="973" y="882"/>
                  </a:cubicBezTo>
                  <a:cubicBezTo>
                    <a:pt x="973" y="882"/>
                    <a:pt x="943" y="456"/>
                    <a:pt x="669" y="244"/>
                  </a:cubicBezTo>
                  <a:cubicBezTo>
                    <a:pt x="426" y="0"/>
                    <a:pt x="1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0" name="Google Shape;160;p3"/>
          <p:cNvGrpSpPr/>
          <p:nvPr/>
        </p:nvGrpSpPr>
        <p:grpSpPr>
          <a:xfrm>
            <a:off x="154919" y="4950158"/>
            <a:ext cx="609980" cy="157335"/>
            <a:chOff x="154919" y="4950158"/>
            <a:chExt cx="609980" cy="157335"/>
          </a:xfrm>
        </p:grpSpPr>
        <p:sp>
          <p:nvSpPr>
            <p:cNvPr id="161" name="Google Shape;161;p3"/>
            <p:cNvSpPr/>
            <p:nvPr/>
          </p:nvSpPr>
          <p:spPr>
            <a:xfrm>
              <a:off x="154919" y="4950158"/>
              <a:ext cx="609980" cy="157335"/>
            </a:xfrm>
            <a:custGeom>
              <a:rect b="b" l="l" r="r" t="t"/>
              <a:pathLst>
                <a:path extrusionOk="0" h="1967" w="7630">
                  <a:moveTo>
                    <a:pt x="4011" y="1"/>
                  </a:moveTo>
                  <a:cubicBezTo>
                    <a:pt x="3348" y="1"/>
                    <a:pt x="2667" y="427"/>
                    <a:pt x="2402" y="1206"/>
                  </a:cubicBezTo>
                  <a:cubicBezTo>
                    <a:pt x="2208" y="1146"/>
                    <a:pt x="2019" y="1118"/>
                    <a:pt x="1833" y="1118"/>
                  </a:cubicBezTo>
                  <a:cubicBezTo>
                    <a:pt x="1176" y="1118"/>
                    <a:pt x="570" y="1468"/>
                    <a:pt x="1" y="1966"/>
                  </a:cubicBezTo>
                  <a:lnTo>
                    <a:pt x="7630" y="1966"/>
                  </a:lnTo>
                  <a:cubicBezTo>
                    <a:pt x="7157" y="1295"/>
                    <a:pt x="6604" y="867"/>
                    <a:pt x="5885" y="867"/>
                  </a:cubicBezTo>
                  <a:cubicBezTo>
                    <a:pt x="5725" y="867"/>
                    <a:pt x="5558" y="888"/>
                    <a:pt x="5381" y="933"/>
                  </a:cubicBezTo>
                  <a:cubicBezTo>
                    <a:pt x="5104" y="297"/>
                    <a:pt x="4564" y="1"/>
                    <a:pt x="40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3"/>
            <p:cNvSpPr/>
            <p:nvPr/>
          </p:nvSpPr>
          <p:spPr>
            <a:xfrm>
              <a:off x="512113" y="5007669"/>
              <a:ext cx="72990" cy="70629"/>
            </a:xfrm>
            <a:custGeom>
              <a:rect b="b" l="l" r="r" t="t"/>
              <a:pathLst>
                <a:path extrusionOk="0" h="883" w="913">
                  <a:moveTo>
                    <a:pt x="822" y="1"/>
                  </a:moveTo>
                  <a:cubicBezTo>
                    <a:pt x="396" y="183"/>
                    <a:pt x="92" y="518"/>
                    <a:pt x="1" y="882"/>
                  </a:cubicBezTo>
                  <a:cubicBezTo>
                    <a:pt x="1" y="882"/>
                    <a:pt x="244" y="457"/>
                    <a:pt x="913" y="214"/>
                  </a:cubicBezTo>
                  <a:lnTo>
                    <a:pt x="82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3"/>
            <p:cNvSpPr/>
            <p:nvPr/>
          </p:nvSpPr>
          <p:spPr>
            <a:xfrm>
              <a:off x="346867" y="5034464"/>
              <a:ext cx="43890" cy="46233"/>
            </a:xfrm>
            <a:custGeom>
              <a:rect b="b" l="l" r="r" t="t"/>
              <a:pathLst>
                <a:path extrusionOk="0" h="578" w="549">
                  <a:moveTo>
                    <a:pt x="31" y="0"/>
                  </a:moveTo>
                  <a:lnTo>
                    <a:pt x="1" y="152"/>
                  </a:lnTo>
                  <a:cubicBezTo>
                    <a:pt x="1" y="152"/>
                    <a:pt x="396" y="335"/>
                    <a:pt x="548" y="578"/>
                  </a:cubicBezTo>
                  <a:cubicBezTo>
                    <a:pt x="396" y="304"/>
                    <a:pt x="244" y="122"/>
                    <a:pt x="3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4" name="Google Shape;164;p3"/>
          <p:cNvGrpSpPr/>
          <p:nvPr/>
        </p:nvGrpSpPr>
        <p:grpSpPr>
          <a:xfrm>
            <a:off x="0" y="4752988"/>
            <a:ext cx="9144000" cy="354505"/>
            <a:chOff x="0" y="4689888"/>
            <a:chExt cx="9144000" cy="354505"/>
          </a:xfrm>
        </p:grpSpPr>
        <p:grpSp>
          <p:nvGrpSpPr>
            <p:cNvPr id="165" name="Google Shape;165;p3"/>
            <p:cNvGrpSpPr/>
            <p:nvPr/>
          </p:nvGrpSpPr>
          <p:grpSpPr>
            <a:xfrm>
              <a:off x="0" y="4793425"/>
              <a:ext cx="9144000" cy="194975"/>
              <a:chOff x="0" y="4789550"/>
              <a:chExt cx="9144000" cy="194975"/>
            </a:xfrm>
          </p:grpSpPr>
          <p:sp>
            <p:nvSpPr>
              <p:cNvPr id="166" name="Google Shape;166;p3"/>
              <p:cNvSpPr/>
              <p:nvPr/>
            </p:nvSpPr>
            <p:spPr>
              <a:xfrm>
                <a:off x="0" y="4789550"/>
                <a:ext cx="9144000" cy="360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3"/>
              <p:cNvSpPr/>
              <p:nvPr/>
            </p:nvSpPr>
            <p:spPr>
              <a:xfrm>
                <a:off x="0" y="4948525"/>
                <a:ext cx="9144000" cy="360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8" name="Google Shape;168;p3"/>
            <p:cNvGrpSpPr/>
            <p:nvPr/>
          </p:nvGrpSpPr>
          <p:grpSpPr>
            <a:xfrm>
              <a:off x="28483" y="4689888"/>
              <a:ext cx="9087034" cy="354505"/>
              <a:chOff x="28483" y="4689888"/>
              <a:chExt cx="9087034" cy="354505"/>
            </a:xfrm>
          </p:grpSpPr>
          <p:sp>
            <p:nvSpPr>
              <p:cNvPr id="169" name="Google Shape;169;p3"/>
              <p:cNvSpPr/>
              <p:nvPr/>
            </p:nvSpPr>
            <p:spPr>
              <a:xfrm>
                <a:off x="64010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6" y="1"/>
                      <a:pt x="533" y="8"/>
                      <a:pt x="518" y="24"/>
                    </a:cubicBezTo>
                    <a:lnTo>
                      <a:pt x="62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34" y="4431"/>
                      <a:pt x="1065" y="4401"/>
                      <a:pt x="1156" y="4370"/>
                    </a:cubicBezTo>
                    <a:lnTo>
                      <a:pt x="1156" y="601"/>
                    </a:lnTo>
                    <a:lnTo>
                      <a:pt x="1126" y="571"/>
                    </a:lnTo>
                    <a:lnTo>
                      <a:pt x="670" y="24"/>
                    </a:lnTo>
                    <a:cubicBezTo>
                      <a:pt x="639" y="8"/>
                      <a:pt x="609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" name="Google Shape;170;p3"/>
              <p:cNvSpPr/>
              <p:nvPr/>
            </p:nvSpPr>
            <p:spPr>
              <a:xfrm>
                <a:off x="79301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3" y="8"/>
                      <a:pt x="517" y="24"/>
                    </a:cubicBezTo>
                    <a:lnTo>
                      <a:pt x="6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34" y="4431"/>
                      <a:pt x="1064" y="4401"/>
                      <a:pt x="1156" y="4370"/>
                    </a:cubicBezTo>
                    <a:lnTo>
                      <a:pt x="1156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9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3"/>
              <p:cNvSpPr/>
              <p:nvPr/>
            </p:nvSpPr>
            <p:spPr>
              <a:xfrm>
                <a:off x="94592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2" y="4431"/>
                      <a:pt x="122" y="4431"/>
                    </a:cubicBezTo>
                    <a:lnTo>
                      <a:pt x="1003" y="4431"/>
                    </a:lnTo>
                    <a:cubicBezTo>
                      <a:pt x="103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8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3"/>
              <p:cNvSpPr/>
              <p:nvPr/>
            </p:nvSpPr>
            <p:spPr>
              <a:xfrm>
                <a:off x="109882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1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1" y="4431"/>
                      <a:pt x="122" y="4431"/>
                    </a:cubicBezTo>
                    <a:lnTo>
                      <a:pt x="1003" y="4431"/>
                    </a:lnTo>
                    <a:cubicBezTo>
                      <a:pt x="106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8" y="8"/>
                      <a:pt x="608" y="1"/>
                      <a:pt x="58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3"/>
              <p:cNvSpPr/>
              <p:nvPr/>
            </p:nvSpPr>
            <p:spPr>
              <a:xfrm>
                <a:off x="1251735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04" y="4431"/>
                      <a:pt x="103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" name="Google Shape;174;p3"/>
              <p:cNvSpPr/>
              <p:nvPr/>
            </p:nvSpPr>
            <p:spPr>
              <a:xfrm>
                <a:off x="1402243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" name="Google Shape;175;p3"/>
              <p:cNvSpPr/>
              <p:nvPr/>
            </p:nvSpPr>
            <p:spPr>
              <a:xfrm>
                <a:off x="1552751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64" y="4431"/>
                      <a:pt x="109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3"/>
              <p:cNvSpPr/>
              <p:nvPr/>
            </p:nvSpPr>
            <p:spPr>
              <a:xfrm>
                <a:off x="751362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3"/>
              <p:cNvSpPr/>
              <p:nvPr/>
            </p:nvSpPr>
            <p:spPr>
              <a:xfrm>
                <a:off x="7666529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3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" name="Google Shape;178;p3"/>
              <p:cNvSpPr/>
              <p:nvPr/>
            </p:nvSpPr>
            <p:spPr>
              <a:xfrm>
                <a:off x="7816957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" name="Google Shape;179;p3"/>
              <p:cNvSpPr/>
              <p:nvPr/>
            </p:nvSpPr>
            <p:spPr>
              <a:xfrm>
                <a:off x="796738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2" y="4431"/>
                      <a:pt x="122" y="4431"/>
                    </a:cubicBezTo>
                    <a:lnTo>
                      <a:pt x="1003" y="4431"/>
                    </a:lnTo>
                    <a:cubicBezTo>
                      <a:pt x="103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8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3"/>
              <p:cNvSpPr/>
              <p:nvPr/>
            </p:nvSpPr>
            <p:spPr>
              <a:xfrm>
                <a:off x="812029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93" y="1"/>
                    </a:moveTo>
                    <a:cubicBezTo>
                      <a:pt x="562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1" y="4431"/>
                      <a:pt x="122" y="4431"/>
                    </a:cubicBezTo>
                    <a:lnTo>
                      <a:pt x="1003" y="4431"/>
                    </a:lnTo>
                    <a:cubicBezTo>
                      <a:pt x="106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54" y="8"/>
                      <a:pt x="623" y="1"/>
                      <a:pt x="59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3"/>
              <p:cNvSpPr/>
              <p:nvPr/>
            </p:nvSpPr>
            <p:spPr>
              <a:xfrm>
                <a:off x="8273198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1" y="4431"/>
                      <a:pt x="122" y="4431"/>
                    </a:cubicBezTo>
                    <a:lnTo>
                      <a:pt x="973" y="4431"/>
                    </a:lnTo>
                    <a:cubicBezTo>
                      <a:pt x="1034" y="4431"/>
                      <a:pt x="1065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3"/>
              <p:cNvSpPr/>
              <p:nvPr/>
            </p:nvSpPr>
            <p:spPr>
              <a:xfrm>
                <a:off x="8423706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34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3"/>
              <p:cNvSpPr/>
              <p:nvPr/>
            </p:nvSpPr>
            <p:spPr>
              <a:xfrm>
                <a:off x="8574214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64" y="4431"/>
                      <a:pt x="109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" name="Google Shape;184;p3"/>
              <p:cNvSpPr/>
              <p:nvPr/>
            </p:nvSpPr>
            <p:spPr>
              <a:xfrm>
                <a:off x="8724643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2" y="4431"/>
                      <a:pt x="122" y="4431"/>
                    </a:cubicBezTo>
                    <a:lnTo>
                      <a:pt x="974" y="4431"/>
                    </a:lnTo>
                    <a:cubicBezTo>
                      <a:pt x="1065" y="4431"/>
                      <a:pt x="1095" y="4401"/>
                      <a:pt x="1126" y="4370"/>
                    </a:cubicBezTo>
                    <a:lnTo>
                      <a:pt x="112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4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" name="Google Shape;185;p3"/>
              <p:cNvSpPr/>
              <p:nvPr/>
            </p:nvSpPr>
            <p:spPr>
              <a:xfrm>
                <a:off x="8875151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74" y="1"/>
                    </a:moveTo>
                    <a:cubicBezTo>
                      <a:pt x="547" y="1"/>
                      <a:pt x="517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122" y="4431"/>
                    </a:cubicBezTo>
                    <a:lnTo>
                      <a:pt x="1003" y="4431"/>
                    </a:lnTo>
                    <a:cubicBezTo>
                      <a:pt x="103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600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3"/>
              <p:cNvSpPr/>
              <p:nvPr/>
            </p:nvSpPr>
            <p:spPr>
              <a:xfrm>
                <a:off x="736071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3"/>
              <p:cNvSpPr/>
              <p:nvPr/>
            </p:nvSpPr>
            <p:spPr>
              <a:xfrm>
                <a:off x="720781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3"/>
              <p:cNvSpPr/>
              <p:nvPr/>
            </p:nvSpPr>
            <p:spPr>
              <a:xfrm>
                <a:off x="705490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" name="Google Shape;189;p3"/>
              <p:cNvSpPr/>
              <p:nvPr/>
            </p:nvSpPr>
            <p:spPr>
              <a:xfrm>
                <a:off x="690199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" name="Google Shape;190;p3"/>
              <p:cNvSpPr/>
              <p:nvPr/>
            </p:nvSpPr>
            <p:spPr>
              <a:xfrm>
                <a:off x="674909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3"/>
              <p:cNvSpPr/>
              <p:nvPr/>
            </p:nvSpPr>
            <p:spPr>
              <a:xfrm>
                <a:off x="659618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3"/>
              <p:cNvSpPr/>
              <p:nvPr/>
            </p:nvSpPr>
            <p:spPr>
              <a:xfrm>
                <a:off x="644327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3"/>
              <p:cNvSpPr/>
              <p:nvPr/>
            </p:nvSpPr>
            <p:spPr>
              <a:xfrm>
                <a:off x="629037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" name="Google Shape;194;p3"/>
              <p:cNvSpPr/>
              <p:nvPr/>
            </p:nvSpPr>
            <p:spPr>
              <a:xfrm>
                <a:off x="613746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" name="Google Shape;195;p3"/>
              <p:cNvSpPr/>
              <p:nvPr/>
            </p:nvSpPr>
            <p:spPr>
              <a:xfrm>
                <a:off x="598455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3"/>
              <p:cNvSpPr/>
              <p:nvPr/>
            </p:nvSpPr>
            <p:spPr>
              <a:xfrm>
                <a:off x="583165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3"/>
              <p:cNvSpPr/>
              <p:nvPr/>
            </p:nvSpPr>
            <p:spPr>
              <a:xfrm>
                <a:off x="567874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" name="Google Shape;198;p3"/>
              <p:cNvSpPr/>
              <p:nvPr/>
            </p:nvSpPr>
            <p:spPr>
              <a:xfrm>
                <a:off x="552583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" name="Google Shape;199;p3"/>
              <p:cNvSpPr/>
              <p:nvPr/>
            </p:nvSpPr>
            <p:spPr>
              <a:xfrm>
                <a:off x="537293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3"/>
              <p:cNvSpPr/>
              <p:nvPr/>
            </p:nvSpPr>
            <p:spPr>
              <a:xfrm>
                <a:off x="522002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3"/>
              <p:cNvSpPr/>
              <p:nvPr/>
            </p:nvSpPr>
            <p:spPr>
              <a:xfrm>
                <a:off x="506712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3"/>
              <p:cNvSpPr/>
              <p:nvPr/>
            </p:nvSpPr>
            <p:spPr>
              <a:xfrm>
                <a:off x="491421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" name="Google Shape;203;p3"/>
              <p:cNvSpPr/>
              <p:nvPr/>
            </p:nvSpPr>
            <p:spPr>
              <a:xfrm>
                <a:off x="476130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4" name="Google Shape;204;p3"/>
              <p:cNvSpPr/>
              <p:nvPr/>
            </p:nvSpPr>
            <p:spPr>
              <a:xfrm>
                <a:off x="460840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3"/>
              <p:cNvSpPr/>
              <p:nvPr/>
            </p:nvSpPr>
            <p:spPr>
              <a:xfrm>
                <a:off x="445549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3"/>
              <p:cNvSpPr/>
              <p:nvPr/>
            </p:nvSpPr>
            <p:spPr>
              <a:xfrm>
                <a:off x="430258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3"/>
              <p:cNvSpPr/>
              <p:nvPr/>
            </p:nvSpPr>
            <p:spPr>
              <a:xfrm>
                <a:off x="414968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" name="Google Shape;208;p3"/>
              <p:cNvSpPr/>
              <p:nvPr/>
            </p:nvSpPr>
            <p:spPr>
              <a:xfrm>
                <a:off x="399677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" name="Google Shape;209;p3"/>
              <p:cNvSpPr/>
              <p:nvPr/>
            </p:nvSpPr>
            <p:spPr>
              <a:xfrm>
                <a:off x="384386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3"/>
              <p:cNvSpPr/>
              <p:nvPr/>
            </p:nvSpPr>
            <p:spPr>
              <a:xfrm>
                <a:off x="369096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3"/>
              <p:cNvSpPr/>
              <p:nvPr/>
            </p:nvSpPr>
            <p:spPr>
              <a:xfrm>
                <a:off x="353805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3"/>
              <p:cNvSpPr/>
              <p:nvPr/>
            </p:nvSpPr>
            <p:spPr>
              <a:xfrm>
                <a:off x="338514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3"/>
              <p:cNvSpPr/>
              <p:nvPr/>
            </p:nvSpPr>
            <p:spPr>
              <a:xfrm>
                <a:off x="323224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4" name="Google Shape;214;p3"/>
              <p:cNvSpPr/>
              <p:nvPr/>
            </p:nvSpPr>
            <p:spPr>
              <a:xfrm>
                <a:off x="307933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5" name="Google Shape;215;p3"/>
              <p:cNvSpPr/>
              <p:nvPr/>
            </p:nvSpPr>
            <p:spPr>
              <a:xfrm>
                <a:off x="292643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3"/>
              <p:cNvSpPr/>
              <p:nvPr/>
            </p:nvSpPr>
            <p:spPr>
              <a:xfrm>
                <a:off x="277352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3"/>
              <p:cNvSpPr/>
              <p:nvPr/>
            </p:nvSpPr>
            <p:spPr>
              <a:xfrm>
                <a:off x="262061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3"/>
              <p:cNvSpPr/>
              <p:nvPr/>
            </p:nvSpPr>
            <p:spPr>
              <a:xfrm>
                <a:off x="246771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" name="Google Shape;219;p3"/>
              <p:cNvSpPr/>
              <p:nvPr/>
            </p:nvSpPr>
            <p:spPr>
              <a:xfrm>
                <a:off x="231480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0" name="Google Shape;220;p3"/>
              <p:cNvSpPr/>
              <p:nvPr/>
            </p:nvSpPr>
            <p:spPr>
              <a:xfrm>
                <a:off x="216189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3"/>
              <p:cNvSpPr/>
              <p:nvPr/>
            </p:nvSpPr>
            <p:spPr>
              <a:xfrm>
                <a:off x="200899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3"/>
              <p:cNvSpPr/>
              <p:nvPr/>
            </p:nvSpPr>
            <p:spPr>
              <a:xfrm>
                <a:off x="185608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" name="Google Shape;223;p3"/>
              <p:cNvSpPr/>
              <p:nvPr/>
            </p:nvSpPr>
            <p:spPr>
              <a:xfrm>
                <a:off x="170317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4" name="Google Shape;224;p3"/>
              <p:cNvSpPr/>
              <p:nvPr/>
            </p:nvSpPr>
            <p:spPr>
              <a:xfrm>
                <a:off x="48720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3"/>
              <p:cNvSpPr/>
              <p:nvPr/>
            </p:nvSpPr>
            <p:spPr>
              <a:xfrm>
                <a:off x="33429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3"/>
              <p:cNvSpPr/>
              <p:nvPr/>
            </p:nvSpPr>
            <p:spPr>
              <a:xfrm>
                <a:off x="18139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3"/>
              <p:cNvSpPr/>
              <p:nvPr/>
            </p:nvSpPr>
            <p:spPr>
              <a:xfrm>
                <a:off x="2848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8" name="Google Shape;228;p3"/>
              <p:cNvSpPr/>
              <p:nvPr/>
            </p:nvSpPr>
            <p:spPr>
              <a:xfrm>
                <a:off x="9025579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74" y="1"/>
                    </a:moveTo>
                    <a:cubicBezTo>
                      <a:pt x="547" y="1"/>
                      <a:pt x="517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122" y="4431"/>
                    </a:cubicBezTo>
                    <a:lnTo>
                      <a:pt x="1003" y="4431"/>
                    </a:lnTo>
                    <a:cubicBezTo>
                      <a:pt x="103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600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29" name="Google Shape;229;p3"/>
          <p:cNvSpPr/>
          <p:nvPr/>
        </p:nvSpPr>
        <p:spPr>
          <a:xfrm>
            <a:off x="0" y="5107500"/>
            <a:ext cx="9144000" cy="36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0" name="Google Shape;230;p3"/>
          <p:cNvGrpSpPr/>
          <p:nvPr/>
        </p:nvGrpSpPr>
        <p:grpSpPr>
          <a:xfrm>
            <a:off x="8500193" y="4148281"/>
            <a:ext cx="592952" cy="967689"/>
            <a:chOff x="8071153" y="3759204"/>
            <a:chExt cx="592952" cy="967689"/>
          </a:xfrm>
        </p:grpSpPr>
        <p:sp>
          <p:nvSpPr>
            <p:cNvPr id="231" name="Google Shape;231;p3"/>
            <p:cNvSpPr/>
            <p:nvPr/>
          </p:nvSpPr>
          <p:spPr>
            <a:xfrm>
              <a:off x="8350560" y="4196816"/>
              <a:ext cx="43890" cy="282116"/>
            </a:xfrm>
            <a:custGeom>
              <a:rect b="b" l="l" r="r" t="t"/>
              <a:pathLst>
                <a:path extrusionOk="0" h="3527" w="549">
                  <a:moveTo>
                    <a:pt x="153" y="0"/>
                  </a:moveTo>
                  <a:lnTo>
                    <a:pt x="1" y="3526"/>
                  </a:lnTo>
                  <a:lnTo>
                    <a:pt x="548" y="3435"/>
                  </a:lnTo>
                  <a:lnTo>
                    <a:pt x="39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3"/>
            <p:cNvSpPr/>
            <p:nvPr/>
          </p:nvSpPr>
          <p:spPr>
            <a:xfrm>
              <a:off x="8263101" y="4478852"/>
              <a:ext cx="221208" cy="248041"/>
            </a:xfrm>
            <a:custGeom>
              <a:rect b="b" l="l" r="r" t="t"/>
              <a:pathLst>
                <a:path extrusionOk="0" h="3101" w="2767">
                  <a:moveTo>
                    <a:pt x="1" y="0"/>
                  </a:moveTo>
                  <a:lnTo>
                    <a:pt x="396" y="3101"/>
                  </a:lnTo>
                  <a:lnTo>
                    <a:pt x="2402" y="3101"/>
                  </a:lnTo>
                  <a:lnTo>
                    <a:pt x="276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3"/>
            <p:cNvSpPr/>
            <p:nvPr/>
          </p:nvSpPr>
          <p:spPr>
            <a:xfrm>
              <a:off x="8248551" y="4435099"/>
              <a:ext cx="255184" cy="94865"/>
            </a:xfrm>
            <a:custGeom>
              <a:rect b="b" l="l" r="r" t="t"/>
              <a:pathLst>
                <a:path extrusionOk="0" h="1186" w="3192">
                  <a:moveTo>
                    <a:pt x="3192" y="0"/>
                  </a:moveTo>
                  <a:lnTo>
                    <a:pt x="0" y="61"/>
                  </a:lnTo>
                  <a:lnTo>
                    <a:pt x="61" y="1155"/>
                  </a:lnTo>
                  <a:lnTo>
                    <a:pt x="3040" y="1186"/>
                  </a:lnTo>
                  <a:lnTo>
                    <a:pt x="319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3"/>
            <p:cNvSpPr/>
            <p:nvPr/>
          </p:nvSpPr>
          <p:spPr>
            <a:xfrm>
              <a:off x="8265579" y="4527484"/>
              <a:ext cx="213853" cy="34075"/>
            </a:xfrm>
            <a:custGeom>
              <a:rect b="b" l="l" r="r" t="t"/>
              <a:pathLst>
                <a:path extrusionOk="0" h="426" w="2675">
                  <a:moveTo>
                    <a:pt x="0" y="0"/>
                  </a:moveTo>
                  <a:lnTo>
                    <a:pt x="91" y="426"/>
                  </a:lnTo>
                  <a:lnTo>
                    <a:pt x="2645" y="122"/>
                  </a:lnTo>
                  <a:lnTo>
                    <a:pt x="2675" y="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48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3"/>
            <p:cNvSpPr/>
            <p:nvPr/>
          </p:nvSpPr>
          <p:spPr>
            <a:xfrm>
              <a:off x="8318982" y="3766483"/>
              <a:ext cx="36535" cy="58391"/>
            </a:xfrm>
            <a:custGeom>
              <a:rect b="b" l="l" r="r" t="t"/>
              <a:pathLst>
                <a:path extrusionOk="0" h="730" w="457">
                  <a:moveTo>
                    <a:pt x="366" y="0"/>
                  </a:moveTo>
                  <a:cubicBezTo>
                    <a:pt x="366" y="0"/>
                    <a:pt x="122" y="122"/>
                    <a:pt x="62" y="304"/>
                  </a:cubicBezTo>
                  <a:cubicBezTo>
                    <a:pt x="1" y="517"/>
                    <a:pt x="62" y="730"/>
                    <a:pt x="62" y="730"/>
                  </a:cubicBezTo>
                  <a:cubicBezTo>
                    <a:pt x="62" y="730"/>
                    <a:pt x="305" y="608"/>
                    <a:pt x="366" y="426"/>
                  </a:cubicBezTo>
                  <a:cubicBezTo>
                    <a:pt x="457" y="244"/>
                    <a:pt x="366" y="0"/>
                    <a:pt x="36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3"/>
            <p:cNvSpPr/>
            <p:nvPr/>
          </p:nvSpPr>
          <p:spPr>
            <a:xfrm>
              <a:off x="8248551" y="3759204"/>
              <a:ext cx="58360" cy="65670"/>
            </a:xfrm>
            <a:custGeom>
              <a:rect b="b" l="l" r="r" t="t"/>
              <a:pathLst>
                <a:path extrusionOk="0" h="821" w="730">
                  <a:moveTo>
                    <a:pt x="0" y="0"/>
                  </a:moveTo>
                  <a:cubicBezTo>
                    <a:pt x="0" y="0"/>
                    <a:pt x="0" y="335"/>
                    <a:pt x="183" y="547"/>
                  </a:cubicBezTo>
                  <a:cubicBezTo>
                    <a:pt x="365" y="790"/>
                    <a:pt x="730" y="821"/>
                    <a:pt x="730" y="821"/>
                  </a:cubicBezTo>
                  <a:cubicBezTo>
                    <a:pt x="730" y="821"/>
                    <a:pt x="730" y="487"/>
                    <a:pt x="517" y="243"/>
                  </a:cubicBezTo>
                  <a:cubicBezTo>
                    <a:pt x="335" y="61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3"/>
            <p:cNvSpPr/>
            <p:nvPr/>
          </p:nvSpPr>
          <p:spPr>
            <a:xfrm>
              <a:off x="8532835" y="4167621"/>
              <a:ext cx="65715" cy="29275"/>
            </a:xfrm>
            <a:custGeom>
              <a:rect b="b" l="l" r="r" t="t"/>
              <a:pathLst>
                <a:path extrusionOk="0" h="366" w="822">
                  <a:moveTo>
                    <a:pt x="396" y="1"/>
                  </a:moveTo>
                  <a:cubicBezTo>
                    <a:pt x="153" y="1"/>
                    <a:pt x="1" y="213"/>
                    <a:pt x="1" y="213"/>
                  </a:cubicBezTo>
                  <a:cubicBezTo>
                    <a:pt x="1" y="213"/>
                    <a:pt x="183" y="365"/>
                    <a:pt x="426" y="365"/>
                  </a:cubicBezTo>
                  <a:cubicBezTo>
                    <a:pt x="669" y="365"/>
                    <a:pt x="821" y="153"/>
                    <a:pt x="821" y="153"/>
                  </a:cubicBezTo>
                  <a:cubicBezTo>
                    <a:pt x="821" y="153"/>
                    <a:pt x="609" y="1"/>
                    <a:pt x="396" y="1"/>
                  </a:cubicBezTo>
                  <a:close/>
                </a:path>
              </a:pathLst>
            </a:custGeom>
            <a:solidFill>
              <a:srgbClr val="7BBFB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3"/>
            <p:cNvSpPr/>
            <p:nvPr/>
          </p:nvSpPr>
          <p:spPr>
            <a:xfrm>
              <a:off x="8518285" y="4092272"/>
              <a:ext cx="48687" cy="80307"/>
            </a:xfrm>
            <a:custGeom>
              <a:rect b="b" l="l" r="r" t="t"/>
              <a:pathLst>
                <a:path extrusionOk="0" h="1004" w="609">
                  <a:moveTo>
                    <a:pt x="487" y="0"/>
                  </a:moveTo>
                  <a:cubicBezTo>
                    <a:pt x="487" y="0"/>
                    <a:pt x="183" y="152"/>
                    <a:pt x="61" y="426"/>
                  </a:cubicBezTo>
                  <a:cubicBezTo>
                    <a:pt x="0" y="699"/>
                    <a:pt x="122" y="1003"/>
                    <a:pt x="122" y="1003"/>
                  </a:cubicBezTo>
                  <a:cubicBezTo>
                    <a:pt x="122" y="1003"/>
                    <a:pt x="426" y="851"/>
                    <a:pt x="547" y="578"/>
                  </a:cubicBezTo>
                  <a:cubicBezTo>
                    <a:pt x="608" y="304"/>
                    <a:pt x="487" y="0"/>
                    <a:pt x="487" y="0"/>
                  </a:cubicBezTo>
                  <a:close/>
                </a:path>
              </a:pathLst>
            </a:custGeom>
            <a:solidFill>
              <a:srgbClr val="7BBFB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3"/>
            <p:cNvSpPr/>
            <p:nvPr/>
          </p:nvSpPr>
          <p:spPr>
            <a:xfrm>
              <a:off x="8071153" y="3827914"/>
              <a:ext cx="592952" cy="566871"/>
            </a:xfrm>
            <a:custGeom>
              <a:rect b="b" l="l" r="r" t="t"/>
              <a:pathLst>
                <a:path extrusionOk="0" h="7087" w="7417">
                  <a:moveTo>
                    <a:pt x="3931" y="0"/>
                  </a:moveTo>
                  <a:cubicBezTo>
                    <a:pt x="3624" y="0"/>
                    <a:pt x="3315" y="31"/>
                    <a:pt x="3010" y="83"/>
                  </a:cubicBezTo>
                  <a:cubicBezTo>
                    <a:pt x="1672" y="296"/>
                    <a:pt x="578" y="965"/>
                    <a:pt x="244" y="2363"/>
                  </a:cubicBezTo>
                  <a:cubicBezTo>
                    <a:pt x="0" y="3275"/>
                    <a:pt x="61" y="4430"/>
                    <a:pt x="426" y="5312"/>
                  </a:cubicBezTo>
                  <a:cubicBezTo>
                    <a:pt x="760" y="6132"/>
                    <a:pt x="1520" y="6770"/>
                    <a:pt x="2402" y="6953"/>
                  </a:cubicBezTo>
                  <a:cubicBezTo>
                    <a:pt x="2775" y="7038"/>
                    <a:pt x="3182" y="7086"/>
                    <a:pt x="3592" y="7086"/>
                  </a:cubicBezTo>
                  <a:cubicBezTo>
                    <a:pt x="4351" y="7086"/>
                    <a:pt x="5123" y="6922"/>
                    <a:pt x="5715" y="6527"/>
                  </a:cubicBezTo>
                  <a:cubicBezTo>
                    <a:pt x="6049" y="6315"/>
                    <a:pt x="6353" y="6071"/>
                    <a:pt x="6657" y="5767"/>
                  </a:cubicBezTo>
                  <a:cubicBezTo>
                    <a:pt x="7022" y="5342"/>
                    <a:pt x="7235" y="4825"/>
                    <a:pt x="7295" y="4308"/>
                  </a:cubicBezTo>
                  <a:cubicBezTo>
                    <a:pt x="7417" y="3640"/>
                    <a:pt x="7417" y="3032"/>
                    <a:pt x="7265" y="2515"/>
                  </a:cubicBezTo>
                  <a:cubicBezTo>
                    <a:pt x="7022" y="1634"/>
                    <a:pt x="6505" y="874"/>
                    <a:pt x="5593" y="387"/>
                  </a:cubicBezTo>
                  <a:cubicBezTo>
                    <a:pt x="5077" y="109"/>
                    <a:pt x="4509" y="0"/>
                    <a:pt x="393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0" name="Google Shape;240;p3"/>
          <p:cNvSpPr txBox="1"/>
          <p:nvPr>
            <p:ph type="title"/>
          </p:nvPr>
        </p:nvSpPr>
        <p:spPr>
          <a:xfrm>
            <a:off x="2140388" y="2182650"/>
            <a:ext cx="4863300" cy="98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41" name="Google Shape;241;p3"/>
          <p:cNvSpPr txBox="1"/>
          <p:nvPr>
            <p:ph hasCustomPrompt="1" idx="2" type="title"/>
          </p:nvPr>
        </p:nvSpPr>
        <p:spPr>
          <a:xfrm>
            <a:off x="2140313" y="1426650"/>
            <a:ext cx="4863300" cy="75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b="1"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42" name="Google Shape;242;p3"/>
          <p:cNvSpPr txBox="1"/>
          <p:nvPr>
            <p:ph idx="1" type="subTitle"/>
          </p:nvPr>
        </p:nvSpPr>
        <p:spPr>
          <a:xfrm>
            <a:off x="2140388" y="3167850"/>
            <a:ext cx="4863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 sz="1600">
                <a:solidFill>
                  <a:schemeClr val="accent6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4" name="Google Shape;244;p4"/>
          <p:cNvGrpSpPr/>
          <p:nvPr/>
        </p:nvGrpSpPr>
        <p:grpSpPr>
          <a:xfrm>
            <a:off x="-15975" y="-52"/>
            <a:ext cx="9175950" cy="5143406"/>
            <a:chOff x="-15975" y="-52"/>
            <a:chExt cx="9175950" cy="5143406"/>
          </a:xfrm>
        </p:grpSpPr>
        <p:sp>
          <p:nvSpPr>
            <p:cNvPr id="245" name="Google Shape;245;p4"/>
            <p:cNvSpPr/>
            <p:nvPr/>
          </p:nvSpPr>
          <p:spPr>
            <a:xfrm rot="5400000">
              <a:off x="4570450" y="-378255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4"/>
            <p:cNvSpPr/>
            <p:nvPr/>
          </p:nvSpPr>
          <p:spPr>
            <a:xfrm rot="5400000">
              <a:off x="4570450" y="-276311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4"/>
            <p:cNvSpPr/>
            <p:nvPr/>
          </p:nvSpPr>
          <p:spPr>
            <a:xfrm rot="5400000">
              <a:off x="4570450" y="-174368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4"/>
            <p:cNvSpPr/>
            <p:nvPr/>
          </p:nvSpPr>
          <p:spPr>
            <a:xfrm rot="5400000">
              <a:off x="4570450" y="-72425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4"/>
            <p:cNvSpPr/>
            <p:nvPr/>
          </p:nvSpPr>
          <p:spPr>
            <a:xfrm rot="5400000">
              <a:off x="4570450" y="295184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4"/>
            <p:cNvSpPr/>
            <p:nvPr/>
          </p:nvSpPr>
          <p:spPr>
            <a:xfrm rot="5400000">
              <a:off x="4570450" y="-429226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4"/>
            <p:cNvSpPr/>
            <p:nvPr/>
          </p:nvSpPr>
          <p:spPr>
            <a:xfrm rot="5400000">
              <a:off x="4570450" y="-327283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4"/>
            <p:cNvSpPr/>
            <p:nvPr/>
          </p:nvSpPr>
          <p:spPr>
            <a:xfrm rot="5400000">
              <a:off x="4570450" y="-225340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4"/>
            <p:cNvSpPr/>
            <p:nvPr/>
          </p:nvSpPr>
          <p:spPr>
            <a:xfrm rot="5400000">
              <a:off x="4570450" y="-123396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4"/>
            <p:cNvSpPr/>
            <p:nvPr/>
          </p:nvSpPr>
          <p:spPr>
            <a:xfrm rot="5400000">
              <a:off x="4570450" y="-21453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4"/>
            <p:cNvSpPr/>
            <p:nvPr/>
          </p:nvSpPr>
          <p:spPr>
            <a:xfrm>
              <a:off x="5081305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4"/>
            <p:cNvSpPr/>
            <p:nvPr/>
          </p:nvSpPr>
          <p:spPr>
            <a:xfrm>
              <a:off x="6100964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4"/>
            <p:cNvSpPr/>
            <p:nvPr/>
          </p:nvSpPr>
          <p:spPr>
            <a:xfrm>
              <a:off x="7120623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4"/>
            <p:cNvSpPr/>
            <p:nvPr/>
          </p:nvSpPr>
          <p:spPr>
            <a:xfrm>
              <a:off x="8140282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4"/>
            <p:cNvSpPr/>
            <p:nvPr/>
          </p:nvSpPr>
          <p:spPr>
            <a:xfrm>
              <a:off x="5591134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4"/>
            <p:cNvSpPr/>
            <p:nvPr/>
          </p:nvSpPr>
          <p:spPr>
            <a:xfrm>
              <a:off x="6610793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4"/>
            <p:cNvSpPr/>
            <p:nvPr/>
          </p:nvSpPr>
          <p:spPr>
            <a:xfrm>
              <a:off x="7630452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4"/>
            <p:cNvSpPr/>
            <p:nvPr/>
          </p:nvSpPr>
          <p:spPr>
            <a:xfrm>
              <a:off x="8650111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63" name="Google Shape;263;p4"/>
            <p:cNvGrpSpPr/>
            <p:nvPr/>
          </p:nvGrpSpPr>
          <p:grpSpPr>
            <a:xfrm>
              <a:off x="-15975" y="-52"/>
              <a:ext cx="4587484" cy="5143406"/>
              <a:chOff x="-9275" y="-1994782"/>
              <a:chExt cx="4587484" cy="9140583"/>
            </a:xfrm>
          </p:grpSpPr>
          <p:sp>
            <p:nvSpPr>
              <p:cNvPr id="264" name="Google Shape;264;p4"/>
              <p:cNvSpPr/>
              <p:nvPr/>
            </p:nvSpPr>
            <p:spPr>
              <a:xfrm>
                <a:off x="50044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4"/>
              <p:cNvSpPr/>
              <p:nvPr/>
            </p:nvSpPr>
            <p:spPr>
              <a:xfrm>
                <a:off x="15198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4"/>
              <p:cNvSpPr/>
              <p:nvPr/>
            </p:nvSpPr>
            <p:spPr>
              <a:xfrm>
                <a:off x="253930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4"/>
              <p:cNvSpPr/>
              <p:nvPr/>
            </p:nvSpPr>
            <p:spPr>
              <a:xfrm>
                <a:off x="355874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8" name="Google Shape;268;p4"/>
              <p:cNvSpPr/>
              <p:nvPr/>
            </p:nvSpPr>
            <p:spPr>
              <a:xfrm>
                <a:off x="45781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9" name="Google Shape;269;p4"/>
              <p:cNvSpPr/>
              <p:nvPr/>
            </p:nvSpPr>
            <p:spPr>
              <a:xfrm>
                <a:off x="101015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0" name="Google Shape;270;p4"/>
              <p:cNvSpPr/>
              <p:nvPr/>
            </p:nvSpPr>
            <p:spPr>
              <a:xfrm>
                <a:off x="202959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1" name="Google Shape;271;p4"/>
              <p:cNvSpPr/>
              <p:nvPr/>
            </p:nvSpPr>
            <p:spPr>
              <a:xfrm>
                <a:off x="304902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2" name="Google Shape;272;p4"/>
              <p:cNvSpPr/>
              <p:nvPr/>
            </p:nvSpPr>
            <p:spPr>
              <a:xfrm>
                <a:off x="406845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" name="Google Shape;273;p4"/>
              <p:cNvSpPr/>
              <p:nvPr/>
            </p:nvSpPr>
            <p:spPr>
              <a:xfrm>
                <a:off x="-92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74" name="Google Shape;274;p4"/>
            <p:cNvSpPr/>
            <p:nvPr/>
          </p:nvSpPr>
          <p:spPr>
            <a:xfrm>
              <a:off x="9159941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5" name="Google Shape;275;p4"/>
          <p:cNvSpPr/>
          <p:nvPr/>
        </p:nvSpPr>
        <p:spPr>
          <a:xfrm>
            <a:off x="0" y="-75"/>
            <a:ext cx="9144000" cy="5143500"/>
          </a:xfrm>
          <a:prstGeom prst="rect">
            <a:avLst/>
          </a:prstGeom>
          <a:solidFill>
            <a:srgbClr val="D6E3EA">
              <a:alpha val="398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76" name="Google Shape;276;p4"/>
          <p:cNvGrpSpPr/>
          <p:nvPr/>
        </p:nvGrpSpPr>
        <p:grpSpPr>
          <a:xfrm>
            <a:off x="230643" y="4100850"/>
            <a:ext cx="413156" cy="1006643"/>
            <a:chOff x="128217" y="4100850"/>
            <a:chExt cx="413156" cy="1006643"/>
          </a:xfrm>
        </p:grpSpPr>
        <p:sp>
          <p:nvSpPr>
            <p:cNvPr id="277" name="Google Shape;277;p4"/>
            <p:cNvSpPr/>
            <p:nvPr/>
          </p:nvSpPr>
          <p:spPr>
            <a:xfrm>
              <a:off x="342070" y="4382886"/>
              <a:ext cx="34057" cy="724607"/>
            </a:xfrm>
            <a:custGeom>
              <a:rect b="b" l="l" r="r" t="t"/>
              <a:pathLst>
                <a:path extrusionOk="0" h="9059" w="426">
                  <a:moveTo>
                    <a:pt x="0" y="0"/>
                  </a:moveTo>
                  <a:lnTo>
                    <a:pt x="0" y="9058"/>
                  </a:lnTo>
                  <a:lnTo>
                    <a:pt x="426" y="9058"/>
                  </a:lnTo>
                  <a:lnTo>
                    <a:pt x="42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4"/>
            <p:cNvSpPr/>
            <p:nvPr/>
          </p:nvSpPr>
          <p:spPr>
            <a:xfrm>
              <a:off x="220554" y="4168920"/>
              <a:ext cx="320819" cy="252920"/>
            </a:xfrm>
            <a:custGeom>
              <a:rect b="b" l="l" r="r" t="t"/>
              <a:pathLst>
                <a:path extrusionOk="0" h="3162" w="4013">
                  <a:moveTo>
                    <a:pt x="0" y="0"/>
                  </a:moveTo>
                  <a:cubicBezTo>
                    <a:pt x="699" y="0"/>
                    <a:pt x="1216" y="578"/>
                    <a:pt x="1216" y="1216"/>
                  </a:cubicBezTo>
                  <a:lnTo>
                    <a:pt x="1216" y="3040"/>
                  </a:lnTo>
                  <a:lnTo>
                    <a:pt x="973" y="3162"/>
                  </a:lnTo>
                  <a:lnTo>
                    <a:pt x="3800" y="3162"/>
                  </a:lnTo>
                  <a:cubicBezTo>
                    <a:pt x="3921" y="3162"/>
                    <a:pt x="4013" y="3070"/>
                    <a:pt x="4013" y="2949"/>
                  </a:cubicBezTo>
                  <a:lnTo>
                    <a:pt x="4013" y="1216"/>
                  </a:lnTo>
                  <a:cubicBezTo>
                    <a:pt x="4013" y="578"/>
                    <a:pt x="3465" y="0"/>
                    <a:pt x="27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4"/>
            <p:cNvSpPr/>
            <p:nvPr/>
          </p:nvSpPr>
          <p:spPr>
            <a:xfrm>
              <a:off x="128217" y="4168920"/>
              <a:ext cx="189630" cy="248041"/>
            </a:xfrm>
            <a:custGeom>
              <a:rect b="b" l="l" r="r" t="t"/>
              <a:pathLst>
                <a:path extrusionOk="0" h="3101" w="2372">
                  <a:moveTo>
                    <a:pt x="1216" y="0"/>
                  </a:moveTo>
                  <a:cubicBezTo>
                    <a:pt x="547" y="0"/>
                    <a:pt x="0" y="578"/>
                    <a:pt x="0" y="1216"/>
                  </a:cubicBezTo>
                  <a:lnTo>
                    <a:pt x="0" y="2979"/>
                  </a:lnTo>
                  <a:cubicBezTo>
                    <a:pt x="0" y="3070"/>
                    <a:pt x="61" y="3101"/>
                    <a:pt x="91" y="3101"/>
                  </a:cubicBezTo>
                  <a:lnTo>
                    <a:pt x="2280" y="3101"/>
                  </a:lnTo>
                  <a:cubicBezTo>
                    <a:pt x="2341" y="3101"/>
                    <a:pt x="2371" y="3040"/>
                    <a:pt x="2371" y="2979"/>
                  </a:cubicBezTo>
                  <a:lnTo>
                    <a:pt x="2371" y="1216"/>
                  </a:lnTo>
                  <a:cubicBezTo>
                    <a:pt x="2371" y="578"/>
                    <a:pt x="1854" y="31"/>
                    <a:pt x="121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4"/>
            <p:cNvSpPr/>
            <p:nvPr/>
          </p:nvSpPr>
          <p:spPr>
            <a:xfrm>
              <a:off x="339592" y="4100850"/>
              <a:ext cx="63236" cy="153256"/>
            </a:xfrm>
            <a:custGeom>
              <a:rect b="b" l="l" r="r" t="t"/>
              <a:pathLst>
                <a:path extrusionOk="0" h="1916" w="791">
                  <a:moveTo>
                    <a:pt x="1" y="0"/>
                  </a:moveTo>
                  <a:lnTo>
                    <a:pt x="1" y="1642"/>
                  </a:lnTo>
                  <a:cubicBezTo>
                    <a:pt x="1" y="1794"/>
                    <a:pt x="122" y="1915"/>
                    <a:pt x="274" y="1915"/>
                  </a:cubicBezTo>
                  <a:cubicBezTo>
                    <a:pt x="426" y="1915"/>
                    <a:pt x="517" y="1794"/>
                    <a:pt x="517" y="1642"/>
                  </a:cubicBezTo>
                  <a:cubicBezTo>
                    <a:pt x="517" y="1490"/>
                    <a:pt x="426" y="1368"/>
                    <a:pt x="274" y="1368"/>
                  </a:cubicBezTo>
                  <a:lnTo>
                    <a:pt x="274" y="547"/>
                  </a:lnTo>
                  <a:lnTo>
                    <a:pt x="791" y="456"/>
                  </a:lnTo>
                  <a:lnTo>
                    <a:pt x="79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81" name="Google Shape;281;p4"/>
          <p:cNvGrpSpPr/>
          <p:nvPr/>
        </p:nvGrpSpPr>
        <p:grpSpPr>
          <a:xfrm>
            <a:off x="2154823" y="4691638"/>
            <a:ext cx="2019411" cy="415855"/>
            <a:chOff x="2154823" y="4691638"/>
            <a:chExt cx="2019411" cy="415855"/>
          </a:xfrm>
        </p:grpSpPr>
        <p:sp>
          <p:nvSpPr>
            <p:cNvPr id="282" name="Google Shape;282;p4"/>
            <p:cNvSpPr/>
            <p:nvPr/>
          </p:nvSpPr>
          <p:spPr>
            <a:xfrm>
              <a:off x="2154823" y="4792742"/>
              <a:ext cx="2019411" cy="314751"/>
            </a:xfrm>
            <a:custGeom>
              <a:rect b="b" l="l" r="r" t="t"/>
              <a:pathLst>
                <a:path extrusionOk="0" h="3935" w="25260">
                  <a:moveTo>
                    <a:pt x="17285" y="0"/>
                  </a:moveTo>
                  <a:cubicBezTo>
                    <a:pt x="16170" y="0"/>
                    <a:pt x="15068" y="607"/>
                    <a:pt x="14499" y="1898"/>
                  </a:cubicBezTo>
                  <a:cubicBezTo>
                    <a:pt x="14128" y="1798"/>
                    <a:pt x="13776" y="1750"/>
                    <a:pt x="13440" y="1750"/>
                  </a:cubicBezTo>
                  <a:cubicBezTo>
                    <a:pt x="12345" y="1750"/>
                    <a:pt x="11430" y="2260"/>
                    <a:pt x="10639" y="3144"/>
                  </a:cubicBezTo>
                  <a:cubicBezTo>
                    <a:pt x="10329" y="2738"/>
                    <a:pt x="9724" y="2491"/>
                    <a:pt x="9098" y="2491"/>
                  </a:cubicBezTo>
                  <a:cubicBezTo>
                    <a:pt x="8740" y="2491"/>
                    <a:pt x="8376" y="2572"/>
                    <a:pt x="8055" y="2749"/>
                  </a:cubicBezTo>
                  <a:cubicBezTo>
                    <a:pt x="7677" y="1517"/>
                    <a:pt x="6643" y="853"/>
                    <a:pt x="5623" y="853"/>
                  </a:cubicBezTo>
                  <a:cubicBezTo>
                    <a:pt x="4756" y="853"/>
                    <a:pt x="3899" y="1334"/>
                    <a:pt x="3465" y="2353"/>
                  </a:cubicBezTo>
                  <a:cubicBezTo>
                    <a:pt x="3176" y="2271"/>
                    <a:pt x="2902" y="2232"/>
                    <a:pt x="2641" y="2232"/>
                  </a:cubicBezTo>
                  <a:cubicBezTo>
                    <a:pt x="1559" y="2232"/>
                    <a:pt x="711" y="2905"/>
                    <a:pt x="0" y="3934"/>
                  </a:cubicBezTo>
                  <a:lnTo>
                    <a:pt x="25259" y="3934"/>
                  </a:lnTo>
                  <a:cubicBezTo>
                    <a:pt x="24117" y="2958"/>
                    <a:pt x="22918" y="2281"/>
                    <a:pt x="21591" y="2281"/>
                  </a:cubicBezTo>
                  <a:cubicBezTo>
                    <a:pt x="21223" y="2281"/>
                    <a:pt x="20846" y="2333"/>
                    <a:pt x="20457" y="2445"/>
                  </a:cubicBezTo>
                  <a:cubicBezTo>
                    <a:pt x="19961" y="859"/>
                    <a:pt x="18613" y="0"/>
                    <a:pt x="1728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4"/>
            <p:cNvSpPr/>
            <p:nvPr/>
          </p:nvSpPr>
          <p:spPr>
            <a:xfrm>
              <a:off x="2480439" y="4897846"/>
              <a:ext cx="809283" cy="209647"/>
            </a:xfrm>
            <a:custGeom>
              <a:rect b="b" l="l" r="r" t="t"/>
              <a:pathLst>
                <a:path extrusionOk="0" h="2621" w="10123">
                  <a:moveTo>
                    <a:pt x="5318" y="1"/>
                  </a:moveTo>
                  <a:cubicBezTo>
                    <a:pt x="4431" y="1"/>
                    <a:pt x="3525" y="583"/>
                    <a:pt x="3192" y="1647"/>
                  </a:cubicBezTo>
                  <a:cubicBezTo>
                    <a:pt x="2934" y="1566"/>
                    <a:pt x="2682" y="1528"/>
                    <a:pt x="2436" y="1528"/>
                  </a:cubicBezTo>
                  <a:cubicBezTo>
                    <a:pt x="1577" y="1528"/>
                    <a:pt x="779" y="1983"/>
                    <a:pt x="0" y="2620"/>
                  </a:cubicBezTo>
                  <a:lnTo>
                    <a:pt x="10122" y="2620"/>
                  </a:lnTo>
                  <a:cubicBezTo>
                    <a:pt x="9503" y="1729"/>
                    <a:pt x="8764" y="1161"/>
                    <a:pt x="7821" y="1161"/>
                  </a:cubicBezTo>
                  <a:cubicBezTo>
                    <a:pt x="7606" y="1161"/>
                    <a:pt x="7380" y="1190"/>
                    <a:pt x="7143" y="1252"/>
                  </a:cubicBezTo>
                  <a:cubicBezTo>
                    <a:pt x="6772" y="399"/>
                    <a:pt x="6051" y="1"/>
                    <a:pt x="53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4"/>
            <p:cNvSpPr/>
            <p:nvPr/>
          </p:nvSpPr>
          <p:spPr>
            <a:xfrm>
              <a:off x="3656510" y="4752428"/>
              <a:ext cx="58440" cy="48712"/>
            </a:xfrm>
            <a:custGeom>
              <a:rect b="b" l="l" r="r" t="t"/>
              <a:pathLst>
                <a:path extrusionOk="0" h="609" w="731">
                  <a:moveTo>
                    <a:pt x="730" y="0"/>
                  </a:moveTo>
                  <a:cubicBezTo>
                    <a:pt x="730" y="0"/>
                    <a:pt x="426" y="0"/>
                    <a:pt x="244" y="152"/>
                  </a:cubicBezTo>
                  <a:cubicBezTo>
                    <a:pt x="31" y="304"/>
                    <a:pt x="1" y="608"/>
                    <a:pt x="1" y="608"/>
                  </a:cubicBezTo>
                  <a:cubicBezTo>
                    <a:pt x="1" y="608"/>
                    <a:pt x="305" y="608"/>
                    <a:pt x="487" y="456"/>
                  </a:cubicBezTo>
                  <a:cubicBezTo>
                    <a:pt x="670" y="304"/>
                    <a:pt x="730" y="0"/>
                    <a:pt x="7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4"/>
            <p:cNvSpPr/>
            <p:nvPr/>
          </p:nvSpPr>
          <p:spPr>
            <a:xfrm>
              <a:off x="3598230" y="4691638"/>
              <a:ext cx="55961" cy="99744"/>
            </a:xfrm>
            <a:custGeom>
              <a:rect b="b" l="l" r="r" t="t"/>
              <a:pathLst>
                <a:path extrusionOk="0" h="1247" w="700">
                  <a:moveTo>
                    <a:pt x="213" y="0"/>
                  </a:moveTo>
                  <a:cubicBezTo>
                    <a:pt x="213" y="0"/>
                    <a:pt x="0" y="335"/>
                    <a:pt x="92" y="669"/>
                  </a:cubicBezTo>
                  <a:cubicBezTo>
                    <a:pt x="152" y="1034"/>
                    <a:pt x="517" y="1247"/>
                    <a:pt x="517" y="1247"/>
                  </a:cubicBezTo>
                  <a:cubicBezTo>
                    <a:pt x="517" y="1247"/>
                    <a:pt x="699" y="912"/>
                    <a:pt x="608" y="578"/>
                  </a:cubicBezTo>
                  <a:cubicBezTo>
                    <a:pt x="517" y="213"/>
                    <a:pt x="213" y="0"/>
                    <a:pt x="21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4"/>
            <p:cNvSpPr/>
            <p:nvPr/>
          </p:nvSpPr>
          <p:spPr>
            <a:xfrm>
              <a:off x="2611629" y="4932320"/>
              <a:ext cx="43810" cy="73029"/>
            </a:xfrm>
            <a:custGeom>
              <a:rect b="b" l="l" r="r" t="t"/>
              <a:pathLst>
                <a:path extrusionOk="0" h="913" w="548">
                  <a:moveTo>
                    <a:pt x="396" y="1"/>
                  </a:moveTo>
                  <a:cubicBezTo>
                    <a:pt x="396" y="1"/>
                    <a:pt x="153" y="153"/>
                    <a:pt x="92" y="396"/>
                  </a:cubicBezTo>
                  <a:cubicBezTo>
                    <a:pt x="1" y="639"/>
                    <a:pt x="153" y="912"/>
                    <a:pt x="153" y="912"/>
                  </a:cubicBezTo>
                  <a:cubicBezTo>
                    <a:pt x="153" y="912"/>
                    <a:pt x="396" y="760"/>
                    <a:pt x="457" y="487"/>
                  </a:cubicBezTo>
                  <a:cubicBezTo>
                    <a:pt x="548" y="244"/>
                    <a:pt x="396" y="1"/>
                    <a:pt x="3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4"/>
            <p:cNvSpPr/>
            <p:nvPr/>
          </p:nvSpPr>
          <p:spPr>
            <a:xfrm>
              <a:off x="2524169" y="4937200"/>
              <a:ext cx="77866" cy="70629"/>
            </a:xfrm>
            <a:custGeom>
              <a:rect b="b" l="l" r="r" t="t"/>
              <a:pathLst>
                <a:path extrusionOk="0" h="883" w="974">
                  <a:moveTo>
                    <a:pt x="0" y="0"/>
                  </a:moveTo>
                  <a:cubicBezTo>
                    <a:pt x="0" y="0"/>
                    <a:pt x="31" y="426"/>
                    <a:pt x="304" y="639"/>
                  </a:cubicBezTo>
                  <a:cubicBezTo>
                    <a:pt x="528" y="862"/>
                    <a:pt x="833" y="883"/>
                    <a:pt x="937" y="883"/>
                  </a:cubicBezTo>
                  <a:cubicBezTo>
                    <a:pt x="960" y="883"/>
                    <a:pt x="973" y="882"/>
                    <a:pt x="973" y="882"/>
                  </a:cubicBezTo>
                  <a:cubicBezTo>
                    <a:pt x="973" y="882"/>
                    <a:pt x="943" y="456"/>
                    <a:pt x="669" y="244"/>
                  </a:cubicBezTo>
                  <a:cubicBezTo>
                    <a:pt x="426" y="0"/>
                    <a:pt x="1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88" name="Google Shape;288;p4"/>
          <p:cNvGrpSpPr/>
          <p:nvPr/>
        </p:nvGrpSpPr>
        <p:grpSpPr>
          <a:xfrm>
            <a:off x="154919" y="4950158"/>
            <a:ext cx="609980" cy="157335"/>
            <a:chOff x="154919" y="4950158"/>
            <a:chExt cx="609980" cy="157335"/>
          </a:xfrm>
        </p:grpSpPr>
        <p:sp>
          <p:nvSpPr>
            <p:cNvPr id="289" name="Google Shape;289;p4"/>
            <p:cNvSpPr/>
            <p:nvPr/>
          </p:nvSpPr>
          <p:spPr>
            <a:xfrm>
              <a:off x="154919" y="4950158"/>
              <a:ext cx="609980" cy="157335"/>
            </a:xfrm>
            <a:custGeom>
              <a:rect b="b" l="l" r="r" t="t"/>
              <a:pathLst>
                <a:path extrusionOk="0" h="1967" w="7630">
                  <a:moveTo>
                    <a:pt x="4011" y="1"/>
                  </a:moveTo>
                  <a:cubicBezTo>
                    <a:pt x="3348" y="1"/>
                    <a:pt x="2667" y="427"/>
                    <a:pt x="2402" y="1206"/>
                  </a:cubicBezTo>
                  <a:cubicBezTo>
                    <a:pt x="2208" y="1146"/>
                    <a:pt x="2019" y="1118"/>
                    <a:pt x="1833" y="1118"/>
                  </a:cubicBezTo>
                  <a:cubicBezTo>
                    <a:pt x="1176" y="1118"/>
                    <a:pt x="570" y="1468"/>
                    <a:pt x="1" y="1966"/>
                  </a:cubicBezTo>
                  <a:lnTo>
                    <a:pt x="7630" y="1966"/>
                  </a:lnTo>
                  <a:cubicBezTo>
                    <a:pt x="7157" y="1295"/>
                    <a:pt x="6604" y="867"/>
                    <a:pt x="5885" y="867"/>
                  </a:cubicBezTo>
                  <a:cubicBezTo>
                    <a:pt x="5725" y="867"/>
                    <a:pt x="5558" y="888"/>
                    <a:pt x="5381" y="933"/>
                  </a:cubicBezTo>
                  <a:cubicBezTo>
                    <a:pt x="5104" y="297"/>
                    <a:pt x="4564" y="1"/>
                    <a:pt x="40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4"/>
            <p:cNvSpPr/>
            <p:nvPr/>
          </p:nvSpPr>
          <p:spPr>
            <a:xfrm>
              <a:off x="512113" y="5007669"/>
              <a:ext cx="72990" cy="70629"/>
            </a:xfrm>
            <a:custGeom>
              <a:rect b="b" l="l" r="r" t="t"/>
              <a:pathLst>
                <a:path extrusionOk="0" h="883" w="913">
                  <a:moveTo>
                    <a:pt x="822" y="1"/>
                  </a:moveTo>
                  <a:cubicBezTo>
                    <a:pt x="396" y="183"/>
                    <a:pt x="92" y="518"/>
                    <a:pt x="1" y="882"/>
                  </a:cubicBezTo>
                  <a:cubicBezTo>
                    <a:pt x="1" y="882"/>
                    <a:pt x="244" y="457"/>
                    <a:pt x="913" y="214"/>
                  </a:cubicBezTo>
                  <a:lnTo>
                    <a:pt x="82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4"/>
            <p:cNvSpPr/>
            <p:nvPr/>
          </p:nvSpPr>
          <p:spPr>
            <a:xfrm>
              <a:off x="346867" y="5034464"/>
              <a:ext cx="43890" cy="46233"/>
            </a:xfrm>
            <a:custGeom>
              <a:rect b="b" l="l" r="r" t="t"/>
              <a:pathLst>
                <a:path extrusionOk="0" h="578" w="549">
                  <a:moveTo>
                    <a:pt x="31" y="0"/>
                  </a:moveTo>
                  <a:lnTo>
                    <a:pt x="1" y="152"/>
                  </a:lnTo>
                  <a:cubicBezTo>
                    <a:pt x="1" y="152"/>
                    <a:pt x="396" y="335"/>
                    <a:pt x="548" y="578"/>
                  </a:cubicBezTo>
                  <a:cubicBezTo>
                    <a:pt x="396" y="304"/>
                    <a:pt x="244" y="122"/>
                    <a:pt x="3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92" name="Google Shape;292;p4"/>
          <p:cNvSpPr/>
          <p:nvPr/>
        </p:nvSpPr>
        <p:spPr>
          <a:xfrm>
            <a:off x="0" y="5107500"/>
            <a:ext cx="9144000" cy="36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4"/>
          <p:cNvSpPr/>
          <p:nvPr/>
        </p:nvSpPr>
        <p:spPr>
          <a:xfrm>
            <a:off x="719850" y="540000"/>
            <a:ext cx="7704300" cy="676800"/>
          </a:xfrm>
          <a:prstGeom prst="roundRect">
            <a:avLst>
              <a:gd fmla="val 17686" name="adj"/>
            </a:avLst>
          </a:prstGeom>
          <a:solidFill>
            <a:schemeClr val="lt1"/>
          </a:solidFill>
          <a:ln cap="flat" cmpd="sng" w="762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4"/>
          <p:cNvSpPr txBox="1"/>
          <p:nvPr>
            <p:ph type="title"/>
          </p:nvPr>
        </p:nvSpPr>
        <p:spPr>
          <a:xfrm>
            <a:off x="720000" y="540000"/>
            <a:ext cx="7704000" cy="6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95" name="Google Shape;295;p4"/>
          <p:cNvSpPr txBox="1"/>
          <p:nvPr>
            <p:ph idx="1" type="body"/>
          </p:nvPr>
        </p:nvSpPr>
        <p:spPr>
          <a:xfrm>
            <a:off x="2092350" y="1503006"/>
            <a:ext cx="4959300" cy="28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/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grpSp>
        <p:nvGrpSpPr>
          <p:cNvPr id="296" name="Google Shape;296;p4"/>
          <p:cNvGrpSpPr/>
          <p:nvPr/>
        </p:nvGrpSpPr>
        <p:grpSpPr>
          <a:xfrm>
            <a:off x="0" y="4752988"/>
            <a:ext cx="9144000" cy="354505"/>
            <a:chOff x="0" y="4689888"/>
            <a:chExt cx="9144000" cy="354505"/>
          </a:xfrm>
        </p:grpSpPr>
        <p:grpSp>
          <p:nvGrpSpPr>
            <p:cNvPr id="297" name="Google Shape;297;p4"/>
            <p:cNvGrpSpPr/>
            <p:nvPr/>
          </p:nvGrpSpPr>
          <p:grpSpPr>
            <a:xfrm>
              <a:off x="0" y="4793425"/>
              <a:ext cx="9144000" cy="194975"/>
              <a:chOff x="0" y="4789550"/>
              <a:chExt cx="9144000" cy="194975"/>
            </a:xfrm>
          </p:grpSpPr>
          <p:sp>
            <p:nvSpPr>
              <p:cNvPr id="298" name="Google Shape;298;p4"/>
              <p:cNvSpPr/>
              <p:nvPr/>
            </p:nvSpPr>
            <p:spPr>
              <a:xfrm>
                <a:off x="0" y="4789550"/>
                <a:ext cx="9144000" cy="360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9" name="Google Shape;299;p4"/>
              <p:cNvSpPr/>
              <p:nvPr/>
            </p:nvSpPr>
            <p:spPr>
              <a:xfrm>
                <a:off x="0" y="4948525"/>
                <a:ext cx="9144000" cy="360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00" name="Google Shape;300;p4"/>
            <p:cNvGrpSpPr/>
            <p:nvPr/>
          </p:nvGrpSpPr>
          <p:grpSpPr>
            <a:xfrm>
              <a:off x="28483" y="4689888"/>
              <a:ext cx="9087034" cy="354505"/>
              <a:chOff x="28483" y="4689888"/>
              <a:chExt cx="9087034" cy="354505"/>
            </a:xfrm>
          </p:grpSpPr>
          <p:sp>
            <p:nvSpPr>
              <p:cNvPr id="301" name="Google Shape;301;p4"/>
              <p:cNvSpPr/>
              <p:nvPr/>
            </p:nvSpPr>
            <p:spPr>
              <a:xfrm>
                <a:off x="64010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6" y="1"/>
                      <a:pt x="533" y="8"/>
                      <a:pt x="518" y="24"/>
                    </a:cubicBezTo>
                    <a:lnTo>
                      <a:pt x="62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34" y="4431"/>
                      <a:pt x="1065" y="4401"/>
                      <a:pt x="1156" y="4370"/>
                    </a:cubicBezTo>
                    <a:lnTo>
                      <a:pt x="1156" y="601"/>
                    </a:lnTo>
                    <a:lnTo>
                      <a:pt x="1126" y="571"/>
                    </a:lnTo>
                    <a:lnTo>
                      <a:pt x="670" y="24"/>
                    </a:lnTo>
                    <a:cubicBezTo>
                      <a:pt x="639" y="8"/>
                      <a:pt x="609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2" name="Google Shape;302;p4"/>
              <p:cNvSpPr/>
              <p:nvPr/>
            </p:nvSpPr>
            <p:spPr>
              <a:xfrm>
                <a:off x="79301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3" y="8"/>
                      <a:pt x="517" y="24"/>
                    </a:cubicBezTo>
                    <a:lnTo>
                      <a:pt x="6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34" y="4431"/>
                      <a:pt x="1064" y="4401"/>
                      <a:pt x="1156" y="4370"/>
                    </a:cubicBezTo>
                    <a:lnTo>
                      <a:pt x="1156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9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3" name="Google Shape;303;p4"/>
              <p:cNvSpPr/>
              <p:nvPr/>
            </p:nvSpPr>
            <p:spPr>
              <a:xfrm>
                <a:off x="94592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2" y="4431"/>
                      <a:pt x="122" y="4431"/>
                    </a:cubicBezTo>
                    <a:lnTo>
                      <a:pt x="1003" y="4431"/>
                    </a:lnTo>
                    <a:cubicBezTo>
                      <a:pt x="103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8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4" name="Google Shape;304;p4"/>
              <p:cNvSpPr/>
              <p:nvPr/>
            </p:nvSpPr>
            <p:spPr>
              <a:xfrm>
                <a:off x="109882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1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1" y="4431"/>
                      <a:pt x="122" y="4431"/>
                    </a:cubicBezTo>
                    <a:lnTo>
                      <a:pt x="1003" y="4431"/>
                    </a:lnTo>
                    <a:cubicBezTo>
                      <a:pt x="106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8" y="8"/>
                      <a:pt x="608" y="1"/>
                      <a:pt x="58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5" name="Google Shape;305;p4"/>
              <p:cNvSpPr/>
              <p:nvPr/>
            </p:nvSpPr>
            <p:spPr>
              <a:xfrm>
                <a:off x="1251735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04" y="4431"/>
                      <a:pt x="103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6" name="Google Shape;306;p4"/>
              <p:cNvSpPr/>
              <p:nvPr/>
            </p:nvSpPr>
            <p:spPr>
              <a:xfrm>
                <a:off x="1402243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7" name="Google Shape;307;p4"/>
              <p:cNvSpPr/>
              <p:nvPr/>
            </p:nvSpPr>
            <p:spPr>
              <a:xfrm>
                <a:off x="1552751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64" y="4431"/>
                      <a:pt x="109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8" name="Google Shape;308;p4"/>
              <p:cNvSpPr/>
              <p:nvPr/>
            </p:nvSpPr>
            <p:spPr>
              <a:xfrm>
                <a:off x="751362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9" name="Google Shape;309;p4"/>
              <p:cNvSpPr/>
              <p:nvPr/>
            </p:nvSpPr>
            <p:spPr>
              <a:xfrm>
                <a:off x="7666529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3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0" name="Google Shape;310;p4"/>
              <p:cNvSpPr/>
              <p:nvPr/>
            </p:nvSpPr>
            <p:spPr>
              <a:xfrm>
                <a:off x="7816957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1" name="Google Shape;311;p4"/>
              <p:cNvSpPr/>
              <p:nvPr/>
            </p:nvSpPr>
            <p:spPr>
              <a:xfrm>
                <a:off x="796738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2" y="4431"/>
                      <a:pt x="122" y="4431"/>
                    </a:cubicBezTo>
                    <a:lnTo>
                      <a:pt x="1003" y="4431"/>
                    </a:lnTo>
                    <a:cubicBezTo>
                      <a:pt x="103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8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2" name="Google Shape;312;p4"/>
              <p:cNvSpPr/>
              <p:nvPr/>
            </p:nvSpPr>
            <p:spPr>
              <a:xfrm>
                <a:off x="812029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93" y="1"/>
                    </a:moveTo>
                    <a:cubicBezTo>
                      <a:pt x="562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1" y="4431"/>
                      <a:pt x="122" y="4431"/>
                    </a:cubicBezTo>
                    <a:lnTo>
                      <a:pt x="1003" y="4431"/>
                    </a:lnTo>
                    <a:cubicBezTo>
                      <a:pt x="106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54" y="8"/>
                      <a:pt x="623" y="1"/>
                      <a:pt x="59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3" name="Google Shape;313;p4"/>
              <p:cNvSpPr/>
              <p:nvPr/>
            </p:nvSpPr>
            <p:spPr>
              <a:xfrm>
                <a:off x="8273198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1" y="4431"/>
                      <a:pt x="122" y="4431"/>
                    </a:cubicBezTo>
                    <a:lnTo>
                      <a:pt x="973" y="4431"/>
                    </a:lnTo>
                    <a:cubicBezTo>
                      <a:pt x="1034" y="4431"/>
                      <a:pt x="1065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4" name="Google Shape;314;p4"/>
              <p:cNvSpPr/>
              <p:nvPr/>
            </p:nvSpPr>
            <p:spPr>
              <a:xfrm>
                <a:off x="8423706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34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5" name="Google Shape;315;p4"/>
              <p:cNvSpPr/>
              <p:nvPr/>
            </p:nvSpPr>
            <p:spPr>
              <a:xfrm>
                <a:off x="8574214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64" y="4431"/>
                      <a:pt x="109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6" name="Google Shape;316;p4"/>
              <p:cNvSpPr/>
              <p:nvPr/>
            </p:nvSpPr>
            <p:spPr>
              <a:xfrm>
                <a:off x="8724643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2" y="4431"/>
                      <a:pt x="122" y="4431"/>
                    </a:cubicBezTo>
                    <a:lnTo>
                      <a:pt x="974" y="4431"/>
                    </a:lnTo>
                    <a:cubicBezTo>
                      <a:pt x="1065" y="4431"/>
                      <a:pt x="1095" y="4401"/>
                      <a:pt x="1126" y="4370"/>
                    </a:cubicBezTo>
                    <a:lnTo>
                      <a:pt x="112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4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7" name="Google Shape;317;p4"/>
              <p:cNvSpPr/>
              <p:nvPr/>
            </p:nvSpPr>
            <p:spPr>
              <a:xfrm>
                <a:off x="8875151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74" y="1"/>
                    </a:moveTo>
                    <a:cubicBezTo>
                      <a:pt x="547" y="1"/>
                      <a:pt x="517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122" y="4431"/>
                    </a:cubicBezTo>
                    <a:lnTo>
                      <a:pt x="1003" y="4431"/>
                    </a:lnTo>
                    <a:cubicBezTo>
                      <a:pt x="103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600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8" name="Google Shape;318;p4"/>
              <p:cNvSpPr/>
              <p:nvPr/>
            </p:nvSpPr>
            <p:spPr>
              <a:xfrm>
                <a:off x="736071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9" name="Google Shape;319;p4"/>
              <p:cNvSpPr/>
              <p:nvPr/>
            </p:nvSpPr>
            <p:spPr>
              <a:xfrm>
                <a:off x="720781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0" name="Google Shape;320;p4"/>
              <p:cNvSpPr/>
              <p:nvPr/>
            </p:nvSpPr>
            <p:spPr>
              <a:xfrm>
                <a:off x="705490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1" name="Google Shape;321;p4"/>
              <p:cNvSpPr/>
              <p:nvPr/>
            </p:nvSpPr>
            <p:spPr>
              <a:xfrm>
                <a:off x="690199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2" name="Google Shape;322;p4"/>
              <p:cNvSpPr/>
              <p:nvPr/>
            </p:nvSpPr>
            <p:spPr>
              <a:xfrm>
                <a:off x="674909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3" name="Google Shape;323;p4"/>
              <p:cNvSpPr/>
              <p:nvPr/>
            </p:nvSpPr>
            <p:spPr>
              <a:xfrm>
                <a:off x="659618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4" name="Google Shape;324;p4"/>
              <p:cNvSpPr/>
              <p:nvPr/>
            </p:nvSpPr>
            <p:spPr>
              <a:xfrm>
                <a:off x="644327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5" name="Google Shape;325;p4"/>
              <p:cNvSpPr/>
              <p:nvPr/>
            </p:nvSpPr>
            <p:spPr>
              <a:xfrm>
                <a:off x="629037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6" name="Google Shape;326;p4"/>
              <p:cNvSpPr/>
              <p:nvPr/>
            </p:nvSpPr>
            <p:spPr>
              <a:xfrm>
                <a:off x="613746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7" name="Google Shape;327;p4"/>
              <p:cNvSpPr/>
              <p:nvPr/>
            </p:nvSpPr>
            <p:spPr>
              <a:xfrm>
                <a:off x="598455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8" name="Google Shape;328;p4"/>
              <p:cNvSpPr/>
              <p:nvPr/>
            </p:nvSpPr>
            <p:spPr>
              <a:xfrm>
                <a:off x="583165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9" name="Google Shape;329;p4"/>
              <p:cNvSpPr/>
              <p:nvPr/>
            </p:nvSpPr>
            <p:spPr>
              <a:xfrm>
                <a:off x="567874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0" name="Google Shape;330;p4"/>
              <p:cNvSpPr/>
              <p:nvPr/>
            </p:nvSpPr>
            <p:spPr>
              <a:xfrm>
                <a:off x="552583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1" name="Google Shape;331;p4"/>
              <p:cNvSpPr/>
              <p:nvPr/>
            </p:nvSpPr>
            <p:spPr>
              <a:xfrm>
                <a:off x="537293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2" name="Google Shape;332;p4"/>
              <p:cNvSpPr/>
              <p:nvPr/>
            </p:nvSpPr>
            <p:spPr>
              <a:xfrm>
                <a:off x="522002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3" name="Google Shape;333;p4"/>
              <p:cNvSpPr/>
              <p:nvPr/>
            </p:nvSpPr>
            <p:spPr>
              <a:xfrm>
                <a:off x="506712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4" name="Google Shape;334;p4"/>
              <p:cNvSpPr/>
              <p:nvPr/>
            </p:nvSpPr>
            <p:spPr>
              <a:xfrm>
                <a:off x="491421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5" name="Google Shape;335;p4"/>
              <p:cNvSpPr/>
              <p:nvPr/>
            </p:nvSpPr>
            <p:spPr>
              <a:xfrm>
                <a:off x="476130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6" name="Google Shape;336;p4"/>
              <p:cNvSpPr/>
              <p:nvPr/>
            </p:nvSpPr>
            <p:spPr>
              <a:xfrm>
                <a:off x="460840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7" name="Google Shape;337;p4"/>
              <p:cNvSpPr/>
              <p:nvPr/>
            </p:nvSpPr>
            <p:spPr>
              <a:xfrm>
                <a:off x="445549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8" name="Google Shape;338;p4"/>
              <p:cNvSpPr/>
              <p:nvPr/>
            </p:nvSpPr>
            <p:spPr>
              <a:xfrm>
                <a:off x="430258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9" name="Google Shape;339;p4"/>
              <p:cNvSpPr/>
              <p:nvPr/>
            </p:nvSpPr>
            <p:spPr>
              <a:xfrm>
                <a:off x="414968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0" name="Google Shape;340;p4"/>
              <p:cNvSpPr/>
              <p:nvPr/>
            </p:nvSpPr>
            <p:spPr>
              <a:xfrm>
                <a:off x="399677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1" name="Google Shape;341;p4"/>
              <p:cNvSpPr/>
              <p:nvPr/>
            </p:nvSpPr>
            <p:spPr>
              <a:xfrm>
                <a:off x="384386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2" name="Google Shape;342;p4"/>
              <p:cNvSpPr/>
              <p:nvPr/>
            </p:nvSpPr>
            <p:spPr>
              <a:xfrm>
                <a:off x="369096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3" name="Google Shape;343;p4"/>
              <p:cNvSpPr/>
              <p:nvPr/>
            </p:nvSpPr>
            <p:spPr>
              <a:xfrm>
                <a:off x="353805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4" name="Google Shape;344;p4"/>
              <p:cNvSpPr/>
              <p:nvPr/>
            </p:nvSpPr>
            <p:spPr>
              <a:xfrm>
                <a:off x="338514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5" name="Google Shape;345;p4"/>
              <p:cNvSpPr/>
              <p:nvPr/>
            </p:nvSpPr>
            <p:spPr>
              <a:xfrm>
                <a:off x="323224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6" name="Google Shape;346;p4"/>
              <p:cNvSpPr/>
              <p:nvPr/>
            </p:nvSpPr>
            <p:spPr>
              <a:xfrm>
                <a:off x="307933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7" name="Google Shape;347;p4"/>
              <p:cNvSpPr/>
              <p:nvPr/>
            </p:nvSpPr>
            <p:spPr>
              <a:xfrm>
                <a:off x="292643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8" name="Google Shape;348;p4"/>
              <p:cNvSpPr/>
              <p:nvPr/>
            </p:nvSpPr>
            <p:spPr>
              <a:xfrm>
                <a:off x="277352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9" name="Google Shape;349;p4"/>
              <p:cNvSpPr/>
              <p:nvPr/>
            </p:nvSpPr>
            <p:spPr>
              <a:xfrm>
                <a:off x="262061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0" name="Google Shape;350;p4"/>
              <p:cNvSpPr/>
              <p:nvPr/>
            </p:nvSpPr>
            <p:spPr>
              <a:xfrm>
                <a:off x="246771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1" name="Google Shape;351;p4"/>
              <p:cNvSpPr/>
              <p:nvPr/>
            </p:nvSpPr>
            <p:spPr>
              <a:xfrm>
                <a:off x="231480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2" name="Google Shape;352;p4"/>
              <p:cNvSpPr/>
              <p:nvPr/>
            </p:nvSpPr>
            <p:spPr>
              <a:xfrm>
                <a:off x="216189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3" name="Google Shape;353;p4"/>
              <p:cNvSpPr/>
              <p:nvPr/>
            </p:nvSpPr>
            <p:spPr>
              <a:xfrm>
                <a:off x="200899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4" name="Google Shape;354;p4"/>
              <p:cNvSpPr/>
              <p:nvPr/>
            </p:nvSpPr>
            <p:spPr>
              <a:xfrm>
                <a:off x="185608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5" name="Google Shape;355;p4"/>
              <p:cNvSpPr/>
              <p:nvPr/>
            </p:nvSpPr>
            <p:spPr>
              <a:xfrm>
                <a:off x="170317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6" name="Google Shape;356;p4"/>
              <p:cNvSpPr/>
              <p:nvPr/>
            </p:nvSpPr>
            <p:spPr>
              <a:xfrm>
                <a:off x="48720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7" name="Google Shape;357;p4"/>
              <p:cNvSpPr/>
              <p:nvPr/>
            </p:nvSpPr>
            <p:spPr>
              <a:xfrm>
                <a:off x="33429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8" name="Google Shape;358;p4"/>
              <p:cNvSpPr/>
              <p:nvPr/>
            </p:nvSpPr>
            <p:spPr>
              <a:xfrm>
                <a:off x="18139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9" name="Google Shape;359;p4"/>
              <p:cNvSpPr/>
              <p:nvPr/>
            </p:nvSpPr>
            <p:spPr>
              <a:xfrm>
                <a:off x="2848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0" name="Google Shape;360;p4"/>
              <p:cNvSpPr/>
              <p:nvPr/>
            </p:nvSpPr>
            <p:spPr>
              <a:xfrm>
                <a:off x="9025579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74" y="1"/>
                    </a:moveTo>
                    <a:cubicBezTo>
                      <a:pt x="547" y="1"/>
                      <a:pt x="517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122" y="4431"/>
                    </a:cubicBezTo>
                    <a:lnTo>
                      <a:pt x="1003" y="4431"/>
                    </a:lnTo>
                    <a:cubicBezTo>
                      <a:pt x="103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600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2" name="Google Shape;362;p5"/>
          <p:cNvGrpSpPr/>
          <p:nvPr/>
        </p:nvGrpSpPr>
        <p:grpSpPr>
          <a:xfrm>
            <a:off x="-15975" y="-52"/>
            <a:ext cx="9175950" cy="5143406"/>
            <a:chOff x="-15975" y="-52"/>
            <a:chExt cx="9175950" cy="5143406"/>
          </a:xfrm>
        </p:grpSpPr>
        <p:sp>
          <p:nvSpPr>
            <p:cNvPr id="363" name="Google Shape;363;p5"/>
            <p:cNvSpPr/>
            <p:nvPr/>
          </p:nvSpPr>
          <p:spPr>
            <a:xfrm rot="5400000">
              <a:off x="4570450" y="-378255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5"/>
            <p:cNvSpPr/>
            <p:nvPr/>
          </p:nvSpPr>
          <p:spPr>
            <a:xfrm rot="5400000">
              <a:off x="4570450" y="-276311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5"/>
            <p:cNvSpPr/>
            <p:nvPr/>
          </p:nvSpPr>
          <p:spPr>
            <a:xfrm rot="5400000">
              <a:off x="4570450" y="-174368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p5"/>
            <p:cNvSpPr/>
            <p:nvPr/>
          </p:nvSpPr>
          <p:spPr>
            <a:xfrm rot="5400000">
              <a:off x="4570450" y="-72425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" name="Google Shape;367;p5"/>
            <p:cNvSpPr/>
            <p:nvPr/>
          </p:nvSpPr>
          <p:spPr>
            <a:xfrm rot="5400000">
              <a:off x="4570450" y="295184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p5"/>
            <p:cNvSpPr/>
            <p:nvPr/>
          </p:nvSpPr>
          <p:spPr>
            <a:xfrm rot="5400000">
              <a:off x="4570450" y="-429226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5"/>
            <p:cNvSpPr/>
            <p:nvPr/>
          </p:nvSpPr>
          <p:spPr>
            <a:xfrm rot="5400000">
              <a:off x="4570450" y="-327283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5"/>
            <p:cNvSpPr/>
            <p:nvPr/>
          </p:nvSpPr>
          <p:spPr>
            <a:xfrm rot="5400000">
              <a:off x="4570450" y="-225340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" name="Google Shape;371;p5"/>
            <p:cNvSpPr/>
            <p:nvPr/>
          </p:nvSpPr>
          <p:spPr>
            <a:xfrm rot="5400000">
              <a:off x="4570450" y="-123396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" name="Google Shape;372;p5"/>
            <p:cNvSpPr/>
            <p:nvPr/>
          </p:nvSpPr>
          <p:spPr>
            <a:xfrm rot="5400000">
              <a:off x="4570450" y="-21453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5"/>
            <p:cNvSpPr/>
            <p:nvPr/>
          </p:nvSpPr>
          <p:spPr>
            <a:xfrm>
              <a:off x="5081305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p5"/>
            <p:cNvSpPr/>
            <p:nvPr/>
          </p:nvSpPr>
          <p:spPr>
            <a:xfrm>
              <a:off x="6100964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p5"/>
            <p:cNvSpPr/>
            <p:nvPr/>
          </p:nvSpPr>
          <p:spPr>
            <a:xfrm>
              <a:off x="7120623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5"/>
            <p:cNvSpPr/>
            <p:nvPr/>
          </p:nvSpPr>
          <p:spPr>
            <a:xfrm>
              <a:off x="8140282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5"/>
            <p:cNvSpPr/>
            <p:nvPr/>
          </p:nvSpPr>
          <p:spPr>
            <a:xfrm>
              <a:off x="5591134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5"/>
            <p:cNvSpPr/>
            <p:nvPr/>
          </p:nvSpPr>
          <p:spPr>
            <a:xfrm>
              <a:off x="6610793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5"/>
            <p:cNvSpPr/>
            <p:nvPr/>
          </p:nvSpPr>
          <p:spPr>
            <a:xfrm>
              <a:off x="7630452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p5"/>
            <p:cNvSpPr/>
            <p:nvPr/>
          </p:nvSpPr>
          <p:spPr>
            <a:xfrm>
              <a:off x="8650111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81" name="Google Shape;381;p5"/>
            <p:cNvGrpSpPr/>
            <p:nvPr/>
          </p:nvGrpSpPr>
          <p:grpSpPr>
            <a:xfrm>
              <a:off x="-15975" y="-52"/>
              <a:ext cx="4587484" cy="5143406"/>
              <a:chOff x="-9275" y="-1994782"/>
              <a:chExt cx="4587484" cy="9140583"/>
            </a:xfrm>
          </p:grpSpPr>
          <p:sp>
            <p:nvSpPr>
              <p:cNvPr id="382" name="Google Shape;382;p5"/>
              <p:cNvSpPr/>
              <p:nvPr/>
            </p:nvSpPr>
            <p:spPr>
              <a:xfrm>
                <a:off x="50044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3" name="Google Shape;383;p5"/>
              <p:cNvSpPr/>
              <p:nvPr/>
            </p:nvSpPr>
            <p:spPr>
              <a:xfrm>
                <a:off x="15198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4" name="Google Shape;384;p5"/>
              <p:cNvSpPr/>
              <p:nvPr/>
            </p:nvSpPr>
            <p:spPr>
              <a:xfrm>
                <a:off x="253930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5" name="Google Shape;385;p5"/>
              <p:cNvSpPr/>
              <p:nvPr/>
            </p:nvSpPr>
            <p:spPr>
              <a:xfrm>
                <a:off x="355874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6" name="Google Shape;386;p5"/>
              <p:cNvSpPr/>
              <p:nvPr/>
            </p:nvSpPr>
            <p:spPr>
              <a:xfrm>
                <a:off x="45781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7" name="Google Shape;387;p5"/>
              <p:cNvSpPr/>
              <p:nvPr/>
            </p:nvSpPr>
            <p:spPr>
              <a:xfrm>
                <a:off x="101015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8" name="Google Shape;388;p5"/>
              <p:cNvSpPr/>
              <p:nvPr/>
            </p:nvSpPr>
            <p:spPr>
              <a:xfrm>
                <a:off x="202959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9" name="Google Shape;389;p5"/>
              <p:cNvSpPr/>
              <p:nvPr/>
            </p:nvSpPr>
            <p:spPr>
              <a:xfrm>
                <a:off x="304902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0" name="Google Shape;390;p5"/>
              <p:cNvSpPr/>
              <p:nvPr/>
            </p:nvSpPr>
            <p:spPr>
              <a:xfrm>
                <a:off x="406845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1" name="Google Shape;391;p5"/>
              <p:cNvSpPr/>
              <p:nvPr/>
            </p:nvSpPr>
            <p:spPr>
              <a:xfrm>
                <a:off x="-92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92" name="Google Shape;392;p5"/>
            <p:cNvSpPr/>
            <p:nvPr/>
          </p:nvSpPr>
          <p:spPr>
            <a:xfrm>
              <a:off x="9159941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3" name="Google Shape;393;p5"/>
          <p:cNvSpPr/>
          <p:nvPr/>
        </p:nvSpPr>
        <p:spPr>
          <a:xfrm>
            <a:off x="0" y="-75"/>
            <a:ext cx="9144000" cy="5143500"/>
          </a:xfrm>
          <a:prstGeom prst="rect">
            <a:avLst/>
          </a:prstGeom>
          <a:solidFill>
            <a:srgbClr val="D6E3EA">
              <a:alpha val="398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5"/>
          <p:cNvSpPr/>
          <p:nvPr/>
        </p:nvSpPr>
        <p:spPr>
          <a:xfrm>
            <a:off x="8423997" y="230400"/>
            <a:ext cx="627009" cy="570231"/>
          </a:xfrm>
          <a:custGeom>
            <a:rect b="b" l="l" r="r" t="t"/>
            <a:pathLst>
              <a:path extrusionOk="0" h="7129" w="7843">
                <a:moveTo>
                  <a:pt x="3921" y="1"/>
                </a:moveTo>
                <a:cubicBezTo>
                  <a:pt x="3010" y="1"/>
                  <a:pt x="2098" y="343"/>
                  <a:pt x="1399" y="1027"/>
                </a:cubicBezTo>
                <a:cubicBezTo>
                  <a:pt x="0" y="2425"/>
                  <a:pt x="0" y="4705"/>
                  <a:pt x="1399" y="6103"/>
                </a:cubicBezTo>
                <a:cubicBezTo>
                  <a:pt x="2098" y="6787"/>
                  <a:pt x="3010" y="7129"/>
                  <a:pt x="3921" y="7129"/>
                </a:cubicBezTo>
                <a:cubicBezTo>
                  <a:pt x="4833" y="7129"/>
                  <a:pt x="5745" y="6787"/>
                  <a:pt x="6444" y="6103"/>
                </a:cubicBezTo>
                <a:cubicBezTo>
                  <a:pt x="7843" y="4705"/>
                  <a:pt x="7843" y="2425"/>
                  <a:pt x="6444" y="1027"/>
                </a:cubicBezTo>
                <a:cubicBezTo>
                  <a:pt x="5745" y="343"/>
                  <a:pt x="4833" y="1"/>
                  <a:pt x="3921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5" name="Google Shape;395;p5"/>
          <p:cNvGrpSpPr/>
          <p:nvPr/>
        </p:nvGrpSpPr>
        <p:grpSpPr>
          <a:xfrm>
            <a:off x="7647030" y="3998946"/>
            <a:ext cx="1496970" cy="1108547"/>
            <a:chOff x="7609470" y="3938246"/>
            <a:chExt cx="1496970" cy="1108547"/>
          </a:xfrm>
        </p:grpSpPr>
        <p:sp>
          <p:nvSpPr>
            <p:cNvPr id="396" name="Google Shape;396;p5"/>
            <p:cNvSpPr/>
            <p:nvPr/>
          </p:nvSpPr>
          <p:spPr>
            <a:xfrm flipH="1">
              <a:off x="7609470" y="3938246"/>
              <a:ext cx="1494572" cy="1108547"/>
            </a:xfrm>
            <a:custGeom>
              <a:rect b="b" l="l" r="r" t="t"/>
              <a:pathLst>
                <a:path extrusionOk="0" h="13859" w="18695">
                  <a:moveTo>
                    <a:pt x="1447" y="0"/>
                  </a:moveTo>
                  <a:cubicBezTo>
                    <a:pt x="1061" y="0"/>
                    <a:pt x="617" y="130"/>
                    <a:pt x="122" y="424"/>
                  </a:cubicBezTo>
                  <a:cubicBezTo>
                    <a:pt x="92" y="424"/>
                    <a:pt x="61" y="454"/>
                    <a:pt x="1" y="454"/>
                  </a:cubicBezTo>
                  <a:lnTo>
                    <a:pt x="1" y="13858"/>
                  </a:lnTo>
                  <a:lnTo>
                    <a:pt x="18694" y="13858"/>
                  </a:lnTo>
                  <a:cubicBezTo>
                    <a:pt x="18451" y="13038"/>
                    <a:pt x="17752" y="12339"/>
                    <a:pt x="16992" y="12035"/>
                  </a:cubicBezTo>
                  <a:cubicBezTo>
                    <a:pt x="16604" y="11877"/>
                    <a:pt x="16196" y="11814"/>
                    <a:pt x="15780" y="11814"/>
                  </a:cubicBezTo>
                  <a:cubicBezTo>
                    <a:pt x="15320" y="11814"/>
                    <a:pt x="14850" y="11891"/>
                    <a:pt x="14389" y="12002"/>
                  </a:cubicBezTo>
                  <a:lnTo>
                    <a:pt x="14389" y="12002"/>
                  </a:lnTo>
                  <a:cubicBezTo>
                    <a:pt x="14540" y="11959"/>
                    <a:pt x="14746" y="11667"/>
                    <a:pt x="14864" y="11548"/>
                  </a:cubicBezTo>
                  <a:cubicBezTo>
                    <a:pt x="15138" y="11244"/>
                    <a:pt x="15351" y="10940"/>
                    <a:pt x="15411" y="10576"/>
                  </a:cubicBezTo>
                  <a:cubicBezTo>
                    <a:pt x="15472" y="10120"/>
                    <a:pt x="15320" y="9664"/>
                    <a:pt x="15047" y="9299"/>
                  </a:cubicBezTo>
                  <a:cubicBezTo>
                    <a:pt x="14653" y="8827"/>
                    <a:pt x="14011" y="8581"/>
                    <a:pt x="13374" y="8581"/>
                  </a:cubicBezTo>
                  <a:cubicBezTo>
                    <a:pt x="13272" y="8581"/>
                    <a:pt x="13171" y="8588"/>
                    <a:pt x="13071" y="8600"/>
                  </a:cubicBezTo>
                  <a:lnTo>
                    <a:pt x="12980" y="8600"/>
                  </a:lnTo>
                  <a:cubicBezTo>
                    <a:pt x="12828" y="8630"/>
                    <a:pt x="12706" y="8630"/>
                    <a:pt x="12554" y="8691"/>
                  </a:cubicBezTo>
                  <a:cubicBezTo>
                    <a:pt x="12213" y="8835"/>
                    <a:pt x="11894" y="9021"/>
                    <a:pt x="11601" y="9243"/>
                  </a:cubicBezTo>
                  <a:lnTo>
                    <a:pt x="11601" y="9243"/>
                  </a:lnTo>
                  <a:cubicBezTo>
                    <a:pt x="11894" y="8923"/>
                    <a:pt x="12183" y="8555"/>
                    <a:pt x="12311" y="8235"/>
                  </a:cubicBezTo>
                  <a:cubicBezTo>
                    <a:pt x="13246" y="6312"/>
                    <a:pt x="11645" y="3636"/>
                    <a:pt x="9345" y="3636"/>
                  </a:cubicBezTo>
                  <a:cubicBezTo>
                    <a:pt x="9028" y="3636"/>
                    <a:pt x="8698" y="3687"/>
                    <a:pt x="8359" y="3798"/>
                  </a:cubicBezTo>
                  <a:cubicBezTo>
                    <a:pt x="7436" y="4182"/>
                    <a:pt x="6643" y="4956"/>
                    <a:pt x="6052" y="5864"/>
                  </a:cubicBezTo>
                  <a:lnTo>
                    <a:pt x="6052" y="5864"/>
                  </a:lnTo>
                  <a:cubicBezTo>
                    <a:pt x="7044" y="3936"/>
                    <a:pt x="6013" y="2566"/>
                    <a:pt x="4822" y="2566"/>
                  </a:cubicBezTo>
                  <a:cubicBezTo>
                    <a:pt x="4146" y="2566"/>
                    <a:pt x="3418" y="3008"/>
                    <a:pt x="2979" y="4041"/>
                  </a:cubicBezTo>
                  <a:cubicBezTo>
                    <a:pt x="3611" y="2050"/>
                    <a:pt x="2981" y="0"/>
                    <a:pt x="144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5"/>
            <p:cNvSpPr/>
            <p:nvPr/>
          </p:nvSpPr>
          <p:spPr>
            <a:xfrm flipH="1">
              <a:off x="8221849" y="4367699"/>
              <a:ext cx="884591" cy="679094"/>
            </a:xfrm>
            <a:custGeom>
              <a:rect b="b" l="l" r="r" t="t"/>
              <a:pathLst>
                <a:path extrusionOk="0" h="8490" w="11065">
                  <a:moveTo>
                    <a:pt x="486" y="1"/>
                  </a:moveTo>
                  <a:cubicBezTo>
                    <a:pt x="321" y="1"/>
                    <a:pt x="157" y="33"/>
                    <a:pt x="0" y="100"/>
                  </a:cubicBezTo>
                  <a:lnTo>
                    <a:pt x="0" y="8489"/>
                  </a:lnTo>
                  <a:lnTo>
                    <a:pt x="11064" y="8489"/>
                  </a:lnTo>
                  <a:cubicBezTo>
                    <a:pt x="10912" y="8003"/>
                    <a:pt x="10487" y="7578"/>
                    <a:pt x="10031" y="7426"/>
                  </a:cubicBezTo>
                  <a:cubicBezTo>
                    <a:pt x="9799" y="7339"/>
                    <a:pt x="9553" y="7300"/>
                    <a:pt x="9303" y="7300"/>
                  </a:cubicBezTo>
                  <a:cubicBezTo>
                    <a:pt x="9029" y="7300"/>
                    <a:pt x="8751" y="7346"/>
                    <a:pt x="8481" y="7426"/>
                  </a:cubicBezTo>
                  <a:cubicBezTo>
                    <a:pt x="8754" y="6939"/>
                    <a:pt x="8389" y="6271"/>
                    <a:pt x="7903" y="6058"/>
                  </a:cubicBezTo>
                  <a:cubicBezTo>
                    <a:pt x="7756" y="6003"/>
                    <a:pt x="7601" y="5978"/>
                    <a:pt x="7444" y="5978"/>
                  </a:cubicBezTo>
                  <a:cubicBezTo>
                    <a:pt x="7152" y="5978"/>
                    <a:pt x="6851" y="6063"/>
                    <a:pt x="6580" y="6195"/>
                  </a:cubicBezTo>
                  <a:lnTo>
                    <a:pt x="6580" y="6195"/>
                  </a:lnTo>
                  <a:cubicBezTo>
                    <a:pt x="6903" y="5981"/>
                    <a:pt x="7137" y="5620"/>
                    <a:pt x="7265" y="5237"/>
                  </a:cubicBezTo>
                  <a:cubicBezTo>
                    <a:pt x="7801" y="4084"/>
                    <a:pt x="6846" y="2504"/>
                    <a:pt x="5507" y="2504"/>
                  </a:cubicBezTo>
                  <a:cubicBezTo>
                    <a:pt x="5329" y="2504"/>
                    <a:pt x="5144" y="2532"/>
                    <a:pt x="4955" y="2593"/>
                  </a:cubicBezTo>
                  <a:cubicBezTo>
                    <a:pt x="4359" y="2836"/>
                    <a:pt x="3885" y="3321"/>
                    <a:pt x="3509" y="3896"/>
                  </a:cubicBezTo>
                  <a:lnTo>
                    <a:pt x="3509" y="3896"/>
                  </a:lnTo>
                  <a:cubicBezTo>
                    <a:pt x="4180" y="2709"/>
                    <a:pt x="3551" y="1867"/>
                    <a:pt x="2823" y="1867"/>
                  </a:cubicBezTo>
                  <a:cubicBezTo>
                    <a:pt x="2423" y="1867"/>
                    <a:pt x="1993" y="2122"/>
                    <a:pt x="1733" y="2714"/>
                  </a:cubicBezTo>
                  <a:cubicBezTo>
                    <a:pt x="2381" y="1081"/>
                    <a:pt x="1437" y="1"/>
                    <a:pt x="4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" name="Google Shape;398;p5"/>
            <p:cNvSpPr/>
            <p:nvPr/>
          </p:nvSpPr>
          <p:spPr>
            <a:xfrm flipH="1">
              <a:off x="8165967" y="4144614"/>
              <a:ext cx="82743" cy="75988"/>
            </a:xfrm>
            <a:custGeom>
              <a:rect b="b" l="l" r="r" t="t"/>
              <a:pathLst>
                <a:path extrusionOk="0" h="950" w="1035">
                  <a:moveTo>
                    <a:pt x="998" y="1"/>
                  </a:moveTo>
                  <a:cubicBezTo>
                    <a:pt x="894" y="1"/>
                    <a:pt x="584" y="21"/>
                    <a:pt x="335" y="245"/>
                  </a:cubicBezTo>
                  <a:cubicBezTo>
                    <a:pt x="31" y="488"/>
                    <a:pt x="1" y="944"/>
                    <a:pt x="1" y="944"/>
                  </a:cubicBezTo>
                  <a:cubicBezTo>
                    <a:pt x="1" y="944"/>
                    <a:pt x="38" y="950"/>
                    <a:pt x="99" y="950"/>
                  </a:cubicBezTo>
                  <a:cubicBezTo>
                    <a:pt x="235" y="950"/>
                    <a:pt x="490" y="921"/>
                    <a:pt x="700" y="731"/>
                  </a:cubicBezTo>
                  <a:cubicBezTo>
                    <a:pt x="1004" y="458"/>
                    <a:pt x="1034" y="2"/>
                    <a:pt x="1034" y="2"/>
                  </a:cubicBezTo>
                  <a:cubicBezTo>
                    <a:pt x="1034" y="2"/>
                    <a:pt x="1021" y="1"/>
                    <a:pt x="99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" name="Google Shape;399;p5"/>
            <p:cNvSpPr/>
            <p:nvPr/>
          </p:nvSpPr>
          <p:spPr>
            <a:xfrm flipH="1">
              <a:off x="8853654" y="4378097"/>
              <a:ext cx="82743" cy="116782"/>
            </a:xfrm>
            <a:custGeom>
              <a:rect b="b" l="l" r="r" t="t"/>
              <a:pathLst>
                <a:path extrusionOk="0" h="1460" w="1035">
                  <a:moveTo>
                    <a:pt x="913" y="1"/>
                  </a:moveTo>
                  <a:lnTo>
                    <a:pt x="913" y="1"/>
                  </a:lnTo>
                  <a:cubicBezTo>
                    <a:pt x="913" y="1"/>
                    <a:pt x="457" y="153"/>
                    <a:pt x="244" y="548"/>
                  </a:cubicBezTo>
                  <a:cubicBezTo>
                    <a:pt x="1" y="913"/>
                    <a:pt x="123" y="1460"/>
                    <a:pt x="123" y="1460"/>
                  </a:cubicBezTo>
                  <a:cubicBezTo>
                    <a:pt x="123" y="1460"/>
                    <a:pt x="578" y="1308"/>
                    <a:pt x="791" y="913"/>
                  </a:cubicBezTo>
                  <a:cubicBezTo>
                    <a:pt x="1034" y="548"/>
                    <a:pt x="913" y="1"/>
                    <a:pt x="9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" name="Google Shape;400;p5"/>
            <p:cNvSpPr/>
            <p:nvPr/>
          </p:nvSpPr>
          <p:spPr>
            <a:xfrm flipH="1">
              <a:off x="8255906" y="4047429"/>
              <a:ext cx="77786" cy="165414"/>
            </a:xfrm>
            <a:custGeom>
              <a:rect b="b" l="l" r="r" t="t"/>
              <a:pathLst>
                <a:path extrusionOk="0" h="2068" w="973">
                  <a:moveTo>
                    <a:pt x="243" y="1"/>
                  </a:moveTo>
                  <a:cubicBezTo>
                    <a:pt x="243" y="1"/>
                    <a:pt x="0" y="578"/>
                    <a:pt x="91" y="1156"/>
                  </a:cubicBezTo>
                  <a:cubicBezTo>
                    <a:pt x="213" y="1703"/>
                    <a:pt x="699" y="2068"/>
                    <a:pt x="699" y="2068"/>
                  </a:cubicBezTo>
                  <a:cubicBezTo>
                    <a:pt x="699" y="2068"/>
                    <a:pt x="973" y="1490"/>
                    <a:pt x="851" y="913"/>
                  </a:cubicBezTo>
                  <a:cubicBezTo>
                    <a:pt x="760" y="335"/>
                    <a:pt x="243" y="1"/>
                    <a:pt x="2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01" name="Google Shape;401;p5"/>
          <p:cNvGrpSpPr/>
          <p:nvPr/>
        </p:nvGrpSpPr>
        <p:grpSpPr>
          <a:xfrm flipH="1">
            <a:off x="-518902" y="2809772"/>
            <a:ext cx="1496970" cy="2297721"/>
            <a:chOff x="243098" y="2746672"/>
            <a:chExt cx="1496970" cy="2297721"/>
          </a:xfrm>
        </p:grpSpPr>
        <p:sp>
          <p:nvSpPr>
            <p:cNvPr id="402" name="Google Shape;402;p5"/>
            <p:cNvSpPr/>
            <p:nvPr/>
          </p:nvSpPr>
          <p:spPr>
            <a:xfrm>
              <a:off x="789842" y="4086383"/>
              <a:ext cx="461762" cy="958010"/>
            </a:xfrm>
            <a:custGeom>
              <a:rect b="b" l="l" r="r" t="t"/>
              <a:pathLst>
                <a:path extrusionOk="0" h="11977" w="5776">
                  <a:moveTo>
                    <a:pt x="2888" y="0"/>
                  </a:moveTo>
                  <a:lnTo>
                    <a:pt x="2797" y="2219"/>
                  </a:lnTo>
                  <a:lnTo>
                    <a:pt x="1611" y="1307"/>
                  </a:lnTo>
                  <a:lnTo>
                    <a:pt x="1520" y="1429"/>
                  </a:lnTo>
                  <a:lnTo>
                    <a:pt x="2645" y="2797"/>
                  </a:lnTo>
                  <a:lnTo>
                    <a:pt x="2432" y="7082"/>
                  </a:lnTo>
                  <a:lnTo>
                    <a:pt x="1885" y="6535"/>
                  </a:lnTo>
                  <a:lnTo>
                    <a:pt x="1915" y="5076"/>
                  </a:lnTo>
                  <a:lnTo>
                    <a:pt x="1703" y="5015"/>
                  </a:lnTo>
                  <a:lnTo>
                    <a:pt x="1520" y="6201"/>
                  </a:lnTo>
                  <a:lnTo>
                    <a:pt x="152" y="5015"/>
                  </a:lnTo>
                  <a:lnTo>
                    <a:pt x="0" y="5137"/>
                  </a:lnTo>
                  <a:lnTo>
                    <a:pt x="2310" y="7812"/>
                  </a:lnTo>
                  <a:lnTo>
                    <a:pt x="2007" y="11976"/>
                  </a:lnTo>
                  <a:lnTo>
                    <a:pt x="3891" y="11976"/>
                  </a:lnTo>
                  <a:lnTo>
                    <a:pt x="3678" y="6748"/>
                  </a:lnTo>
                  <a:lnTo>
                    <a:pt x="4681" y="5107"/>
                  </a:lnTo>
                  <a:lnTo>
                    <a:pt x="5776" y="4955"/>
                  </a:lnTo>
                  <a:lnTo>
                    <a:pt x="5776" y="4772"/>
                  </a:lnTo>
                  <a:lnTo>
                    <a:pt x="4803" y="4803"/>
                  </a:lnTo>
                  <a:lnTo>
                    <a:pt x="5350" y="3921"/>
                  </a:lnTo>
                  <a:lnTo>
                    <a:pt x="5228" y="3800"/>
                  </a:lnTo>
                  <a:lnTo>
                    <a:pt x="3678" y="5471"/>
                  </a:lnTo>
                  <a:lnTo>
                    <a:pt x="3405" y="2736"/>
                  </a:lnTo>
                  <a:lnTo>
                    <a:pt x="319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5"/>
            <p:cNvSpPr/>
            <p:nvPr/>
          </p:nvSpPr>
          <p:spPr>
            <a:xfrm>
              <a:off x="274676" y="2746672"/>
              <a:ext cx="1465392" cy="1589112"/>
            </a:xfrm>
            <a:custGeom>
              <a:rect b="b" l="l" r="r" t="t"/>
              <a:pathLst>
                <a:path extrusionOk="0" h="19867" w="18330">
                  <a:moveTo>
                    <a:pt x="9682" y="1"/>
                  </a:moveTo>
                  <a:cubicBezTo>
                    <a:pt x="9666" y="1"/>
                    <a:pt x="9651" y="1"/>
                    <a:pt x="9636" y="1"/>
                  </a:cubicBezTo>
                  <a:cubicBezTo>
                    <a:pt x="8663" y="32"/>
                    <a:pt x="7873" y="731"/>
                    <a:pt x="7265" y="1460"/>
                  </a:cubicBezTo>
                  <a:cubicBezTo>
                    <a:pt x="6019" y="2980"/>
                    <a:pt x="5259" y="4865"/>
                    <a:pt x="5107" y="6840"/>
                  </a:cubicBezTo>
                  <a:cubicBezTo>
                    <a:pt x="4712" y="6354"/>
                    <a:pt x="4377" y="5868"/>
                    <a:pt x="3891" y="5472"/>
                  </a:cubicBezTo>
                  <a:cubicBezTo>
                    <a:pt x="3485" y="5168"/>
                    <a:pt x="2993" y="4926"/>
                    <a:pt x="2488" y="4926"/>
                  </a:cubicBezTo>
                  <a:cubicBezTo>
                    <a:pt x="2389" y="4926"/>
                    <a:pt x="2289" y="4936"/>
                    <a:pt x="2189" y="4956"/>
                  </a:cubicBezTo>
                  <a:cubicBezTo>
                    <a:pt x="1186" y="5108"/>
                    <a:pt x="548" y="6111"/>
                    <a:pt x="274" y="7114"/>
                  </a:cubicBezTo>
                  <a:cubicBezTo>
                    <a:pt x="1" y="8178"/>
                    <a:pt x="61" y="9272"/>
                    <a:pt x="396" y="10305"/>
                  </a:cubicBezTo>
                  <a:cubicBezTo>
                    <a:pt x="912" y="12007"/>
                    <a:pt x="2219" y="13375"/>
                    <a:pt x="3466" y="14622"/>
                  </a:cubicBezTo>
                  <a:cubicBezTo>
                    <a:pt x="3336" y="14567"/>
                    <a:pt x="3199" y="14541"/>
                    <a:pt x="3063" y="14541"/>
                  </a:cubicBezTo>
                  <a:cubicBezTo>
                    <a:pt x="2595" y="14541"/>
                    <a:pt x="2127" y="14843"/>
                    <a:pt x="1915" y="15290"/>
                  </a:cubicBezTo>
                  <a:cubicBezTo>
                    <a:pt x="1520" y="16050"/>
                    <a:pt x="1915" y="16901"/>
                    <a:pt x="2402" y="17509"/>
                  </a:cubicBezTo>
                  <a:cubicBezTo>
                    <a:pt x="2858" y="18026"/>
                    <a:pt x="3435" y="18391"/>
                    <a:pt x="4043" y="18695"/>
                  </a:cubicBezTo>
                  <a:cubicBezTo>
                    <a:pt x="5651" y="19498"/>
                    <a:pt x="7434" y="19866"/>
                    <a:pt x="9228" y="19866"/>
                  </a:cubicBezTo>
                  <a:cubicBezTo>
                    <a:pt x="11164" y="19866"/>
                    <a:pt x="13112" y="19437"/>
                    <a:pt x="14864" y="18664"/>
                  </a:cubicBezTo>
                  <a:cubicBezTo>
                    <a:pt x="16110" y="18117"/>
                    <a:pt x="16992" y="17205"/>
                    <a:pt x="17691" y="15989"/>
                  </a:cubicBezTo>
                  <a:cubicBezTo>
                    <a:pt x="18147" y="15290"/>
                    <a:pt x="18299" y="14439"/>
                    <a:pt x="18329" y="13649"/>
                  </a:cubicBezTo>
                  <a:cubicBezTo>
                    <a:pt x="18329" y="13102"/>
                    <a:pt x="18299" y="12585"/>
                    <a:pt x="18086" y="12129"/>
                  </a:cubicBezTo>
                  <a:cubicBezTo>
                    <a:pt x="17873" y="11673"/>
                    <a:pt x="17448" y="11248"/>
                    <a:pt x="16931" y="11187"/>
                  </a:cubicBezTo>
                  <a:cubicBezTo>
                    <a:pt x="16869" y="11174"/>
                    <a:pt x="16804" y="11168"/>
                    <a:pt x="16739" y="11168"/>
                  </a:cubicBezTo>
                  <a:cubicBezTo>
                    <a:pt x="16511" y="11168"/>
                    <a:pt x="16279" y="11244"/>
                    <a:pt x="16148" y="11384"/>
                  </a:cubicBezTo>
                  <a:lnTo>
                    <a:pt x="16148" y="11384"/>
                  </a:lnTo>
                  <a:cubicBezTo>
                    <a:pt x="16711" y="10695"/>
                    <a:pt x="17239" y="9890"/>
                    <a:pt x="17448" y="8998"/>
                  </a:cubicBezTo>
                  <a:cubicBezTo>
                    <a:pt x="17691" y="8086"/>
                    <a:pt x="17569" y="7083"/>
                    <a:pt x="16961" y="6384"/>
                  </a:cubicBezTo>
                  <a:cubicBezTo>
                    <a:pt x="16487" y="5810"/>
                    <a:pt x="15766" y="5523"/>
                    <a:pt x="15019" y="5523"/>
                  </a:cubicBezTo>
                  <a:cubicBezTo>
                    <a:pt x="14856" y="5523"/>
                    <a:pt x="14692" y="5536"/>
                    <a:pt x="14530" y="5564"/>
                  </a:cubicBezTo>
                  <a:cubicBezTo>
                    <a:pt x="13618" y="5716"/>
                    <a:pt x="12858" y="6202"/>
                    <a:pt x="12250" y="6871"/>
                  </a:cubicBezTo>
                  <a:cubicBezTo>
                    <a:pt x="12311" y="5472"/>
                    <a:pt x="12615" y="4074"/>
                    <a:pt x="12372" y="2706"/>
                  </a:cubicBezTo>
                  <a:cubicBezTo>
                    <a:pt x="12101" y="1354"/>
                    <a:pt x="11057" y="1"/>
                    <a:pt x="968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5"/>
            <p:cNvSpPr/>
            <p:nvPr/>
          </p:nvSpPr>
          <p:spPr>
            <a:xfrm>
              <a:off x="635228" y="4360980"/>
              <a:ext cx="324817" cy="282356"/>
            </a:xfrm>
            <a:custGeom>
              <a:rect b="b" l="l" r="r" t="t"/>
              <a:pathLst>
                <a:path extrusionOk="0" h="3530" w="4063">
                  <a:moveTo>
                    <a:pt x="1850" y="0"/>
                  </a:moveTo>
                  <a:cubicBezTo>
                    <a:pt x="1502" y="0"/>
                    <a:pt x="1195" y="373"/>
                    <a:pt x="1570" y="944"/>
                  </a:cubicBezTo>
                  <a:cubicBezTo>
                    <a:pt x="1296" y="663"/>
                    <a:pt x="1033" y="551"/>
                    <a:pt x="819" y="551"/>
                  </a:cubicBezTo>
                  <a:cubicBezTo>
                    <a:pt x="223" y="551"/>
                    <a:pt x="1" y="1409"/>
                    <a:pt x="962" y="1856"/>
                  </a:cubicBezTo>
                  <a:cubicBezTo>
                    <a:pt x="37" y="1881"/>
                    <a:pt x="304" y="2974"/>
                    <a:pt x="969" y="2974"/>
                  </a:cubicBezTo>
                  <a:cubicBezTo>
                    <a:pt x="1100" y="2974"/>
                    <a:pt x="1247" y="2931"/>
                    <a:pt x="1403" y="2829"/>
                  </a:cubicBezTo>
                  <a:lnTo>
                    <a:pt x="1403" y="2829"/>
                  </a:lnTo>
                  <a:cubicBezTo>
                    <a:pt x="1083" y="3075"/>
                    <a:pt x="1301" y="3529"/>
                    <a:pt x="1714" y="3529"/>
                  </a:cubicBezTo>
                  <a:cubicBezTo>
                    <a:pt x="1726" y="3529"/>
                    <a:pt x="1739" y="3529"/>
                    <a:pt x="1752" y="3528"/>
                  </a:cubicBezTo>
                  <a:cubicBezTo>
                    <a:pt x="2877" y="3315"/>
                    <a:pt x="4062" y="1491"/>
                    <a:pt x="3029" y="519"/>
                  </a:cubicBezTo>
                  <a:cubicBezTo>
                    <a:pt x="2955" y="430"/>
                    <a:pt x="2810" y="370"/>
                    <a:pt x="2680" y="370"/>
                  </a:cubicBezTo>
                  <a:cubicBezTo>
                    <a:pt x="2542" y="370"/>
                    <a:pt x="2421" y="438"/>
                    <a:pt x="2421" y="610"/>
                  </a:cubicBezTo>
                  <a:cubicBezTo>
                    <a:pt x="2358" y="184"/>
                    <a:pt x="2094" y="0"/>
                    <a:pt x="185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5"/>
            <p:cNvSpPr/>
            <p:nvPr/>
          </p:nvSpPr>
          <p:spPr>
            <a:xfrm>
              <a:off x="663449" y="3468479"/>
              <a:ext cx="794733" cy="858426"/>
            </a:xfrm>
            <a:custGeom>
              <a:rect b="b" l="l" r="r" t="t"/>
              <a:pathLst>
                <a:path extrusionOk="0" h="10732" w="9941">
                  <a:moveTo>
                    <a:pt x="3393" y="0"/>
                  </a:moveTo>
                  <a:cubicBezTo>
                    <a:pt x="3295" y="0"/>
                    <a:pt x="3197" y="11"/>
                    <a:pt x="3101" y="35"/>
                  </a:cubicBezTo>
                  <a:cubicBezTo>
                    <a:pt x="2341" y="217"/>
                    <a:pt x="1977" y="1129"/>
                    <a:pt x="2068" y="1889"/>
                  </a:cubicBezTo>
                  <a:cubicBezTo>
                    <a:pt x="2129" y="2649"/>
                    <a:pt x="2524" y="3379"/>
                    <a:pt x="2797" y="4078"/>
                  </a:cubicBezTo>
                  <a:cubicBezTo>
                    <a:pt x="2435" y="3871"/>
                    <a:pt x="2029" y="3730"/>
                    <a:pt x="1598" y="3730"/>
                  </a:cubicBezTo>
                  <a:cubicBezTo>
                    <a:pt x="1522" y="3730"/>
                    <a:pt x="1446" y="3734"/>
                    <a:pt x="1369" y="3743"/>
                  </a:cubicBezTo>
                  <a:cubicBezTo>
                    <a:pt x="882" y="3835"/>
                    <a:pt x="426" y="4139"/>
                    <a:pt x="244" y="4594"/>
                  </a:cubicBezTo>
                  <a:cubicBezTo>
                    <a:pt x="1" y="5081"/>
                    <a:pt x="122" y="5598"/>
                    <a:pt x="396" y="6053"/>
                  </a:cubicBezTo>
                  <a:cubicBezTo>
                    <a:pt x="670" y="6479"/>
                    <a:pt x="1065" y="6813"/>
                    <a:pt x="1490" y="7117"/>
                  </a:cubicBezTo>
                  <a:cubicBezTo>
                    <a:pt x="1414" y="7087"/>
                    <a:pt x="1331" y="7072"/>
                    <a:pt x="1247" y="7072"/>
                  </a:cubicBezTo>
                  <a:cubicBezTo>
                    <a:pt x="1163" y="7072"/>
                    <a:pt x="1080" y="7087"/>
                    <a:pt x="1004" y="7117"/>
                  </a:cubicBezTo>
                  <a:cubicBezTo>
                    <a:pt x="730" y="7239"/>
                    <a:pt x="578" y="7512"/>
                    <a:pt x="548" y="7816"/>
                  </a:cubicBezTo>
                  <a:cubicBezTo>
                    <a:pt x="518" y="8090"/>
                    <a:pt x="578" y="8394"/>
                    <a:pt x="670" y="8637"/>
                  </a:cubicBezTo>
                  <a:cubicBezTo>
                    <a:pt x="822" y="9093"/>
                    <a:pt x="1034" y="9519"/>
                    <a:pt x="1338" y="9701"/>
                  </a:cubicBezTo>
                  <a:cubicBezTo>
                    <a:pt x="1885" y="10248"/>
                    <a:pt x="2493" y="10582"/>
                    <a:pt x="3253" y="10674"/>
                  </a:cubicBezTo>
                  <a:cubicBezTo>
                    <a:pt x="3573" y="10712"/>
                    <a:pt x="3897" y="10731"/>
                    <a:pt x="4223" y="10731"/>
                  </a:cubicBezTo>
                  <a:cubicBezTo>
                    <a:pt x="5969" y="10731"/>
                    <a:pt x="7747" y="10171"/>
                    <a:pt x="9028" y="8941"/>
                  </a:cubicBezTo>
                  <a:cubicBezTo>
                    <a:pt x="9272" y="8728"/>
                    <a:pt x="9545" y="8424"/>
                    <a:pt x="9697" y="8060"/>
                  </a:cubicBezTo>
                  <a:cubicBezTo>
                    <a:pt x="9879" y="7695"/>
                    <a:pt x="9940" y="7148"/>
                    <a:pt x="9636" y="6813"/>
                  </a:cubicBezTo>
                  <a:cubicBezTo>
                    <a:pt x="9478" y="6690"/>
                    <a:pt x="9268" y="6607"/>
                    <a:pt x="9066" y="6607"/>
                  </a:cubicBezTo>
                  <a:cubicBezTo>
                    <a:pt x="8920" y="6607"/>
                    <a:pt x="8778" y="6650"/>
                    <a:pt x="8664" y="6753"/>
                  </a:cubicBezTo>
                  <a:cubicBezTo>
                    <a:pt x="9120" y="5841"/>
                    <a:pt x="9636" y="4929"/>
                    <a:pt x="9636" y="3926"/>
                  </a:cubicBezTo>
                  <a:cubicBezTo>
                    <a:pt x="9636" y="3348"/>
                    <a:pt x="9484" y="2740"/>
                    <a:pt x="9180" y="2224"/>
                  </a:cubicBezTo>
                  <a:cubicBezTo>
                    <a:pt x="8931" y="1807"/>
                    <a:pt x="8504" y="1391"/>
                    <a:pt x="7992" y="1391"/>
                  </a:cubicBezTo>
                  <a:cubicBezTo>
                    <a:pt x="7943" y="1391"/>
                    <a:pt x="7893" y="1395"/>
                    <a:pt x="7843" y="1403"/>
                  </a:cubicBezTo>
                  <a:cubicBezTo>
                    <a:pt x="7509" y="1464"/>
                    <a:pt x="7205" y="1707"/>
                    <a:pt x="6992" y="1950"/>
                  </a:cubicBezTo>
                  <a:cubicBezTo>
                    <a:pt x="6809" y="2254"/>
                    <a:pt x="6688" y="2558"/>
                    <a:pt x="6597" y="2923"/>
                  </a:cubicBezTo>
                  <a:cubicBezTo>
                    <a:pt x="6202" y="1889"/>
                    <a:pt x="5472" y="1008"/>
                    <a:pt x="4560" y="400"/>
                  </a:cubicBezTo>
                  <a:cubicBezTo>
                    <a:pt x="4194" y="180"/>
                    <a:pt x="3790" y="0"/>
                    <a:pt x="339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" name="Google Shape;406;p5"/>
            <p:cNvSpPr/>
            <p:nvPr/>
          </p:nvSpPr>
          <p:spPr>
            <a:xfrm>
              <a:off x="354861" y="3840821"/>
              <a:ext cx="72990" cy="104624"/>
            </a:xfrm>
            <a:custGeom>
              <a:rect b="b" l="l" r="r" t="t"/>
              <a:pathLst>
                <a:path extrusionOk="0" h="1308" w="913">
                  <a:moveTo>
                    <a:pt x="92" y="0"/>
                  </a:moveTo>
                  <a:cubicBezTo>
                    <a:pt x="92" y="0"/>
                    <a:pt x="1" y="456"/>
                    <a:pt x="183" y="791"/>
                  </a:cubicBezTo>
                  <a:cubicBezTo>
                    <a:pt x="365" y="1125"/>
                    <a:pt x="791" y="1307"/>
                    <a:pt x="791" y="1307"/>
                  </a:cubicBezTo>
                  <a:cubicBezTo>
                    <a:pt x="791" y="1307"/>
                    <a:pt x="912" y="851"/>
                    <a:pt x="700" y="487"/>
                  </a:cubicBezTo>
                  <a:cubicBezTo>
                    <a:pt x="487" y="152"/>
                    <a:pt x="92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p5"/>
            <p:cNvSpPr/>
            <p:nvPr/>
          </p:nvSpPr>
          <p:spPr>
            <a:xfrm>
              <a:off x="243098" y="3940326"/>
              <a:ext cx="158051" cy="70869"/>
            </a:xfrm>
            <a:custGeom>
              <a:rect b="b" l="l" r="r" t="t"/>
              <a:pathLst>
                <a:path extrusionOk="0" h="886" w="1977">
                  <a:moveTo>
                    <a:pt x="996" y="1"/>
                  </a:moveTo>
                  <a:cubicBezTo>
                    <a:pt x="978" y="1"/>
                    <a:pt x="960" y="1"/>
                    <a:pt x="943" y="2"/>
                  </a:cubicBezTo>
                  <a:cubicBezTo>
                    <a:pt x="396" y="2"/>
                    <a:pt x="0" y="519"/>
                    <a:pt x="0" y="519"/>
                  </a:cubicBezTo>
                  <a:cubicBezTo>
                    <a:pt x="0" y="519"/>
                    <a:pt x="451" y="886"/>
                    <a:pt x="946" y="886"/>
                  </a:cubicBezTo>
                  <a:cubicBezTo>
                    <a:pt x="965" y="886"/>
                    <a:pt x="984" y="885"/>
                    <a:pt x="1003" y="884"/>
                  </a:cubicBezTo>
                  <a:cubicBezTo>
                    <a:pt x="1551" y="854"/>
                    <a:pt x="1976" y="398"/>
                    <a:pt x="1976" y="398"/>
                  </a:cubicBezTo>
                  <a:cubicBezTo>
                    <a:pt x="1976" y="398"/>
                    <a:pt x="1494" y="1"/>
                    <a:pt x="99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" name="Google Shape;408;p5"/>
            <p:cNvSpPr/>
            <p:nvPr/>
          </p:nvSpPr>
          <p:spPr>
            <a:xfrm>
              <a:off x="1256401" y="4479441"/>
              <a:ext cx="58360" cy="29755"/>
            </a:xfrm>
            <a:custGeom>
              <a:rect b="b" l="l" r="r" t="t"/>
              <a:pathLst>
                <a:path extrusionOk="0" h="372" w="730">
                  <a:moveTo>
                    <a:pt x="235" y="0"/>
                  </a:moveTo>
                  <a:cubicBezTo>
                    <a:pt x="108" y="0"/>
                    <a:pt x="0" y="41"/>
                    <a:pt x="0" y="41"/>
                  </a:cubicBezTo>
                  <a:cubicBezTo>
                    <a:pt x="0" y="41"/>
                    <a:pt x="122" y="253"/>
                    <a:pt x="304" y="345"/>
                  </a:cubicBezTo>
                  <a:cubicBezTo>
                    <a:pt x="365" y="365"/>
                    <a:pt x="433" y="372"/>
                    <a:pt x="496" y="372"/>
                  </a:cubicBezTo>
                  <a:cubicBezTo>
                    <a:pt x="622" y="372"/>
                    <a:pt x="730" y="345"/>
                    <a:pt x="730" y="345"/>
                  </a:cubicBezTo>
                  <a:cubicBezTo>
                    <a:pt x="730" y="345"/>
                    <a:pt x="608" y="101"/>
                    <a:pt x="426" y="41"/>
                  </a:cubicBezTo>
                  <a:cubicBezTo>
                    <a:pt x="365" y="10"/>
                    <a:pt x="298" y="0"/>
                    <a:pt x="23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" name="Google Shape;409;p5"/>
            <p:cNvSpPr/>
            <p:nvPr/>
          </p:nvSpPr>
          <p:spPr>
            <a:xfrm>
              <a:off x="1256401" y="4409692"/>
              <a:ext cx="60838" cy="58471"/>
            </a:xfrm>
            <a:custGeom>
              <a:rect b="b" l="l" r="r" t="t"/>
              <a:pathLst>
                <a:path extrusionOk="0" h="731" w="761">
                  <a:moveTo>
                    <a:pt x="760" y="1"/>
                  </a:moveTo>
                  <a:cubicBezTo>
                    <a:pt x="760" y="1"/>
                    <a:pt x="456" y="1"/>
                    <a:pt x="213" y="183"/>
                  </a:cubicBezTo>
                  <a:cubicBezTo>
                    <a:pt x="31" y="366"/>
                    <a:pt x="0" y="730"/>
                    <a:pt x="0" y="730"/>
                  </a:cubicBezTo>
                  <a:cubicBezTo>
                    <a:pt x="0" y="730"/>
                    <a:pt x="304" y="730"/>
                    <a:pt x="547" y="518"/>
                  </a:cubicBezTo>
                  <a:cubicBezTo>
                    <a:pt x="760" y="335"/>
                    <a:pt x="760" y="1"/>
                    <a:pt x="76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" name="Google Shape;410;p5"/>
            <p:cNvSpPr/>
            <p:nvPr/>
          </p:nvSpPr>
          <p:spPr>
            <a:xfrm>
              <a:off x="1217548" y="3476078"/>
              <a:ext cx="82663" cy="82787"/>
            </a:xfrm>
            <a:custGeom>
              <a:rect b="b" l="l" r="r" t="t"/>
              <a:pathLst>
                <a:path extrusionOk="0" h="1035" w="1034">
                  <a:moveTo>
                    <a:pt x="973" y="1"/>
                  </a:moveTo>
                  <a:lnTo>
                    <a:pt x="973" y="1"/>
                  </a:lnTo>
                  <a:cubicBezTo>
                    <a:pt x="973" y="1"/>
                    <a:pt x="517" y="1"/>
                    <a:pt x="274" y="305"/>
                  </a:cubicBezTo>
                  <a:cubicBezTo>
                    <a:pt x="0" y="578"/>
                    <a:pt x="0" y="1034"/>
                    <a:pt x="0" y="1034"/>
                  </a:cubicBezTo>
                  <a:cubicBezTo>
                    <a:pt x="0" y="1034"/>
                    <a:pt x="456" y="1034"/>
                    <a:pt x="730" y="730"/>
                  </a:cubicBezTo>
                  <a:cubicBezTo>
                    <a:pt x="1033" y="426"/>
                    <a:pt x="973" y="1"/>
                    <a:pt x="97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5"/>
            <p:cNvSpPr/>
            <p:nvPr/>
          </p:nvSpPr>
          <p:spPr>
            <a:xfrm>
              <a:off x="695027" y="3711641"/>
              <a:ext cx="72990" cy="37114"/>
            </a:xfrm>
            <a:custGeom>
              <a:rect b="b" l="l" r="r" t="t"/>
              <a:pathLst>
                <a:path extrusionOk="0" h="464" w="913">
                  <a:moveTo>
                    <a:pt x="318" y="1"/>
                  </a:moveTo>
                  <a:cubicBezTo>
                    <a:pt x="146" y="1"/>
                    <a:pt x="1" y="65"/>
                    <a:pt x="1" y="65"/>
                  </a:cubicBezTo>
                  <a:cubicBezTo>
                    <a:pt x="1" y="65"/>
                    <a:pt x="123" y="308"/>
                    <a:pt x="366" y="430"/>
                  </a:cubicBezTo>
                  <a:cubicBezTo>
                    <a:pt x="432" y="455"/>
                    <a:pt x="503" y="464"/>
                    <a:pt x="571" y="464"/>
                  </a:cubicBezTo>
                  <a:cubicBezTo>
                    <a:pt x="752" y="464"/>
                    <a:pt x="913" y="399"/>
                    <a:pt x="913" y="399"/>
                  </a:cubicBezTo>
                  <a:cubicBezTo>
                    <a:pt x="913" y="399"/>
                    <a:pt x="791" y="126"/>
                    <a:pt x="518" y="35"/>
                  </a:cubicBezTo>
                  <a:cubicBezTo>
                    <a:pt x="451" y="10"/>
                    <a:pt x="383" y="1"/>
                    <a:pt x="3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" name="Google Shape;412;p5"/>
            <p:cNvSpPr/>
            <p:nvPr/>
          </p:nvSpPr>
          <p:spPr>
            <a:xfrm>
              <a:off x="1113060" y="3398330"/>
              <a:ext cx="94815" cy="148377"/>
            </a:xfrm>
            <a:custGeom>
              <a:rect b="b" l="l" r="r" t="t"/>
              <a:pathLst>
                <a:path extrusionOk="0" h="1855" w="1186">
                  <a:moveTo>
                    <a:pt x="243" y="0"/>
                  </a:moveTo>
                  <a:cubicBezTo>
                    <a:pt x="243" y="0"/>
                    <a:pt x="0" y="517"/>
                    <a:pt x="213" y="1064"/>
                  </a:cubicBezTo>
                  <a:cubicBezTo>
                    <a:pt x="395" y="1581"/>
                    <a:pt x="973" y="1854"/>
                    <a:pt x="973" y="1854"/>
                  </a:cubicBezTo>
                  <a:cubicBezTo>
                    <a:pt x="973" y="1854"/>
                    <a:pt x="1185" y="1307"/>
                    <a:pt x="1003" y="791"/>
                  </a:cubicBezTo>
                  <a:cubicBezTo>
                    <a:pt x="821" y="304"/>
                    <a:pt x="243" y="0"/>
                    <a:pt x="24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" name="Google Shape;413;p5"/>
            <p:cNvSpPr/>
            <p:nvPr/>
          </p:nvSpPr>
          <p:spPr>
            <a:xfrm>
              <a:off x="758264" y="4468083"/>
              <a:ext cx="136146" cy="124061"/>
            </a:xfrm>
            <a:custGeom>
              <a:rect b="b" l="l" r="r" t="t"/>
              <a:pathLst>
                <a:path extrusionOk="0" h="1551" w="1703">
                  <a:moveTo>
                    <a:pt x="1277" y="0"/>
                  </a:moveTo>
                  <a:cubicBezTo>
                    <a:pt x="1094" y="0"/>
                    <a:pt x="1064" y="213"/>
                    <a:pt x="912" y="213"/>
                  </a:cubicBezTo>
                  <a:cubicBezTo>
                    <a:pt x="882" y="213"/>
                    <a:pt x="851" y="213"/>
                    <a:pt x="791" y="183"/>
                  </a:cubicBezTo>
                  <a:cubicBezTo>
                    <a:pt x="760" y="152"/>
                    <a:pt x="730" y="61"/>
                    <a:pt x="639" y="61"/>
                  </a:cubicBezTo>
                  <a:cubicBezTo>
                    <a:pt x="578" y="61"/>
                    <a:pt x="487" y="152"/>
                    <a:pt x="456" y="213"/>
                  </a:cubicBezTo>
                  <a:cubicBezTo>
                    <a:pt x="426" y="304"/>
                    <a:pt x="456" y="395"/>
                    <a:pt x="456" y="487"/>
                  </a:cubicBezTo>
                  <a:cubicBezTo>
                    <a:pt x="456" y="608"/>
                    <a:pt x="456" y="669"/>
                    <a:pt x="426" y="760"/>
                  </a:cubicBezTo>
                  <a:cubicBezTo>
                    <a:pt x="304" y="882"/>
                    <a:pt x="122" y="851"/>
                    <a:pt x="31" y="1003"/>
                  </a:cubicBezTo>
                  <a:cubicBezTo>
                    <a:pt x="0" y="1125"/>
                    <a:pt x="31" y="1277"/>
                    <a:pt x="122" y="1368"/>
                  </a:cubicBezTo>
                  <a:cubicBezTo>
                    <a:pt x="243" y="1459"/>
                    <a:pt x="335" y="1550"/>
                    <a:pt x="487" y="1550"/>
                  </a:cubicBezTo>
                  <a:lnTo>
                    <a:pt x="791" y="1550"/>
                  </a:lnTo>
                  <a:cubicBezTo>
                    <a:pt x="1064" y="1520"/>
                    <a:pt x="1307" y="1429"/>
                    <a:pt x="1490" y="1155"/>
                  </a:cubicBezTo>
                  <a:cubicBezTo>
                    <a:pt x="1672" y="943"/>
                    <a:pt x="1702" y="639"/>
                    <a:pt x="1642" y="365"/>
                  </a:cubicBezTo>
                  <a:cubicBezTo>
                    <a:pt x="1550" y="213"/>
                    <a:pt x="1490" y="31"/>
                    <a:pt x="127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14" name="Google Shape;414;p5"/>
          <p:cNvSpPr/>
          <p:nvPr/>
        </p:nvSpPr>
        <p:spPr>
          <a:xfrm>
            <a:off x="0" y="5107500"/>
            <a:ext cx="9144000" cy="36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15" name="Google Shape;415;p5"/>
          <p:cNvGrpSpPr/>
          <p:nvPr/>
        </p:nvGrpSpPr>
        <p:grpSpPr>
          <a:xfrm>
            <a:off x="0" y="4752988"/>
            <a:ext cx="9144000" cy="354505"/>
            <a:chOff x="0" y="4689888"/>
            <a:chExt cx="9144000" cy="354505"/>
          </a:xfrm>
        </p:grpSpPr>
        <p:grpSp>
          <p:nvGrpSpPr>
            <p:cNvPr id="416" name="Google Shape;416;p5"/>
            <p:cNvGrpSpPr/>
            <p:nvPr/>
          </p:nvGrpSpPr>
          <p:grpSpPr>
            <a:xfrm>
              <a:off x="0" y="4793425"/>
              <a:ext cx="9144000" cy="194975"/>
              <a:chOff x="0" y="4789550"/>
              <a:chExt cx="9144000" cy="194975"/>
            </a:xfrm>
          </p:grpSpPr>
          <p:sp>
            <p:nvSpPr>
              <p:cNvPr id="417" name="Google Shape;417;p5"/>
              <p:cNvSpPr/>
              <p:nvPr/>
            </p:nvSpPr>
            <p:spPr>
              <a:xfrm>
                <a:off x="0" y="4789550"/>
                <a:ext cx="9144000" cy="360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8" name="Google Shape;418;p5"/>
              <p:cNvSpPr/>
              <p:nvPr/>
            </p:nvSpPr>
            <p:spPr>
              <a:xfrm>
                <a:off x="0" y="4948525"/>
                <a:ext cx="9144000" cy="360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19" name="Google Shape;419;p5"/>
            <p:cNvGrpSpPr/>
            <p:nvPr/>
          </p:nvGrpSpPr>
          <p:grpSpPr>
            <a:xfrm>
              <a:off x="28483" y="4689888"/>
              <a:ext cx="9087034" cy="354505"/>
              <a:chOff x="28483" y="4689888"/>
              <a:chExt cx="9087034" cy="354505"/>
            </a:xfrm>
          </p:grpSpPr>
          <p:sp>
            <p:nvSpPr>
              <p:cNvPr id="420" name="Google Shape;420;p5"/>
              <p:cNvSpPr/>
              <p:nvPr/>
            </p:nvSpPr>
            <p:spPr>
              <a:xfrm>
                <a:off x="64010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6" y="1"/>
                      <a:pt x="533" y="8"/>
                      <a:pt x="518" y="24"/>
                    </a:cubicBezTo>
                    <a:lnTo>
                      <a:pt x="62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34" y="4431"/>
                      <a:pt x="1065" y="4401"/>
                      <a:pt x="1156" y="4370"/>
                    </a:cubicBezTo>
                    <a:lnTo>
                      <a:pt x="1156" y="601"/>
                    </a:lnTo>
                    <a:lnTo>
                      <a:pt x="1126" y="571"/>
                    </a:lnTo>
                    <a:lnTo>
                      <a:pt x="670" y="24"/>
                    </a:lnTo>
                    <a:cubicBezTo>
                      <a:pt x="639" y="8"/>
                      <a:pt x="609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1" name="Google Shape;421;p5"/>
              <p:cNvSpPr/>
              <p:nvPr/>
            </p:nvSpPr>
            <p:spPr>
              <a:xfrm>
                <a:off x="79301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3" y="8"/>
                      <a:pt x="517" y="24"/>
                    </a:cubicBezTo>
                    <a:lnTo>
                      <a:pt x="6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34" y="4431"/>
                      <a:pt x="1064" y="4401"/>
                      <a:pt x="1156" y="4370"/>
                    </a:cubicBezTo>
                    <a:lnTo>
                      <a:pt x="1156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9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2" name="Google Shape;422;p5"/>
              <p:cNvSpPr/>
              <p:nvPr/>
            </p:nvSpPr>
            <p:spPr>
              <a:xfrm>
                <a:off x="94592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2" y="4431"/>
                      <a:pt x="122" y="4431"/>
                    </a:cubicBezTo>
                    <a:lnTo>
                      <a:pt x="1003" y="4431"/>
                    </a:lnTo>
                    <a:cubicBezTo>
                      <a:pt x="103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8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3" name="Google Shape;423;p5"/>
              <p:cNvSpPr/>
              <p:nvPr/>
            </p:nvSpPr>
            <p:spPr>
              <a:xfrm>
                <a:off x="109882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1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1" y="4431"/>
                      <a:pt x="122" y="4431"/>
                    </a:cubicBezTo>
                    <a:lnTo>
                      <a:pt x="1003" y="4431"/>
                    </a:lnTo>
                    <a:cubicBezTo>
                      <a:pt x="106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8" y="8"/>
                      <a:pt x="608" y="1"/>
                      <a:pt x="58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4" name="Google Shape;424;p5"/>
              <p:cNvSpPr/>
              <p:nvPr/>
            </p:nvSpPr>
            <p:spPr>
              <a:xfrm>
                <a:off x="1251735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04" y="4431"/>
                      <a:pt x="103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5" name="Google Shape;425;p5"/>
              <p:cNvSpPr/>
              <p:nvPr/>
            </p:nvSpPr>
            <p:spPr>
              <a:xfrm>
                <a:off x="1402243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6" name="Google Shape;426;p5"/>
              <p:cNvSpPr/>
              <p:nvPr/>
            </p:nvSpPr>
            <p:spPr>
              <a:xfrm>
                <a:off x="1552751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64" y="4431"/>
                      <a:pt x="109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7" name="Google Shape;427;p5"/>
              <p:cNvSpPr/>
              <p:nvPr/>
            </p:nvSpPr>
            <p:spPr>
              <a:xfrm>
                <a:off x="751362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8" name="Google Shape;428;p5"/>
              <p:cNvSpPr/>
              <p:nvPr/>
            </p:nvSpPr>
            <p:spPr>
              <a:xfrm>
                <a:off x="7666529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3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9" name="Google Shape;429;p5"/>
              <p:cNvSpPr/>
              <p:nvPr/>
            </p:nvSpPr>
            <p:spPr>
              <a:xfrm>
                <a:off x="7816957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0" name="Google Shape;430;p5"/>
              <p:cNvSpPr/>
              <p:nvPr/>
            </p:nvSpPr>
            <p:spPr>
              <a:xfrm>
                <a:off x="796738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2" y="4431"/>
                      <a:pt x="122" y="4431"/>
                    </a:cubicBezTo>
                    <a:lnTo>
                      <a:pt x="1003" y="4431"/>
                    </a:lnTo>
                    <a:cubicBezTo>
                      <a:pt x="103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8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1" name="Google Shape;431;p5"/>
              <p:cNvSpPr/>
              <p:nvPr/>
            </p:nvSpPr>
            <p:spPr>
              <a:xfrm>
                <a:off x="812029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93" y="1"/>
                    </a:moveTo>
                    <a:cubicBezTo>
                      <a:pt x="562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1" y="4431"/>
                      <a:pt x="122" y="4431"/>
                    </a:cubicBezTo>
                    <a:lnTo>
                      <a:pt x="1003" y="4431"/>
                    </a:lnTo>
                    <a:cubicBezTo>
                      <a:pt x="106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54" y="8"/>
                      <a:pt x="623" y="1"/>
                      <a:pt x="59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2" name="Google Shape;432;p5"/>
              <p:cNvSpPr/>
              <p:nvPr/>
            </p:nvSpPr>
            <p:spPr>
              <a:xfrm>
                <a:off x="8273198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1" y="4431"/>
                      <a:pt x="122" y="4431"/>
                    </a:cubicBezTo>
                    <a:lnTo>
                      <a:pt x="973" y="4431"/>
                    </a:lnTo>
                    <a:cubicBezTo>
                      <a:pt x="1034" y="4431"/>
                      <a:pt x="1065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3" name="Google Shape;433;p5"/>
              <p:cNvSpPr/>
              <p:nvPr/>
            </p:nvSpPr>
            <p:spPr>
              <a:xfrm>
                <a:off x="8423706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34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4" name="Google Shape;434;p5"/>
              <p:cNvSpPr/>
              <p:nvPr/>
            </p:nvSpPr>
            <p:spPr>
              <a:xfrm>
                <a:off x="8574214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64" y="4431"/>
                      <a:pt x="109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5" name="Google Shape;435;p5"/>
              <p:cNvSpPr/>
              <p:nvPr/>
            </p:nvSpPr>
            <p:spPr>
              <a:xfrm>
                <a:off x="8724643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2" y="4431"/>
                      <a:pt x="122" y="4431"/>
                    </a:cubicBezTo>
                    <a:lnTo>
                      <a:pt x="974" y="4431"/>
                    </a:lnTo>
                    <a:cubicBezTo>
                      <a:pt x="1065" y="4431"/>
                      <a:pt x="1095" y="4401"/>
                      <a:pt x="1126" y="4370"/>
                    </a:cubicBezTo>
                    <a:lnTo>
                      <a:pt x="112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4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6" name="Google Shape;436;p5"/>
              <p:cNvSpPr/>
              <p:nvPr/>
            </p:nvSpPr>
            <p:spPr>
              <a:xfrm>
                <a:off x="8875151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74" y="1"/>
                    </a:moveTo>
                    <a:cubicBezTo>
                      <a:pt x="547" y="1"/>
                      <a:pt x="517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122" y="4431"/>
                    </a:cubicBezTo>
                    <a:lnTo>
                      <a:pt x="1003" y="4431"/>
                    </a:lnTo>
                    <a:cubicBezTo>
                      <a:pt x="103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600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7" name="Google Shape;437;p5"/>
              <p:cNvSpPr/>
              <p:nvPr/>
            </p:nvSpPr>
            <p:spPr>
              <a:xfrm>
                <a:off x="736071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8" name="Google Shape;438;p5"/>
              <p:cNvSpPr/>
              <p:nvPr/>
            </p:nvSpPr>
            <p:spPr>
              <a:xfrm>
                <a:off x="720781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9" name="Google Shape;439;p5"/>
              <p:cNvSpPr/>
              <p:nvPr/>
            </p:nvSpPr>
            <p:spPr>
              <a:xfrm>
                <a:off x="705490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0" name="Google Shape;440;p5"/>
              <p:cNvSpPr/>
              <p:nvPr/>
            </p:nvSpPr>
            <p:spPr>
              <a:xfrm>
                <a:off x="690199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1" name="Google Shape;441;p5"/>
              <p:cNvSpPr/>
              <p:nvPr/>
            </p:nvSpPr>
            <p:spPr>
              <a:xfrm>
                <a:off x="674909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2" name="Google Shape;442;p5"/>
              <p:cNvSpPr/>
              <p:nvPr/>
            </p:nvSpPr>
            <p:spPr>
              <a:xfrm>
                <a:off x="659618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3" name="Google Shape;443;p5"/>
              <p:cNvSpPr/>
              <p:nvPr/>
            </p:nvSpPr>
            <p:spPr>
              <a:xfrm>
                <a:off x="644327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4" name="Google Shape;444;p5"/>
              <p:cNvSpPr/>
              <p:nvPr/>
            </p:nvSpPr>
            <p:spPr>
              <a:xfrm>
                <a:off x="629037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5" name="Google Shape;445;p5"/>
              <p:cNvSpPr/>
              <p:nvPr/>
            </p:nvSpPr>
            <p:spPr>
              <a:xfrm>
                <a:off x="613746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6" name="Google Shape;446;p5"/>
              <p:cNvSpPr/>
              <p:nvPr/>
            </p:nvSpPr>
            <p:spPr>
              <a:xfrm>
                <a:off x="598455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7" name="Google Shape;447;p5"/>
              <p:cNvSpPr/>
              <p:nvPr/>
            </p:nvSpPr>
            <p:spPr>
              <a:xfrm>
                <a:off x="583165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8" name="Google Shape;448;p5"/>
              <p:cNvSpPr/>
              <p:nvPr/>
            </p:nvSpPr>
            <p:spPr>
              <a:xfrm>
                <a:off x="567874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9" name="Google Shape;449;p5"/>
              <p:cNvSpPr/>
              <p:nvPr/>
            </p:nvSpPr>
            <p:spPr>
              <a:xfrm>
                <a:off x="552583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0" name="Google Shape;450;p5"/>
              <p:cNvSpPr/>
              <p:nvPr/>
            </p:nvSpPr>
            <p:spPr>
              <a:xfrm>
                <a:off x="537293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1" name="Google Shape;451;p5"/>
              <p:cNvSpPr/>
              <p:nvPr/>
            </p:nvSpPr>
            <p:spPr>
              <a:xfrm>
                <a:off x="522002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2" name="Google Shape;452;p5"/>
              <p:cNvSpPr/>
              <p:nvPr/>
            </p:nvSpPr>
            <p:spPr>
              <a:xfrm>
                <a:off x="506712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3" name="Google Shape;453;p5"/>
              <p:cNvSpPr/>
              <p:nvPr/>
            </p:nvSpPr>
            <p:spPr>
              <a:xfrm>
                <a:off x="491421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4" name="Google Shape;454;p5"/>
              <p:cNvSpPr/>
              <p:nvPr/>
            </p:nvSpPr>
            <p:spPr>
              <a:xfrm>
                <a:off x="476130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5" name="Google Shape;455;p5"/>
              <p:cNvSpPr/>
              <p:nvPr/>
            </p:nvSpPr>
            <p:spPr>
              <a:xfrm>
                <a:off x="460840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6" name="Google Shape;456;p5"/>
              <p:cNvSpPr/>
              <p:nvPr/>
            </p:nvSpPr>
            <p:spPr>
              <a:xfrm>
                <a:off x="445549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7" name="Google Shape;457;p5"/>
              <p:cNvSpPr/>
              <p:nvPr/>
            </p:nvSpPr>
            <p:spPr>
              <a:xfrm>
                <a:off x="430258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8" name="Google Shape;458;p5"/>
              <p:cNvSpPr/>
              <p:nvPr/>
            </p:nvSpPr>
            <p:spPr>
              <a:xfrm>
                <a:off x="414968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9" name="Google Shape;459;p5"/>
              <p:cNvSpPr/>
              <p:nvPr/>
            </p:nvSpPr>
            <p:spPr>
              <a:xfrm>
                <a:off x="399677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0" name="Google Shape;460;p5"/>
              <p:cNvSpPr/>
              <p:nvPr/>
            </p:nvSpPr>
            <p:spPr>
              <a:xfrm>
                <a:off x="384386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1" name="Google Shape;461;p5"/>
              <p:cNvSpPr/>
              <p:nvPr/>
            </p:nvSpPr>
            <p:spPr>
              <a:xfrm>
                <a:off x="369096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2" name="Google Shape;462;p5"/>
              <p:cNvSpPr/>
              <p:nvPr/>
            </p:nvSpPr>
            <p:spPr>
              <a:xfrm>
                <a:off x="353805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3" name="Google Shape;463;p5"/>
              <p:cNvSpPr/>
              <p:nvPr/>
            </p:nvSpPr>
            <p:spPr>
              <a:xfrm>
                <a:off x="338514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4" name="Google Shape;464;p5"/>
              <p:cNvSpPr/>
              <p:nvPr/>
            </p:nvSpPr>
            <p:spPr>
              <a:xfrm>
                <a:off x="323224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5" name="Google Shape;465;p5"/>
              <p:cNvSpPr/>
              <p:nvPr/>
            </p:nvSpPr>
            <p:spPr>
              <a:xfrm>
                <a:off x="307933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6" name="Google Shape;466;p5"/>
              <p:cNvSpPr/>
              <p:nvPr/>
            </p:nvSpPr>
            <p:spPr>
              <a:xfrm>
                <a:off x="292643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7" name="Google Shape;467;p5"/>
              <p:cNvSpPr/>
              <p:nvPr/>
            </p:nvSpPr>
            <p:spPr>
              <a:xfrm>
                <a:off x="277352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8" name="Google Shape;468;p5"/>
              <p:cNvSpPr/>
              <p:nvPr/>
            </p:nvSpPr>
            <p:spPr>
              <a:xfrm>
                <a:off x="262061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9" name="Google Shape;469;p5"/>
              <p:cNvSpPr/>
              <p:nvPr/>
            </p:nvSpPr>
            <p:spPr>
              <a:xfrm>
                <a:off x="246771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0" name="Google Shape;470;p5"/>
              <p:cNvSpPr/>
              <p:nvPr/>
            </p:nvSpPr>
            <p:spPr>
              <a:xfrm>
                <a:off x="231480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1" name="Google Shape;471;p5"/>
              <p:cNvSpPr/>
              <p:nvPr/>
            </p:nvSpPr>
            <p:spPr>
              <a:xfrm>
                <a:off x="216189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2" name="Google Shape;472;p5"/>
              <p:cNvSpPr/>
              <p:nvPr/>
            </p:nvSpPr>
            <p:spPr>
              <a:xfrm>
                <a:off x="200899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3" name="Google Shape;473;p5"/>
              <p:cNvSpPr/>
              <p:nvPr/>
            </p:nvSpPr>
            <p:spPr>
              <a:xfrm>
                <a:off x="185608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4" name="Google Shape;474;p5"/>
              <p:cNvSpPr/>
              <p:nvPr/>
            </p:nvSpPr>
            <p:spPr>
              <a:xfrm>
                <a:off x="170317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5" name="Google Shape;475;p5"/>
              <p:cNvSpPr/>
              <p:nvPr/>
            </p:nvSpPr>
            <p:spPr>
              <a:xfrm>
                <a:off x="48720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6" name="Google Shape;476;p5"/>
              <p:cNvSpPr/>
              <p:nvPr/>
            </p:nvSpPr>
            <p:spPr>
              <a:xfrm>
                <a:off x="33429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7" name="Google Shape;477;p5"/>
              <p:cNvSpPr/>
              <p:nvPr/>
            </p:nvSpPr>
            <p:spPr>
              <a:xfrm>
                <a:off x="18139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8" name="Google Shape;478;p5"/>
              <p:cNvSpPr/>
              <p:nvPr/>
            </p:nvSpPr>
            <p:spPr>
              <a:xfrm>
                <a:off x="2848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9" name="Google Shape;479;p5"/>
              <p:cNvSpPr/>
              <p:nvPr/>
            </p:nvSpPr>
            <p:spPr>
              <a:xfrm>
                <a:off x="9025579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74" y="1"/>
                    </a:moveTo>
                    <a:cubicBezTo>
                      <a:pt x="547" y="1"/>
                      <a:pt x="517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122" y="4431"/>
                    </a:cubicBezTo>
                    <a:lnTo>
                      <a:pt x="1003" y="4431"/>
                    </a:lnTo>
                    <a:cubicBezTo>
                      <a:pt x="103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600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480" name="Google Shape;480;p5"/>
          <p:cNvSpPr/>
          <p:nvPr/>
        </p:nvSpPr>
        <p:spPr>
          <a:xfrm>
            <a:off x="719850" y="540000"/>
            <a:ext cx="7704300" cy="676800"/>
          </a:xfrm>
          <a:prstGeom prst="roundRect">
            <a:avLst>
              <a:gd fmla="val 17686" name="adj"/>
            </a:avLst>
          </a:prstGeom>
          <a:solidFill>
            <a:schemeClr val="lt1"/>
          </a:solidFill>
          <a:ln cap="flat" cmpd="sng" w="762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5"/>
          <p:cNvSpPr txBox="1"/>
          <p:nvPr>
            <p:ph type="title"/>
          </p:nvPr>
        </p:nvSpPr>
        <p:spPr>
          <a:xfrm>
            <a:off x="1416000" y="3248775"/>
            <a:ext cx="2808000" cy="5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2" name="Google Shape;482;p5"/>
          <p:cNvSpPr txBox="1"/>
          <p:nvPr>
            <p:ph idx="1" type="subTitle"/>
          </p:nvPr>
        </p:nvSpPr>
        <p:spPr>
          <a:xfrm>
            <a:off x="1416000" y="3726650"/>
            <a:ext cx="28080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483" name="Google Shape;483;p5"/>
          <p:cNvSpPr txBox="1"/>
          <p:nvPr>
            <p:ph idx="2" type="title"/>
          </p:nvPr>
        </p:nvSpPr>
        <p:spPr>
          <a:xfrm>
            <a:off x="4920000" y="3248775"/>
            <a:ext cx="2808000" cy="5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4" name="Google Shape;484;p5"/>
          <p:cNvSpPr txBox="1"/>
          <p:nvPr>
            <p:ph idx="3" type="subTitle"/>
          </p:nvPr>
        </p:nvSpPr>
        <p:spPr>
          <a:xfrm>
            <a:off x="4920000" y="3726665"/>
            <a:ext cx="28080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485" name="Google Shape;485;p5"/>
          <p:cNvSpPr txBox="1"/>
          <p:nvPr>
            <p:ph idx="4" type="title"/>
          </p:nvPr>
        </p:nvSpPr>
        <p:spPr>
          <a:xfrm>
            <a:off x="720000" y="540000"/>
            <a:ext cx="7704000" cy="6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7" name="Google Shape;487;p6"/>
          <p:cNvGrpSpPr/>
          <p:nvPr/>
        </p:nvGrpSpPr>
        <p:grpSpPr>
          <a:xfrm>
            <a:off x="-15975" y="-52"/>
            <a:ext cx="9175950" cy="5143406"/>
            <a:chOff x="-15975" y="-52"/>
            <a:chExt cx="9175950" cy="5143406"/>
          </a:xfrm>
        </p:grpSpPr>
        <p:sp>
          <p:nvSpPr>
            <p:cNvPr id="488" name="Google Shape;488;p6"/>
            <p:cNvSpPr/>
            <p:nvPr/>
          </p:nvSpPr>
          <p:spPr>
            <a:xfrm rot="5400000">
              <a:off x="4570450" y="-378255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" name="Google Shape;489;p6"/>
            <p:cNvSpPr/>
            <p:nvPr/>
          </p:nvSpPr>
          <p:spPr>
            <a:xfrm rot="5400000">
              <a:off x="4570450" y="-276311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p6"/>
            <p:cNvSpPr/>
            <p:nvPr/>
          </p:nvSpPr>
          <p:spPr>
            <a:xfrm rot="5400000">
              <a:off x="4570450" y="-174368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" name="Google Shape;491;p6"/>
            <p:cNvSpPr/>
            <p:nvPr/>
          </p:nvSpPr>
          <p:spPr>
            <a:xfrm rot="5400000">
              <a:off x="4570450" y="-72425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" name="Google Shape;492;p6"/>
            <p:cNvSpPr/>
            <p:nvPr/>
          </p:nvSpPr>
          <p:spPr>
            <a:xfrm rot="5400000">
              <a:off x="4570450" y="295184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" name="Google Shape;493;p6"/>
            <p:cNvSpPr/>
            <p:nvPr/>
          </p:nvSpPr>
          <p:spPr>
            <a:xfrm rot="5400000">
              <a:off x="4570450" y="-429226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" name="Google Shape;494;p6"/>
            <p:cNvSpPr/>
            <p:nvPr/>
          </p:nvSpPr>
          <p:spPr>
            <a:xfrm rot="5400000">
              <a:off x="4570450" y="-327283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" name="Google Shape;495;p6"/>
            <p:cNvSpPr/>
            <p:nvPr/>
          </p:nvSpPr>
          <p:spPr>
            <a:xfrm rot="5400000">
              <a:off x="4570450" y="-225340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" name="Google Shape;496;p6"/>
            <p:cNvSpPr/>
            <p:nvPr/>
          </p:nvSpPr>
          <p:spPr>
            <a:xfrm rot="5400000">
              <a:off x="4570450" y="-123396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" name="Google Shape;497;p6"/>
            <p:cNvSpPr/>
            <p:nvPr/>
          </p:nvSpPr>
          <p:spPr>
            <a:xfrm rot="5400000">
              <a:off x="4570450" y="-21453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" name="Google Shape;498;p6"/>
            <p:cNvSpPr/>
            <p:nvPr/>
          </p:nvSpPr>
          <p:spPr>
            <a:xfrm>
              <a:off x="5081305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" name="Google Shape;499;p6"/>
            <p:cNvSpPr/>
            <p:nvPr/>
          </p:nvSpPr>
          <p:spPr>
            <a:xfrm>
              <a:off x="6100964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" name="Google Shape;500;p6"/>
            <p:cNvSpPr/>
            <p:nvPr/>
          </p:nvSpPr>
          <p:spPr>
            <a:xfrm>
              <a:off x="7120623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" name="Google Shape;501;p6"/>
            <p:cNvSpPr/>
            <p:nvPr/>
          </p:nvSpPr>
          <p:spPr>
            <a:xfrm>
              <a:off x="8140282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" name="Google Shape;502;p6"/>
            <p:cNvSpPr/>
            <p:nvPr/>
          </p:nvSpPr>
          <p:spPr>
            <a:xfrm>
              <a:off x="5591134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" name="Google Shape;503;p6"/>
            <p:cNvSpPr/>
            <p:nvPr/>
          </p:nvSpPr>
          <p:spPr>
            <a:xfrm>
              <a:off x="6610793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" name="Google Shape;504;p6"/>
            <p:cNvSpPr/>
            <p:nvPr/>
          </p:nvSpPr>
          <p:spPr>
            <a:xfrm>
              <a:off x="7630452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" name="Google Shape;505;p6"/>
            <p:cNvSpPr/>
            <p:nvPr/>
          </p:nvSpPr>
          <p:spPr>
            <a:xfrm>
              <a:off x="8650111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06" name="Google Shape;506;p6"/>
            <p:cNvGrpSpPr/>
            <p:nvPr/>
          </p:nvGrpSpPr>
          <p:grpSpPr>
            <a:xfrm>
              <a:off x="-15975" y="-52"/>
              <a:ext cx="4587484" cy="5143406"/>
              <a:chOff x="-9275" y="-1994782"/>
              <a:chExt cx="4587484" cy="9140583"/>
            </a:xfrm>
          </p:grpSpPr>
          <p:sp>
            <p:nvSpPr>
              <p:cNvPr id="507" name="Google Shape;507;p6"/>
              <p:cNvSpPr/>
              <p:nvPr/>
            </p:nvSpPr>
            <p:spPr>
              <a:xfrm>
                <a:off x="50044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8" name="Google Shape;508;p6"/>
              <p:cNvSpPr/>
              <p:nvPr/>
            </p:nvSpPr>
            <p:spPr>
              <a:xfrm>
                <a:off x="15198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9" name="Google Shape;509;p6"/>
              <p:cNvSpPr/>
              <p:nvPr/>
            </p:nvSpPr>
            <p:spPr>
              <a:xfrm>
                <a:off x="253930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0" name="Google Shape;510;p6"/>
              <p:cNvSpPr/>
              <p:nvPr/>
            </p:nvSpPr>
            <p:spPr>
              <a:xfrm>
                <a:off x="355874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1" name="Google Shape;511;p6"/>
              <p:cNvSpPr/>
              <p:nvPr/>
            </p:nvSpPr>
            <p:spPr>
              <a:xfrm>
                <a:off x="45781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2" name="Google Shape;512;p6"/>
              <p:cNvSpPr/>
              <p:nvPr/>
            </p:nvSpPr>
            <p:spPr>
              <a:xfrm>
                <a:off x="101015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3" name="Google Shape;513;p6"/>
              <p:cNvSpPr/>
              <p:nvPr/>
            </p:nvSpPr>
            <p:spPr>
              <a:xfrm>
                <a:off x="202959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4" name="Google Shape;514;p6"/>
              <p:cNvSpPr/>
              <p:nvPr/>
            </p:nvSpPr>
            <p:spPr>
              <a:xfrm>
                <a:off x="304902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5" name="Google Shape;515;p6"/>
              <p:cNvSpPr/>
              <p:nvPr/>
            </p:nvSpPr>
            <p:spPr>
              <a:xfrm>
                <a:off x="406845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6" name="Google Shape;516;p6"/>
              <p:cNvSpPr/>
              <p:nvPr/>
            </p:nvSpPr>
            <p:spPr>
              <a:xfrm>
                <a:off x="-92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517" name="Google Shape;517;p6"/>
            <p:cNvSpPr/>
            <p:nvPr/>
          </p:nvSpPr>
          <p:spPr>
            <a:xfrm>
              <a:off x="9159941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18" name="Google Shape;518;p6"/>
          <p:cNvSpPr/>
          <p:nvPr/>
        </p:nvSpPr>
        <p:spPr>
          <a:xfrm>
            <a:off x="0" y="-75"/>
            <a:ext cx="9144000" cy="5143500"/>
          </a:xfrm>
          <a:prstGeom prst="rect">
            <a:avLst/>
          </a:prstGeom>
          <a:solidFill>
            <a:srgbClr val="D6E3EA">
              <a:alpha val="398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19" name="Google Shape;519;p6"/>
          <p:cNvGrpSpPr/>
          <p:nvPr/>
        </p:nvGrpSpPr>
        <p:grpSpPr>
          <a:xfrm>
            <a:off x="0" y="4752988"/>
            <a:ext cx="9144000" cy="354505"/>
            <a:chOff x="0" y="4689888"/>
            <a:chExt cx="9144000" cy="354505"/>
          </a:xfrm>
        </p:grpSpPr>
        <p:grpSp>
          <p:nvGrpSpPr>
            <p:cNvPr id="520" name="Google Shape;520;p6"/>
            <p:cNvGrpSpPr/>
            <p:nvPr/>
          </p:nvGrpSpPr>
          <p:grpSpPr>
            <a:xfrm>
              <a:off x="0" y="4793425"/>
              <a:ext cx="9144000" cy="194975"/>
              <a:chOff x="0" y="4789550"/>
              <a:chExt cx="9144000" cy="194975"/>
            </a:xfrm>
          </p:grpSpPr>
          <p:sp>
            <p:nvSpPr>
              <p:cNvPr id="521" name="Google Shape;521;p6"/>
              <p:cNvSpPr/>
              <p:nvPr/>
            </p:nvSpPr>
            <p:spPr>
              <a:xfrm>
                <a:off x="0" y="4789550"/>
                <a:ext cx="9144000" cy="360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2" name="Google Shape;522;p6"/>
              <p:cNvSpPr/>
              <p:nvPr/>
            </p:nvSpPr>
            <p:spPr>
              <a:xfrm>
                <a:off x="0" y="4948525"/>
                <a:ext cx="9144000" cy="360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23" name="Google Shape;523;p6"/>
            <p:cNvGrpSpPr/>
            <p:nvPr/>
          </p:nvGrpSpPr>
          <p:grpSpPr>
            <a:xfrm>
              <a:off x="28483" y="4689888"/>
              <a:ext cx="9087034" cy="354505"/>
              <a:chOff x="28483" y="4689888"/>
              <a:chExt cx="9087034" cy="354505"/>
            </a:xfrm>
          </p:grpSpPr>
          <p:sp>
            <p:nvSpPr>
              <p:cNvPr id="524" name="Google Shape;524;p6"/>
              <p:cNvSpPr/>
              <p:nvPr/>
            </p:nvSpPr>
            <p:spPr>
              <a:xfrm>
                <a:off x="64010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6" y="1"/>
                      <a:pt x="533" y="8"/>
                      <a:pt x="518" y="24"/>
                    </a:cubicBezTo>
                    <a:lnTo>
                      <a:pt x="62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34" y="4431"/>
                      <a:pt x="1065" y="4401"/>
                      <a:pt x="1156" y="4370"/>
                    </a:cubicBezTo>
                    <a:lnTo>
                      <a:pt x="1156" y="601"/>
                    </a:lnTo>
                    <a:lnTo>
                      <a:pt x="1126" y="571"/>
                    </a:lnTo>
                    <a:lnTo>
                      <a:pt x="670" y="24"/>
                    </a:lnTo>
                    <a:cubicBezTo>
                      <a:pt x="639" y="8"/>
                      <a:pt x="609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5" name="Google Shape;525;p6"/>
              <p:cNvSpPr/>
              <p:nvPr/>
            </p:nvSpPr>
            <p:spPr>
              <a:xfrm>
                <a:off x="79301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3" y="8"/>
                      <a:pt x="517" y="24"/>
                    </a:cubicBezTo>
                    <a:lnTo>
                      <a:pt x="6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34" y="4431"/>
                      <a:pt x="1064" y="4401"/>
                      <a:pt x="1156" y="4370"/>
                    </a:cubicBezTo>
                    <a:lnTo>
                      <a:pt x="1156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9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6" name="Google Shape;526;p6"/>
              <p:cNvSpPr/>
              <p:nvPr/>
            </p:nvSpPr>
            <p:spPr>
              <a:xfrm>
                <a:off x="94592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2" y="4431"/>
                      <a:pt x="122" y="4431"/>
                    </a:cubicBezTo>
                    <a:lnTo>
                      <a:pt x="1003" y="4431"/>
                    </a:lnTo>
                    <a:cubicBezTo>
                      <a:pt x="103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8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7" name="Google Shape;527;p6"/>
              <p:cNvSpPr/>
              <p:nvPr/>
            </p:nvSpPr>
            <p:spPr>
              <a:xfrm>
                <a:off x="109882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1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1" y="4431"/>
                      <a:pt x="122" y="4431"/>
                    </a:cubicBezTo>
                    <a:lnTo>
                      <a:pt x="1003" y="4431"/>
                    </a:lnTo>
                    <a:cubicBezTo>
                      <a:pt x="106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8" y="8"/>
                      <a:pt x="608" y="1"/>
                      <a:pt x="58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8" name="Google Shape;528;p6"/>
              <p:cNvSpPr/>
              <p:nvPr/>
            </p:nvSpPr>
            <p:spPr>
              <a:xfrm>
                <a:off x="1251735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04" y="4431"/>
                      <a:pt x="103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9" name="Google Shape;529;p6"/>
              <p:cNvSpPr/>
              <p:nvPr/>
            </p:nvSpPr>
            <p:spPr>
              <a:xfrm>
                <a:off x="1402243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0" name="Google Shape;530;p6"/>
              <p:cNvSpPr/>
              <p:nvPr/>
            </p:nvSpPr>
            <p:spPr>
              <a:xfrm>
                <a:off x="1552751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64" y="4431"/>
                      <a:pt x="109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1" name="Google Shape;531;p6"/>
              <p:cNvSpPr/>
              <p:nvPr/>
            </p:nvSpPr>
            <p:spPr>
              <a:xfrm>
                <a:off x="751362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2" name="Google Shape;532;p6"/>
              <p:cNvSpPr/>
              <p:nvPr/>
            </p:nvSpPr>
            <p:spPr>
              <a:xfrm>
                <a:off x="7666529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3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3" name="Google Shape;533;p6"/>
              <p:cNvSpPr/>
              <p:nvPr/>
            </p:nvSpPr>
            <p:spPr>
              <a:xfrm>
                <a:off x="7816957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4" name="Google Shape;534;p6"/>
              <p:cNvSpPr/>
              <p:nvPr/>
            </p:nvSpPr>
            <p:spPr>
              <a:xfrm>
                <a:off x="796738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2" y="4431"/>
                      <a:pt x="122" y="4431"/>
                    </a:cubicBezTo>
                    <a:lnTo>
                      <a:pt x="1003" y="4431"/>
                    </a:lnTo>
                    <a:cubicBezTo>
                      <a:pt x="103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8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5" name="Google Shape;535;p6"/>
              <p:cNvSpPr/>
              <p:nvPr/>
            </p:nvSpPr>
            <p:spPr>
              <a:xfrm>
                <a:off x="812029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93" y="1"/>
                    </a:moveTo>
                    <a:cubicBezTo>
                      <a:pt x="562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1" y="4431"/>
                      <a:pt x="122" y="4431"/>
                    </a:cubicBezTo>
                    <a:lnTo>
                      <a:pt x="1003" y="4431"/>
                    </a:lnTo>
                    <a:cubicBezTo>
                      <a:pt x="106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54" y="8"/>
                      <a:pt x="623" y="1"/>
                      <a:pt x="59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6" name="Google Shape;536;p6"/>
              <p:cNvSpPr/>
              <p:nvPr/>
            </p:nvSpPr>
            <p:spPr>
              <a:xfrm>
                <a:off x="8273198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1" y="4431"/>
                      <a:pt x="122" y="4431"/>
                    </a:cubicBezTo>
                    <a:lnTo>
                      <a:pt x="973" y="4431"/>
                    </a:lnTo>
                    <a:cubicBezTo>
                      <a:pt x="1034" y="4431"/>
                      <a:pt x="1065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7" name="Google Shape;537;p6"/>
              <p:cNvSpPr/>
              <p:nvPr/>
            </p:nvSpPr>
            <p:spPr>
              <a:xfrm>
                <a:off x="8423706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34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8" name="Google Shape;538;p6"/>
              <p:cNvSpPr/>
              <p:nvPr/>
            </p:nvSpPr>
            <p:spPr>
              <a:xfrm>
                <a:off x="8574214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64" y="4431"/>
                      <a:pt x="109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9" name="Google Shape;539;p6"/>
              <p:cNvSpPr/>
              <p:nvPr/>
            </p:nvSpPr>
            <p:spPr>
              <a:xfrm>
                <a:off x="8724643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2" y="4431"/>
                      <a:pt x="122" y="4431"/>
                    </a:cubicBezTo>
                    <a:lnTo>
                      <a:pt x="974" y="4431"/>
                    </a:lnTo>
                    <a:cubicBezTo>
                      <a:pt x="1065" y="4431"/>
                      <a:pt x="1095" y="4401"/>
                      <a:pt x="1126" y="4370"/>
                    </a:cubicBezTo>
                    <a:lnTo>
                      <a:pt x="112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4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0" name="Google Shape;540;p6"/>
              <p:cNvSpPr/>
              <p:nvPr/>
            </p:nvSpPr>
            <p:spPr>
              <a:xfrm>
                <a:off x="8875151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74" y="1"/>
                    </a:moveTo>
                    <a:cubicBezTo>
                      <a:pt x="547" y="1"/>
                      <a:pt x="517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122" y="4431"/>
                    </a:cubicBezTo>
                    <a:lnTo>
                      <a:pt x="1003" y="4431"/>
                    </a:lnTo>
                    <a:cubicBezTo>
                      <a:pt x="103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600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1" name="Google Shape;541;p6"/>
              <p:cNvSpPr/>
              <p:nvPr/>
            </p:nvSpPr>
            <p:spPr>
              <a:xfrm>
                <a:off x="736071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2" name="Google Shape;542;p6"/>
              <p:cNvSpPr/>
              <p:nvPr/>
            </p:nvSpPr>
            <p:spPr>
              <a:xfrm>
                <a:off x="720781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3" name="Google Shape;543;p6"/>
              <p:cNvSpPr/>
              <p:nvPr/>
            </p:nvSpPr>
            <p:spPr>
              <a:xfrm>
                <a:off x="705490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4" name="Google Shape;544;p6"/>
              <p:cNvSpPr/>
              <p:nvPr/>
            </p:nvSpPr>
            <p:spPr>
              <a:xfrm>
                <a:off x="690199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5" name="Google Shape;545;p6"/>
              <p:cNvSpPr/>
              <p:nvPr/>
            </p:nvSpPr>
            <p:spPr>
              <a:xfrm>
                <a:off x="674909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6" name="Google Shape;546;p6"/>
              <p:cNvSpPr/>
              <p:nvPr/>
            </p:nvSpPr>
            <p:spPr>
              <a:xfrm>
                <a:off x="659618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7" name="Google Shape;547;p6"/>
              <p:cNvSpPr/>
              <p:nvPr/>
            </p:nvSpPr>
            <p:spPr>
              <a:xfrm>
                <a:off x="644327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8" name="Google Shape;548;p6"/>
              <p:cNvSpPr/>
              <p:nvPr/>
            </p:nvSpPr>
            <p:spPr>
              <a:xfrm>
                <a:off x="629037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9" name="Google Shape;549;p6"/>
              <p:cNvSpPr/>
              <p:nvPr/>
            </p:nvSpPr>
            <p:spPr>
              <a:xfrm>
                <a:off x="613746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0" name="Google Shape;550;p6"/>
              <p:cNvSpPr/>
              <p:nvPr/>
            </p:nvSpPr>
            <p:spPr>
              <a:xfrm>
                <a:off x="598455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1" name="Google Shape;551;p6"/>
              <p:cNvSpPr/>
              <p:nvPr/>
            </p:nvSpPr>
            <p:spPr>
              <a:xfrm>
                <a:off x="583165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2" name="Google Shape;552;p6"/>
              <p:cNvSpPr/>
              <p:nvPr/>
            </p:nvSpPr>
            <p:spPr>
              <a:xfrm>
                <a:off x="567874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3" name="Google Shape;553;p6"/>
              <p:cNvSpPr/>
              <p:nvPr/>
            </p:nvSpPr>
            <p:spPr>
              <a:xfrm>
                <a:off x="552583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4" name="Google Shape;554;p6"/>
              <p:cNvSpPr/>
              <p:nvPr/>
            </p:nvSpPr>
            <p:spPr>
              <a:xfrm>
                <a:off x="537293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5" name="Google Shape;555;p6"/>
              <p:cNvSpPr/>
              <p:nvPr/>
            </p:nvSpPr>
            <p:spPr>
              <a:xfrm>
                <a:off x="522002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6" name="Google Shape;556;p6"/>
              <p:cNvSpPr/>
              <p:nvPr/>
            </p:nvSpPr>
            <p:spPr>
              <a:xfrm>
                <a:off x="506712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7" name="Google Shape;557;p6"/>
              <p:cNvSpPr/>
              <p:nvPr/>
            </p:nvSpPr>
            <p:spPr>
              <a:xfrm>
                <a:off x="491421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8" name="Google Shape;558;p6"/>
              <p:cNvSpPr/>
              <p:nvPr/>
            </p:nvSpPr>
            <p:spPr>
              <a:xfrm>
                <a:off x="476130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9" name="Google Shape;559;p6"/>
              <p:cNvSpPr/>
              <p:nvPr/>
            </p:nvSpPr>
            <p:spPr>
              <a:xfrm>
                <a:off x="460840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0" name="Google Shape;560;p6"/>
              <p:cNvSpPr/>
              <p:nvPr/>
            </p:nvSpPr>
            <p:spPr>
              <a:xfrm>
                <a:off x="445549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1" name="Google Shape;561;p6"/>
              <p:cNvSpPr/>
              <p:nvPr/>
            </p:nvSpPr>
            <p:spPr>
              <a:xfrm>
                <a:off x="430258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2" name="Google Shape;562;p6"/>
              <p:cNvSpPr/>
              <p:nvPr/>
            </p:nvSpPr>
            <p:spPr>
              <a:xfrm>
                <a:off x="414968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3" name="Google Shape;563;p6"/>
              <p:cNvSpPr/>
              <p:nvPr/>
            </p:nvSpPr>
            <p:spPr>
              <a:xfrm>
                <a:off x="399677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4" name="Google Shape;564;p6"/>
              <p:cNvSpPr/>
              <p:nvPr/>
            </p:nvSpPr>
            <p:spPr>
              <a:xfrm>
                <a:off x="384386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5" name="Google Shape;565;p6"/>
              <p:cNvSpPr/>
              <p:nvPr/>
            </p:nvSpPr>
            <p:spPr>
              <a:xfrm>
                <a:off x="369096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6" name="Google Shape;566;p6"/>
              <p:cNvSpPr/>
              <p:nvPr/>
            </p:nvSpPr>
            <p:spPr>
              <a:xfrm>
                <a:off x="353805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7" name="Google Shape;567;p6"/>
              <p:cNvSpPr/>
              <p:nvPr/>
            </p:nvSpPr>
            <p:spPr>
              <a:xfrm>
                <a:off x="338514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8" name="Google Shape;568;p6"/>
              <p:cNvSpPr/>
              <p:nvPr/>
            </p:nvSpPr>
            <p:spPr>
              <a:xfrm>
                <a:off x="323224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9" name="Google Shape;569;p6"/>
              <p:cNvSpPr/>
              <p:nvPr/>
            </p:nvSpPr>
            <p:spPr>
              <a:xfrm>
                <a:off x="307933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0" name="Google Shape;570;p6"/>
              <p:cNvSpPr/>
              <p:nvPr/>
            </p:nvSpPr>
            <p:spPr>
              <a:xfrm>
                <a:off x="292643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1" name="Google Shape;571;p6"/>
              <p:cNvSpPr/>
              <p:nvPr/>
            </p:nvSpPr>
            <p:spPr>
              <a:xfrm>
                <a:off x="277352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2" name="Google Shape;572;p6"/>
              <p:cNvSpPr/>
              <p:nvPr/>
            </p:nvSpPr>
            <p:spPr>
              <a:xfrm>
                <a:off x="262061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3" name="Google Shape;573;p6"/>
              <p:cNvSpPr/>
              <p:nvPr/>
            </p:nvSpPr>
            <p:spPr>
              <a:xfrm>
                <a:off x="246771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4" name="Google Shape;574;p6"/>
              <p:cNvSpPr/>
              <p:nvPr/>
            </p:nvSpPr>
            <p:spPr>
              <a:xfrm>
                <a:off x="231480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5" name="Google Shape;575;p6"/>
              <p:cNvSpPr/>
              <p:nvPr/>
            </p:nvSpPr>
            <p:spPr>
              <a:xfrm>
                <a:off x="216189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6" name="Google Shape;576;p6"/>
              <p:cNvSpPr/>
              <p:nvPr/>
            </p:nvSpPr>
            <p:spPr>
              <a:xfrm>
                <a:off x="200899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7" name="Google Shape;577;p6"/>
              <p:cNvSpPr/>
              <p:nvPr/>
            </p:nvSpPr>
            <p:spPr>
              <a:xfrm>
                <a:off x="185608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8" name="Google Shape;578;p6"/>
              <p:cNvSpPr/>
              <p:nvPr/>
            </p:nvSpPr>
            <p:spPr>
              <a:xfrm>
                <a:off x="170317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9" name="Google Shape;579;p6"/>
              <p:cNvSpPr/>
              <p:nvPr/>
            </p:nvSpPr>
            <p:spPr>
              <a:xfrm>
                <a:off x="48720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0" name="Google Shape;580;p6"/>
              <p:cNvSpPr/>
              <p:nvPr/>
            </p:nvSpPr>
            <p:spPr>
              <a:xfrm>
                <a:off x="33429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1" name="Google Shape;581;p6"/>
              <p:cNvSpPr/>
              <p:nvPr/>
            </p:nvSpPr>
            <p:spPr>
              <a:xfrm>
                <a:off x="18139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2" name="Google Shape;582;p6"/>
              <p:cNvSpPr/>
              <p:nvPr/>
            </p:nvSpPr>
            <p:spPr>
              <a:xfrm>
                <a:off x="2848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3" name="Google Shape;583;p6"/>
              <p:cNvSpPr/>
              <p:nvPr/>
            </p:nvSpPr>
            <p:spPr>
              <a:xfrm>
                <a:off x="9025579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74" y="1"/>
                    </a:moveTo>
                    <a:cubicBezTo>
                      <a:pt x="547" y="1"/>
                      <a:pt x="517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122" y="4431"/>
                    </a:cubicBezTo>
                    <a:lnTo>
                      <a:pt x="1003" y="4431"/>
                    </a:lnTo>
                    <a:cubicBezTo>
                      <a:pt x="103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600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584" name="Google Shape;584;p6"/>
          <p:cNvGrpSpPr/>
          <p:nvPr/>
        </p:nvGrpSpPr>
        <p:grpSpPr>
          <a:xfrm flipH="1">
            <a:off x="0" y="4355501"/>
            <a:ext cx="891866" cy="756842"/>
            <a:chOff x="144526" y="3974931"/>
            <a:chExt cx="891866" cy="756842"/>
          </a:xfrm>
        </p:grpSpPr>
        <p:sp>
          <p:nvSpPr>
            <p:cNvPr id="585" name="Google Shape;585;p6"/>
            <p:cNvSpPr/>
            <p:nvPr/>
          </p:nvSpPr>
          <p:spPr>
            <a:xfrm>
              <a:off x="144526" y="3974931"/>
              <a:ext cx="891866" cy="756842"/>
            </a:xfrm>
            <a:custGeom>
              <a:rect b="b" l="l" r="r" t="t"/>
              <a:pathLst>
                <a:path extrusionOk="0" h="9462" w="11156">
                  <a:moveTo>
                    <a:pt x="10313" y="1"/>
                  </a:moveTo>
                  <a:cubicBezTo>
                    <a:pt x="9404" y="1"/>
                    <a:pt x="9034" y="1377"/>
                    <a:pt x="9423" y="2714"/>
                  </a:cubicBezTo>
                  <a:cubicBezTo>
                    <a:pt x="9165" y="2021"/>
                    <a:pt x="8738" y="1726"/>
                    <a:pt x="8340" y="1726"/>
                  </a:cubicBezTo>
                  <a:cubicBezTo>
                    <a:pt x="7642" y="1726"/>
                    <a:pt x="7031" y="2632"/>
                    <a:pt x="7565" y="3899"/>
                  </a:cubicBezTo>
                  <a:lnTo>
                    <a:pt x="7565" y="3899"/>
                  </a:lnTo>
                  <a:cubicBezTo>
                    <a:pt x="7225" y="3312"/>
                    <a:pt x="6748" y="2808"/>
                    <a:pt x="6232" y="2562"/>
                  </a:cubicBezTo>
                  <a:cubicBezTo>
                    <a:pt x="6033" y="2490"/>
                    <a:pt x="5840" y="2456"/>
                    <a:pt x="5655" y="2456"/>
                  </a:cubicBezTo>
                  <a:cubicBezTo>
                    <a:pt x="4277" y="2456"/>
                    <a:pt x="3325" y="4288"/>
                    <a:pt x="3861" y="5601"/>
                  </a:cubicBezTo>
                  <a:cubicBezTo>
                    <a:pt x="3927" y="5839"/>
                    <a:pt x="4102" y="6100"/>
                    <a:pt x="4279" y="6319"/>
                  </a:cubicBezTo>
                  <a:lnTo>
                    <a:pt x="4279" y="6319"/>
                  </a:lnTo>
                  <a:cubicBezTo>
                    <a:pt x="4091" y="6148"/>
                    <a:pt x="3891" y="6002"/>
                    <a:pt x="3679" y="5905"/>
                  </a:cubicBezTo>
                  <a:cubicBezTo>
                    <a:pt x="3618" y="5875"/>
                    <a:pt x="3527" y="5844"/>
                    <a:pt x="3466" y="5844"/>
                  </a:cubicBezTo>
                  <a:lnTo>
                    <a:pt x="3375" y="5844"/>
                  </a:lnTo>
                  <a:cubicBezTo>
                    <a:pt x="3339" y="5842"/>
                    <a:pt x="3304" y="5841"/>
                    <a:pt x="3268" y="5841"/>
                  </a:cubicBezTo>
                  <a:cubicBezTo>
                    <a:pt x="2870" y="5841"/>
                    <a:pt x="2440" y="5996"/>
                    <a:pt x="2189" y="6331"/>
                  </a:cubicBezTo>
                  <a:cubicBezTo>
                    <a:pt x="2037" y="6543"/>
                    <a:pt x="1976" y="6847"/>
                    <a:pt x="2007" y="7151"/>
                  </a:cubicBezTo>
                  <a:cubicBezTo>
                    <a:pt x="2037" y="7425"/>
                    <a:pt x="2159" y="7668"/>
                    <a:pt x="2311" y="7850"/>
                  </a:cubicBezTo>
                  <a:cubicBezTo>
                    <a:pt x="2341" y="7911"/>
                    <a:pt x="2493" y="8124"/>
                    <a:pt x="2584" y="8154"/>
                  </a:cubicBezTo>
                  <a:cubicBezTo>
                    <a:pt x="2311" y="8078"/>
                    <a:pt x="2045" y="8033"/>
                    <a:pt x="1786" y="8033"/>
                  </a:cubicBezTo>
                  <a:cubicBezTo>
                    <a:pt x="1528" y="8033"/>
                    <a:pt x="1277" y="8078"/>
                    <a:pt x="1034" y="8185"/>
                  </a:cubicBezTo>
                  <a:cubicBezTo>
                    <a:pt x="578" y="8428"/>
                    <a:pt x="153" y="8884"/>
                    <a:pt x="1" y="9461"/>
                  </a:cubicBezTo>
                  <a:lnTo>
                    <a:pt x="11156" y="9461"/>
                  </a:lnTo>
                  <a:lnTo>
                    <a:pt x="11156" y="343"/>
                  </a:lnTo>
                  <a:cubicBezTo>
                    <a:pt x="11125" y="343"/>
                    <a:pt x="11125" y="282"/>
                    <a:pt x="11095" y="282"/>
                  </a:cubicBezTo>
                  <a:cubicBezTo>
                    <a:pt x="10803" y="87"/>
                    <a:pt x="10541" y="1"/>
                    <a:pt x="1031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6" name="Google Shape;586;p6"/>
            <p:cNvSpPr/>
            <p:nvPr/>
          </p:nvSpPr>
          <p:spPr>
            <a:xfrm>
              <a:off x="509075" y="4266965"/>
              <a:ext cx="520042" cy="464807"/>
            </a:xfrm>
            <a:custGeom>
              <a:rect b="b" l="l" r="r" t="t"/>
              <a:pathLst>
                <a:path extrusionOk="0" h="5811" w="6505">
                  <a:moveTo>
                    <a:pt x="6229" y="1"/>
                  </a:moveTo>
                  <a:cubicBezTo>
                    <a:pt x="5670" y="1"/>
                    <a:pt x="5081" y="741"/>
                    <a:pt x="5471" y="1859"/>
                  </a:cubicBezTo>
                  <a:cubicBezTo>
                    <a:pt x="5315" y="1453"/>
                    <a:pt x="5066" y="1279"/>
                    <a:pt x="4837" y="1279"/>
                  </a:cubicBezTo>
                  <a:cubicBezTo>
                    <a:pt x="4428" y="1279"/>
                    <a:pt x="4081" y="1836"/>
                    <a:pt x="4437" y="2622"/>
                  </a:cubicBezTo>
                  <a:lnTo>
                    <a:pt x="4437" y="2622"/>
                  </a:lnTo>
                  <a:cubicBezTo>
                    <a:pt x="4226" y="2244"/>
                    <a:pt x="3933" y="1926"/>
                    <a:pt x="3617" y="1768"/>
                  </a:cubicBezTo>
                  <a:cubicBezTo>
                    <a:pt x="3506" y="1730"/>
                    <a:pt x="3398" y="1712"/>
                    <a:pt x="3294" y="1712"/>
                  </a:cubicBezTo>
                  <a:cubicBezTo>
                    <a:pt x="2480" y="1712"/>
                    <a:pt x="1899" y="2780"/>
                    <a:pt x="2249" y="3561"/>
                  </a:cubicBezTo>
                  <a:cubicBezTo>
                    <a:pt x="2326" y="3817"/>
                    <a:pt x="2467" y="4073"/>
                    <a:pt x="2655" y="4220"/>
                  </a:cubicBezTo>
                  <a:lnTo>
                    <a:pt x="2655" y="4220"/>
                  </a:lnTo>
                  <a:cubicBezTo>
                    <a:pt x="2492" y="4126"/>
                    <a:pt x="2330" y="4077"/>
                    <a:pt x="2167" y="4077"/>
                  </a:cubicBezTo>
                  <a:cubicBezTo>
                    <a:pt x="2063" y="4077"/>
                    <a:pt x="1958" y="4097"/>
                    <a:pt x="1854" y="4139"/>
                  </a:cubicBezTo>
                  <a:cubicBezTo>
                    <a:pt x="1550" y="4291"/>
                    <a:pt x="1368" y="4747"/>
                    <a:pt x="1520" y="5081"/>
                  </a:cubicBezTo>
                  <a:cubicBezTo>
                    <a:pt x="1368" y="5020"/>
                    <a:pt x="1216" y="4990"/>
                    <a:pt x="1064" y="4990"/>
                  </a:cubicBezTo>
                  <a:cubicBezTo>
                    <a:pt x="912" y="4990"/>
                    <a:pt x="760" y="5020"/>
                    <a:pt x="608" y="5081"/>
                  </a:cubicBezTo>
                  <a:cubicBezTo>
                    <a:pt x="334" y="5203"/>
                    <a:pt x="61" y="5446"/>
                    <a:pt x="0" y="5810"/>
                  </a:cubicBezTo>
                  <a:lnTo>
                    <a:pt x="6505" y="5810"/>
                  </a:lnTo>
                  <a:lnTo>
                    <a:pt x="6505" y="66"/>
                  </a:lnTo>
                  <a:cubicBezTo>
                    <a:pt x="6417" y="22"/>
                    <a:pt x="6323" y="1"/>
                    <a:pt x="622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7" name="Google Shape;587;p6"/>
            <p:cNvSpPr/>
            <p:nvPr/>
          </p:nvSpPr>
          <p:spPr>
            <a:xfrm>
              <a:off x="472620" y="4118828"/>
              <a:ext cx="48687" cy="53912"/>
            </a:xfrm>
            <a:custGeom>
              <a:rect b="b" l="l" r="r" t="t"/>
              <a:pathLst>
                <a:path extrusionOk="0" h="674" w="609">
                  <a:moveTo>
                    <a:pt x="37" y="1"/>
                  </a:moveTo>
                  <a:cubicBezTo>
                    <a:pt x="13" y="1"/>
                    <a:pt x="0" y="3"/>
                    <a:pt x="0" y="3"/>
                  </a:cubicBezTo>
                  <a:cubicBezTo>
                    <a:pt x="0" y="3"/>
                    <a:pt x="30" y="307"/>
                    <a:pt x="182" y="519"/>
                  </a:cubicBezTo>
                  <a:cubicBezTo>
                    <a:pt x="319" y="656"/>
                    <a:pt x="490" y="673"/>
                    <a:pt x="567" y="673"/>
                  </a:cubicBezTo>
                  <a:cubicBezTo>
                    <a:pt x="593" y="673"/>
                    <a:pt x="608" y="671"/>
                    <a:pt x="608" y="671"/>
                  </a:cubicBezTo>
                  <a:cubicBezTo>
                    <a:pt x="608" y="671"/>
                    <a:pt x="578" y="367"/>
                    <a:pt x="426" y="155"/>
                  </a:cubicBezTo>
                  <a:cubicBezTo>
                    <a:pt x="266" y="18"/>
                    <a:pt x="106" y="1"/>
                    <a:pt x="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8" name="Google Shape;588;p6"/>
            <p:cNvSpPr/>
            <p:nvPr/>
          </p:nvSpPr>
          <p:spPr>
            <a:xfrm>
              <a:off x="883218" y="4277044"/>
              <a:ext cx="48687" cy="77908"/>
            </a:xfrm>
            <a:custGeom>
              <a:rect b="b" l="l" r="r" t="t"/>
              <a:pathLst>
                <a:path extrusionOk="0" h="974" w="609">
                  <a:moveTo>
                    <a:pt x="31" y="0"/>
                  </a:moveTo>
                  <a:lnTo>
                    <a:pt x="31" y="0"/>
                  </a:lnTo>
                  <a:cubicBezTo>
                    <a:pt x="31" y="0"/>
                    <a:pt x="1" y="365"/>
                    <a:pt x="92" y="608"/>
                  </a:cubicBezTo>
                  <a:cubicBezTo>
                    <a:pt x="214" y="882"/>
                    <a:pt x="518" y="973"/>
                    <a:pt x="518" y="973"/>
                  </a:cubicBezTo>
                  <a:cubicBezTo>
                    <a:pt x="518" y="973"/>
                    <a:pt x="609" y="608"/>
                    <a:pt x="457" y="335"/>
                  </a:cubicBezTo>
                  <a:cubicBezTo>
                    <a:pt x="335" y="92"/>
                    <a:pt x="31" y="0"/>
                    <a:pt x="3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9" name="Google Shape;589;p6"/>
            <p:cNvSpPr/>
            <p:nvPr/>
          </p:nvSpPr>
          <p:spPr>
            <a:xfrm>
              <a:off x="523625" y="4053398"/>
              <a:ext cx="51085" cy="109423"/>
            </a:xfrm>
            <a:custGeom>
              <a:rect b="b" l="l" r="r" t="t"/>
              <a:pathLst>
                <a:path extrusionOk="0" h="1368" w="639">
                  <a:moveTo>
                    <a:pt x="456" y="0"/>
                  </a:moveTo>
                  <a:cubicBezTo>
                    <a:pt x="456" y="0"/>
                    <a:pt x="152" y="213"/>
                    <a:pt x="92" y="608"/>
                  </a:cubicBezTo>
                  <a:cubicBezTo>
                    <a:pt x="0" y="973"/>
                    <a:pt x="183" y="1368"/>
                    <a:pt x="183" y="1368"/>
                  </a:cubicBezTo>
                  <a:cubicBezTo>
                    <a:pt x="183" y="1368"/>
                    <a:pt x="487" y="1125"/>
                    <a:pt x="578" y="760"/>
                  </a:cubicBezTo>
                  <a:cubicBezTo>
                    <a:pt x="639" y="365"/>
                    <a:pt x="456" y="0"/>
                    <a:pt x="45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90" name="Google Shape;590;p6"/>
          <p:cNvGrpSpPr/>
          <p:nvPr/>
        </p:nvGrpSpPr>
        <p:grpSpPr>
          <a:xfrm>
            <a:off x="8576924" y="2718000"/>
            <a:ext cx="309935" cy="2397970"/>
            <a:chOff x="8424524" y="2714400"/>
            <a:chExt cx="309935" cy="2397970"/>
          </a:xfrm>
        </p:grpSpPr>
        <p:sp>
          <p:nvSpPr>
            <p:cNvPr id="591" name="Google Shape;591;p6"/>
            <p:cNvSpPr/>
            <p:nvPr/>
          </p:nvSpPr>
          <p:spPr>
            <a:xfrm>
              <a:off x="8552769" y="3168906"/>
              <a:ext cx="56168" cy="1943464"/>
            </a:xfrm>
            <a:custGeom>
              <a:rect b="b" l="l" r="r" t="t"/>
              <a:pathLst>
                <a:path extrusionOk="0" h="22098" w="639">
                  <a:moveTo>
                    <a:pt x="0" y="0"/>
                  </a:moveTo>
                  <a:lnTo>
                    <a:pt x="0" y="22098"/>
                  </a:lnTo>
                  <a:lnTo>
                    <a:pt x="638" y="22098"/>
                  </a:lnTo>
                  <a:lnTo>
                    <a:pt x="63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2" name="Google Shape;592;p6"/>
            <p:cNvSpPr/>
            <p:nvPr/>
          </p:nvSpPr>
          <p:spPr>
            <a:xfrm>
              <a:off x="8424524" y="2845440"/>
              <a:ext cx="309935" cy="323559"/>
            </a:xfrm>
            <a:custGeom>
              <a:rect b="b" l="l" r="r" t="t"/>
              <a:pathLst>
                <a:path extrusionOk="0" h="3679" w="3526">
                  <a:moveTo>
                    <a:pt x="0" y="0"/>
                  </a:moveTo>
                  <a:lnTo>
                    <a:pt x="760" y="3678"/>
                  </a:lnTo>
                  <a:lnTo>
                    <a:pt x="2766" y="3678"/>
                  </a:lnTo>
                  <a:lnTo>
                    <a:pt x="352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3" name="Google Shape;593;p6"/>
            <p:cNvSpPr/>
            <p:nvPr/>
          </p:nvSpPr>
          <p:spPr>
            <a:xfrm>
              <a:off x="8485966" y="2904188"/>
              <a:ext cx="192413" cy="203247"/>
            </a:xfrm>
            <a:custGeom>
              <a:rect b="b" l="l" r="r" t="t"/>
              <a:pathLst>
                <a:path extrusionOk="0" h="2311" w="2189">
                  <a:moveTo>
                    <a:pt x="0" y="1"/>
                  </a:moveTo>
                  <a:lnTo>
                    <a:pt x="426" y="2311"/>
                  </a:lnTo>
                  <a:lnTo>
                    <a:pt x="1702" y="2311"/>
                  </a:lnTo>
                  <a:lnTo>
                    <a:pt x="218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4" name="Google Shape;594;p6"/>
            <p:cNvSpPr/>
            <p:nvPr/>
          </p:nvSpPr>
          <p:spPr>
            <a:xfrm>
              <a:off x="8424524" y="2765233"/>
              <a:ext cx="309935" cy="80296"/>
            </a:xfrm>
            <a:custGeom>
              <a:rect b="b" l="l" r="r" t="t"/>
              <a:pathLst>
                <a:path extrusionOk="0" h="913" w="3526">
                  <a:moveTo>
                    <a:pt x="760" y="0"/>
                  </a:moveTo>
                  <a:lnTo>
                    <a:pt x="0" y="912"/>
                  </a:lnTo>
                  <a:lnTo>
                    <a:pt x="3526" y="912"/>
                  </a:lnTo>
                  <a:lnTo>
                    <a:pt x="276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" name="Google Shape;595;p6"/>
            <p:cNvSpPr/>
            <p:nvPr/>
          </p:nvSpPr>
          <p:spPr>
            <a:xfrm>
              <a:off x="8461881" y="3134080"/>
              <a:ext cx="237857" cy="34915"/>
            </a:xfrm>
            <a:custGeom>
              <a:rect b="b" l="l" r="r" t="t"/>
              <a:pathLst>
                <a:path extrusionOk="0" h="397" w="2706">
                  <a:moveTo>
                    <a:pt x="183" y="1"/>
                  </a:moveTo>
                  <a:cubicBezTo>
                    <a:pt x="61" y="1"/>
                    <a:pt x="1" y="92"/>
                    <a:pt x="1" y="214"/>
                  </a:cubicBezTo>
                  <a:cubicBezTo>
                    <a:pt x="1" y="305"/>
                    <a:pt x="61" y="396"/>
                    <a:pt x="183" y="396"/>
                  </a:cubicBezTo>
                  <a:lnTo>
                    <a:pt x="2493" y="396"/>
                  </a:lnTo>
                  <a:cubicBezTo>
                    <a:pt x="2615" y="396"/>
                    <a:pt x="2706" y="305"/>
                    <a:pt x="2706" y="214"/>
                  </a:cubicBezTo>
                  <a:cubicBezTo>
                    <a:pt x="2706" y="92"/>
                    <a:pt x="2615" y="1"/>
                    <a:pt x="24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" name="Google Shape;596;p6"/>
            <p:cNvSpPr/>
            <p:nvPr/>
          </p:nvSpPr>
          <p:spPr>
            <a:xfrm>
              <a:off x="8493964" y="4663201"/>
              <a:ext cx="171053" cy="449148"/>
            </a:xfrm>
            <a:custGeom>
              <a:rect b="b" l="l" r="r" t="t"/>
              <a:pathLst>
                <a:path extrusionOk="0" h="5107" w="1946">
                  <a:moveTo>
                    <a:pt x="395" y="0"/>
                  </a:moveTo>
                  <a:lnTo>
                    <a:pt x="0" y="5107"/>
                  </a:lnTo>
                  <a:lnTo>
                    <a:pt x="1946" y="5107"/>
                  </a:lnTo>
                  <a:lnTo>
                    <a:pt x="161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7" name="Google Shape;597;p6"/>
            <p:cNvSpPr/>
            <p:nvPr/>
          </p:nvSpPr>
          <p:spPr>
            <a:xfrm>
              <a:off x="8507325" y="4644469"/>
              <a:ext cx="144332" cy="34827"/>
            </a:xfrm>
            <a:custGeom>
              <a:rect b="b" l="l" r="r" t="t"/>
              <a:pathLst>
                <a:path extrusionOk="0" h="396" w="1642">
                  <a:moveTo>
                    <a:pt x="183" y="0"/>
                  </a:moveTo>
                  <a:cubicBezTo>
                    <a:pt x="91" y="0"/>
                    <a:pt x="0" y="92"/>
                    <a:pt x="0" y="213"/>
                  </a:cubicBezTo>
                  <a:cubicBezTo>
                    <a:pt x="0" y="304"/>
                    <a:pt x="91" y="396"/>
                    <a:pt x="183" y="396"/>
                  </a:cubicBezTo>
                  <a:lnTo>
                    <a:pt x="1459" y="396"/>
                  </a:lnTo>
                  <a:cubicBezTo>
                    <a:pt x="1581" y="396"/>
                    <a:pt x="1642" y="304"/>
                    <a:pt x="1642" y="213"/>
                  </a:cubicBezTo>
                  <a:cubicBezTo>
                    <a:pt x="1642" y="92"/>
                    <a:pt x="1581" y="0"/>
                    <a:pt x="14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8" name="Google Shape;598;p6"/>
            <p:cNvSpPr/>
            <p:nvPr/>
          </p:nvSpPr>
          <p:spPr>
            <a:xfrm>
              <a:off x="8531322" y="2714400"/>
              <a:ext cx="101612" cy="99029"/>
            </a:xfrm>
            <a:custGeom>
              <a:rect b="b" l="l" r="r" t="t"/>
              <a:pathLst>
                <a:path extrusionOk="0" h="1126" w="1156">
                  <a:moveTo>
                    <a:pt x="578" y="1"/>
                  </a:moveTo>
                  <a:cubicBezTo>
                    <a:pt x="244" y="1"/>
                    <a:pt x="1" y="244"/>
                    <a:pt x="1" y="548"/>
                  </a:cubicBezTo>
                  <a:cubicBezTo>
                    <a:pt x="1" y="882"/>
                    <a:pt x="244" y="1125"/>
                    <a:pt x="578" y="1125"/>
                  </a:cubicBezTo>
                  <a:cubicBezTo>
                    <a:pt x="882" y="1125"/>
                    <a:pt x="1156" y="882"/>
                    <a:pt x="1156" y="548"/>
                  </a:cubicBezTo>
                  <a:cubicBezTo>
                    <a:pt x="1156" y="244"/>
                    <a:pt x="882" y="1"/>
                    <a:pt x="5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99" name="Google Shape;599;p6"/>
          <p:cNvGrpSpPr/>
          <p:nvPr/>
        </p:nvGrpSpPr>
        <p:grpSpPr>
          <a:xfrm>
            <a:off x="257142" y="2718000"/>
            <a:ext cx="309935" cy="2397970"/>
            <a:chOff x="409542" y="2714400"/>
            <a:chExt cx="309935" cy="2397970"/>
          </a:xfrm>
        </p:grpSpPr>
        <p:sp>
          <p:nvSpPr>
            <p:cNvPr id="600" name="Google Shape;600;p6"/>
            <p:cNvSpPr/>
            <p:nvPr/>
          </p:nvSpPr>
          <p:spPr>
            <a:xfrm>
              <a:off x="537788" y="3168906"/>
              <a:ext cx="56168" cy="1943464"/>
            </a:xfrm>
            <a:custGeom>
              <a:rect b="b" l="l" r="r" t="t"/>
              <a:pathLst>
                <a:path extrusionOk="0" h="22098" w="639">
                  <a:moveTo>
                    <a:pt x="0" y="0"/>
                  </a:moveTo>
                  <a:lnTo>
                    <a:pt x="0" y="22098"/>
                  </a:lnTo>
                  <a:lnTo>
                    <a:pt x="638" y="22098"/>
                  </a:lnTo>
                  <a:lnTo>
                    <a:pt x="63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1" name="Google Shape;601;p6"/>
            <p:cNvSpPr/>
            <p:nvPr/>
          </p:nvSpPr>
          <p:spPr>
            <a:xfrm>
              <a:off x="409542" y="2845440"/>
              <a:ext cx="309935" cy="323559"/>
            </a:xfrm>
            <a:custGeom>
              <a:rect b="b" l="l" r="r" t="t"/>
              <a:pathLst>
                <a:path extrusionOk="0" h="3679" w="3526">
                  <a:moveTo>
                    <a:pt x="0" y="0"/>
                  </a:moveTo>
                  <a:lnTo>
                    <a:pt x="760" y="3678"/>
                  </a:lnTo>
                  <a:lnTo>
                    <a:pt x="2766" y="3678"/>
                  </a:lnTo>
                  <a:lnTo>
                    <a:pt x="352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2" name="Google Shape;602;p6"/>
            <p:cNvSpPr/>
            <p:nvPr/>
          </p:nvSpPr>
          <p:spPr>
            <a:xfrm>
              <a:off x="470984" y="2904188"/>
              <a:ext cx="192413" cy="203247"/>
            </a:xfrm>
            <a:custGeom>
              <a:rect b="b" l="l" r="r" t="t"/>
              <a:pathLst>
                <a:path extrusionOk="0" h="2311" w="2189">
                  <a:moveTo>
                    <a:pt x="0" y="1"/>
                  </a:moveTo>
                  <a:lnTo>
                    <a:pt x="426" y="2311"/>
                  </a:lnTo>
                  <a:lnTo>
                    <a:pt x="1702" y="2311"/>
                  </a:lnTo>
                  <a:lnTo>
                    <a:pt x="218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3" name="Google Shape;603;p6"/>
            <p:cNvSpPr/>
            <p:nvPr/>
          </p:nvSpPr>
          <p:spPr>
            <a:xfrm>
              <a:off x="409542" y="2765233"/>
              <a:ext cx="309935" cy="80296"/>
            </a:xfrm>
            <a:custGeom>
              <a:rect b="b" l="l" r="r" t="t"/>
              <a:pathLst>
                <a:path extrusionOk="0" h="913" w="3526">
                  <a:moveTo>
                    <a:pt x="760" y="0"/>
                  </a:moveTo>
                  <a:lnTo>
                    <a:pt x="0" y="912"/>
                  </a:lnTo>
                  <a:lnTo>
                    <a:pt x="3526" y="912"/>
                  </a:lnTo>
                  <a:lnTo>
                    <a:pt x="276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4" name="Google Shape;604;p6"/>
            <p:cNvSpPr/>
            <p:nvPr/>
          </p:nvSpPr>
          <p:spPr>
            <a:xfrm>
              <a:off x="446900" y="3134080"/>
              <a:ext cx="237857" cy="34915"/>
            </a:xfrm>
            <a:custGeom>
              <a:rect b="b" l="l" r="r" t="t"/>
              <a:pathLst>
                <a:path extrusionOk="0" h="397" w="2706">
                  <a:moveTo>
                    <a:pt x="183" y="1"/>
                  </a:moveTo>
                  <a:cubicBezTo>
                    <a:pt x="61" y="1"/>
                    <a:pt x="1" y="92"/>
                    <a:pt x="1" y="214"/>
                  </a:cubicBezTo>
                  <a:cubicBezTo>
                    <a:pt x="1" y="305"/>
                    <a:pt x="61" y="396"/>
                    <a:pt x="183" y="396"/>
                  </a:cubicBezTo>
                  <a:lnTo>
                    <a:pt x="2493" y="396"/>
                  </a:lnTo>
                  <a:cubicBezTo>
                    <a:pt x="2615" y="396"/>
                    <a:pt x="2706" y="305"/>
                    <a:pt x="2706" y="214"/>
                  </a:cubicBezTo>
                  <a:cubicBezTo>
                    <a:pt x="2706" y="92"/>
                    <a:pt x="2615" y="1"/>
                    <a:pt x="24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" name="Google Shape;605;p6"/>
            <p:cNvSpPr/>
            <p:nvPr/>
          </p:nvSpPr>
          <p:spPr>
            <a:xfrm>
              <a:off x="478983" y="4663201"/>
              <a:ext cx="171053" cy="449148"/>
            </a:xfrm>
            <a:custGeom>
              <a:rect b="b" l="l" r="r" t="t"/>
              <a:pathLst>
                <a:path extrusionOk="0" h="5107" w="1946">
                  <a:moveTo>
                    <a:pt x="395" y="0"/>
                  </a:moveTo>
                  <a:lnTo>
                    <a:pt x="0" y="5107"/>
                  </a:lnTo>
                  <a:lnTo>
                    <a:pt x="1946" y="5107"/>
                  </a:lnTo>
                  <a:lnTo>
                    <a:pt x="161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" name="Google Shape;606;p6"/>
            <p:cNvSpPr/>
            <p:nvPr/>
          </p:nvSpPr>
          <p:spPr>
            <a:xfrm>
              <a:off x="492344" y="4644469"/>
              <a:ext cx="144332" cy="34827"/>
            </a:xfrm>
            <a:custGeom>
              <a:rect b="b" l="l" r="r" t="t"/>
              <a:pathLst>
                <a:path extrusionOk="0" h="396" w="1642">
                  <a:moveTo>
                    <a:pt x="183" y="0"/>
                  </a:moveTo>
                  <a:cubicBezTo>
                    <a:pt x="91" y="0"/>
                    <a:pt x="0" y="92"/>
                    <a:pt x="0" y="213"/>
                  </a:cubicBezTo>
                  <a:cubicBezTo>
                    <a:pt x="0" y="304"/>
                    <a:pt x="91" y="396"/>
                    <a:pt x="183" y="396"/>
                  </a:cubicBezTo>
                  <a:lnTo>
                    <a:pt x="1459" y="396"/>
                  </a:lnTo>
                  <a:cubicBezTo>
                    <a:pt x="1581" y="396"/>
                    <a:pt x="1642" y="304"/>
                    <a:pt x="1642" y="213"/>
                  </a:cubicBezTo>
                  <a:cubicBezTo>
                    <a:pt x="1642" y="92"/>
                    <a:pt x="1581" y="0"/>
                    <a:pt x="14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7" name="Google Shape;607;p6"/>
            <p:cNvSpPr/>
            <p:nvPr/>
          </p:nvSpPr>
          <p:spPr>
            <a:xfrm>
              <a:off x="516340" y="2714400"/>
              <a:ext cx="101612" cy="99029"/>
            </a:xfrm>
            <a:custGeom>
              <a:rect b="b" l="l" r="r" t="t"/>
              <a:pathLst>
                <a:path extrusionOk="0" h="1126" w="1156">
                  <a:moveTo>
                    <a:pt x="578" y="1"/>
                  </a:moveTo>
                  <a:cubicBezTo>
                    <a:pt x="244" y="1"/>
                    <a:pt x="1" y="244"/>
                    <a:pt x="1" y="548"/>
                  </a:cubicBezTo>
                  <a:cubicBezTo>
                    <a:pt x="1" y="882"/>
                    <a:pt x="244" y="1125"/>
                    <a:pt x="578" y="1125"/>
                  </a:cubicBezTo>
                  <a:cubicBezTo>
                    <a:pt x="882" y="1125"/>
                    <a:pt x="1156" y="882"/>
                    <a:pt x="1156" y="548"/>
                  </a:cubicBezTo>
                  <a:cubicBezTo>
                    <a:pt x="1156" y="244"/>
                    <a:pt x="882" y="1"/>
                    <a:pt x="5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8" name="Google Shape;608;p6"/>
          <p:cNvSpPr/>
          <p:nvPr/>
        </p:nvSpPr>
        <p:spPr>
          <a:xfrm>
            <a:off x="5184899" y="168428"/>
            <a:ext cx="869002" cy="219166"/>
          </a:xfrm>
          <a:custGeom>
            <a:rect b="b" l="l" r="r" t="t"/>
            <a:pathLst>
              <a:path extrusionOk="0" h="2740" w="10870">
                <a:moveTo>
                  <a:pt x="6002" y="0"/>
                </a:moveTo>
                <a:cubicBezTo>
                  <a:pt x="5393" y="0"/>
                  <a:pt x="4863" y="301"/>
                  <a:pt x="4456" y="1068"/>
                </a:cubicBezTo>
                <a:cubicBezTo>
                  <a:pt x="3326" y="733"/>
                  <a:pt x="2475" y="593"/>
                  <a:pt x="1841" y="593"/>
                </a:cubicBezTo>
                <a:cubicBezTo>
                  <a:pt x="57" y="593"/>
                  <a:pt x="1" y="1708"/>
                  <a:pt x="292" y="2739"/>
                </a:cubicBezTo>
                <a:lnTo>
                  <a:pt x="10870" y="2739"/>
                </a:lnTo>
                <a:cubicBezTo>
                  <a:pt x="9199" y="1576"/>
                  <a:pt x="7395" y="0"/>
                  <a:pt x="6002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p6"/>
          <p:cNvSpPr/>
          <p:nvPr/>
        </p:nvSpPr>
        <p:spPr>
          <a:xfrm>
            <a:off x="0" y="5107500"/>
            <a:ext cx="9144000" cy="36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6"/>
          <p:cNvSpPr/>
          <p:nvPr/>
        </p:nvSpPr>
        <p:spPr>
          <a:xfrm>
            <a:off x="719850" y="540000"/>
            <a:ext cx="7704300" cy="676800"/>
          </a:xfrm>
          <a:prstGeom prst="roundRect">
            <a:avLst>
              <a:gd fmla="val 17686" name="adj"/>
            </a:avLst>
          </a:prstGeom>
          <a:solidFill>
            <a:schemeClr val="lt1"/>
          </a:solidFill>
          <a:ln cap="flat" cmpd="sng" w="762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6"/>
          <p:cNvSpPr txBox="1"/>
          <p:nvPr>
            <p:ph type="title"/>
          </p:nvPr>
        </p:nvSpPr>
        <p:spPr>
          <a:xfrm>
            <a:off x="720000" y="540000"/>
            <a:ext cx="7704000" cy="6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500"/>
              <a:buNone/>
              <a:defRPr>
                <a:solidFill>
                  <a:schemeClr val="accent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3" name="Google Shape;613;p7"/>
          <p:cNvGrpSpPr/>
          <p:nvPr/>
        </p:nvGrpSpPr>
        <p:grpSpPr>
          <a:xfrm>
            <a:off x="-15975" y="-52"/>
            <a:ext cx="9175950" cy="5143406"/>
            <a:chOff x="-15975" y="-52"/>
            <a:chExt cx="9175950" cy="5143406"/>
          </a:xfrm>
        </p:grpSpPr>
        <p:sp>
          <p:nvSpPr>
            <p:cNvPr id="614" name="Google Shape;614;p7"/>
            <p:cNvSpPr/>
            <p:nvPr/>
          </p:nvSpPr>
          <p:spPr>
            <a:xfrm rot="5400000">
              <a:off x="4570450" y="-378255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5" name="Google Shape;615;p7"/>
            <p:cNvSpPr/>
            <p:nvPr/>
          </p:nvSpPr>
          <p:spPr>
            <a:xfrm rot="5400000">
              <a:off x="4570450" y="-276311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6" name="Google Shape;616;p7"/>
            <p:cNvSpPr/>
            <p:nvPr/>
          </p:nvSpPr>
          <p:spPr>
            <a:xfrm rot="5400000">
              <a:off x="4570450" y="-174368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7" name="Google Shape;617;p7"/>
            <p:cNvSpPr/>
            <p:nvPr/>
          </p:nvSpPr>
          <p:spPr>
            <a:xfrm rot="5400000">
              <a:off x="4570450" y="-72425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8" name="Google Shape;618;p7"/>
            <p:cNvSpPr/>
            <p:nvPr/>
          </p:nvSpPr>
          <p:spPr>
            <a:xfrm rot="5400000">
              <a:off x="4570450" y="295184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" name="Google Shape;619;p7"/>
            <p:cNvSpPr/>
            <p:nvPr/>
          </p:nvSpPr>
          <p:spPr>
            <a:xfrm rot="5400000">
              <a:off x="4570450" y="-429226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" name="Google Shape;620;p7"/>
            <p:cNvSpPr/>
            <p:nvPr/>
          </p:nvSpPr>
          <p:spPr>
            <a:xfrm rot="5400000">
              <a:off x="4570450" y="-327283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1" name="Google Shape;621;p7"/>
            <p:cNvSpPr/>
            <p:nvPr/>
          </p:nvSpPr>
          <p:spPr>
            <a:xfrm rot="5400000">
              <a:off x="4570450" y="-225340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2" name="Google Shape;622;p7"/>
            <p:cNvSpPr/>
            <p:nvPr/>
          </p:nvSpPr>
          <p:spPr>
            <a:xfrm rot="5400000">
              <a:off x="4570450" y="-123396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3" name="Google Shape;623;p7"/>
            <p:cNvSpPr/>
            <p:nvPr/>
          </p:nvSpPr>
          <p:spPr>
            <a:xfrm rot="5400000">
              <a:off x="4570450" y="-21453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4" name="Google Shape;624;p7"/>
            <p:cNvSpPr/>
            <p:nvPr/>
          </p:nvSpPr>
          <p:spPr>
            <a:xfrm>
              <a:off x="5081305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5" name="Google Shape;625;p7"/>
            <p:cNvSpPr/>
            <p:nvPr/>
          </p:nvSpPr>
          <p:spPr>
            <a:xfrm>
              <a:off x="6100964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6" name="Google Shape;626;p7"/>
            <p:cNvSpPr/>
            <p:nvPr/>
          </p:nvSpPr>
          <p:spPr>
            <a:xfrm>
              <a:off x="7120623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7" name="Google Shape;627;p7"/>
            <p:cNvSpPr/>
            <p:nvPr/>
          </p:nvSpPr>
          <p:spPr>
            <a:xfrm>
              <a:off x="8140282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8" name="Google Shape;628;p7"/>
            <p:cNvSpPr/>
            <p:nvPr/>
          </p:nvSpPr>
          <p:spPr>
            <a:xfrm>
              <a:off x="5591134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9" name="Google Shape;629;p7"/>
            <p:cNvSpPr/>
            <p:nvPr/>
          </p:nvSpPr>
          <p:spPr>
            <a:xfrm>
              <a:off x="6610793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0" name="Google Shape;630;p7"/>
            <p:cNvSpPr/>
            <p:nvPr/>
          </p:nvSpPr>
          <p:spPr>
            <a:xfrm>
              <a:off x="7630452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1" name="Google Shape;631;p7"/>
            <p:cNvSpPr/>
            <p:nvPr/>
          </p:nvSpPr>
          <p:spPr>
            <a:xfrm>
              <a:off x="8650111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32" name="Google Shape;632;p7"/>
            <p:cNvGrpSpPr/>
            <p:nvPr/>
          </p:nvGrpSpPr>
          <p:grpSpPr>
            <a:xfrm>
              <a:off x="-15975" y="-52"/>
              <a:ext cx="4587484" cy="5143406"/>
              <a:chOff x="-9275" y="-1994782"/>
              <a:chExt cx="4587484" cy="9140583"/>
            </a:xfrm>
          </p:grpSpPr>
          <p:sp>
            <p:nvSpPr>
              <p:cNvPr id="633" name="Google Shape;633;p7"/>
              <p:cNvSpPr/>
              <p:nvPr/>
            </p:nvSpPr>
            <p:spPr>
              <a:xfrm>
                <a:off x="50044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4" name="Google Shape;634;p7"/>
              <p:cNvSpPr/>
              <p:nvPr/>
            </p:nvSpPr>
            <p:spPr>
              <a:xfrm>
                <a:off x="15198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5" name="Google Shape;635;p7"/>
              <p:cNvSpPr/>
              <p:nvPr/>
            </p:nvSpPr>
            <p:spPr>
              <a:xfrm>
                <a:off x="253930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6" name="Google Shape;636;p7"/>
              <p:cNvSpPr/>
              <p:nvPr/>
            </p:nvSpPr>
            <p:spPr>
              <a:xfrm>
                <a:off x="355874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7" name="Google Shape;637;p7"/>
              <p:cNvSpPr/>
              <p:nvPr/>
            </p:nvSpPr>
            <p:spPr>
              <a:xfrm>
                <a:off x="45781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8" name="Google Shape;638;p7"/>
              <p:cNvSpPr/>
              <p:nvPr/>
            </p:nvSpPr>
            <p:spPr>
              <a:xfrm>
                <a:off x="101015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9" name="Google Shape;639;p7"/>
              <p:cNvSpPr/>
              <p:nvPr/>
            </p:nvSpPr>
            <p:spPr>
              <a:xfrm>
                <a:off x="202959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0" name="Google Shape;640;p7"/>
              <p:cNvSpPr/>
              <p:nvPr/>
            </p:nvSpPr>
            <p:spPr>
              <a:xfrm>
                <a:off x="304902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1" name="Google Shape;641;p7"/>
              <p:cNvSpPr/>
              <p:nvPr/>
            </p:nvSpPr>
            <p:spPr>
              <a:xfrm>
                <a:off x="406845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2" name="Google Shape;642;p7"/>
              <p:cNvSpPr/>
              <p:nvPr/>
            </p:nvSpPr>
            <p:spPr>
              <a:xfrm>
                <a:off x="-92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643" name="Google Shape;643;p7"/>
            <p:cNvSpPr/>
            <p:nvPr/>
          </p:nvSpPr>
          <p:spPr>
            <a:xfrm>
              <a:off x="9159941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44" name="Google Shape;644;p7"/>
          <p:cNvSpPr/>
          <p:nvPr/>
        </p:nvSpPr>
        <p:spPr>
          <a:xfrm>
            <a:off x="0" y="-75"/>
            <a:ext cx="9144000" cy="5143500"/>
          </a:xfrm>
          <a:prstGeom prst="rect">
            <a:avLst/>
          </a:prstGeom>
          <a:solidFill>
            <a:srgbClr val="D6E3EA">
              <a:alpha val="398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45" name="Google Shape;645;p7"/>
          <p:cNvGrpSpPr/>
          <p:nvPr/>
        </p:nvGrpSpPr>
        <p:grpSpPr>
          <a:xfrm>
            <a:off x="230643" y="4100850"/>
            <a:ext cx="413156" cy="1006643"/>
            <a:chOff x="128217" y="4100850"/>
            <a:chExt cx="413156" cy="1006643"/>
          </a:xfrm>
        </p:grpSpPr>
        <p:sp>
          <p:nvSpPr>
            <p:cNvPr id="646" name="Google Shape;646;p7"/>
            <p:cNvSpPr/>
            <p:nvPr/>
          </p:nvSpPr>
          <p:spPr>
            <a:xfrm>
              <a:off x="342070" y="4382886"/>
              <a:ext cx="34057" cy="724607"/>
            </a:xfrm>
            <a:custGeom>
              <a:rect b="b" l="l" r="r" t="t"/>
              <a:pathLst>
                <a:path extrusionOk="0" h="9059" w="426">
                  <a:moveTo>
                    <a:pt x="0" y="0"/>
                  </a:moveTo>
                  <a:lnTo>
                    <a:pt x="0" y="9058"/>
                  </a:lnTo>
                  <a:lnTo>
                    <a:pt x="426" y="9058"/>
                  </a:lnTo>
                  <a:lnTo>
                    <a:pt x="42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7" name="Google Shape;647;p7"/>
            <p:cNvSpPr/>
            <p:nvPr/>
          </p:nvSpPr>
          <p:spPr>
            <a:xfrm>
              <a:off x="220554" y="4168920"/>
              <a:ext cx="320819" cy="252920"/>
            </a:xfrm>
            <a:custGeom>
              <a:rect b="b" l="l" r="r" t="t"/>
              <a:pathLst>
                <a:path extrusionOk="0" h="3162" w="4013">
                  <a:moveTo>
                    <a:pt x="0" y="0"/>
                  </a:moveTo>
                  <a:cubicBezTo>
                    <a:pt x="699" y="0"/>
                    <a:pt x="1216" y="578"/>
                    <a:pt x="1216" y="1216"/>
                  </a:cubicBezTo>
                  <a:lnTo>
                    <a:pt x="1216" y="3040"/>
                  </a:lnTo>
                  <a:lnTo>
                    <a:pt x="973" y="3162"/>
                  </a:lnTo>
                  <a:lnTo>
                    <a:pt x="3800" y="3162"/>
                  </a:lnTo>
                  <a:cubicBezTo>
                    <a:pt x="3921" y="3162"/>
                    <a:pt x="4013" y="3070"/>
                    <a:pt x="4013" y="2949"/>
                  </a:cubicBezTo>
                  <a:lnTo>
                    <a:pt x="4013" y="1216"/>
                  </a:lnTo>
                  <a:cubicBezTo>
                    <a:pt x="4013" y="578"/>
                    <a:pt x="3465" y="0"/>
                    <a:pt x="27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8" name="Google Shape;648;p7"/>
            <p:cNvSpPr/>
            <p:nvPr/>
          </p:nvSpPr>
          <p:spPr>
            <a:xfrm>
              <a:off x="128217" y="4168920"/>
              <a:ext cx="189630" cy="248041"/>
            </a:xfrm>
            <a:custGeom>
              <a:rect b="b" l="l" r="r" t="t"/>
              <a:pathLst>
                <a:path extrusionOk="0" h="3101" w="2372">
                  <a:moveTo>
                    <a:pt x="1216" y="0"/>
                  </a:moveTo>
                  <a:cubicBezTo>
                    <a:pt x="547" y="0"/>
                    <a:pt x="0" y="578"/>
                    <a:pt x="0" y="1216"/>
                  </a:cubicBezTo>
                  <a:lnTo>
                    <a:pt x="0" y="2979"/>
                  </a:lnTo>
                  <a:cubicBezTo>
                    <a:pt x="0" y="3070"/>
                    <a:pt x="61" y="3101"/>
                    <a:pt x="91" y="3101"/>
                  </a:cubicBezTo>
                  <a:lnTo>
                    <a:pt x="2280" y="3101"/>
                  </a:lnTo>
                  <a:cubicBezTo>
                    <a:pt x="2341" y="3101"/>
                    <a:pt x="2371" y="3040"/>
                    <a:pt x="2371" y="2979"/>
                  </a:cubicBezTo>
                  <a:lnTo>
                    <a:pt x="2371" y="1216"/>
                  </a:lnTo>
                  <a:cubicBezTo>
                    <a:pt x="2371" y="578"/>
                    <a:pt x="1854" y="31"/>
                    <a:pt x="121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9" name="Google Shape;649;p7"/>
            <p:cNvSpPr/>
            <p:nvPr/>
          </p:nvSpPr>
          <p:spPr>
            <a:xfrm>
              <a:off x="339592" y="4100850"/>
              <a:ext cx="63236" cy="153256"/>
            </a:xfrm>
            <a:custGeom>
              <a:rect b="b" l="l" r="r" t="t"/>
              <a:pathLst>
                <a:path extrusionOk="0" h="1916" w="791">
                  <a:moveTo>
                    <a:pt x="1" y="0"/>
                  </a:moveTo>
                  <a:lnTo>
                    <a:pt x="1" y="1642"/>
                  </a:lnTo>
                  <a:cubicBezTo>
                    <a:pt x="1" y="1794"/>
                    <a:pt x="122" y="1915"/>
                    <a:pt x="274" y="1915"/>
                  </a:cubicBezTo>
                  <a:cubicBezTo>
                    <a:pt x="426" y="1915"/>
                    <a:pt x="517" y="1794"/>
                    <a:pt x="517" y="1642"/>
                  </a:cubicBezTo>
                  <a:cubicBezTo>
                    <a:pt x="517" y="1490"/>
                    <a:pt x="426" y="1368"/>
                    <a:pt x="274" y="1368"/>
                  </a:cubicBezTo>
                  <a:lnTo>
                    <a:pt x="274" y="547"/>
                  </a:lnTo>
                  <a:lnTo>
                    <a:pt x="791" y="456"/>
                  </a:lnTo>
                  <a:lnTo>
                    <a:pt x="79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50" name="Google Shape;650;p7"/>
          <p:cNvGrpSpPr/>
          <p:nvPr/>
        </p:nvGrpSpPr>
        <p:grpSpPr>
          <a:xfrm>
            <a:off x="2154823" y="4691638"/>
            <a:ext cx="2019411" cy="415855"/>
            <a:chOff x="2154823" y="4691638"/>
            <a:chExt cx="2019411" cy="415855"/>
          </a:xfrm>
        </p:grpSpPr>
        <p:sp>
          <p:nvSpPr>
            <p:cNvPr id="651" name="Google Shape;651;p7"/>
            <p:cNvSpPr/>
            <p:nvPr/>
          </p:nvSpPr>
          <p:spPr>
            <a:xfrm>
              <a:off x="2154823" y="4792742"/>
              <a:ext cx="2019411" cy="314751"/>
            </a:xfrm>
            <a:custGeom>
              <a:rect b="b" l="l" r="r" t="t"/>
              <a:pathLst>
                <a:path extrusionOk="0" h="3935" w="25260">
                  <a:moveTo>
                    <a:pt x="17285" y="0"/>
                  </a:moveTo>
                  <a:cubicBezTo>
                    <a:pt x="16170" y="0"/>
                    <a:pt x="15068" y="607"/>
                    <a:pt x="14499" y="1898"/>
                  </a:cubicBezTo>
                  <a:cubicBezTo>
                    <a:pt x="14128" y="1798"/>
                    <a:pt x="13776" y="1750"/>
                    <a:pt x="13440" y="1750"/>
                  </a:cubicBezTo>
                  <a:cubicBezTo>
                    <a:pt x="12345" y="1750"/>
                    <a:pt x="11430" y="2260"/>
                    <a:pt x="10639" y="3144"/>
                  </a:cubicBezTo>
                  <a:cubicBezTo>
                    <a:pt x="10329" y="2738"/>
                    <a:pt x="9724" y="2491"/>
                    <a:pt x="9098" y="2491"/>
                  </a:cubicBezTo>
                  <a:cubicBezTo>
                    <a:pt x="8740" y="2491"/>
                    <a:pt x="8376" y="2572"/>
                    <a:pt x="8055" y="2749"/>
                  </a:cubicBezTo>
                  <a:cubicBezTo>
                    <a:pt x="7677" y="1517"/>
                    <a:pt x="6643" y="853"/>
                    <a:pt x="5623" y="853"/>
                  </a:cubicBezTo>
                  <a:cubicBezTo>
                    <a:pt x="4756" y="853"/>
                    <a:pt x="3899" y="1334"/>
                    <a:pt x="3465" y="2353"/>
                  </a:cubicBezTo>
                  <a:cubicBezTo>
                    <a:pt x="3176" y="2271"/>
                    <a:pt x="2902" y="2232"/>
                    <a:pt x="2641" y="2232"/>
                  </a:cubicBezTo>
                  <a:cubicBezTo>
                    <a:pt x="1559" y="2232"/>
                    <a:pt x="711" y="2905"/>
                    <a:pt x="0" y="3934"/>
                  </a:cubicBezTo>
                  <a:lnTo>
                    <a:pt x="25259" y="3934"/>
                  </a:lnTo>
                  <a:cubicBezTo>
                    <a:pt x="24117" y="2958"/>
                    <a:pt x="22918" y="2281"/>
                    <a:pt x="21591" y="2281"/>
                  </a:cubicBezTo>
                  <a:cubicBezTo>
                    <a:pt x="21223" y="2281"/>
                    <a:pt x="20846" y="2333"/>
                    <a:pt x="20457" y="2445"/>
                  </a:cubicBezTo>
                  <a:cubicBezTo>
                    <a:pt x="19961" y="859"/>
                    <a:pt x="18613" y="0"/>
                    <a:pt x="1728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2" name="Google Shape;652;p7"/>
            <p:cNvSpPr/>
            <p:nvPr/>
          </p:nvSpPr>
          <p:spPr>
            <a:xfrm>
              <a:off x="2480439" y="4897846"/>
              <a:ext cx="809283" cy="209647"/>
            </a:xfrm>
            <a:custGeom>
              <a:rect b="b" l="l" r="r" t="t"/>
              <a:pathLst>
                <a:path extrusionOk="0" h="2621" w="10123">
                  <a:moveTo>
                    <a:pt x="5318" y="1"/>
                  </a:moveTo>
                  <a:cubicBezTo>
                    <a:pt x="4431" y="1"/>
                    <a:pt x="3525" y="583"/>
                    <a:pt x="3192" y="1647"/>
                  </a:cubicBezTo>
                  <a:cubicBezTo>
                    <a:pt x="2934" y="1566"/>
                    <a:pt x="2682" y="1528"/>
                    <a:pt x="2436" y="1528"/>
                  </a:cubicBezTo>
                  <a:cubicBezTo>
                    <a:pt x="1577" y="1528"/>
                    <a:pt x="779" y="1983"/>
                    <a:pt x="0" y="2620"/>
                  </a:cubicBezTo>
                  <a:lnTo>
                    <a:pt x="10122" y="2620"/>
                  </a:lnTo>
                  <a:cubicBezTo>
                    <a:pt x="9503" y="1729"/>
                    <a:pt x="8764" y="1161"/>
                    <a:pt x="7821" y="1161"/>
                  </a:cubicBezTo>
                  <a:cubicBezTo>
                    <a:pt x="7606" y="1161"/>
                    <a:pt x="7380" y="1190"/>
                    <a:pt x="7143" y="1252"/>
                  </a:cubicBezTo>
                  <a:cubicBezTo>
                    <a:pt x="6772" y="399"/>
                    <a:pt x="6051" y="1"/>
                    <a:pt x="53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3" name="Google Shape;653;p7"/>
            <p:cNvSpPr/>
            <p:nvPr/>
          </p:nvSpPr>
          <p:spPr>
            <a:xfrm>
              <a:off x="3656510" y="4752428"/>
              <a:ext cx="58440" cy="48712"/>
            </a:xfrm>
            <a:custGeom>
              <a:rect b="b" l="l" r="r" t="t"/>
              <a:pathLst>
                <a:path extrusionOk="0" h="609" w="731">
                  <a:moveTo>
                    <a:pt x="730" y="0"/>
                  </a:moveTo>
                  <a:cubicBezTo>
                    <a:pt x="730" y="0"/>
                    <a:pt x="426" y="0"/>
                    <a:pt x="244" y="152"/>
                  </a:cubicBezTo>
                  <a:cubicBezTo>
                    <a:pt x="31" y="304"/>
                    <a:pt x="1" y="608"/>
                    <a:pt x="1" y="608"/>
                  </a:cubicBezTo>
                  <a:cubicBezTo>
                    <a:pt x="1" y="608"/>
                    <a:pt x="305" y="608"/>
                    <a:pt x="487" y="456"/>
                  </a:cubicBezTo>
                  <a:cubicBezTo>
                    <a:pt x="670" y="304"/>
                    <a:pt x="730" y="0"/>
                    <a:pt x="7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4" name="Google Shape;654;p7"/>
            <p:cNvSpPr/>
            <p:nvPr/>
          </p:nvSpPr>
          <p:spPr>
            <a:xfrm>
              <a:off x="3598230" y="4691638"/>
              <a:ext cx="55961" cy="99744"/>
            </a:xfrm>
            <a:custGeom>
              <a:rect b="b" l="l" r="r" t="t"/>
              <a:pathLst>
                <a:path extrusionOk="0" h="1247" w="700">
                  <a:moveTo>
                    <a:pt x="213" y="0"/>
                  </a:moveTo>
                  <a:cubicBezTo>
                    <a:pt x="213" y="0"/>
                    <a:pt x="0" y="335"/>
                    <a:pt x="92" y="669"/>
                  </a:cubicBezTo>
                  <a:cubicBezTo>
                    <a:pt x="152" y="1034"/>
                    <a:pt x="517" y="1247"/>
                    <a:pt x="517" y="1247"/>
                  </a:cubicBezTo>
                  <a:cubicBezTo>
                    <a:pt x="517" y="1247"/>
                    <a:pt x="699" y="912"/>
                    <a:pt x="608" y="578"/>
                  </a:cubicBezTo>
                  <a:cubicBezTo>
                    <a:pt x="517" y="213"/>
                    <a:pt x="213" y="0"/>
                    <a:pt x="21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5" name="Google Shape;655;p7"/>
            <p:cNvSpPr/>
            <p:nvPr/>
          </p:nvSpPr>
          <p:spPr>
            <a:xfrm>
              <a:off x="2611629" y="4932320"/>
              <a:ext cx="43810" cy="73029"/>
            </a:xfrm>
            <a:custGeom>
              <a:rect b="b" l="l" r="r" t="t"/>
              <a:pathLst>
                <a:path extrusionOk="0" h="913" w="548">
                  <a:moveTo>
                    <a:pt x="396" y="1"/>
                  </a:moveTo>
                  <a:cubicBezTo>
                    <a:pt x="396" y="1"/>
                    <a:pt x="153" y="153"/>
                    <a:pt x="92" y="396"/>
                  </a:cubicBezTo>
                  <a:cubicBezTo>
                    <a:pt x="1" y="639"/>
                    <a:pt x="153" y="912"/>
                    <a:pt x="153" y="912"/>
                  </a:cubicBezTo>
                  <a:cubicBezTo>
                    <a:pt x="153" y="912"/>
                    <a:pt x="396" y="760"/>
                    <a:pt x="457" y="487"/>
                  </a:cubicBezTo>
                  <a:cubicBezTo>
                    <a:pt x="548" y="244"/>
                    <a:pt x="396" y="1"/>
                    <a:pt x="3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6" name="Google Shape;656;p7"/>
            <p:cNvSpPr/>
            <p:nvPr/>
          </p:nvSpPr>
          <p:spPr>
            <a:xfrm>
              <a:off x="2524169" y="4937200"/>
              <a:ext cx="77866" cy="70629"/>
            </a:xfrm>
            <a:custGeom>
              <a:rect b="b" l="l" r="r" t="t"/>
              <a:pathLst>
                <a:path extrusionOk="0" h="883" w="974">
                  <a:moveTo>
                    <a:pt x="0" y="0"/>
                  </a:moveTo>
                  <a:cubicBezTo>
                    <a:pt x="0" y="0"/>
                    <a:pt x="31" y="426"/>
                    <a:pt x="304" y="639"/>
                  </a:cubicBezTo>
                  <a:cubicBezTo>
                    <a:pt x="528" y="862"/>
                    <a:pt x="833" y="883"/>
                    <a:pt x="937" y="883"/>
                  </a:cubicBezTo>
                  <a:cubicBezTo>
                    <a:pt x="960" y="883"/>
                    <a:pt x="973" y="882"/>
                    <a:pt x="973" y="882"/>
                  </a:cubicBezTo>
                  <a:cubicBezTo>
                    <a:pt x="973" y="882"/>
                    <a:pt x="943" y="456"/>
                    <a:pt x="669" y="244"/>
                  </a:cubicBezTo>
                  <a:cubicBezTo>
                    <a:pt x="426" y="0"/>
                    <a:pt x="1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57" name="Google Shape;657;p7"/>
          <p:cNvGrpSpPr/>
          <p:nvPr/>
        </p:nvGrpSpPr>
        <p:grpSpPr>
          <a:xfrm>
            <a:off x="154919" y="4950158"/>
            <a:ext cx="609980" cy="157335"/>
            <a:chOff x="154919" y="4950158"/>
            <a:chExt cx="609980" cy="157335"/>
          </a:xfrm>
        </p:grpSpPr>
        <p:sp>
          <p:nvSpPr>
            <p:cNvPr id="658" name="Google Shape;658;p7"/>
            <p:cNvSpPr/>
            <p:nvPr/>
          </p:nvSpPr>
          <p:spPr>
            <a:xfrm>
              <a:off x="154919" y="4950158"/>
              <a:ext cx="609980" cy="157335"/>
            </a:xfrm>
            <a:custGeom>
              <a:rect b="b" l="l" r="r" t="t"/>
              <a:pathLst>
                <a:path extrusionOk="0" h="1967" w="7630">
                  <a:moveTo>
                    <a:pt x="4011" y="1"/>
                  </a:moveTo>
                  <a:cubicBezTo>
                    <a:pt x="3348" y="1"/>
                    <a:pt x="2667" y="427"/>
                    <a:pt x="2402" y="1206"/>
                  </a:cubicBezTo>
                  <a:cubicBezTo>
                    <a:pt x="2208" y="1146"/>
                    <a:pt x="2019" y="1118"/>
                    <a:pt x="1833" y="1118"/>
                  </a:cubicBezTo>
                  <a:cubicBezTo>
                    <a:pt x="1176" y="1118"/>
                    <a:pt x="570" y="1468"/>
                    <a:pt x="1" y="1966"/>
                  </a:cubicBezTo>
                  <a:lnTo>
                    <a:pt x="7630" y="1966"/>
                  </a:lnTo>
                  <a:cubicBezTo>
                    <a:pt x="7157" y="1295"/>
                    <a:pt x="6604" y="867"/>
                    <a:pt x="5885" y="867"/>
                  </a:cubicBezTo>
                  <a:cubicBezTo>
                    <a:pt x="5725" y="867"/>
                    <a:pt x="5558" y="888"/>
                    <a:pt x="5381" y="933"/>
                  </a:cubicBezTo>
                  <a:cubicBezTo>
                    <a:pt x="5104" y="297"/>
                    <a:pt x="4564" y="1"/>
                    <a:pt x="40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9" name="Google Shape;659;p7"/>
            <p:cNvSpPr/>
            <p:nvPr/>
          </p:nvSpPr>
          <p:spPr>
            <a:xfrm>
              <a:off x="512113" y="5007669"/>
              <a:ext cx="72990" cy="70629"/>
            </a:xfrm>
            <a:custGeom>
              <a:rect b="b" l="l" r="r" t="t"/>
              <a:pathLst>
                <a:path extrusionOk="0" h="883" w="913">
                  <a:moveTo>
                    <a:pt x="822" y="1"/>
                  </a:moveTo>
                  <a:cubicBezTo>
                    <a:pt x="396" y="183"/>
                    <a:pt x="92" y="518"/>
                    <a:pt x="1" y="882"/>
                  </a:cubicBezTo>
                  <a:cubicBezTo>
                    <a:pt x="1" y="882"/>
                    <a:pt x="244" y="457"/>
                    <a:pt x="913" y="214"/>
                  </a:cubicBezTo>
                  <a:lnTo>
                    <a:pt x="82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0" name="Google Shape;660;p7"/>
            <p:cNvSpPr/>
            <p:nvPr/>
          </p:nvSpPr>
          <p:spPr>
            <a:xfrm>
              <a:off x="346867" y="5034464"/>
              <a:ext cx="43890" cy="46233"/>
            </a:xfrm>
            <a:custGeom>
              <a:rect b="b" l="l" r="r" t="t"/>
              <a:pathLst>
                <a:path extrusionOk="0" h="578" w="549">
                  <a:moveTo>
                    <a:pt x="31" y="0"/>
                  </a:moveTo>
                  <a:lnTo>
                    <a:pt x="1" y="152"/>
                  </a:lnTo>
                  <a:cubicBezTo>
                    <a:pt x="1" y="152"/>
                    <a:pt x="396" y="335"/>
                    <a:pt x="548" y="578"/>
                  </a:cubicBezTo>
                  <a:cubicBezTo>
                    <a:pt x="396" y="304"/>
                    <a:pt x="244" y="122"/>
                    <a:pt x="3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61" name="Google Shape;661;p7"/>
          <p:cNvGrpSpPr/>
          <p:nvPr/>
        </p:nvGrpSpPr>
        <p:grpSpPr>
          <a:xfrm>
            <a:off x="0" y="4752988"/>
            <a:ext cx="9144000" cy="354505"/>
            <a:chOff x="0" y="4689888"/>
            <a:chExt cx="9144000" cy="354505"/>
          </a:xfrm>
        </p:grpSpPr>
        <p:grpSp>
          <p:nvGrpSpPr>
            <p:cNvPr id="662" name="Google Shape;662;p7"/>
            <p:cNvGrpSpPr/>
            <p:nvPr/>
          </p:nvGrpSpPr>
          <p:grpSpPr>
            <a:xfrm>
              <a:off x="0" y="4793425"/>
              <a:ext cx="9144000" cy="194975"/>
              <a:chOff x="0" y="4789550"/>
              <a:chExt cx="9144000" cy="194975"/>
            </a:xfrm>
          </p:grpSpPr>
          <p:sp>
            <p:nvSpPr>
              <p:cNvPr id="663" name="Google Shape;663;p7"/>
              <p:cNvSpPr/>
              <p:nvPr/>
            </p:nvSpPr>
            <p:spPr>
              <a:xfrm>
                <a:off x="0" y="4789550"/>
                <a:ext cx="9144000" cy="360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4" name="Google Shape;664;p7"/>
              <p:cNvSpPr/>
              <p:nvPr/>
            </p:nvSpPr>
            <p:spPr>
              <a:xfrm>
                <a:off x="0" y="4948525"/>
                <a:ext cx="9144000" cy="360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65" name="Google Shape;665;p7"/>
            <p:cNvGrpSpPr/>
            <p:nvPr/>
          </p:nvGrpSpPr>
          <p:grpSpPr>
            <a:xfrm>
              <a:off x="28483" y="4689888"/>
              <a:ext cx="9087034" cy="354505"/>
              <a:chOff x="28483" y="4689888"/>
              <a:chExt cx="9087034" cy="354505"/>
            </a:xfrm>
          </p:grpSpPr>
          <p:sp>
            <p:nvSpPr>
              <p:cNvPr id="666" name="Google Shape;666;p7"/>
              <p:cNvSpPr/>
              <p:nvPr/>
            </p:nvSpPr>
            <p:spPr>
              <a:xfrm>
                <a:off x="64010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6" y="1"/>
                      <a:pt x="533" y="8"/>
                      <a:pt x="518" y="24"/>
                    </a:cubicBezTo>
                    <a:lnTo>
                      <a:pt x="62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34" y="4431"/>
                      <a:pt x="1065" y="4401"/>
                      <a:pt x="1156" y="4370"/>
                    </a:cubicBezTo>
                    <a:lnTo>
                      <a:pt x="1156" y="601"/>
                    </a:lnTo>
                    <a:lnTo>
                      <a:pt x="1126" y="571"/>
                    </a:lnTo>
                    <a:lnTo>
                      <a:pt x="670" y="24"/>
                    </a:lnTo>
                    <a:cubicBezTo>
                      <a:pt x="639" y="8"/>
                      <a:pt x="609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7" name="Google Shape;667;p7"/>
              <p:cNvSpPr/>
              <p:nvPr/>
            </p:nvSpPr>
            <p:spPr>
              <a:xfrm>
                <a:off x="79301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3" y="8"/>
                      <a:pt x="517" y="24"/>
                    </a:cubicBezTo>
                    <a:lnTo>
                      <a:pt x="6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34" y="4431"/>
                      <a:pt x="1064" y="4401"/>
                      <a:pt x="1156" y="4370"/>
                    </a:cubicBezTo>
                    <a:lnTo>
                      <a:pt x="1156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9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8" name="Google Shape;668;p7"/>
              <p:cNvSpPr/>
              <p:nvPr/>
            </p:nvSpPr>
            <p:spPr>
              <a:xfrm>
                <a:off x="94592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2" y="4431"/>
                      <a:pt x="122" y="4431"/>
                    </a:cubicBezTo>
                    <a:lnTo>
                      <a:pt x="1003" y="4431"/>
                    </a:lnTo>
                    <a:cubicBezTo>
                      <a:pt x="103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8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9" name="Google Shape;669;p7"/>
              <p:cNvSpPr/>
              <p:nvPr/>
            </p:nvSpPr>
            <p:spPr>
              <a:xfrm>
                <a:off x="109882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1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1" y="4431"/>
                      <a:pt x="122" y="4431"/>
                    </a:cubicBezTo>
                    <a:lnTo>
                      <a:pt x="1003" y="4431"/>
                    </a:lnTo>
                    <a:cubicBezTo>
                      <a:pt x="106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8" y="8"/>
                      <a:pt x="608" y="1"/>
                      <a:pt x="58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0" name="Google Shape;670;p7"/>
              <p:cNvSpPr/>
              <p:nvPr/>
            </p:nvSpPr>
            <p:spPr>
              <a:xfrm>
                <a:off x="1251735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04" y="4431"/>
                      <a:pt x="103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1" name="Google Shape;671;p7"/>
              <p:cNvSpPr/>
              <p:nvPr/>
            </p:nvSpPr>
            <p:spPr>
              <a:xfrm>
                <a:off x="1402243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2" name="Google Shape;672;p7"/>
              <p:cNvSpPr/>
              <p:nvPr/>
            </p:nvSpPr>
            <p:spPr>
              <a:xfrm>
                <a:off x="1552751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64" y="4431"/>
                      <a:pt x="109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3" name="Google Shape;673;p7"/>
              <p:cNvSpPr/>
              <p:nvPr/>
            </p:nvSpPr>
            <p:spPr>
              <a:xfrm>
                <a:off x="751362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4" name="Google Shape;674;p7"/>
              <p:cNvSpPr/>
              <p:nvPr/>
            </p:nvSpPr>
            <p:spPr>
              <a:xfrm>
                <a:off x="7666529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3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5" name="Google Shape;675;p7"/>
              <p:cNvSpPr/>
              <p:nvPr/>
            </p:nvSpPr>
            <p:spPr>
              <a:xfrm>
                <a:off x="7816957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6" name="Google Shape;676;p7"/>
              <p:cNvSpPr/>
              <p:nvPr/>
            </p:nvSpPr>
            <p:spPr>
              <a:xfrm>
                <a:off x="796738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2" y="4431"/>
                      <a:pt x="122" y="4431"/>
                    </a:cubicBezTo>
                    <a:lnTo>
                      <a:pt x="1003" y="4431"/>
                    </a:lnTo>
                    <a:cubicBezTo>
                      <a:pt x="103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8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7" name="Google Shape;677;p7"/>
              <p:cNvSpPr/>
              <p:nvPr/>
            </p:nvSpPr>
            <p:spPr>
              <a:xfrm>
                <a:off x="812029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93" y="1"/>
                    </a:moveTo>
                    <a:cubicBezTo>
                      <a:pt x="562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1" y="4431"/>
                      <a:pt x="122" y="4431"/>
                    </a:cubicBezTo>
                    <a:lnTo>
                      <a:pt x="1003" y="4431"/>
                    </a:lnTo>
                    <a:cubicBezTo>
                      <a:pt x="106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54" y="8"/>
                      <a:pt x="623" y="1"/>
                      <a:pt x="59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8" name="Google Shape;678;p7"/>
              <p:cNvSpPr/>
              <p:nvPr/>
            </p:nvSpPr>
            <p:spPr>
              <a:xfrm>
                <a:off x="8273198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1" y="4431"/>
                      <a:pt x="122" y="4431"/>
                    </a:cubicBezTo>
                    <a:lnTo>
                      <a:pt x="973" y="4431"/>
                    </a:lnTo>
                    <a:cubicBezTo>
                      <a:pt x="1034" y="4431"/>
                      <a:pt x="1065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9" name="Google Shape;679;p7"/>
              <p:cNvSpPr/>
              <p:nvPr/>
            </p:nvSpPr>
            <p:spPr>
              <a:xfrm>
                <a:off x="8423706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34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0" name="Google Shape;680;p7"/>
              <p:cNvSpPr/>
              <p:nvPr/>
            </p:nvSpPr>
            <p:spPr>
              <a:xfrm>
                <a:off x="8574214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64" y="4431"/>
                      <a:pt x="109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1" name="Google Shape;681;p7"/>
              <p:cNvSpPr/>
              <p:nvPr/>
            </p:nvSpPr>
            <p:spPr>
              <a:xfrm>
                <a:off x="8724643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2" y="4431"/>
                      <a:pt x="122" y="4431"/>
                    </a:cubicBezTo>
                    <a:lnTo>
                      <a:pt x="974" y="4431"/>
                    </a:lnTo>
                    <a:cubicBezTo>
                      <a:pt x="1065" y="4431"/>
                      <a:pt x="1095" y="4401"/>
                      <a:pt x="1126" y="4370"/>
                    </a:cubicBezTo>
                    <a:lnTo>
                      <a:pt x="112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4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2" name="Google Shape;682;p7"/>
              <p:cNvSpPr/>
              <p:nvPr/>
            </p:nvSpPr>
            <p:spPr>
              <a:xfrm>
                <a:off x="8875151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74" y="1"/>
                    </a:moveTo>
                    <a:cubicBezTo>
                      <a:pt x="547" y="1"/>
                      <a:pt x="517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122" y="4431"/>
                    </a:cubicBezTo>
                    <a:lnTo>
                      <a:pt x="1003" y="4431"/>
                    </a:lnTo>
                    <a:cubicBezTo>
                      <a:pt x="103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600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3" name="Google Shape;683;p7"/>
              <p:cNvSpPr/>
              <p:nvPr/>
            </p:nvSpPr>
            <p:spPr>
              <a:xfrm>
                <a:off x="736071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4" name="Google Shape;684;p7"/>
              <p:cNvSpPr/>
              <p:nvPr/>
            </p:nvSpPr>
            <p:spPr>
              <a:xfrm>
                <a:off x="720781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5" name="Google Shape;685;p7"/>
              <p:cNvSpPr/>
              <p:nvPr/>
            </p:nvSpPr>
            <p:spPr>
              <a:xfrm>
                <a:off x="705490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6" name="Google Shape;686;p7"/>
              <p:cNvSpPr/>
              <p:nvPr/>
            </p:nvSpPr>
            <p:spPr>
              <a:xfrm>
                <a:off x="690199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7" name="Google Shape;687;p7"/>
              <p:cNvSpPr/>
              <p:nvPr/>
            </p:nvSpPr>
            <p:spPr>
              <a:xfrm>
                <a:off x="674909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8" name="Google Shape;688;p7"/>
              <p:cNvSpPr/>
              <p:nvPr/>
            </p:nvSpPr>
            <p:spPr>
              <a:xfrm>
                <a:off x="659618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9" name="Google Shape;689;p7"/>
              <p:cNvSpPr/>
              <p:nvPr/>
            </p:nvSpPr>
            <p:spPr>
              <a:xfrm>
                <a:off x="644327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0" name="Google Shape;690;p7"/>
              <p:cNvSpPr/>
              <p:nvPr/>
            </p:nvSpPr>
            <p:spPr>
              <a:xfrm>
                <a:off x="629037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1" name="Google Shape;691;p7"/>
              <p:cNvSpPr/>
              <p:nvPr/>
            </p:nvSpPr>
            <p:spPr>
              <a:xfrm>
                <a:off x="613746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2" name="Google Shape;692;p7"/>
              <p:cNvSpPr/>
              <p:nvPr/>
            </p:nvSpPr>
            <p:spPr>
              <a:xfrm>
                <a:off x="598455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3" name="Google Shape;693;p7"/>
              <p:cNvSpPr/>
              <p:nvPr/>
            </p:nvSpPr>
            <p:spPr>
              <a:xfrm>
                <a:off x="583165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4" name="Google Shape;694;p7"/>
              <p:cNvSpPr/>
              <p:nvPr/>
            </p:nvSpPr>
            <p:spPr>
              <a:xfrm>
                <a:off x="567874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5" name="Google Shape;695;p7"/>
              <p:cNvSpPr/>
              <p:nvPr/>
            </p:nvSpPr>
            <p:spPr>
              <a:xfrm>
                <a:off x="552583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6" name="Google Shape;696;p7"/>
              <p:cNvSpPr/>
              <p:nvPr/>
            </p:nvSpPr>
            <p:spPr>
              <a:xfrm>
                <a:off x="537293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7" name="Google Shape;697;p7"/>
              <p:cNvSpPr/>
              <p:nvPr/>
            </p:nvSpPr>
            <p:spPr>
              <a:xfrm>
                <a:off x="522002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8" name="Google Shape;698;p7"/>
              <p:cNvSpPr/>
              <p:nvPr/>
            </p:nvSpPr>
            <p:spPr>
              <a:xfrm>
                <a:off x="506712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9" name="Google Shape;699;p7"/>
              <p:cNvSpPr/>
              <p:nvPr/>
            </p:nvSpPr>
            <p:spPr>
              <a:xfrm>
                <a:off x="491421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0" name="Google Shape;700;p7"/>
              <p:cNvSpPr/>
              <p:nvPr/>
            </p:nvSpPr>
            <p:spPr>
              <a:xfrm>
                <a:off x="476130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1" name="Google Shape;701;p7"/>
              <p:cNvSpPr/>
              <p:nvPr/>
            </p:nvSpPr>
            <p:spPr>
              <a:xfrm>
                <a:off x="460840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2" name="Google Shape;702;p7"/>
              <p:cNvSpPr/>
              <p:nvPr/>
            </p:nvSpPr>
            <p:spPr>
              <a:xfrm>
                <a:off x="445549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3" name="Google Shape;703;p7"/>
              <p:cNvSpPr/>
              <p:nvPr/>
            </p:nvSpPr>
            <p:spPr>
              <a:xfrm>
                <a:off x="430258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4" name="Google Shape;704;p7"/>
              <p:cNvSpPr/>
              <p:nvPr/>
            </p:nvSpPr>
            <p:spPr>
              <a:xfrm>
                <a:off x="414968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5" name="Google Shape;705;p7"/>
              <p:cNvSpPr/>
              <p:nvPr/>
            </p:nvSpPr>
            <p:spPr>
              <a:xfrm>
                <a:off x="399677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6" name="Google Shape;706;p7"/>
              <p:cNvSpPr/>
              <p:nvPr/>
            </p:nvSpPr>
            <p:spPr>
              <a:xfrm>
                <a:off x="384386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7" name="Google Shape;707;p7"/>
              <p:cNvSpPr/>
              <p:nvPr/>
            </p:nvSpPr>
            <p:spPr>
              <a:xfrm>
                <a:off x="369096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8" name="Google Shape;708;p7"/>
              <p:cNvSpPr/>
              <p:nvPr/>
            </p:nvSpPr>
            <p:spPr>
              <a:xfrm>
                <a:off x="353805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9" name="Google Shape;709;p7"/>
              <p:cNvSpPr/>
              <p:nvPr/>
            </p:nvSpPr>
            <p:spPr>
              <a:xfrm>
                <a:off x="338514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0" name="Google Shape;710;p7"/>
              <p:cNvSpPr/>
              <p:nvPr/>
            </p:nvSpPr>
            <p:spPr>
              <a:xfrm>
                <a:off x="323224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1" name="Google Shape;711;p7"/>
              <p:cNvSpPr/>
              <p:nvPr/>
            </p:nvSpPr>
            <p:spPr>
              <a:xfrm>
                <a:off x="307933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2" name="Google Shape;712;p7"/>
              <p:cNvSpPr/>
              <p:nvPr/>
            </p:nvSpPr>
            <p:spPr>
              <a:xfrm>
                <a:off x="292643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3" name="Google Shape;713;p7"/>
              <p:cNvSpPr/>
              <p:nvPr/>
            </p:nvSpPr>
            <p:spPr>
              <a:xfrm>
                <a:off x="277352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4" name="Google Shape;714;p7"/>
              <p:cNvSpPr/>
              <p:nvPr/>
            </p:nvSpPr>
            <p:spPr>
              <a:xfrm>
                <a:off x="262061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5" name="Google Shape;715;p7"/>
              <p:cNvSpPr/>
              <p:nvPr/>
            </p:nvSpPr>
            <p:spPr>
              <a:xfrm>
                <a:off x="246771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6" name="Google Shape;716;p7"/>
              <p:cNvSpPr/>
              <p:nvPr/>
            </p:nvSpPr>
            <p:spPr>
              <a:xfrm>
                <a:off x="231480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7" name="Google Shape;717;p7"/>
              <p:cNvSpPr/>
              <p:nvPr/>
            </p:nvSpPr>
            <p:spPr>
              <a:xfrm>
                <a:off x="216189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8" name="Google Shape;718;p7"/>
              <p:cNvSpPr/>
              <p:nvPr/>
            </p:nvSpPr>
            <p:spPr>
              <a:xfrm>
                <a:off x="200899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9" name="Google Shape;719;p7"/>
              <p:cNvSpPr/>
              <p:nvPr/>
            </p:nvSpPr>
            <p:spPr>
              <a:xfrm>
                <a:off x="185608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0" name="Google Shape;720;p7"/>
              <p:cNvSpPr/>
              <p:nvPr/>
            </p:nvSpPr>
            <p:spPr>
              <a:xfrm>
                <a:off x="170317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1" name="Google Shape;721;p7"/>
              <p:cNvSpPr/>
              <p:nvPr/>
            </p:nvSpPr>
            <p:spPr>
              <a:xfrm>
                <a:off x="48720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2" name="Google Shape;722;p7"/>
              <p:cNvSpPr/>
              <p:nvPr/>
            </p:nvSpPr>
            <p:spPr>
              <a:xfrm>
                <a:off x="33429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3" name="Google Shape;723;p7"/>
              <p:cNvSpPr/>
              <p:nvPr/>
            </p:nvSpPr>
            <p:spPr>
              <a:xfrm>
                <a:off x="18139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4" name="Google Shape;724;p7"/>
              <p:cNvSpPr/>
              <p:nvPr/>
            </p:nvSpPr>
            <p:spPr>
              <a:xfrm>
                <a:off x="2848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5" name="Google Shape;725;p7"/>
              <p:cNvSpPr/>
              <p:nvPr/>
            </p:nvSpPr>
            <p:spPr>
              <a:xfrm>
                <a:off x="9025579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74" y="1"/>
                    </a:moveTo>
                    <a:cubicBezTo>
                      <a:pt x="547" y="1"/>
                      <a:pt x="517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122" y="4431"/>
                    </a:cubicBezTo>
                    <a:lnTo>
                      <a:pt x="1003" y="4431"/>
                    </a:lnTo>
                    <a:cubicBezTo>
                      <a:pt x="103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600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726" name="Google Shape;726;p7"/>
          <p:cNvSpPr/>
          <p:nvPr/>
        </p:nvSpPr>
        <p:spPr>
          <a:xfrm>
            <a:off x="0" y="5107500"/>
            <a:ext cx="9144000" cy="36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7" name="Google Shape;727;p7"/>
          <p:cNvSpPr txBox="1"/>
          <p:nvPr>
            <p:ph idx="1" type="subTitle"/>
          </p:nvPr>
        </p:nvSpPr>
        <p:spPr>
          <a:xfrm>
            <a:off x="720000" y="2718300"/>
            <a:ext cx="2952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28" name="Google Shape;728;p7"/>
          <p:cNvSpPr txBox="1"/>
          <p:nvPr>
            <p:ph type="title"/>
          </p:nvPr>
        </p:nvSpPr>
        <p:spPr>
          <a:xfrm>
            <a:off x="719850" y="1379250"/>
            <a:ext cx="2952000" cy="126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accent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0" name="Google Shape;730;p8"/>
          <p:cNvGrpSpPr/>
          <p:nvPr/>
        </p:nvGrpSpPr>
        <p:grpSpPr>
          <a:xfrm>
            <a:off x="-15975" y="-52"/>
            <a:ext cx="9175950" cy="5143406"/>
            <a:chOff x="-15975" y="-52"/>
            <a:chExt cx="9175950" cy="5143406"/>
          </a:xfrm>
        </p:grpSpPr>
        <p:sp>
          <p:nvSpPr>
            <p:cNvPr id="731" name="Google Shape;731;p8"/>
            <p:cNvSpPr/>
            <p:nvPr/>
          </p:nvSpPr>
          <p:spPr>
            <a:xfrm rot="5400000">
              <a:off x="4570450" y="-378255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2" name="Google Shape;732;p8"/>
            <p:cNvSpPr/>
            <p:nvPr/>
          </p:nvSpPr>
          <p:spPr>
            <a:xfrm rot="5400000">
              <a:off x="4570450" y="-276311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3" name="Google Shape;733;p8"/>
            <p:cNvSpPr/>
            <p:nvPr/>
          </p:nvSpPr>
          <p:spPr>
            <a:xfrm rot="5400000">
              <a:off x="4570450" y="-174368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4" name="Google Shape;734;p8"/>
            <p:cNvSpPr/>
            <p:nvPr/>
          </p:nvSpPr>
          <p:spPr>
            <a:xfrm rot="5400000">
              <a:off x="4570450" y="-72425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5" name="Google Shape;735;p8"/>
            <p:cNvSpPr/>
            <p:nvPr/>
          </p:nvSpPr>
          <p:spPr>
            <a:xfrm rot="5400000">
              <a:off x="4570450" y="295184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6" name="Google Shape;736;p8"/>
            <p:cNvSpPr/>
            <p:nvPr/>
          </p:nvSpPr>
          <p:spPr>
            <a:xfrm rot="5400000">
              <a:off x="4570450" y="-429226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7" name="Google Shape;737;p8"/>
            <p:cNvSpPr/>
            <p:nvPr/>
          </p:nvSpPr>
          <p:spPr>
            <a:xfrm rot="5400000">
              <a:off x="4570450" y="-327283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8" name="Google Shape;738;p8"/>
            <p:cNvSpPr/>
            <p:nvPr/>
          </p:nvSpPr>
          <p:spPr>
            <a:xfrm rot="5400000">
              <a:off x="4570450" y="-225340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9" name="Google Shape;739;p8"/>
            <p:cNvSpPr/>
            <p:nvPr/>
          </p:nvSpPr>
          <p:spPr>
            <a:xfrm rot="5400000">
              <a:off x="4570450" y="-123396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0" name="Google Shape;740;p8"/>
            <p:cNvSpPr/>
            <p:nvPr/>
          </p:nvSpPr>
          <p:spPr>
            <a:xfrm rot="5400000">
              <a:off x="4570450" y="-21453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1" name="Google Shape;741;p8"/>
            <p:cNvSpPr/>
            <p:nvPr/>
          </p:nvSpPr>
          <p:spPr>
            <a:xfrm>
              <a:off x="5081305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2" name="Google Shape;742;p8"/>
            <p:cNvSpPr/>
            <p:nvPr/>
          </p:nvSpPr>
          <p:spPr>
            <a:xfrm>
              <a:off x="6100964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3" name="Google Shape;743;p8"/>
            <p:cNvSpPr/>
            <p:nvPr/>
          </p:nvSpPr>
          <p:spPr>
            <a:xfrm>
              <a:off x="7120623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4" name="Google Shape;744;p8"/>
            <p:cNvSpPr/>
            <p:nvPr/>
          </p:nvSpPr>
          <p:spPr>
            <a:xfrm>
              <a:off x="8140282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5" name="Google Shape;745;p8"/>
            <p:cNvSpPr/>
            <p:nvPr/>
          </p:nvSpPr>
          <p:spPr>
            <a:xfrm>
              <a:off x="5591134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6" name="Google Shape;746;p8"/>
            <p:cNvSpPr/>
            <p:nvPr/>
          </p:nvSpPr>
          <p:spPr>
            <a:xfrm>
              <a:off x="6610793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7" name="Google Shape;747;p8"/>
            <p:cNvSpPr/>
            <p:nvPr/>
          </p:nvSpPr>
          <p:spPr>
            <a:xfrm>
              <a:off x="7630452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8" name="Google Shape;748;p8"/>
            <p:cNvSpPr/>
            <p:nvPr/>
          </p:nvSpPr>
          <p:spPr>
            <a:xfrm>
              <a:off x="8650111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49" name="Google Shape;749;p8"/>
            <p:cNvGrpSpPr/>
            <p:nvPr/>
          </p:nvGrpSpPr>
          <p:grpSpPr>
            <a:xfrm>
              <a:off x="-15975" y="-52"/>
              <a:ext cx="4587484" cy="5143406"/>
              <a:chOff x="-9275" y="-1994782"/>
              <a:chExt cx="4587484" cy="9140583"/>
            </a:xfrm>
          </p:grpSpPr>
          <p:sp>
            <p:nvSpPr>
              <p:cNvPr id="750" name="Google Shape;750;p8"/>
              <p:cNvSpPr/>
              <p:nvPr/>
            </p:nvSpPr>
            <p:spPr>
              <a:xfrm>
                <a:off x="50044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1" name="Google Shape;751;p8"/>
              <p:cNvSpPr/>
              <p:nvPr/>
            </p:nvSpPr>
            <p:spPr>
              <a:xfrm>
                <a:off x="15198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2" name="Google Shape;752;p8"/>
              <p:cNvSpPr/>
              <p:nvPr/>
            </p:nvSpPr>
            <p:spPr>
              <a:xfrm>
                <a:off x="253930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3" name="Google Shape;753;p8"/>
              <p:cNvSpPr/>
              <p:nvPr/>
            </p:nvSpPr>
            <p:spPr>
              <a:xfrm>
                <a:off x="355874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4" name="Google Shape;754;p8"/>
              <p:cNvSpPr/>
              <p:nvPr/>
            </p:nvSpPr>
            <p:spPr>
              <a:xfrm>
                <a:off x="45781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5" name="Google Shape;755;p8"/>
              <p:cNvSpPr/>
              <p:nvPr/>
            </p:nvSpPr>
            <p:spPr>
              <a:xfrm>
                <a:off x="101015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6" name="Google Shape;756;p8"/>
              <p:cNvSpPr/>
              <p:nvPr/>
            </p:nvSpPr>
            <p:spPr>
              <a:xfrm>
                <a:off x="202959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7" name="Google Shape;757;p8"/>
              <p:cNvSpPr/>
              <p:nvPr/>
            </p:nvSpPr>
            <p:spPr>
              <a:xfrm>
                <a:off x="304902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8" name="Google Shape;758;p8"/>
              <p:cNvSpPr/>
              <p:nvPr/>
            </p:nvSpPr>
            <p:spPr>
              <a:xfrm>
                <a:off x="406845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9" name="Google Shape;759;p8"/>
              <p:cNvSpPr/>
              <p:nvPr/>
            </p:nvSpPr>
            <p:spPr>
              <a:xfrm>
                <a:off x="-92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760" name="Google Shape;760;p8"/>
            <p:cNvSpPr/>
            <p:nvPr/>
          </p:nvSpPr>
          <p:spPr>
            <a:xfrm>
              <a:off x="9159941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1" name="Google Shape;761;p8"/>
          <p:cNvSpPr/>
          <p:nvPr/>
        </p:nvSpPr>
        <p:spPr>
          <a:xfrm>
            <a:off x="0" y="-75"/>
            <a:ext cx="9144000" cy="5143500"/>
          </a:xfrm>
          <a:prstGeom prst="rect">
            <a:avLst/>
          </a:prstGeom>
          <a:solidFill>
            <a:srgbClr val="D6E3EA">
              <a:alpha val="398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62" name="Google Shape;762;p8"/>
          <p:cNvGrpSpPr/>
          <p:nvPr/>
        </p:nvGrpSpPr>
        <p:grpSpPr>
          <a:xfrm>
            <a:off x="0" y="4752988"/>
            <a:ext cx="9144000" cy="354505"/>
            <a:chOff x="0" y="4689888"/>
            <a:chExt cx="9144000" cy="354505"/>
          </a:xfrm>
        </p:grpSpPr>
        <p:grpSp>
          <p:nvGrpSpPr>
            <p:cNvPr id="763" name="Google Shape;763;p8"/>
            <p:cNvGrpSpPr/>
            <p:nvPr/>
          </p:nvGrpSpPr>
          <p:grpSpPr>
            <a:xfrm>
              <a:off x="0" y="4793425"/>
              <a:ext cx="9144000" cy="194975"/>
              <a:chOff x="0" y="4789550"/>
              <a:chExt cx="9144000" cy="194975"/>
            </a:xfrm>
          </p:grpSpPr>
          <p:sp>
            <p:nvSpPr>
              <p:cNvPr id="764" name="Google Shape;764;p8"/>
              <p:cNvSpPr/>
              <p:nvPr/>
            </p:nvSpPr>
            <p:spPr>
              <a:xfrm>
                <a:off x="0" y="4789550"/>
                <a:ext cx="9144000" cy="360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5" name="Google Shape;765;p8"/>
              <p:cNvSpPr/>
              <p:nvPr/>
            </p:nvSpPr>
            <p:spPr>
              <a:xfrm>
                <a:off x="0" y="4948525"/>
                <a:ext cx="9144000" cy="360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6" name="Google Shape;766;p8"/>
            <p:cNvGrpSpPr/>
            <p:nvPr/>
          </p:nvGrpSpPr>
          <p:grpSpPr>
            <a:xfrm>
              <a:off x="28483" y="4689888"/>
              <a:ext cx="9087034" cy="354505"/>
              <a:chOff x="28483" y="4689888"/>
              <a:chExt cx="9087034" cy="354505"/>
            </a:xfrm>
          </p:grpSpPr>
          <p:sp>
            <p:nvSpPr>
              <p:cNvPr id="767" name="Google Shape;767;p8"/>
              <p:cNvSpPr/>
              <p:nvPr/>
            </p:nvSpPr>
            <p:spPr>
              <a:xfrm>
                <a:off x="64010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6" y="1"/>
                      <a:pt x="533" y="8"/>
                      <a:pt x="518" y="24"/>
                    </a:cubicBezTo>
                    <a:lnTo>
                      <a:pt x="62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34" y="4431"/>
                      <a:pt x="1065" y="4401"/>
                      <a:pt x="1156" y="4370"/>
                    </a:cubicBezTo>
                    <a:lnTo>
                      <a:pt x="1156" y="601"/>
                    </a:lnTo>
                    <a:lnTo>
                      <a:pt x="1126" y="571"/>
                    </a:lnTo>
                    <a:lnTo>
                      <a:pt x="670" y="24"/>
                    </a:lnTo>
                    <a:cubicBezTo>
                      <a:pt x="639" y="8"/>
                      <a:pt x="609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8" name="Google Shape;768;p8"/>
              <p:cNvSpPr/>
              <p:nvPr/>
            </p:nvSpPr>
            <p:spPr>
              <a:xfrm>
                <a:off x="79301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3" y="8"/>
                      <a:pt x="517" y="24"/>
                    </a:cubicBezTo>
                    <a:lnTo>
                      <a:pt x="6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34" y="4431"/>
                      <a:pt x="1064" y="4401"/>
                      <a:pt x="1156" y="4370"/>
                    </a:cubicBezTo>
                    <a:lnTo>
                      <a:pt x="1156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9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9" name="Google Shape;769;p8"/>
              <p:cNvSpPr/>
              <p:nvPr/>
            </p:nvSpPr>
            <p:spPr>
              <a:xfrm>
                <a:off x="94592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2" y="4431"/>
                      <a:pt x="122" y="4431"/>
                    </a:cubicBezTo>
                    <a:lnTo>
                      <a:pt x="1003" y="4431"/>
                    </a:lnTo>
                    <a:cubicBezTo>
                      <a:pt x="103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8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0" name="Google Shape;770;p8"/>
              <p:cNvSpPr/>
              <p:nvPr/>
            </p:nvSpPr>
            <p:spPr>
              <a:xfrm>
                <a:off x="109882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1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1" y="4431"/>
                      <a:pt x="122" y="4431"/>
                    </a:cubicBezTo>
                    <a:lnTo>
                      <a:pt x="1003" y="4431"/>
                    </a:lnTo>
                    <a:cubicBezTo>
                      <a:pt x="106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8" y="8"/>
                      <a:pt x="608" y="1"/>
                      <a:pt x="58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1" name="Google Shape;771;p8"/>
              <p:cNvSpPr/>
              <p:nvPr/>
            </p:nvSpPr>
            <p:spPr>
              <a:xfrm>
                <a:off x="1251735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04" y="4431"/>
                      <a:pt x="103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2" name="Google Shape;772;p8"/>
              <p:cNvSpPr/>
              <p:nvPr/>
            </p:nvSpPr>
            <p:spPr>
              <a:xfrm>
                <a:off x="1402243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3" name="Google Shape;773;p8"/>
              <p:cNvSpPr/>
              <p:nvPr/>
            </p:nvSpPr>
            <p:spPr>
              <a:xfrm>
                <a:off x="1552751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64" y="4431"/>
                      <a:pt x="109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4" name="Google Shape;774;p8"/>
              <p:cNvSpPr/>
              <p:nvPr/>
            </p:nvSpPr>
            <p:spPr>
              <a:xfrm>
                <a:off x="751362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5" name="Google Shape;775;p8"/>
              <p:cNvSpPr/>
              <p:nvPr/>
            </p:nvSpPr>
            <p:spPr>
              <a:xfrm>
                <a:off x="7666529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3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6" name="Google Shape;776;p8"/>
              <p:cNvSpPr/>
              <p:nvPr/>
            </p:nvSpPr>
            <p:spPr>
              <a:xfrm>
                <a:off x="7816957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7" name="Google Shape;777;p8"/>
              <p:cNvSpPr/>
              <p:nvPr/>
            </p:nvSpPr>
            <p:spPr>
              <a:xfrm>
                <a:off x="796738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2" y="4431"/>
                      <a:pt x="122" y="4431"/>
                    </a:cubicBezTo>
                    <a:lnTo>
                      <a:pt x="1003" y="4431"/>
                    </a:lnTo>
                    <a:cubicBezTo>
                      <a:pt x="103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8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8" name="Google Shape;778;p8"/>
              <p:cNvSpPr/>
              <p:nvPr/>
            </p:nvSpPr>
            <p:spPr>
              <a:xfrm>
                <a:off x="812029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93" y="1"/>
                    </a:moveTo>
                    <a:cubicBezTo>
                      <a:pt x="562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1" y="4431"/>
                      <a:pt x="122" y="4431"/>
                    </a:cubicBezTo>
                    <a:lnTo>
                      <a:pt x="1003" y="4431"/>
                    </a:lnTo>
                    <a:cubicBezTo>
                      <a:pt x="106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54" y="8"/>
                      <a:pt x="623" y="1"/>
                      <a:pt x="59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9" name="Google Shape;779;p8"/>
              <p:cNvSpPr/>
              <p:nvPr/>
            </p:nvSpPr>
            <p:spPr>
              <a:xfrm>
                <a:off x="8273198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1" y="4431"/>
                      <a:pt x="122" y="4431"/>
                    </a:cubicBezTo>
                    <a:lnTo>
                      <a:pt x="973" y="4431"/>
                    </a:lnTo>
                    <a:cubicBezTo>
                      <a:pt x="1034" y="4431"/>
                      <a:pt x="1065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0" name="Google Shape;780;p8"/>
              <p:cNvSpPr/>
              <p:nvPr/>
            </p:nvSpPr>
            <p:spPr>
              <a:xfrm>
                <a:off x="8423706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34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1" name="Google Shape;781;p8"/>
              <p:cNvSpPr/>
              <p:nvPr/>
            </p:nvSpPr>
            <p:spPr>
              <a:xfrm>
                <a:off x="8574214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64" y="4431"/>
                      <a:pt x="109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2" name="Google Shape;782;p8"/>
              <p:cNvSpPr/>
              <p:nvPr/>
            </p:nvSpPr>
            <p:spPr>
              <a:xfrm>
                <a:off x="8724643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2" y="4431"/>
                      <a:pt x="122" y="4431"/>
                    </a:cubicBezTo>
                    <a:lnTo>
                      <a:pt x="974" y="4431"/>
                    </a:lnTo>
                    <a:cubicBezTo>
                      <a:pt x="1065" y="4431"/>
                      <a:pt x="1095" y="4401"/>
                      <a:pt x="1126" y="4370"/>
                    </a:cubicBezTo>
                    <a:lnTo>
                      <a:pt x="112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4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3" name="Google Shape;783;p8"/>
              <p:cNvSpPr/>
              <p:nvPr/>
            </p:nvSpPr>
            <p:spPr>
              <a:xfrm>
                <a:off x="8875151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74" y="1"/>
                    </a:moveTo>
                    <a:cubicBezTo>
                      <a:pt x="547" y="1"/>
                      <a:pt x="517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122" y="4431"/>
                    </a:cubicBezTo>
                    <a:lnTo>
                      <a:pt x="1003" y="4431"/>
                    </a:lnTo>
                    <a:cubicBezTo>
                      <a:pt x="103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600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4" name="Google Shape;784;p8"/>
              <p:cNvSpPr/>
              <p:nvPr/>
            </p:nvSpPr>
            <p:spPr>
              <a:xfrm>
                <a:off x="736071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5" name="Google Shape;785;p8"/>
              <p:cNvSpPr/>
              <p:nvPr/>
            </p:nvSpPr>
            <p:spPr>
              <a:xfrm>
                <a:off x="720781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6" name="Google Shape;786;p8"/>
              <p:cNvSpPr/>
              <p:nvPr/>
            </p:nvSpPr>
            <p:spPr>
              <a:xfrm>
                <a:off x="705490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7" name="Google Shape;787;p8"/>
              <p:cNvSpPr/>
              <p:nvPr/>
            </p:nvSpPr>
            <p:spPr>
              <a:xfrm>
                <a:off x="690199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8" name="Google Shape;788;p8"/>
              <p:cNvSpPr/>
              <p:nvPr/>
            </p:nvSpPr>
            <p:spPr>
              <a:xfrm>
                <a:off x="674909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9" name="Google Shape;789;p8"/>
              <p:cNvSpPr/>
              <p:nvPr/>
            </p:nvSpPr>
            <p:spPr>
              <a:xfrm>
                <a:off x="659618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0" name="Google Shape;790;p8"/>
              <p:cNvSpPr/>
              <p:nvPr/>
            </p:nvSpPr>
            <p:spPr>
              <a:xfrm>
                <a:off x="644327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1" name="Google Shape;791;p8"/>
              <p:cNvSpPr/>
              <p:nvPr/>
            </p:nvSpPr>
            <p:spPr>
              <a:xfrm>
                <a:off x="629037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2" name="Google Shape;792;p8"/>
              <p:cNvSpPr/>
              <p:nvPr/>
            </p:nvSpPr>
            <p:spPr>
              <a:xfrm>
                <a:off x="613746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3" name="Google Shape;793;p8"/>
              <p:cNvSpPr/>
              <p:nvPr/>
            </p:nvSpPr>
            <p:spPr>
              <a:xfrm>
                <a:off x="598455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4" name="Google Shape;794;p8"/>
              <p:cNvSpPr/>
              <p:nvPr/>
            </p:nvSpPr>
            <p:spPr>
              <a:xfrm>
                <a:off x="583165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5" name="Google Shape;795;p8"/>
              <p:cNvSpPr/>
              <p:nvPr/>
            </p:nvSpPr>
            <p:spPr>
              <a:xfrm>
                <a:off x="567874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6" name="Google Shape;796;p8"/>
              <p:cNvSpPr/>
              <p:nvPr/>
            </p:nvSpPr>
            <p:spPr>
              <a:xfrm>
                <a:off x="552583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7" name="Google Shape;797;p8"/>
              <p:cNvSpPr/>
              <p:nvPr/>
            </p:nvSpPr>
            <p:spPr>
              <a:xfrm>
                <a:off x="537293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8" name="Google Shape;798;p8"/>
              <p:cNvSpPr/>
              <p:nvPr/>
            </p:nvSpPr>
            <p:spPr>
              <a:xfrm>
                <a:off x="522002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9" name="Google Shape;799;p8"/>
              <p:cNvSpPr/>
              <p:nvPr/>
            </p:nvSpPr>
            <p:spPr>
              <a:xfrm>
                <a:off x="506712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0" name="Google Shape;800;p8"/>
              <p:cNvSpPr/>
              <p:nvPr/>
            </p:nvSpPr>
            <p:spPr>
              <a:xfrm>
                <a:off x="491421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1" name="Google Shape;801;p8"/>
              <p:cNvSpPr/>
              <p:nvPr/>
            </p:nvSpPr>
            <p:spPr>
              <a:xfrm>
                <a:off x="476130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2" name="Google Shape;802;p8"/>
              <p:cNvSpPr/>
              <p:nvPr/>
            </p:nvSpPr>
            <p:spPr>
              <a:xfrm>
                <a:off x="460840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3" name="Google Shape;803;p8"/>
              <p:cNvSpPr/>
              <p:nvPr/>
            </p:nvSpPr>
            <p:spPr>
              <a:xfrm>
                <a:off x="445549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4" name="Google Shape;804;p8"/>
              <p:cNvSpPr/>
              <p:nvPr/>
            </p:nvSpPr>
            <p:spPr>
              <a:xfrm>
                <a:off x="430258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5" name="Google Shape;805;p8"/>
              <p:cNvSpPr/>
              <p:nvPr/>
            </p:nvSpPr>
            <p:spPr>
              <a:xfrm>
                <a:off x="414968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6" name="Google Shape;806;p8"/>
              <p:cNvSpPr/>
              <p:nvPr/>
            </p:nvSpPr>
            <p:spPr>
              <a:xfrm>
                <a:off x="399677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7" name="Google Shape;807;p8"/>
              <p:cNvSpPr/>
              <p:nvPr/>
            </p:nvSpPr>
            <p:spPr>
              <a:xfrm>
                <a:off x="384386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8" name="Google Shape;808;p8"/>
              <p:cNvSpPr/>
              <p:nvPr/>
            </p:nvSpPr>
            <p:spPr>
              <a:xfrm>
                <a:off x="369096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9" name="Google Shape;809;p8"/>
              <p:cNvSpPr/>
              <p:nvPr/>
            </p:nvSpPr>
            <p:spPr>
              <a:xfrm>
                <a:off x="353805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0" name="Google Shape;810;p8"/>
              <p:cNvSpPr/>
              <p:nvPr/>
            </p:nvSpPr>
            <p:spPr>
              <a:xfrm>
                <a:off x="338514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1" name="Google Shape;811;p8"/>
              <p:cNvSpPr/>
              <p:nvPr/>
            </p:nvSpPr>
            <p:spPr>
              <a:xfrm>
                <a:off x="323224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2" name="Google Shape;812;p8"/>
              <p:cNvSpPr/>
              <p:nvPr/>
            </p:nvSpPr>
            <p:spPr>
              <a:xfrm>
                <a:off x="307933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3" name="Google Shape;813;p8"/>
              <p:cNvSpPr/>
              <p:nvPr/>
            </p:nvSpPr>
            <p:spPr>
              <a:xfrm>
                <a:off x="292643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4" name="Google Shape;814;p8"/>
              <p:cNvSpPr/>
              <p:nvPr/>
            </p:nvSpPr>
            <p:spPr>
              <a:xfrm>
                <a:off x="277352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5" name="Google Shape;815;p8"/>
              <p:cNvSpPr/>
              <p:nvPr/>
            </p:nvSpPr>
            <p:spPr>
              <a:xfrm>
                <a:off x="262061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6" name="Google Shape;816;p8"/>
              <p:cNvSpPr/>
              <p:nvPr/>
            </p:nvSpPr>
            <p:spPr>
              <a:xfrm>
                <a:off x="246771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7" name="Google Shape;817;p8"/>
              <p:cNvSpPr/>
              <p:nvPr/>
            </p:nvSpPr>
            <p:spPr>
              <a:xfrm>
                <a:off x="231480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8" name="Google Shape;818;p8"/>
              <p:cNvSpPr/>
              <p:nvPr/>
            </p:nvSpPr>
            <p:spPr>
              <a:xfrm>
                <a:off x="216189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9" name="Google Shape;819;p8"/>
              <p:cNvSpPr/>
              <p:nvPr/>
            </p:nvSpPr>
            <p:spPr>
              <a:xfrm>
                <a:off x="200899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0" name="Google Shape;820;p8"/>
              <p:cNvSpPr/>
              <p:nvPr/>
            </p:nvSpPr>
            <p:spPr>
              <a:xfrm>
                <a:off x="185608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1" name="Google Shape;821;p8"/>
              <p:cNvSpPr/>
              <p:nvPr/>
            </p:nvSpPr>
            <p:spPr>
              <a:xfrm>
                <a:off x="170317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2" name="Google Shape;822;p8"/>
              <p:cNvSpPr/>
              <p:nvPr/>
            </p:nvSpPr>
            <p:spPr>
              <a:xfrm>
                <a:off x="48720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3" name="Google Shape;823;p8"/>
              <p:cNvSpPr/>
              <p:nvPr/>
            </p:nvSpPr>
            <p:spPr>
              <a:xfrm>
                <a:off x="33429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4" name="Google Shape;824;p8"/>
              <p:cNvSpPr/>
              <p:nvPr/>
            </p:nvSpPr>
            <p:spPr>
              <a:xfrm>
                <a:off x="18139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5" name="Google Shape;825;p8"/>
              <p:cNvSpPr/>
              <p:nvPr/>
            </p:nvSpPr>
            <p:spPr>
              <a:xfrm>
                <a:off x="2848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6" name="Google Shape;826;p8"/>
              <p:cNvSpPr/>
              <p:nvPr/>
            </p:nvSpPr>
            <p:spPr>
              <a:xfrm>
                <a:off x="9025579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74" y="1"/>
                    </a:moveTo>
                    <a:cubicBezTo>
                      <a:pt x="547" y="1"/>
                      <a:pt x="517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122" y="4431"/>
                    </a:cubicBezTo>
                    <a:lnTo>
                      <a:pt x="1003" y="4431"/>
                    </a:lnTo>
                    <a:cubicBezTo>
                      <a:pt x="103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600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827" name="Google Shape;827;p8"/>
          <p:cNvGrpSpPr/>
          <p:nvPr/>
        </p:nvGrpSpPr>
        <p:grpSpPr>
          <a:xfrm>
            <a:off x="8500193" y="4148281"/>
            <a:ext cx="592952" cy="967689"/>
            <a:chOff x="8071153" y="3759204"/>
            <a:chExt cx="592952" cy="967689"/>
          </a:xfrm>
        </p:grpSpPr>
        <p:sp>
          <p:nvSpPr>
            <p:cNvPr id="828" name="Google Shape;828;p8"/>
            <p:cNvSpPr/>
            <p:nvPr/>
          </p:nvSpPr>
          <p:spPr>
            <a:xfrm>
              <a:off x="8350560" y="4196816"/>
              <a:ext cx="43890" cy="282116"/>
            </a:xfrm>
            <a:custGeom>
              <a:rect b="b" l="l" r="r" t="t"/>
              <a:pathLst>
                <a:path extrusionOk="0" h="3527" w="549">
                  <a:moveTo>
                    <a:pt x="153" y="0"/>
                  </a:moveTo>
                  <a:lnTo>
                    <a:pt x="1" y="3526"/>
                  </a:lnTo>
                  <a:lnTo>
                    <a:pt x="548" y="3435"/>
                  </a:lnTo>
                  <a:lnTo>
                    <a:pt x="39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9" name="Google Shape;829;p8"/>
            <p:cNvSpPr/>
            <p:nvPr/>
          </p:nvSpPr>
          <p:spPr>
            <a:xfrm>
              <a:off x="8263101" y="4478852"/>
              <a:ext cx="221208" cy="248041"/>
            </a:xfrm>
            <a:custGeom>
              <a:rect b="b" l="l" r="r" t="t"/>
              <a:pathLst>
                <a:path extrusionOk="0" h="3101" w="2767">
                  <a:moveTo>
                    <a:pt x="1" y="0"/>
                  </a:moveTo>
                  <a:lnTo>
                    <a:pt x="396" y="3101"/>
                  </a:lnTo>
                  <a:lnTo>
                    <a:pt x="2402" y="3101"/>
                  </a:lnTo>
                  <a:lnTo>
                    <a:pt x="276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0" name="Google Shape;830;p8"/>
            <p:cNvSpPr/>
            <p:nvPr/>
          </p:nvSpPr>
          <p:spPr>
            <a:xfrm>
              <a:off x="8248551" y="4435099"/>
              <a:ext cx="255184" cy="94865"/>
            </a:xfrm>
            <a:custGeom>
              <a:rect b="b" l="l" r="r" t="t"/>
              <a:pathLst>
                <a:path extrusionOk="0" h="1186" w="3192">
                  <a:moveTo>
                    <a:pt x="3192" y="0"/>
                  </a:moveTo>
                  <a:lnTo>
                    <a:pt x="0" y="61"/>
                  </a:lnTo>
                  <a:lnTo>
                    <a:pt x="61" y="1155"/>
                  </a:lnTo>
                  <a:lnTo>
                    <a:pt x="3040" y="1186"/>
                  </a:lnTo>
                  <a:lnTo>
                    <a:pt x="319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1" name="Google Shape;831;p8"/>
            <p:cNvSpPr/>
            <p:nvPr/>
          </p:nvSpPr>
          <p:spPr>
            <a:xfrm>
              <a:off x="8265579" y="4527484"/>
              <a:ext cx="213853" cy="34075"/>
            </a:xfrm>
            <a:custGeom>
              <a:rect b="b" l="l" r="r" t="t"/>
              <a:pathLst>
                <a:path extrusionOk="0" h="426" w="2675">
                  <a:moveTo>
                    <a:pt x="0" y="0"/>
                  </a:moveTo>
                  <a:lnTo>
                    <a:pt x="91" y="426"/>
                  </a:lnTo>
                  <a:lnTo>
                    <a:pt x="2645" y="122"/>
                  </a:lnTo>
                  <a:lnTo>
                    <a:pt x="2675" y="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48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2" name="Google Shape;832;p8"/>
            <p:cNvSpPr/>
            <p:nvPr/>
          </p:nvSpPr>
          <p:spPr>
            <a:xfrm>
              <a:off x="8318982" y="3766483"/>
              <a:ext cx="36535" cy="58391"/>
            </a:xfrm>
            <a:custGeom>
              <a:rect b="b" l="l" r="r" t="t"/>
              <a:pathLst>
                <a:path extrusionOk="0" h="730" w="457">
                  <a:moveTo>
                    <a:pt x="366" y="0"/>
                  </a:moveTo>
                  <a:cubicBezTo>
                    <a:pt x="366" y="0"/>
                    <a:pt x="122" y="122"/>
                    <a:pt x="62" y="304"/>
                  </a:cubicBezTo>
                  <a:cubicBezTo>
                    <a:pt x="1" y="517"/>
                    <a:pt x="62" y="730"/>
                    <a:pt x="62" y="730"/>
                  </a:cubicBezTo>
                  <a:cubicBezTo>
                    <a:pt x="62" y="730"/>
                    <a:pt x="305" y="608"/>
                    <a:pt x="366" y="426"/>
                  </a:cubicBezTo>
                  <a:cubicBezTo>
                    <a:pt x="457" y="244"/>
                    <a:pt x="366" y="0"/>
                    <a:pt x="36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3" name="Google Shape;833;p8"/>
            <p:cNvSpPr/>
            <p:nvPr/>
          </p:nvSpPr>
          <p:spPr>
            <a:xfrm>
              <a:off x="8248551" y="3759204"/>
              <a:ext cx="58360" cy="65670"/>
            </a:xfrm>
            <a:custGeom>
              <a:rect b="b" l="l" r="r" t="t"/>
              <a:pathLst>
                <a:path extrusionOk="0" h="821" w="730">
                  <a:moveTo>
                    <a:pt x="0" y="0"/>
                  </a:moveTo>
                  <a:cubicBezTo>
                    <a:pt x="0" y="0"/>
                    <a:pt x="0" y="335"/>
                    <a:pt x="183" y="547"/>
                  </a:cubicBezTo>
                  <a:cubicBezTo>
                    <a:pt x="365" y="790"/>
                    <a:pt x="730" y="821"/>
                    <a:pt x="730" y="821"/>
                  </a:cubicBezTo>
                  <a:cubicBezTo>
                    <a:pt x="730" y="821"/>
                    <a:pt x="730" y="487"/>
                    <a:pt x="517" y="243"/>
                  </a:cubicBezTo>
                  <a:cubicBezTo>
                    <a:pt x="335" y="61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4" name="Google Shape;834;p8"/>
            <p:cNvSpPr/>
            <p:nvPr/>
          </p:nvSpPr>
          <p:spPr>
            <a:xfrm>
              <a:off x="8532835" y="4167621"/>
              <a:ext cx="65715" cy="29275"/>
            </a:xfrm>
            <a:custGeom>
              <a:rect b="b" l="l" r="r" t="t"/>
              <a:pathLst>
                <a:path extrusionOk="0" h="366" w="822">
                  <a:moveTo>
                    <a:pt x="396" y="1"/>
                  </a:moveTo>
                  <a:cubicBezTo>
                    <a:pt x="153" y="1"/>
                    <a:pt x="1" y="213"/>
                    <a:pt x="1" y="213"/>
                  </a:cubicBezTo>
                  <a:cubicBezTo>
                    <a:pt x="1" y="213"/>
                    <a:pt x="183" y="365"/>
                    <a:pt x="426" y="365"/>
                  </a:cubicBezTo>
                  <a:cubicBezTo>
                    <a:pt x="669" y="365"/>
                    <a:pt x="821" y="153"/>
                    <a:pt x="821" y="153"/>
                  </a:cubicBezTo>
                  <a:cubicBezTo>
                    <a:pt x="821" y="153"/>
                    <a:pt x="609" y="1"/>
                    <a:pt x="396" y="1"/>
                  </a:cubicBezTo>
                  <a:close/>
                </a:path>
              </a:pathLst>
            </a:custGeom>
            <a:solidFill>
              <a:srgbClr val="7BBFB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5" name="Google Shape;835;p8"/>
            <p:cNvSpPr/>
            <p:nvPr/>
          </p:nvSpPr>
          <p:spPr>
            <a:xfrm>
              <a:off x="8518285" y="4092272"/>
              <a:ext cx="48687" cy="80307"/>
            </a:xfrm>
            <a:custGeom>
              <a:rect b="b" l="l" r="r" t="t"/>
              <a:pathLst>
                <a:path extrusionOk="0" h="1004" w="609">
                  <a:moveTo>
                    <a:pt x="487" y="0"/>
                  </a:moveTo>
                  <a:cubicBezTo>
                    <a:pt x="487" y="0"/>
                    <a:pt x="183" y="152"/>
                    <a:pt x="61" y="426"/>
                  </a:cubicBezTo>
                  <a:cubicBezTo>
                    <a:pt x="0" y="699"/>
                    <a:pt x="122" y="1003"/>
                    <a:pt x="122" y="1003"/>
                  </a:cubicBezTo>
                  <a:cubicBezTo>
                    <a:pt x="122" y="1003"/>
                    <a:pt x="426" y="851"/>
                    <a:pt x="547" y="578"/>
                  </a:cubicBezTo>
                  <a:cubicBezTo>
                    <a:pt x="608" y="304"/>
                    <a:pt x="487" y="0"/>
                    <a:pt x="487" y="0"/>
                  </a:cubicBezTo>
                  <a:close/>
                </a:path>
              </a:pathLst>
            </a:custGeom>
            <a:solidFill>
              <a:srgbClr val="7BBFB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6" name="Google Shape;836;p8"/>
            <p:cNvSpPr/>
            <p:nvPr/>
          </p:nvSpPr>
          <p:spPr>
            <a:xfrm>
              <a:off x="8071153" y="3827914"/>
              <a:ext cx="592952" cy="566871"/>
            </a:xfrm>
            <a:custGeom>
              <a:rect b="b" l="l" r="r" t="t"/>
              <a:pathLst>
                <a:path extrusionOk="0" h="7087" w="7417">
                  <a:moveTo>
                    <a:pt x="3931" y="0"/>
                  </a:moveTo>
                  <a:cubicBezTo>
                    <a:pt x="3624" y="0"/>
                    <a:pt x="3315" y="31"/>
                    <a:pt x="3010" y="83"/>
                  </a:cubicBezTo>
                  <a:cubicBezTo>
                    <a:pt x="1672" y="296"/>
                    <a:pt x="578" y="965"/>
                    <a:pt x="244" y="2363"/>
                  </a:cubicBezTo>
                  <a:cubicBezTo>
                    <a:pt x="0" y="3275"/>
                    <a:pt x="61" y="4430"/>
                    <a:pt x="426" y="5312"/>
                  </a:cubicBezTo>
                  <a:cubicBezTo>
                    <a:pt x="760" y="6132"/>
                    <a:pt x="1520" y="6770"/>
                    <a:pt x="2402" y="6953"/>
                  </a:cubicBezTo>
                  <a:cubicBezTo>
                    <a:pt x="2775" y="7038"/>
                    <a:pt x="3182" y="7086"/>
                    <a:pt x="3592" y="7086"/>
                  </a:cubicBezTo>
                  <a:cubicBezTo>
                    <a:pt x="4351" y="7086"/>
                    <a:pt x="5123" y="6922"/>
                    <a:pt x="5715" y="6527"/>
                  </a:cubicBezTo>
                  <a:cubicBezTo>
                    <a:pt x="6049" y="6315"/>
                    <a:pt x="6353" y="6071"/>
                    <a:pt x="6657" y="5767"/>
                  </a:cubicBezTo>
                  <a:cubicBezTo>
                    <a:pt x="7022" y="5342"/>
                    <a:pt x="7235" y="4825"/>
                    <a:pt x="7295" y="4308"/>
                  </a:cubicBezTo>
                  <a:cubicBezTo>
                    <a:pt x="7417" y="3640"/>
                    <a:pt x="7417" y="3032"/>
                    <a:pt x="7265" y="2515"/>
                  </a:cubicBezTo>
                  <a:cubicBezTo>
                    <a:pt x="7022" y="1634"/>
                    <a:pt x="6505" y="874"/>
                    <a:pt x="5593" y="387"/>
                  </a:cubicBezTo>
                  <a:cubicBezTo>
                    <a:pt x="5077" y="109"/>
                    <a:pt x="4509" y="0"/>
                    <a:pt x="393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37" name="Google Shape;837;p8"/>
          <p:cNvGrpSpPr/>
          <p:nvPr/>
        </p:nvGrpSpPr>
        <p:grpSpPr>
          <a:xfrm>
            <a:off x="50855" y="4148281"/>
            <a:ext cx="592952" cy="967689"/>
            <a:chOff x="8071153" y="3759204"/>
            <a:chExt cx="592952" cy="967689"/>
          </a:xfrm>
        </p:grpSpPr>
        <p:sp>
          <p:nvSpPr>
            <p:cNvPr id="838" name="Google Shape;838;p8"/>
            <p:cNvSpPr/>
            <p:nvPr/>
          </p:nvSpPr>
          <p:spPr>
            <a:xfrm>
              <a:off x="8350560" y="4196816"/>
              <a:ext cx="43890" cy="282116"/>
            </a:xfrm>
            <a:custGeom>
              <a:rect b="b" l="l" r="r" t="t"/>
              <a:pathLst>
                <a:path extrusionOk="0" h="3527" w="549">
                  <a:moveTo>
                    <a:pt x="153" y="0"/>
                  </a:moveTo>
                  <a:lnTo>
                    <a:pt x="1" y="3526"/>
                  </a:lnTo>
                  <a:lnTo>
                    <a:pt x="548" y="3435"/>
                  </a:lnTo>
                  <a:lnTo>
                    <a:pt x="39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9" name="Google Shape;839;p8"/>
            <p:cNvSpPr/>
            <p:nvPr/>
          </p:nvSpPr>
          <p:spPr>
            <a:xfrm>
              <a:off x="8263101" y="4478852"/>
              <a:ext cx="221208" cy="248041"/>
            </a:xfrm>
            <a:custGeom>
              <a:rect b="b" l="l" r="r" t="t"/>
              <a:pathLst>
                <a:path extrusionOk="0" h="3101" w="2767">
                  <a:moveTo>
                    <a:pt x="1" y="0"/>
                  </a:moveTo>
                  <a:lnTo>
                    <a:pt x="396" y="3101"/>
                  </a:lnTo>
                  <a:lnTo>
                    <a:pt x="2402" y="3101"/>
                  </a:lnTo>
                  <a:lnTo>
                    <a:pt x="276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0" name="Google Shape;840;p8"/>
            <p:cNvSpPr/>
            <p:nvPr/>
          </p:nvSpPr>
          <p:spPr>
            <a:xfrm>
              <a:off x="8248551" y="4435099"/>
              <a:ext cx="255184" cy="94865"/>
            </a:xfrm>
            <a:custGeom>
              <a:rect b="b" l="l" r="r" t="t"/>
              <a:pathLst>
                <a:path extrusionOk="0" h="1186" w="3192">
                  <a:moveTo>
                    <a:pt x="3192" y="0"/>
                  </a:moveTo>
                  <a:lnTo>
                    <a:pt x="0" y="61"/>
                  </a:lnTo>
                  <a:lnTo>
                    <a:pt x="61" y="1155"/>
                  </a:lnTo>
                  <a:lnTo>
                    <a:pt x="3040" y="1186"/>
                  </a:lnTo>
                  <a:lnTo>
                    <a:pt x="319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1" name="Google Shape;841;p8"/>
            <p:cNvSpPr/>
            <p:nvPr/>
          </p:nvSpPr>
          <p:spPr>
            <a:xfrm>
              <a:off x="8265579" y="4527484"/>
              <a:ext cx="213853" cy="34075"/>
            </a:xfrm>
            <a:custGeom>
              <a:rect b="b" l="l" r="r" t="t"/>
              <a:pathLst>
                <a:path extrusionOk="0" h="426" w="2675">
                  <a:moveTo>
                    <a:pt x="0" y="0"/>
                  </a:moveTo>
                  <a:lnTo>
                    <a:pt x="91" y="426"/>
                  </a:lnTo>
                  <a:lnTo>
                    <a:pt x="2645" y="122"/>
                  </a:lnTo>
                  <a:lnTo>
                    <a:pt x="2675" y="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48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2" name="Google Shape;842;p8"/>
            <p:cNvSpPr/>
            <p:nvPr/>
          </p:nvSpPr>
          <p:spPr>
            <a:xfrm>
              <a:off x="8318982" y="3766483"/>
              <a:ext cx="36535" cy="58391"/>
            </a:xfrm>
            <a:custGeom>
              <a:rect b="b" l="l" r="r" t="t"/>
              <a:pathLst>
                <a:path extrusionOk="0" h="730" w="457">
                  <a:moveTo>
                    <a:pt x="366" y="0"/>
                  </a:moveTo>
                  <a:cubicBezTo>
                    <a:pt x="366" y="0"/>
                    <a:pt x="122" y="122"/>
                    <a:pt x="62" y="304"/>
                  </a:cubicBezTo>
                  <a:cubicBezTo>
                    <a:pt x="1" y="517"/>
                    <a:pt x="62" y="730"/>
                    <a:pt x="62" y="730"/>
                  </a:cubicBezTo>
                  <a:cubicBezTo>
                    <a:pt x="62" y="730"/>
                    <a:pt x="305" y="608"/>
                    <a:pt x="366" y="426"/>
                  </a:cubicBezTo>
                  <a:cubicBezTo>
                    <a:pt x="457" y="244"/>
                    <a:pt x="366" y="0"/>
                    <a:pt x="36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3" name="Google Shape;843;p8"/>
            <p:cNvSpPr/>
            <p:nvPr/>
          </p:nvSpPr>
          <p:spPr>
            <a:xfrm>
              <a:off x="8248551" y="3759204"/>
              <a:ext cx="58360" cy="65670"/>
            </a:xfrm>
            <a:custGeom>
              <a:rect b="b" l="l" r="r" t="t"/>
              <a:pathLst>
                <a:path extrusionOk="0" h="821" w="730">
                  <a:moveTo>
                    <a:pt x="0" y="0"/>
                  </a:moveTo>
                  <a:cubicBezTo>
                    <a:pt x="0" y="0"/>
                    <a:pt x="0" y="335"/>
                    <a:pt x="183" y="547"/>
                  </a:cubicBezTo>
                  <a:cubicBezTo>
                    <a:pt x="365" y="790"/>
                    <a:pt x="730" y="821"/>
                    <a:pt x="730" y="821"/>
                  </a:cubicBezTo>
                  <a:cubicBezTo>
                    <a:pt x="730" y="821"/>
                    <a:pt x="730" y="487"/>
                    <a:pt x="517" y="243"/>
                  </a:cubicBezTo>
                  <a:cubicBezTo>
                    <a:pt x="335" y="61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4" name="Google Shape;844;p8"/>
            <p:cNvSpPr/>
            <p:nvPr/>
          </p:nvSpPr>
          <p:spPr>
            <a:xfrm>
              <a:off x="8532835" y="4167621"/>
              <a:ext cx="65715" cy="29275"/>
            </a:xfrm>
            <a:custGeom>
              <a:rect b="b" l="l" r="r" t="t"/>
              <a:pathLst>
                <a:path extrusionOk="0" h="366" w="822">
                  <a:moveTo>
                    <a:pt x="396" y="1"/>
                  </a:moveTo>
                  <a:cubicBezTo>
                    <a:pt x="153" y="1"/>
                    <a:pt x="1" y="213"/>
                    <a:pt x="1" y="213"/>
                  </a:cubicBezTo>
                  <a:cubicBezTo>
                    <a:pt x="1" y="213"/>
                    <a:pt x="183" y="365"/>
                    <a:pt x="426" y="365"/>
                  </a:cubicBezTo>
                  <a:cubicBezTo>
                    <a:pt x="669" y="365"/>
                    <a:pt x="821" y="153"/>
                    <a:pt x="821" y="153"/>
                  </a:cubicBezTo>
                  <a:cubicBezTo>
                    <a:pt x="821" y="153"/>
                    <a:pt x="609" y="1"/>
                    <a:pt x="396" y="1"/>
                  </a:cubicBezTo>
                  <a:close/>
                </a:path>
              </a:pathLst>
            </a:custGeom>
            <a:solidFill>
              <a:srgbClr val="7BBFB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5" name="Google Shape;845;p8"/>
            <p:cNvSpPr/>
            <p:nvPr/>
          </p:nvSpPr>
          <p:spPr>
            <a:xfrm>
              <a:off x="8518285" y="4092272"/>
              <a:ext cx="48687" cy="80307"/>
            </a:xfrm>
            <a:custGeom>
              <a:rect b="b" l="l" r="r" t="t"/>
              <a:pathLst>
                <a:path extrusionOk="0" h="1004" w="609">
                  <a:moveTo>
                    <a:pt x="487" y="0"/>
                  </a:moveTo>
                  <a:cubicBezTo>
                    <a:pt x="487" y="0"/>
                    <a:pt x="183" y="152"/>
                    <a:pt x="61" y="426"/>
                  </a:cubicBezTo>
                  <a:cubicBezTo>
                    <a:pt x="0" y="699"/>
                    <a:pt x="122" y="1003"/>
                    <a:pt x="122" y="1003"/>
                  </a:cubicBezTo>
                  <a:cubicBezTo>
                    <a:pt x="122" y="1003"/>
                    <a:pt x="426" y="851"/>
                    <a:pt x="547" y="578"/>
                  </a:cubicBezTo>
                  <a:cubicBezTo>
                    <a:pt x="608" y="304"/>
                    <a:pt x="487" y="0"/>
                    <a:pt x="487" y="0"/>
                  </a:cubicBezTo>
                  <a:close/>
                </a:path>
              </a:pathLst>
            </a:custGeom>
            <a:solidFill>
              <a:srgbClr val="7BBFB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6" name="Google Shape;846;p8"/>
            <p:cNvSpPr/>
            <p:nvPr/>
          </p:nvSpPr>
          <p:spPr>
            <a:xfrm>
              <a:off x="8071153" y="3827914"/>
              <a:ext cx="592952" cy="566871"/>
            </a:xfrm>
            <a:custGeom>
              <a:rect b="b" l="l" r="r" t="t"/>
              <a:pathLst>
                <a:path extrusionOk="0" h="7087" w="7417">
                  <a:moveTo>
                    <a:pt x="3931" y="0"/>
                  </a:moveTo>
                  <a:cubicBezTo>
                    <a:pt x="3624" y="0"/>
                    <a:pt x="3315" y="31"/>
                    <a:pt x="3010" y="83"/>
                  </a:cubicBezTo>
                  <a:cubicBezTo>
                    <a:pt x="1672" y="296"/>
                    <a:pt x="578" y="965"/>
                    <a:pt x="244" y="2363"/>
                  </a:cubicBezTo>
                  <a:cubicBezTo>
                    <a:pt x="0" y="3275"/>
                    <a:pt x="61" y="4430"/>
                    <a:pt x="426" y="5312"/>
                  </a:cubicBezTo>
                  <a:cubicBezTo>
                    <a:pt x="760" y="6132"/>
                    <a:pt x="1520" y="6770"/>
                    <a:pt x="2402" y="6953"/>
                  </a:cubicBezTo>
                  <a:cubicBezTo>
                    <a:pt x="2775" y="7038"/>
                    <a:pt x="3182" y="7086"/>
                    <a:pt x="3592" y="7086"/>
                  </a:cubicBezTo>
                  <a:cubicBezTo>
                    <a:pt x="4351" y="7086"/>
                    <a:pt x="5123" y="6922"/>
                    <a:pt x="5715" y="6527"/>
                  </a:cubicBezTo>
                  <a:cubicBezTo>
                    <a:pt x="6049" y="6315"/>
                    <a:pt x="6353" y="6071"/>
                    <a:pt x="6657" y="5767"/>
                  </a:cubicBezTo>
                  <a:cubicBezTo>
                    <a:pt x="7022" y="5342"/>
                    <a:pt x="7235" y="4825"/>
                    <a:pt x="7295" y="4308"/>
                  </a:cubicBezTo>
                  <a:cubicBezTo>
                    <a:pt x="7417" y="3640"/>
                    <a:pt x="7417" y="3032"/>
                    <a:pt x="7265" y="2515"/>
                  </a:cubicBezTo>
                  <a:cubicBezTo>
                    <a:pt x="7022" y="1634"/>
                    <a:pt x="6505" y="874"/>
                    <a:pt x="5593" y="387"/>
                  </a:cubicBezTo>
                  <a:cubicBezTo>
                    <a:pt x="5077" y="109"/>
                    <a:pt x="4509" y="0"/>
                    <a:pt x="393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7" name="Google Shape;847;p8"/>
          <p:cNvSpPr/>
          <p:nvPr/>
        </p:nvSpPr>
        <p:spPr>
          <a:xfrm>
            <a:off x="0" y="5107500"/>
            <a:ext cx="9144000" cy="36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8" name="Google Shape;848;p8"/>
          <p:cNvSpPr txBox="1"/>
          <p:nvPr>
            <p:ph type="title"/>
          </p:nvPr>
        </p:nvSpPr>
        <p:spPr>
          <a:xfrm>
            <a:off x="720000" y="1217250"/>
            <a:ext cx="7704000" cy="270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8200"/>
              <a:buNone/>
              <a:defRPr sz="8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0" name="Google Shape;850;p9"/>
          <p:cNvGrpSpPr/>
          <p:nvPr/>
        </p:nvGrpSpPr>
        <p:grpSpPr>
          <a:xfrm>
            <a:off x="-15975" y="-52"/>
            <a:ext cx="9175950" cy="5143406"/>
            <a:chOff x="-15975" y="-52"/>
            <a:chExt cx="9175950" cy="5143406"/>
          </a:xfrm>
        </p:grpSpPr>
        <p:sp>
          <p:nvSpPr>
            <p:cNvPr id="851" name="Google Shape;851;p9"/>
            <p:cNvSpPr/>
            <p:nvPr/>
          </p:nvSpPr>
          <p:spPr>
            <a:xfrm rot="5400000">
              <a:off x="4570450" y="-378255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2" name="Google Shape;852;p9"/>
            <p:cNvSpPr/>
            <p:nvPr/>
          </p:nvSpPr>
          <p:spPr>
            <a:xfrm rot="5400000">
              <a:off x="4570450" y="-276311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3" name="Google Shape;853;p9"/>
            <p:cNvSpPr/>
            <p:nvPr/>
          </p:nvSpPr>
          <p:spPr>
            <a:xfrm rot="5400000">
              <a:off x="4570450" y="-174368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4" name="Google Shape;854;p9"/>
            <p:cNvSpPr/>
            <p:nvPr/>
          </p:nvSpPr>
          <p:spPr>
            <a:xfrm rot="5400000">
              <a:off x="4570450" y="-72425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5" name="Google Shape;855;p9"/>
            <p:cNvSpPr/>
            <p:nvPr/>
          </p:nvSpPr>
          <p:spPr>
            <a:xfrm rot="5400000">
              <a:off x="4570450" y="295184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6" name="Google Shape;856;p9"/>
            <p:cNvSpPr/>
            <p:nvPr/>
          </p:nvSpPr>
          <p:spPr>
            <a:xfrm rot="5400000">
              <a:off x="4570450" y="-429226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7" name="Google Shape;857;p9"/>
            <p:cNvSpPr/>
            <p:nvPr/>
          </p:nvSpPr>
          <p:spPr>
            <a:xfrm rot="5400000">
              <a:off x="4570450" y="-327283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8" name="Google Shape;858;p9"/>
            <p:cNvSpPr/>
            <p:nvPr/>
          </p:nvSpPr>
          <p:spPr>
            <a:xfrm rot="5400000">
              <a:off x="4570450" y="-225340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9" name="Google Shape;859;p9"/>
            <p:cNvSpPr/>
            <p:nvPr/>
          </p:nvSpPr>
          <p:spPr>
            <a:xfrm rot="5400000">
              <a:off x="4570450" y="-123396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0" name="Google Shape;860;p9"/>
            <p:cNvSpPr/>
            <p:nvPr/>
          </p:nvSpPr>
          <p:spPr>
            <a:xfrm rot="5400000">
              <a:off x="4570450" y="-21453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1" name="Google Shape;861;p9"/>
            <p:cNvSpPr/>
            <p:nvPr/>
          </p:nvSpPr>
          <p:spPr>
            <a:xfrm>
              <a:off x="5081305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2" name="Google Shape;862;p9"/>
            <p:cNvSpPr/>
            <p:nvPr/>
          </p:nvSpPr>
          <p:spPr>
            <a:xfrm>
              <a:off x="6100964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3" name="Google Shape;863;p9"/>
            <p:cNvSpPr/>
            <p:nvPr/>
          </p:nvSpPr>
          <p:spPr>
            <a:xfrm>
              <a:off x="7120623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4" name="Google Shape;864;p9"/>
            <p:cNvSpPr/>
            <p:nvPr/>
          </p:nvSpPr>
          <p:spPr>
            <a:xfrm>
              <a:off x="8140282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5" name="Google Shape;865;p9"/>
            <p:cNvSpPr/>
            <p:nvPr/>
          </p:nvSpPr>
          <p:spPr>
            <a:xfrm>
              <a:off x="5591134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6" name="Google Shape;866;p9"/>
            <p:cNvSpPr/>
            <p:nvPr/>
          </p:nvSpPr>
          <p:spPr>
            <a:xfrm>
              <a:off x="6610793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7" name="Google Shape;867;p9"/>
            <p:cNvSpPr/>
            <p:nvPr/>
          </p:nvSpPr>
          <p:spPr>
            <a:xfrm>
              <a:off x="7630452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8" name="Google Shape;868;p9"/>
            <p:cNvSpPr/>
            <p:nvPr/>
          </p:nvSpPr>
          <p:spPr>
            <a:xfrm>
              <a:off x="8650111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69" name="Google Shape;869;p9"/>
            <p:cNvGrpSpPr/>
            <p:nvPr/>
          </p:nvGrpSpPr>
          <p:grpSpPr>
            <a:xfrm>
              <a:off x="-15975" y="-52"/>
              <a:ext cx="4587484" cy="5143406"/>
              <a:chOff x="-9275" y="-1994782"/>
              <a:chExt cx="4587484" cy="9140583"/>
            </a:xfrm>
          </p:grpSpPr>
          <p:sp>
            <p:nvSpPr>
              <p:cNvPr id="870" name="Google Shape;870;p9"/>
              <p:cNvSpPr/>
              <p:nvPr/>
            </p:nvSpPr>
            <p:spPr>
              <a:xfrm>
                <a:off x="50044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1" name="Google Shape;871;p9"/>
              <p:cNvSpPr/>
              <p:nvPr/>
            </p:nvSpPr>
            <p:spPr>
              <a:xfrm>
                <a:off x="15198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2" name="Google Shape;872;p9"/>
              <p:cNvSpPr/>
              <p:nvPr/>
            </p:nvSpPr>
            <p:spPr>
              <a:xfrm>
                <a:off x="253930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3" name="Google Shape;873;p9"/>
              <p:cNvSpPr/>
              <p:nvPr/>
            </p:nvSpPr>
            <p:spPr>
              <a:xfrm>
                <a:off x="355874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4" name="Google Shape;874;p9"/>
              <p:cNvSpPr/>
              <p:nvPr/>
            </p:nvSpPr>
            <p:spPr>
              <a:xfrm>
                <a:off x="45781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5" name="Google Shape;875;p9"/>
              <p:cNvSpPr/>
              <p:nvPr/>
            </p:nvSpPr>
            <p:spPr>
              <a:xfrm>
                <a:off x="101015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6" name="Google Shape;876;p9"/>
              <p:cNvSpPr/>
              <p:nvPr/>
            </p:nvSpPr>
            <p:spPr>
              <a:xfrm>
                <a:off x="202959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7" name="Google Shape;877;p9"/>
              <p:cNvSpPr/>
              <p:nvPr/>
            </p:nvSpPr>
            <p:spPr>
              <a:xfrm>
                <a:off x="304902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8" name="Google Shape;878;p9"/>
              <p:cNvSpPr/>
              <p:nvPr/>
            </p:nvSpPr>
            <p:spPr>
              <a:xfrm>
                <a:off x="406845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9" name="Google Shape;879;p9"/>
              <p:cNvSpPr/>
              <p:nvPr/>
            </p:nvSpPr>
            <p:spPr>
              <a:xfrm>
                <a:off x="-92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880" name="Google Shape;880;p9"/>
            <p:cNvSpPr/>
            <p:nvPr/>
          </p:nvSpPr>
          <p:spPr>
            <a:xfrm>
              <a:off x="9159941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1" name="Google Shape;881;p9"/>
          <p:cNvSpPr/>
          <p:nvPr/>
        </p:nvSpPr>
        <p:spPr>
          <a:xfrm>
            <a:off x="0" y="-100"/>
            <a:ext cx="9144000" cy="5143500"/>
          </a:xfrm>
          <a:prstGeom prst="rect">
            <a:avLst/>
          </a:prstGeom>
          <a:solidFill>
            <a:srgbClr val="D6E3EA">
              <a:alpha val="398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82" name="Google Shape;882;p9"/>
          <p:cNvGrpSpPr/>
          <p:nvPr/>
        </p:nvGrpSpPr>
        <p:grpSpPr>
          <a:xfrm flipH="1">
            <a:off x="0" y="3998946"/>
            <a:ext cx="1496970" cy="1108547"/>
            <a:chOff x="7609470" y="3938246"/>
            <a:chExt cx="1496970" cy="1108547"/>
          </a:xfrm>
        </p:grpSpPr>
        <p:sp>
          <p:nvSpPr>
            <p:cNvPr id="883" name="Google Shape;883;p9"/>
            <p:cNvSpPr/>
            <p:nvPr/>
          </p:nvSpPr>
          <p:spPr>
            <a:xfrm flipH="1">
              <a:off x="7609470" y="3938246"/>
              <a:ext cx="1494572" cy="1108547"/>
            </a:xfrm>
            <a:custGeom>
              <a:rect b="b" l="l" r="r" t="t"/>
              <a:pathLst>
                <a:path extrusionOk="0" h="13859" w="18695">
                  <a:moveTo>
                    <a:pt x="1447" y="0"/>
                  </a:moveTo>
                  <a:cubicBezTo>
                    <a:pt x="1061" y="0"/>
                    <a:pt x="617" y="130"/>
                    <a:pt x="122" y="424"/>
                  </a:cubicBezTo>
                  <a:cubicBezTo>
                    <a:pt x="92" y="424"/>
                    <a:pt x="61" y="454"/>
                    <a:pt x="1" y="454"/>
                  </a:cubicBezTo>
                  <a:lnTo>
                    <a:pt x="1" y="13858"/>
                  </a:lnTo>
                  <a:lnTo>
                    <a:pt x="18694" y="13858"/>
                  </a:lnTo>
                  <a:cubicBezTo>
                    <a:pt x="18451" y="13038"/>
                    <a:pt x="17752" y="12339"/>
                    <a:pt x="16992" y="12035"/>
                  </a:cubicBezTo>
                  <a:cubicBezTo>
                    <a:pt x="16604" y="11877"/>
                    <a:pt x="16196" y="11814"/>
                    <a:pt x="15780" y="11814"/>
                  </a:cubicBezTo>
                  <a:cubicBezTo>
                    <a:pt x="15320" y="11814"/>
                    <a:pt x="14850" y="11891"/>
                    <a:pt x="14389" y="12002"/>
                  </a:cubicBezTo>
                  <a:lnTo>
                    <a:pt x="14389" y="12002"/>
                  </a:lnTo>
                  <a:cubicBezTo>
                    <a:pt x="14540" y="11959"/>
                    <a:pt x="14746" y="11667"/>
                    <a:pt x="14864" y="11548"/>
                  </a:cubicBezTo>
                  <a:cubicBezTo>
                    <a:pt x="15138" y="11244"/>
                    <a:pt x="15351" y="10940"/>
                    <a:pt x="15411" y="10576"/>
                  </a:cubicBezTo>
                  <a:cubicBezTo>
                    <a:pt x="15472" y="10120"/>
                    <a:pt x="15320" y="9664"/>
                    <a:pt x="15047" y="9299"/>
                  </a:cubicBezTo>
                  <a:cubicBezTo>
                    <a:pt x="14653" y="8827"/>
                    <a:pt x="14011" y="8581"/>
                    <a:pt x="13374" y="8581"/>
                  </a:cubicBezTo>
                  <a:cubicBezTo>
                    <a:pt x="13272" y="8581"/>
                    <a:pt x="13171" y="8588"/>
                    <a:pt x="13071" y="8600"/>
                  </a:cubicBezTo>
                  <a:lnTo>
                    <a:pt x="12980" y="8600"/>
                  </a:lnTo>
                  <a:cubicBezTo>
                    <a:pt x="12828" y="8630"/>
                    <a:pt x="12706" y="8630"/>
                    <a:pt x="12554" y="8691"/>
                  </a:cubicBezTo>
                  <a:cubicBezTo>
                    <a:pt x="12213" y="8835"/>
                    <a:pt x="11894" y="9021"/>
                    <a:pt x="11601" y="9243"/>
                  </a:cubicBezTo>
                  <a:lnTo>
                    <a:pt x="11601" y="9243"/>
                  </a:lnTo>
                  <a:cubicBezTo>
                    <a:pt x="11894" y="8923"/>
                    <a:pt x="12183" y="8555"/>
                    <a:pt x="12311" y="8235"/>
                  </a:cubicBezTo>
                  <a:cubicBezTo>
                    <a:pt x="13246" y="6312"/>
                    <a:pt x="11645" y="3636"/>
                    <a:pt x="9345" y="3636"/>
                  </a:cubicBezTo>
                  <a:cubicBezTo>
                    <a:pt x="9028" y="3636"/>
                    <a:pt x="8698" y="3687"/>
                    <a:pt x="8359" y="3798"/>
                  </a:cubicBezTo>
                  <a:cubicBezTo>
                    <a:pt x="7436" y="4182"/>
                    <a:pt x="6643" y="4956"/>
                    <a:pt x="6052" y="5864"/>
                  </a:cubicBezTo>
                  <a:lnTo>
                    <a:pt x="6052" y="5864"/>
                  </a:lnTo>
                  <a:cubicBezTo>
                    <a:pt x="7044" y="3936"/>
                    <a:pt x="6013" y="2566"/>
                    <a:pt x="4822" y="2566"/>
                  </a:cubicBezTo>
                  <a:cubicBezTo>
                    <a:pt x="4146" y="2566"/>
                    <a:pt x="3418" y="3008"/>
                    <a:pt x="2979" y="4041"/>
                  </a:cubicBezTo>
                  <a:cubicBezTo>
                    <a:pt x="3611" y="2050"/>
                    <a:pt x="2981" y="0"/>
                    <a:pt x="144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4" name="Google Shape;884;p9"/>
            <p:cNvSpPr/>
            <p:nvPr/>
          </p:nvSpPr>
          <p:spPr>
            <a:xfrm flipH="1">
              <a:off x="8221849" y="4367699"/>
              <a:ext cx="884591" cy="679094"/>
            </a:xfrm>
            <a:custGeom>
              <a:rect b="b" l="l" r="r" t="t"/>
              <a:pathLst>
                <a:path extrusionOk="0" h="8490" w="11065">
                  <a:moveTo>
                    <a:pt x="486" y="1"/>
                  </a:moveTo>
                  <a:cubicBezTo>
                    <a:pt x="321" y="1"/>
                    <a:pt x="157" y="33"/>
                    <a:pt x="0" y="100"/>
                  </a:cubicBezTo>
                  <a:lnTo>
                    <a:pt x="0" y="8489"/>
                  </a:lnTo>
                  <a:lnTo>
                    <a:pt x="11064" y="8489"/>
                  </a:lnTo>
                  <a:cubicBezTo>
                    <a:pt x="10912" y="8003"/>
                    <a:pt x="10487" y="7578"/>
                    <a:pt x="10031" y="7426"/>
                  </a:cubicBezTo>
                  <a:cubicBezTo>
                    <a:pt x="9799" y="7339"/>
                    <a:pt x="9553" y="7300"/>
                    <a:pt x="9303" y="7300"/>
                  </a:cubicBezTo>
                  <a:cubicBezTo>
                    <a:pt x="9029" y="7300"/>
                    <a:pt x="8751" y="7346"/>
                    <a:pt x="8481" y="7426"/>
                  </a:cubicBezTo>
                  <a:cubicBezTo>
                    <a:pt x="8754" y="6939"/>
                    <a:pt x="8389" y="6271"/>
                    <a:pt x="7903" y="6058"/>
                  </a:cubicBezTo>
                  <a:cubicBezTo>
                    <a:pt x="7756" y="6003"/>
                    <a:pt x="7601" y="5978"/>
                    <a:pt x="7444" y="5978"/>
                  </a:cubicBezTo>
                  <a:cubicBezTo>
                    <a:pt x="7152" y="5978"/>
                    <a:pt x="6851" y="6063"/>
                    <a:pt x="6580" y="6195"/>
                  </a:cubicBezTo>
                  <a:lnTo>
                    <a:pt x="6580" y="6195"/>
                  </a:lnTo>
                  <a:cubicBezTo>
                    <a:pt x="6903" y="5981"/>
                    <a:pt x="7137" y="5620"/>
                    <a:pt x="7265" y="5237"/>
                  </a:cubicBezTo>
                  <a:cubicBezTo>
                    <a:pt x="7801" y="4084"/>
                    <a:pt x="6846" y="2504"/>
                    <a:pt x="5507" y="2504"/>
                  </a:cubicBezTo>
                  <a:cubicBezTo>
                    <a:pt x="5329" y="2504"/>
                    <a:pt x="5144" y="2532"/>
                    <a:pt x="4955" y="2593"/>
                  </a:cubicBezTo>
                  <a:cubicBezTo>
                    <a:pt x="4359" y="2836"/>
                    <a:pt x="3885" y="3321"/>
                    <a:pt x="3509" y="3896"/>
                  </a:cubicBezTo>
                  <a:lnTo>
                    <a:pt x="3509" y="3896"/>
                  </a:lnTo>
                  <a:cubicBezTo>
                    <a:pt x="4180" y="2709"/>
                    <a:pt x="3551" y="1867"/>
                    <a:pt x="2823" y="1867"/>
                  </a:cubicBezTo>
                  <a:cubicBezTo>
                    <a:pt x="2423" y="1867"/>
                    <a:pt x="1993" y="2122"/>
                    <a:pt x="1733" y="2714"/>
                  </a:cubicBezTo>
                  <a:cubicBezTo>
                    <a:pt x="2381" y="1081"/>
                    <a:pt x="1437" y="1"/>
                    <a:pt x="4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5" name="Google Shape;885;p9"/>
            <p:cNvSpPr/>
            <p:nvPr/>
          </p:nvSpPr>
          <p:spPr>
            <a:xfrm flipH="1">
              <a:off x="8165967" y="4144614"/>
              <a:ext cx="82743" cy="75988"/>
            </a:xfrm>
            <a:custGeom>
              <a:rect b="b" l="l" r="r" t="t"/>
              <a:pathLst>
                <a:path extrusionOk="0" h="950" w="1035">
                  <a:moveTo>
                    <a:pt x="998" y="1"/>
                  </a:moveTo>
                  <a:cubicBezTo>
                    <a:pt x="894" y="1"/>
                    <a:pt x="584" y="21"/>
                    <a:pt x="335" y="245"/>
                  </a:cubicBezTo>
                  <a:cubicBezTo>
                    <a:pt x="31" y="488"/>
                    <a:pt x="1" y="944"/>
                    <a:pt x="1" y="944"/>
                  </a:cubicBezTo>
                  <a:cubicBezTo>
                    <a:pt x="1" y="944"/>
                    <a:pt x="38" y="950"/>
                    <a:pt x="99" y="950"/>
                  </a:cubicBezTo>
                  <a:cubicBezTo>
                    <a:pt x="235" y="950"/>
                    <a:pt x="490" y="921"/>
                    <a:pt x="700" y="731"/>
                  </a:cubicBezTo>
                  <a:cubicBezTo>
                    <a:pt x="1004" y="458"/>
                    <a:pt x="1034" y="2"/>
                    <a:pt x="1034" y="2"/>
                  </a:cubicBezTo>
                  <a:cubicBezTo>
                    <a:pt x="1034" y="2"/>
                    <a:pt x="1021" y="1"/>
                    <a:pt x="99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6" name="Google Shape;886;p9"/>
            <p:cNvSpPr/>
            <p:nvPr/>
          </p:nvSpPr>
          <p:spPr>
            <a:xfrm flipH="1">
              <a:off x="8853654" y="4378097"/>
              <a:ext cx="82743" cy="116782"/>
            </a:xfrm>
            <a:custGeom>
              <a:rect b="b" l="l" r="r" t="t"/>
              <a:pathLst>
                <a:path extrusionOk="0" h="1460" w="1035">
                  <a:moveTo>
                    <a:pt x="913" y="1"/>
                  </a:moveTo>
                  <a:lnTo>
                    <a:pt x="913" y="1"/>
                  </a:lnTo>
                  <a:cubicBezTo>
                    <a:pt x="913" y="1"/>
                    <a:pt x="457" y="153"/>
                    <a:pt x="244" y="548"/>
                  </a:cubicBezTo>
                  <a:cubicBezTo>
                    <a:pt x="1" y="913"/>
                    <a:pt x="123" y="1460"/>
                    <a:pt x="123" y="1460"/>
                  </a:cubicBezTo>
                  <a:cubicBezTo>
                    <a:pt x="123" y="1460"/>
                    <a:pt x="578" y="1308"/>
                    <a:pt x="791" y="913"/>
                  </a:cubicBezTo>
                  <a:cubicBezTo>
                    <a:pt x="1034" y="548"/>
                    <a:pt x="913" y="1"/>
                    <a:pt x="9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7" name="Google Shape;887;p9"/>
            <p:cNvSpPr/>
            <p:nvPr/>
          </p:nvSpPr>
          <p:spPr>
            <a:xfrm flipH="1">
              <a:off x="8255906" y="4047429"/>
              <a:ext cx="77786" cy="165414"/>
            </a:xfrm>
            <a:custGeom>
              <a:rect b="b" l="l" r="r" t="t"/>
              <a:pathLst>
                <a:path extrusionOk="0" h="2068" w="973">
                  <a:moveTo>
                    <a:pt x="243" y="1"/>
                  </a:moveTo>
                  <a:cubicBezTo>
                    <a:pt x="243" y="1"/>
                    <a:pt x="0" y="578"/>
                    <a:pt x="91" y="1156"/>
                  </a:cubicBezTo>
                  <a:cubicBezTo>
                    <a:pt x="213" y="1703"/>
                    <a:pt x="699" y="2068"/>
                    <a:pt x="699" y="2068"/>
                  </a:cubicBezTo>
                  <a:cubicBezTo>
                    <a:pt x="699" y="2068"/>
                    <a:pt x="973" y="1490"/>
                    <a:pt x="851" y="913"/>
                  </a:cubicBezTo>
                  <a:cubicBezTo>
                    <a:pt x="760" y="335"/>
                    <a:pt x="243" y="1"/>
                    <a:pt x="2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88" name="Google Shape;888;p9"/>
          <p:cNvGrpSpPr/>
          <p:nvPr/>
        </p:nvGrpSpPr>
        <p:grpSpPr>
          <a:xfrm>
            <a:off x="0" y="4752988"/>
            <a:ext cx="9144000" cy="354505"/>
            <a:chOff x="0" y="4689888"/>
            <a:chExt cx="9144000" cy="354505"/>
          </a:xfrm>
        </p:grpSpPr>
        <p:grpSp>
          <p:nvGrpSpPr>
            <p:cNvPr id="889" name="Google Shape;889;p9"/>
            <p:cNvGrpSpPr/>
            <p:nvPr/>
          </p:nvGrpSpPr>
          <p:grpSpPr>
            <a:xfrm>
              <a:off x="0" y="4793425"/>
              <a:ext cx="9144000" cy="194975"/>
              <a:chOff x="0" y="4789550"/>
              <a:chExt cx="9144000" cy="194975"/>
            </a:xfrm>
          </p:grpSpPr>
          <p:sp>
            <p:nvSpPr>
              <p:cNvPr id="890" name="Google Shape;890;p9"/>
              <p:cNvSpPr/>
              <p:nvPr/>
            </p:nvSpPr>
            <p:spPr>
              <a:xfrm>
                <a:off x="0" y="4789550"/>
                <a:ext cx="9144000" cy="360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1" name="Google Shape;891;p9"/>
              <p:cNvSpPr/>
              <p:nvPr/>
            </p:nvSpPr>
            <p:spPr>
              <a:xfrm>
                <a:off x="0" y="4948525"/>
                <a:ext cx="9144000" cy="360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92" name="Google Shape;892;p9"/>
            <p:cNvGrpSpPr/>
            <p:nvPr/>
          </p:nvGrpSpPr>
          <p:grpSpPr>
            <a:xfrm>
              <a:off x="28483" y="4689888"/>
              <a:ext cx="9087034" cy="354505"/>
              <a:chOff x="28483" y="4689888"/>
              <a:chExt cx="9087034" cy="354505"/>
            </a:xfrm>
          </p:grpSpPr>
          <p:sp>
            <p:nvSpPr>
              <p:cNvPr id="893" name="Google Shape;893;p9"/>
              <p:cNvSpPr/>
              <p:nvPr/>
            </p:nvSpPr>
            <p:spPr>
              <a:xfrm>
                <a:off x="64010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6" y="1"/>
                      <a:pt x="533" y="8"/>
                      <a:pt x="518" y="24"/>
                    </a:cubicBezTo>
                    <a:lnTo>
                      <a:pt x="62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34" y="4431"/>
                      <a:pt x="1065" y="4401"/>
                      <a:pt x="1156" y="4370"/>
                    </a:cubicBezTo>
                    <a:lnTo>
                      <a:pt x="1156" y="601"/>
                    </a:lnTo>
                    <a:lnTo>
                      <a:pt x="1126" y="571"/>
                    </a:lnTo>
                    <a:lnTo>
                      <a:pt x="670" y="24"/>
                    </a:lnTo>
                    <a:cubicBezTo>
                      <a:pt x="639" y="8"/>
                      <a:pt x="609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4" name="Google Shape;894;p9"/>
              <p:cNvSpPr/>
              <p:nvPr/>
            </p:nvSpPr>
            <p:spPr>
              <a:xfrm>
                <a:off x="79301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3" y="8"/>
                      <a:pt x="517" y="24"/>
                    </a:cubicBezTo>
                    <a:lnTo>
                      <a:pt x="6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34" y="4431"/>
                      <a:pt x="1064" y="4401"/>
                      <a:pt x="1156" y="4370"/>
                    </a:cubicBezTo>
                    <a:lnTo>
                      <a:pt x="1156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9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5" name="Google Shape;895;p9"/>
              <p:cNvSpPr/>
              <p:nvPr/>
            </p:nvSpPr>
            <p:spPr>
              <a:xfrm>
                <a:off x="94592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2" y="4431"/>
                      <a:pt x="122" y="4431"/>
                    </a:cubicBezTo>
                    <a:lnTo>
                      <a:pt x="1003" y="4431"/>
                    </a:lnTo>
                    <a:cubicBezTo>
                      <a:pt x="103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8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6" name="Google Shape;896;p9"/>
              <p:cNvSpPr/>
              <p:nvPr/>
            </p:nvSpPr>
            <p:spPr>
              <a:xfrm>
                <a:off x="109882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1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1" y="4431"/>
                      <a:pt x="122" y="4431"/>
                    </a:cubicBezTo>
                    <a:lnTo>
                      <a:pt x="1003" y="4431"/>
                    </a:lnTo>
                    <a:cubicBezTo>
                      <a:pt x="106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8" y="8"/>
                      <a:pt x="608" y="1"/>
                      <a:pt x="58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7" name="Google Shape;897;p9"/>
              <p:cNvSpPr/>
              <p:nvPr/>
            </p:nvSpPr>
            <p:spPr>
              <a:xfrm>
                <a:off x="1251735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04" y="4431"/>
                      <a:pt x="103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8" name="Google Shape;898;p9"/>
              <p:cNvSpPr/>
              <p:nvPr/>
            </p:nvSpPr>
            <p:spPr>
              <a:xfrm>
                <a:off x="1402243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9" name="Google Shape;899;p9"/>
              <p:cNvSpPr/>
              <p:nvPr/>
            </p:nvSpPr>
            <p:spPr>
              <a:xfrm>
                <a:off x="1552751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64" y="4431"/>
                      <a:pt x="109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0" name="Google Shape;900;p9"/>
              <p:cNvSpPr/>
              <p:nvPr/>
            </p:nvSpPr>
            <p:spPr>
              <a:xfrm>
                <a:off x="751362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1" name="Google Shape;901;p9"/>
              <p:cNvSpPr/>
              <p:nvPr/>
            </p:nvSpPr>
            <p:spPr>
              <a:xfrm>
                <a:off x="7666529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3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2" name="Google Shape;902;p9"/>
              <p:cNvSpPr/>
              <p:nvPr/>
            </p:nvSpPr>
            <p:spPr>
              <a:xfrm>
                <a:off x="7816957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3" name="Google Shape;903;p9"/>
              <p:cNvSpPr/>
              <p:nvPr/>
            </p:nvSpPr>
            <p:spPr>
              <a:xfrm>
                <a:off x="796738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2" y="4431"/>
                      <a:pt x="122" y="4431"/>
                    </a:cubicBezTo>
                    <a:lnTo>
                      <a:pt x="1003" y="4431"/>
                    </a:lnTo>
                    <a:cubicBezTo>
                      <a:pt x="103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8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4" name="Google Shape;904;p9"/>
              <p:cNvSpPr/>
              <p:nvPr/>
            </p:nvSpPr>
            <p:spPr>
              <a:xfrm>
                <a:off x="812029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93" y="1"/>
                    </a:moveTo>
                    <a:cubicBezTo>
                      <a:pt x="562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1" y="4431"/>
                      <a:pt x="122" y="4431"/>
                    </a:cubicBezTo>
                    <a:lnTo>
                      <a:pt x="1003" y="4431"/>
                    </a:lnTo>
                    <a:cubicBezTo>
                      <a:pt x="106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54" y="8"/>
                      <a:pt x="623" y="1"/>
                      <a:pt x="59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5" name="Google Shape;905;p9"/>
              <p:cNvSpPr/>
              <p:nvPr/>
            </p:nvSpPr>
            <p:spPr>
              <a:xfrm>
                <a:off x="8273198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1" y="4431"/>
                      <a:pt x="122" y="4431"/>
                    </a:cubicBezTo>
                    <a:lnTo>
                      <a:pt x="973" y="4431"/>
                    </a:lnTo>
                    <a:cubicBezTo>
                      <a:pt x="1034" y="4431"/>
                      <a:pt x="1065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6" name="Google Shape;906;p9"/>
              <p:cNvSpPr/>
              <p:nvPr/>
            </p:nvSpPr>
            <p:spPr>
              <a:xfrm>
                <a:off x="8423706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34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7" name="Google Shape;907;p9"/>
              <p:cNvSpPr/>
              <p:nvPr/>
            </p:nvSpPr>
            <p:spPr>
              <a:xfrm>
                <a:off x="8574214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64" y="4431"/>
                      <a:pt x="109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8" name="Google Shape;908;p9"/>
              <p:cNvSpPr/>
              <p:nvPr/>
            </p:nvSpPr>
            <p:spPr>
              <a:xfrm>
                <a:off x="8724643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2" y="4431"/>
                      <a:pt x="122" y="4431"/>
                    </a:cubicBezTo>
                    <a:lnTo>
                      <a:pt x="974" y="4431"/>
                    </a:lnTo>
                    <a:cubicBezTo>
                      <a:pt x="1065" y="4431"/>
                      <a:pt x="1095" y="4401"/>
                      <a:pt x="1126" y="4370"/>
                    </a:cubicBezTo>
                    <a:lnTo>
                      <a:pt x="112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4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9" name="Google Shape;909;p9"/>
              <p:cNvSpPr/>
              <p:nvPr/>
            </p:nvSpPr>
            <p:spPr>
              <a:xfrm>
                <a:off x="8875151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74" y="1"/>
                    </a:moveTo>
                    <a:cubicBezTo>
                      <a:pt x="547" y="1"/>
                      <a:pt x="517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122" y="4431"/>
                    </a:cubicBezTo>
                    <a:lnTo>
                      <a:pt x="1003" y="4431"/>
                    </a:lnTo>
                    <a:cubicBezTo>
                      <a:pt x="103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600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0" name="Google Shape;910;p9"/>
              <p:cNvSpPr/>
              <p:nvPr/>
            </p:nvSpPr>
            <p:spPr>
              <a:xfrm>
                <a:off x="736071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1" name="Google Shape;911;p9"/>
              <p:cNvSpPr/>
              <p:nvPr/>
            </p:nvSpPr>
            <p:spPr>
              <a:xfrm>
                <a:off x="720781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2" name="Google Shape;912;p9"/>
              <p:cNvSpPr/>
              <p:nvPr/>
            </p:nvSpPr>
            <p:spPr>
              <a:xfrm>
                <a:off x="705490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3" name="Google Shape;913;p9"/>
              <p:cNvSpPr/>
              <p:nvPr/>
            </p:nvSpPr>
            <p:spPr>
              <a:xfrm>
                <a:off x="690199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4" name="Google Shape;914;p9"/>
              <p:cNvSpPr/>
              <p:nvPr/>
            </p:nvSpPr>
            <p:spPr>
              <a:xfrm>
                <a:off x="674909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5" name="Google Shape;915;p9"/>
              <p:cNvSpPr/>
              <p:nvPr/>
            </p:nvSpPr>
            <p:spPr>
              <a:xfrm>
                <a:off x="659618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6" name="Google Shape;916;p9"/>
              <p:cNvSpPr/>
              <p:nvPr/>
            </p:nvSpPr>
            <p:spPr>
              <a:xfrm>
                <a:off x="644327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7" name="Google Shape;917;p9"/>
              <p:cNvSpPr/>
              <p:nvPr/>
            </p:nvSpPr>
            <p:spPr>
              <a:xfrm>
                <a:off x="629037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8" name="Google Shape;918;p9"/>
              <p:cNvSpPr/>
              <p:nvPr/>
            </p:nvSpPr>
            <p:spPr>
              <a:xfrm>
                <a:off x="613746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9" name="Google Shape;919;p9"/>
              <p:cNvSpPr/>
              <p:nvPr/>
            </p:nvSpPr>
            <p:spPr>
              <a:xfrm>
                <a:off x="598455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0" name="Google Shape;920;p9"/>
              <p:cNvSpPr/>
              <p:nvPr/>
            </p:nvSpPr>
            <p:spPr>
              <a:xfrm>
                <a:off x="583165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1" name="Google Shape;921;p9"/>
              <p:cNvSpPr/>
              <p:nvPr/>
            </p:nvSpPr>
            <p:spPr>
              <a:xfrm>
                <a:off x="567874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2" name="Google Shape;922;p9"/>
              <p:cNvSpPr/>
              <p:nvPr/>
            </p:nvSpPr>
            <p:spPr>
              <a:xfrm>
                <a:off x="552583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3" name="Google Shape;923;p9"/>
              <p:cNvSpPr/>
              <p:nvPr/>
            </p:nvSpPr>
            <p:spPr>
              <a:xfrm>
                <a:off x="537293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4" name="Google Shape;924;p9"/>
              <p:cNvSpPr/>
              <p:nvPr/>
            </p:nvSpPr>
            <p:spPr>
              <a:xfrm>
                <a:off x="522002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5" name="Google Shape;925;p9"/>
              <p:cNvSpPr/>
              <p:nvPr/>
            </p:nvSpPr>
            <p:spPr>
              <a:xfrm>
                <a:off x="506712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6" name="Google Shape;926;p9"/>
              <p:cNvSpPr/>
              <p:nvPr/>
            </p:nvSpPr>
            <p:spPr>
              <a:xfrm>
                <a:off x="491421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7" name="Google Shape;927;p9"/>
              <p:cNvSpPr/>
              <p:nvPr/>
            </p:nvSpPr>
            <p:spPr>
              <a:xfrm>
                <a:off x="476130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8" name="Google Shape;928;p9"/>
              <p:cNvSpPr/>
              <p:nvPr/>
            </p:nvSpPr>
            <p:spPr>
              <a:xfrm>
                <a:off x="460840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9" name="Google Shape;929;p9"/>
              <p:cNvSpPr/>
              <p:nvPr/>
            </p:nvSpPr>
            <p:spPr>
              <a:xfrm>
                <a:off x="445549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0" name="Google Shape;930;p9"/>
              <p:cNvSpPr/>
              <p:nvPr/>
            </p:nvSpPr>
            <p:spPr>
              <a:xfrm>
                <a:off x="430258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1" name="Google Shape;931;p9"/>
              <p:cNvSpPr/>
              <p:nvPr/>
            </p:nvSpPr>
            <p:spPr>
              <a:xfrm>
                <a:off x="414968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2" name="Google Shape;932;p9"/>
              <p:cNvSpPr/>
              <p:nvPr/>
            </p:nvSpPr>
            <p:spPr>
              <a:xfrm>
                <a:off x="399677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3" name="Google Shape;933;p9"/>
              <p:cNvSpPr/>
              <p:nvPr/>
            </p:nvSpPr>
            <p:spPr>
              <a:xfrm>
                <a:off x="384386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4" name="Google Shape;934;p9"/>
              <p:cNvSpPr/>
              <p:nvPr/>
            </p:nvSpPr>
            <p:spPr>
              <a:xfrm>
                <a:off x="369096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5" name="Google Shape;935;p9"/>
              <p:cNvSpPr/>
              <p:nvPr/>
            </p:nvSpPr>
            <p:spPr>
              <a:xfrm>
                <a:off x="353805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6" name="Google Shape;936;p9"/>
              <p:cNvSpPr/>
              <p:nvPr/>
            </p:nvSpPr>
            <p:spPr>
              <a:xfrm>
                <a:off x="338514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7" name="Google Shape;937;p9"/>
              <p:cNvSpPr/>
              <p:nvPr/>
            </p:nvSpPr>
            <p:spPr>
              <a:xfrm>
                <a:off x="323224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8" name="Google Shape;938;p9"/>
              <p:cNvSpPr/>
              <p:nvPr/>
            </p:nvSpPr>
            <p:spPr>
              <a:xfrm>
                <a:off x="307933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9" name="Google Shape;939;p9"/>
              <p:cNvSpPr/>
              <p:nvPr/>
            </p:nvSpPr>
            <p:spPr>
              <a:xfrm>
                <a:off x="292643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0" name="Google Shape;940;p9"/>
              <p:cNvSpPr/>
              <p:nvPr/>
            </p:nvSpPr>
            <p:spPr>
              <a:xfrm>
                <a:off x="277352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1" name="Google Shape;941;p9"/>
              <p:cNvSpPr/>
              <p:nvPr/>
            </p:nvSpPr>
            <p:spPr>
              <a:xfrm>
                <a:off x="262061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2" name="Google Shape;942;p9"/>
              <p:cNvSpPr/>
              <p:nvPr/>
            </p:nvSpPr>
            <p:spPr>
              <a:xfrm>
                <a:off x="246771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3" name="Google Shape;943;p9"/>
              <p:cNvSpPr/>
              <p:nvPr/>
            </p:nvSpPr>
            <p:spPr>
              <a:xfrm>
                <a:off x="231480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4" name="Google Shape;944;p9"/>
              <p:cNvSpPr/>
              <p:nvPr/>
            </p:nvSpPr>
            <p:spPr>
              <a:xfrm>
                <a:off x="216189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5" name="Google Shape;945;p9"/>
              <p:cNvSpPr/>
              <p:nvPr/>
            </p:nvSpPr>
            <p:spPr>
              <a:xfrm>
                <a:off x="200899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6" name="Google Shape;946;p9"/>
              <p:cNvSpPr/>
              <p:nvPr/>
            </p:nvSpPr>
            <p:spPr>
              <a:xfrm>
                <a:off x="185608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7" name="Google Shape;947;p9"/>
              <p:cNvSpPr/>
              <p:nvPr/>
            </p:nvSpPr>
            <p:spPr>
              <a:xfrm>
                <a:off x="170317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8" name="Google Shape;948;p9"/>
              <p:cNvSpPr/>
              <p:nvPr/>
            </p:nvSpPr>
            <p:spPr>
              <a:xfrm>
                <a:off x="48720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9" name="Google Shape;949;p9"/>
              <p:cNvSpPr/>
              <p:nvPr/>
            </p:nvSpPr>
            <p:spPr>
              <a:xfrm>
                <a:off x="33429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0" name="Google Shape;950;p9"/>
              <p:cNvSpPr/>
              <p:nvPr/>
            </p:nvSpPr>
            <p:spPr>
              <a:xfrm>
                <a:off x="18139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1" name="Google Shape;951;p9"/>
              <p:cNvSpPr/>
              <p:nvPr/>
            </p:nvSpPr>
            <p:spPr>
              <a:xfrm>
                <a:off x="2848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2" name="Google Shape;952;p9"/>
              <p:cNvSpPr/>
              <p:nvPr/>
            </p:nvSpPr>
            <p:spPr>
              <a:xfrm>
                <a:off x="9025579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74" y="1"/>
                    </a:moveTo>
                    <a:cubicBezTo>
                      <a:pt x="547" y="1"/>
                      <a:pt x="517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122" y="4431"/>
                    </a:cubicBezTo>
                    <a:lnTo>
                      <a:pt x="1003" y="4431"/>
                    </a:lnTo>
                    <a:cubicBezTo>
                      <a:pt x="103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600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953" name="Google Shape;953;p9"/>
          <p:cNvSpPr/>
          <p:nvPr/>
        </p:nvSpPr>
        <p:spPr>
          <a:xfrm>
            <a:off x="0" y="5107500"/>
            <a:ext cx="9144000" cy="36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4" name="Google Shape;954;p9"/>
          <p:cNvSpPr txBox="1"/>
          <p:nvPr>
            <p:ph idx="1" type="subTitle"/>
          </p:nvPr>
        </p:nvSpPr>
        <p:spPr>
          <a:xfrm>
            <a:off x="720000" y="2348550"/>
            <a:ext cx="46800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55" name="Google Shape;955;p9"/>
          <p:cNvSpPr txBox="1"/>
          <p:nvPr>
            <p:ph type="title"/>
          </p:nvPr>
        </p:nvSpPr>
        <p:spPr>
          <a:xfrm>
            <a:off x="720000" y="1378950"/>
            <a:ext cx="4680000" cy="81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41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956" name="Google Shape;956;p9"/>
          <p:cNvSpPr/>
          <p:nvPr>
            <p:ph idx="2" type="pic"/>
          </p:nvPr>
        </p:nvSpPr>
        <p:spPr>
          <a:xfrm rot="306130">
            <a:off x="5710381" y="1210676"/>
            <a:ext cx="2732427" cy="2740548"/>
          </a:xfrm>
          <a:prstGeom prst="roundRect">
            <a:avLst>
              <a:gd fmla="val 6611" name="adj"/>
            </a:avLst>
          </a:prstGeom>
          <a:noFill/>
          <a:ln cap="flat" cmpd="sng" w="762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31000"/>
              </a:srgbClr>
            </a:outerShdw>
          </a:effectLst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57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Google Shape;958;p10"/>
          <p:cNvSpPr txBox="1"/>
          <p:nvPr>
            <p:ph type="title"/>
          </p:nvPr>
        </p:nvSpPr>
        <p:spPr>
          <a:xfrm>
            <a:off x="6264000" y="540000"/>
            <a:ext cx="2160000" cy="166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959" name="Google Shape;959;p10"/>
          <p:cNvGrpSpPr/>
          <p:nvPr/>
        </p:nvGrpSpPr>
        <p:grpSpPr>
          <a:xfrm>
            <a:off x="0" y="4752988"/>
            <a:ext cx="9144000" cy="354505"/>
            <a:chOff x="0" y="4689888"/>
            <a:chExt cx="9144000" cy="354505"/>
          </a:xfrm>
        </p:grpSpPr>
        <p:grpSp>
          <p:nvGrpSpPr>
            <p:cNvPr id="960" name="Google Shape;960;p10"/>
            <p:cNvGrpSpPr/>
            <p:nvPr/>
          </p:nvGrpSpPr>
          <p:grpSpPr>
            <a:xfrm>
              <a:off x="0" y="4793425"/>
              <a:ext cx="9144000" cy="194975"/>
              <a:chOff x="0" y="4789550"/>
              <a:chExt cx="9144000" cy="194975"/>
            </a:xfrm>
          </p:grpSpPr>
          <p:sp>
            <p:nvSpPr>
              <p:cNvPr id="961" name="Google Shape;961;p10"/>
              <p:cNvSpPr/>
              <p:nvPr/>
            </p:nvSpPr>
            <p:spPr>
              <a:xfrm>
                <a:off x="0" y="4789550"/>
                <a:ext cx="9144000" cy="360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2" name="Google Shape;962;p10"/>
              <p:cNvSpPr/>
              <p:nvPr/>
            </p:nvSpPr>
            <p:spPr>
              <a:xfrm>
                <a:off x="0" y="4948525"/>
                <a:ext cx="9144000" cy="360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63" name="Google Shape;963;p10"/>
            <p:cNvGrpSpPr/>
            <p:nvPr/>
          </p:nvGrpSpPr>
          <p:grpSpPr>
            <a:xfrm>
              <a:off x="28483" y="4689888"/>
              <a:ext cx="9087034" cy="354505"/>
              <a:chOff x="28483" y="4689888"/>
              <a:chExt cx="9087034" cy="354505"/>
            </a:xfrm>
          </p:grpSpPr>
          <p:sp>
            <p:nvSpPr>
              <p:cNvPr id="964" name="Google Shape;964;p10"/>
              <p:cNvSpPr/>
              <p:nvPr/>
            </p:nvSpPr>
            <p:spPr>
              <a:xfrm>
                <a:off x="64010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6" y="1"/>
                      <a:pt x="533" y="8"/>
                      <a:pt x="518" y="24"/>
                    </a:cubicBezTo>
                    <a:lnTo>
                      <a:pt x="62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34" y="4431"/>
                      <a:pt x="1065" y="4401"/>
                      <a:pt x="1156" y="4370"/>
                    </a:cubicBezTo>
                    <a:lnTo>
                      <a:pt x="1156" y="601"/>
                    </a:lnTo>
                    <a:lnTo>
                      <a:pt x="1126" y="571"/>
                    </a:lnTo>
                    <a:lnTo>
                      <a:pt x="670" y="24"/>
                    </a:lnTo>
                    <a:cubicBezTo>
                      <a:pt x="639" y="8"/>
                      <a:pt x="609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5" name="Google Shape;965;p10"/>
              <p:cNvSpPr/>
              <p:nvPr/>
            </p:nvSpPr>
            <p:spPr>
              <a:xfrm>
                <a:off x="79301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3" y="8"/>
                      <a:pt x="517" y="24"/>
                    </a:cubicBezTo>
                    <a:lnTo>
                      <a:pt x="6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34" y="4431"/>
                      <a:pt x="1064" y="4401"/>
                      <a:pt x="1156" y="4370"/>
                    </a:cubicBezTo>
                    <a:lnTo>
                      <a:pt x="1156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9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6" name="Google Shape;966;p10"/>
              <p:cNvSpPr/>
              <p:nvPr/>
            </p:nvSpPr>
            <p:spPr>
              <a:xfrm>
                <a:off x="94592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2" y="4431"/>
                      <a:pt x="122" y="4431"/>
                    </a:cubicBezTo>
                    <a:lnTo>
                      <a:pt x="1003" y="4431"/>
                    </a:lnTo>
                    <a:cubicBezTo>
                      <a:pt x="103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8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7" name="Google Shape;967;p10"/>
              <p:cNvSpPr/>
              <p:nvPr/>
            </p:nvSpPr>
            <p:spPr>
              <a:xfrm>
                <a:off x="109882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1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1" y="4431"/>
                      <a:pt x="122" y="4431"/>
                    </a:cubicBezTo>
                    <a:lnTo>
                      <a:pt x="1003" y="4431"/>
                    </a:lnTo>
                    <a:cubicBezTo>
                      <a:pt x="106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8" y="8"/>
                      <a:pt x="608" y="1"/>
                      <a:pt x="58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8" name="Google Shape;968;p10"/>
              <p:cNvSpPr/>
              <p:nvPr/>
            </p:nvSpPr>
            <p:spPr>
              <a:xfrm>
                <a:off x="1251735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04" y="4431"/>
                      <a:pt x="103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9" name="Google Shape;969;p10"/>
              <p:cNvSpPr/>
              <p:nvPr/>
            </p:nvSpPr>
            <p:spPr>
              <a:xfrm>
                <a:off x="1402243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0" name="Google Shape;970;p10"/>
              <p:cNvSpPr/>
              <p:nvPr/>
            </p:nvSpPr>
            <p:spPr>
              <a:xfrm>
                <a:off x="1552751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64" y="4431"/>
                      <a:pt x="109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1" name="Google Shape;971;p10"/>
              <p:cNvSpPr/>
              <p:nvPr/>
            </p:nvSpPr>
            <p:spPr>
              <a:xfrm>
                <a:off x="751362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2" name="Google Shape;972;p10"/>
              <p:cNvSpPr/>
              <p:nvPr/>
            </p:nvSpPr>
            <p:spPr>
              <a:xfrm>
                <a:off x="7666529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3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3" name="Google Shape;973;p10"/>
              <p:cNvSpPr/>
              <p:nvPr/>
            </p:nvSpPr>
            <p:spPr>
              <a:xfrm>
                <a:off x="7816957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4" name="Google Shape;974;p10"/>
              <p:cNvSpPr/>
              <p:nvPr/>
            </p:nvSpPr>
            <p:spPr>
              <a:xfrm>
                <a:off x="796738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2" y="4431"/>
                      <a:pt x="122" y="4431"/>
                    </a:cubicBezTo>
                    <a:lnTo>
                      <a:pt x="1003" y="4431"/>
                    </a:lnTo>
                    <a:cubicBezTo>
                      <a:pt x="103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8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5" name="Google Shape;975;p10"/>
              <p:cNvSpPr/>
              <p:nvPr/>
            </p:nvSpPr>
            <p:spPr>
              <a:xfrm>
                <a:off x="812029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93" y="1"/>
                    </a:moveTo>
                    <a:cubicBezTo>
                      <a:pt x="562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1" y="4431"/>
                      <a:pt x="122" y="4431"/>
                    </a:cubicBezTo>
                    <a:lnTo>
                      <a:pt x="1003" y="4431"/>
                    </a:lnTo>
                    <a:cubicBezTo>
                      <a:pt x="106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54" y="8"/>
                      <a:pt x="623" y="1"/>
                      <a:pt x="59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6" name="Google Shape;976;p10"/>
              <p:cNvSpPr/>
              <p:nvPr/>
            </p:nvSpPr>
            <p:spPr>
              <a:xfrm>
                <a:off x="8273198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1" y="4431"/>
                      <a:pt x="122" y="4431"/>
                    </a:cubicBezTo>
                    <a:lnTo>
                      <a:pt x="973" y="4431"/>
                    </a:lnTo>
                    <a:cubicBezTo>
                      <a:pt x="1034" y="4431"/>
                      <a:pt x="1065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7" name="Google Shape;977;p10"/>
              <p:cNvSpPr/>
              <p:nvPr/>
            </p:nvSpPr>
            <p:spPr>
              <a:xfrm>
                <a:off x="8423706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34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8" name="Google Shape;978;p10"/>
              <p:cNvSpPr/>
              <p:nvPr/>
            </p:nvSpPr>
            <p:spPr>
              <a:xfrm>
                <a:off x="8574214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64" y="4431"/>
                      <a:pt x="109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9" name="Google Shape;979;p10"/>
              <p:cNvSpPr/>
              <p:nvPr/>
            </p:nvSpPr>
            <p:spPr>
              <a:xfrm>
                <a:off x="8724643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2" y="4431"/>
                      <a:pt x="122" y="4431"/>
                    </a:cubicBezTo>
                    <a:lnTo>
                      <a:pt x="974" y="4431"/>
                    </a:lnTo>
                    <a:cubicBezTo>
                      <a:pt x="1065" y="4431"/>
                      <a:pt x="1095" y="4401"/>
                      <a:pt x="1126" y="4370"/>
                    </a:cubicBezTo>
                    <a:lnTo>
                      <a:pt x="112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4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0" name="Google Shape;980;p10"/>
              <p:cNvSpPr/>
              <p:nvPr/>
            </p:nvSpPr>
            <p:spPr>
              <a:xfrm>
                <a:off x="8875151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74" y="1"/>
                    </a:moveTo>
                    <a:cubicBezTo>
                      <a:pt x="547" y="1"/>
                      <a:pt x="517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122" y="4431"/>
                    </a:cubicBezTo>
                    <a:lnTo>
                      <a:pt x="1003" y="4431"/>
                    </a:lnTo>
                    <a:cubicBezTo>
                      <a:pt x="103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600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1" name="Google Shape;981;p10"/>
              <p:cNvSpPr/>
              <p:nvPr/>
            </p:nvSpPr>
            <p:spPr>
              <a:xfrm>
                <a:off x="736071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2" name="Google Shape;982;p10"/>
              <p:cNvSpPr/>
              <p:nvPr/>
            </p:nvSpPr>
            <p:spPr>
              <a:xfrm>
                <a:off x="720781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3" name="Google Shape;983;p10"/>
              <p:cNvSpPr/>
              <p:nvPr/>
            </p:nvSpPr>
            <p:spPr>
              <a:xfrm>
                <a:off x="705490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4" name="Google Shape;984;p10"/>
              <p:cNvSpPr/>
              <p:nvPr/>
            </p:nvSpPr>
            <p:spPr>
              <a:xfrm>
                <a:off x="690199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5" name="Google Shape;985;p10"/>
              <p:cNvSpPr/>
              <p:nvPr/>
            </p:nvSpPr>
            <p:spPr>
              <a:xfrm>
                <a:off x="674909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6" name="Google Shape;986;p10"/>
              <p:cNvSpPr/>
              <p:nvPr/>
            </p:nvSpPr>
            <p:spPr>
              <a:xfrm>
                <a:off x="659618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7" name="Google Shape;987;p10"/>
              <p:cNvSpPr/>
              <p:nvPr/>
            </p:nvSpPr>
            <p:spPr>
              <a:xfrm>
                <a:off x="644327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8" name="Google Shape;988;p10"/>
              <p:cNvSpPr/>
              <p:nvPr/>
            </p:nvSpPr>
            <p:spPr>
              <a:xfrm>
                <a:off x="629037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9" name="Google Shape;989;p10"/>
              <p:cNvSpPr/>
              <p:nvPr/>
            </p:nvSpPr>
            <p:spPr>
              <a:xfrm>
                <a:off x="613746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0" name="Google Shape;990;p10"/>
              <p:cNvSpPr/>
              <p:nvPr/>
            </p:nvSpPr>
            <p:spPr>
              <a:xfrm>
                <a:off x="598455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1" name="Google Shape;991;p10"/>
              <p:cNvSpPr/>
              <p:nvPr/>
            </p:nvSpPr>
            <p:spPr>
              <a:xfrm>
                <a:off x="583165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2" name="Google Shape;992;p10"/>
              <p:cNvSpPr/>
              <p:nvPr/>
            </p:nvSpPr>
            <p:spPr>
              <a:xfrm>
                <a:off x="567874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3" name="Google Shape;993;p10"/>
              <p:cNvSpPr/>
              <p:nvPr/>
            </p:nvSpPr>
            <p:spPr>
              <a:xfrm>
                <a:off x="552583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4" name="Google Shape;994;p10"/>
              <p:cNvSpPr/>
              <p:nvPr/>
            </p:nvSpPr>
            <p:spPr>
              <a:xfrm>
                <a:off x="537293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5" name="Google Shape;995;p10"/>
              <p:cNvSpPr/>
              <p:nvPr/>
            </p:nvSpPr>
            <p:spPr>
              <a:xfrm>
                <a:off x="522002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6" name="Google Shape;996;p10"/>
              <p:cNvSpPr/>
              <p:nvPr/>
            </p:nvSpPr>
            <p:spPr>
              <a:xfrm>
                <a:off x="506712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7" name="Google Shape;997;p10"/>
              <p:cNvSpPr/>
              <p:nvPr/>
            </p:nvSpPr>
            <p:spPr>
              <a:xfrm>
                <a:off x="491421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8" name="Google Shape;998;p10"/>
              <p:cNvSpPr/>
              <p:nvPr/>
            </p:nvSpPr>
            <p:spPr>
              <a:xfrm>
                <a:off x="476130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9" name="Google Shape;999;p10"/>
              <p:cNvSpPr/>
              <p:nvPr/>
            </p:nvSpPr>
            <p:spPr>
              <a:xfrm>
                <a:off x="460840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0" name="Google Shape;1000;p10"/>
              <p:cNvSpPr/>
              <p:nvPr/>
            </p:nvSpPr>
            <p:spPr>
              <a:xfrm>
                <a:off x="445549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1" name="Google Shape;1001;p10"/>
              <p:cNvSpPr/>
              <p:nvPr/>
            </p:nvSpPr>
            <p:spPr>
              <a:xfrm>
                <a:off x="430258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2" name="Google Shape;1002;p10"/>
              <p:cNvSpPr/>
              <p:nvPr/>
            </p:nvSpPr>
            <p:spPr>
              <a:xfrm>
                <a:off x="414968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3" name="Google Shape;1003;p10"/>
              <p:cNvSpPr/>
              <p:nvPr/>
            </p:nvSpPr>
            <p:spPr>
              <a:xfrm>
                <a:off x="399677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4" name="Google Shape;1004;p10"/>
              <p:cNvSpPr/>
              <p:nvPr/>
            </p:nvSpPr>
            <p:spPr>
              <a:xfrm>
                <a:off x="384386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5" name="Google Shape;1005;p10"/>
              <p:cNvSpPr/>
              <p:nvPr/>
            </p:nvSpPr>
            <p:spPr>
              <a:xfrm>
                <a:off x="369096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6" name="Google Shape;1006;p10"/>
              <p:cNvSpPr/>
              <p:nvPr/>
            </p:nvSpPr>
            <p:spPr>
              <a:xfrm>
                <a:off x="353805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7" name="Google Shape;1007;p10"/>
              <p:cNvSpPr/>
              <p:nvPr/>
            </p:nvSpPr>
            <p:spPr>
              <a:xfrm>
                <a:off x="338514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8" name="Google Shape;1008;p10"/>
              <p:cNvSpPr/>
              <p:nvPr/>
            </p:nvSpPr>
            <p:spPr>
              <a:xfrm>
                <a:off x="323224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9" name="Google Shape;1009;p10"/>
              <p:cNvSpPr/>
              <p:nvPr/>
            </p:nvSpPr>
            <p:spPr>
              <a:xfrm>
                <a:off x="307933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0" name="Google Shape;1010;p10"/>
              <p:cNvSpPr/>
              <p:nvPr/>
            </p:nvSpPr>
            <p:spPr>
              <a:xfrm>
                <a:off x="292643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1" name="Google Shape;1011;p10"/>
              <p:cNvSpPr/>
              <p:nvPr/>
            </p:nvSpPr>
            <p:spPr>
              <a:xfrm>
                <a:off x="277352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2" name="Google Shape;1012;p10"/>
              <p:cNvSpPr/>
              <p:nvPr/>
            </p:nvSpPr>
            <p:spPr>
              <a:xfrm>
                <a:off x="262061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3" name="Google Shape;1013;p10"/>
              <p:cNvSpPr/>
              <p:nvPr/>
            </p:nvSpPr>
            <p:spPr>
              <a:xfrm>
                <a:off x="246771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4" name="Google Shape;1014;p10"/>
              <p:cNvSpPr/>
              <p:nvPr/>
            </p:nvSpPr>
            <p:spPr>
              <a:xfrm>
                <a:off x="231480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5" name="Google Shape;1015;p10"/>
              <p:cNvSpPr/>
              <p:nvPr/>
            </p:nvSpPr>
            <p:spPr>
              <a:xfrm>
                <a:off x="216189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6" name="Google Shape;1016;p10"/>
              <p:cNvSpPr/>
              <p:nvPr/>
            </p:nvSpPr>
            <p:spPr>
              <a:xfrm>
                <a:off x="200899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7" name="Google Shape;1017;p10"/>
              <p:cNvSpPr/>
              <p:nvPr/>
            </p:nvSpPr>
            <p:spPr>
              <a:xfrm>
                <a:off x="185608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8" name="Google Shape;1018;p10"/>
              <p:cNvSpPr/>
              <p:nvPr/>
            </p:nvSpPr>
            <p:spPr>
              <a:xfrm>
                <a:off x="170317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9" name="Google Shape;1019;p10"/>
              <p:cNvSpPr/>
              <p:nvPr/>
            </p:nvSpPr>
            <p:spPr>
              <a:xfrm>
                <a:off x="48720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0" name="Google Shape;1020;p10"/>
              <p:cNvSpPr/>
              <p:nvPr/>
            </p:nvSpPr>
            <p:spPr>
              <a:xfrm>
                <a:off x="33429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1" name="Google Shape;1021;p10"/>
              <p:cNvSpPr/>
              <p:nvPr/>
            </p:nvSpPr>
            <p:spPr>
              <a:xfrm>
                <a:off x="18139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2" name="Google Shape;1022;p10"/>
              <p:cNvSpPr/>
              <p:nvPr/>
            </p:nvSpPr>
            <p:spPr>
              <a:xfrm>
                <a:off x="2848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3" name="Google Shape;1023;p10"/>
              <p:cNvSpPr/>
              <p:nvPr/>
            </p:nvSpPr>
            <p:spPr>
              <a:xfrm>
                <a:off x="9025579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74" y="1"/>
                    </a:moveTo>
                    <a:cubicBezTo>
                      <a:pt x="547" y="1"/>
                      <a:pt x="517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122" y="4431"/>
                    </a:cubicBezTo>
                    <a:lnTo>
                      <a:pt x="1003" y="4431"/>
                    </a:lnTo>
                    <a:cubicBezTo>
                      <a:pt x="103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600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024" name="Google Shape;1024;p10"/>
          <p:cNvSpPr/>
          <p:nvPr/>
        </p:nvSpPr>
        <p:spPr>
          <a:xfrm>
            <a:off x="0" y="5107500"/>
            <a:ext cx="9144000" cy="36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25" name="Shape 1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oogle Shape;1026;p11"/>
          <p:cNvGrpSpPr/>
          <p:nvPr/>
        </p:nvGrpSpPr>
        <p:grpSpPr>
          <a:xfrm>
            <a:off x="-15975" y="-52"/>
            <a:ext cx="9175950" cy="5143406"/>
            <a:chOff x="-15975" y="-52"/>
            <a:chExt cx="9175950" cy="5143406"/>
          </a:xfrm>
        </p:grpSpPr>
        <p:sp>
          <p:nvSpPr>
            <p:cNvPr id="1027" name="Google Shape;1027;p11"/>
            <p:cNvSpPr/>
            <p:nvPr/>
          </p:nvSpPr>
          <p:spPr>
            <a:xfrm rot="5400000">
              <a:off x="4570450" y="-378255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8" name="Google Shape;1028;p11"/>
            <p:cNvSpPr/>
            <p:nvPr/>
          </p:nvSpPr>
          <p:spPr>
            <a:xfrm rot="5400000">
              <a:off x="4570450" y="-276311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9" name="Google Shape;1029;p11"/>
            <p:cNvSpPr/>
            <p:nvPr/>
          </p:nvSpPr>
          <p:spPr>
            <a:xfrm rot="5400000">
              <a:off x="4570450" y="-174368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0" name="Google Shape;1030;p11"/>
            <p:cNvSpPr/>
            <p:nvPr/>
          </p:nvSpPr>
          <p:spPr>
            <a:xfrm rot="5400000">
              <a:off x="4570450" y="-72425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1" name="Google Shape;1031;p11"/>
            <p:cNvSpPr/>
            <p:nvPr/>
          </p:nvSpPr>
          <p:spPr>
            <a:xfrm rot="5400000">
              <a:off x="4570450" y="295184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2" name="Google Shape;1032;p11"/>
            <p:cNvSpPr/>
            <p:nvPr/>
          </p:nvSpPr>
          <p:spPr>
            <a:xfrm rot="5400000">
              <a:off x="4570450" y="-429226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3" name="Google Shape;1033;p11"/>
            <p:cNvSpPr/>
            <p:nvPr/>
          </p:nvSpPr>
          <p:spPr>
            <a:xfrm rot="5400000">
              <a:off x="4570450" y="-327283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4" name="Google Shape;1034;p11"/>
            <p:cNvSpPr/>
            <p:nvPr/>
          </p:nvSpPr>
          <p:spPr>
            <a:xfrm rot="5400000">
              <a:off x="4570450" y="-225340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5" name="Google Shape;1035;p11"/>
            <p:cNvSpPr/>
            <p:nvPr/>
          </p:nvSpPr>
          <p:spPr>
            <a:xfrm rot="5400000">
              <a:off x="4570450" y="-123396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6" name="Google Shape;1036;p11"/>
            <p:cNvSpPr/>
            <p:nvPr/>
          </p:nvSpPr>
          <p:spPr>
            <a:xfrm rot="5400000">
              <a:off x="4570450" y="-21453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7" name="Google Shape;1037;p11"/>
            <p:cNvSpPr/>
            <p:nvPr/>
          </p:nvSpPr>
          <p:spPr>
            <a:xfrm>
              <a:off x="5081305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8" name="Google Shape;1038;p11"/>
            <p:cNvSpPr/>
            <p:nvPr/>
          </p:nvSpPr>
          <p:spPr>
            <a:xfrm>
              <a:off x="6100964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9" name="Google Shape;1039;p11"/>
            <p:cNvSpPr/>
            <p:nvPr/>
          </p:nvSpPr>
          <p:spPr>
            <a:xfrm>
              <a:off x="7120623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0" name="Google Shape;1040;p11"/>
            <p:cNvSpPr/>
            <p:nvPr/>
          </p:nvSpPr>
          <p:spPr>
            <a:xfrm>
              <a:off x="8140282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1" name="Google Shape;1041;p11"/>
            <p:cNvSpPr/>
            <p:nvPr/>
          </p:nvSpPr>
          <p:spPr>
            <a:xfrm>
              <a:off x="5591134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2" name="Google Shape;1042;p11"/>
            <p:cNvSpPr/>
            <p:nvPr/>
          </p:nvSpPr>
          <p:spPr>
            <a:xfrm>
              <a:off x="6610793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3" name="Google Shape;1043;p11"/>
            <p:cNvSpPr/>
            <p:nvPr/>
          </p:nvSpPr>
          <p:spPr>
            <a:xfrm>
              <a:off x="7630452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4" name="Google Shape;1044;p11"/>
            <p:cNvSpPr/>
            <p:nvPr/>
          </p:nvSpPr>
          <p:spPr>
            <a:xfrm>
              <a:off x="8650111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045" name="Google Shape;1045;p11"/>
            <p:cNvGrpSpPr/>
            <p:nvPr/>
          </p:nvGrpSpPr>
          <p:grpSpPr>
            <a:xfrm>
              <a:off x="-15975" y="-52"/>
              <a:ext cx="4587484" cy="5143406"/>
              <a:chOff x="-9275" y="-1994782"/>
              <a:chExt cx="4587484" cy="9140583"/>
            </a:xfrm>
          </p:grpSpPr>
          <p:sp>
            <p:nvSpPr>
              <p:cNvPr id="1046" name="Google Shape;1046;p11"/>
              <p:cNvSpPr/>
              <p:nvPr/>
            </p:nvSpPr>
            <p:spPr>
              <a:xfrm>
                <a:off x="50044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7" name="Google Shape;1047;p11"/>
              <p:cNvSpPr/>
              <p:nvPr/>
            </p:nvSpPr>
            <p:spPr>
              <a:xfrm>
                <a:off x="15198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8" name="Google Shape;1048;p11"/>
              <p:cNvSpPr/>
              <p:nvPr/>
            </p:nvSpPr>
            <p:spPr>
              <a:xfrm>
                <a:off x="253930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9" name="Google Shape;1049;p11"/>
              <p:cNvSpPr/>
              <p:nvPr/>
            </p:nvSpPr>
            <p:spPr>
              <a:xfrm>
                <a:off x="355874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0" name="Google Shape;1050;p11"/>
              <p:cNvSpPr/>
              <p:nvPr/>
            </p:nvSpPr>
            <p:spPr>
              <a:xfrm>
                <a:off x="45781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1" name="Google Shape;1051;p11"/>
              <p:cNvSpPr/>
              <p:nvPr/>
            </p:nvSpPr>
            <p:spPr>
              <a:xfrm>
                <a:off x="101015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2" name="Google Shape;1052;p11"/>
              <p:cNvSpPr/>
              <p:nvPr/>
            </p:nvSpPr>
            <p:spPr>
              <a:xfrm>
                <a:off x="202959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3" name="Google Shape;1053;p11"/>
              <p:cNvSpPr/>
              <p:nvPr/>
            </p:nvSpPr>
            <p:spPr>
              <a:xfrm>
                <a:off x="304902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4" name="Google Shape;1054;p11"/>
              <p:cNvSpPr/>
              <p:nvPr/>
            </p:nvSpPr>
            <p:spPr>
              <a:xfrm>
                <a:off x="406845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5" name="Google Shape;1055;p11"/>
              <p:cNvSpPr/>
              <p:nvPr/>
            </p:nvSpPr>
            <p:spPr>
              <a:xfrm>
                <a:off x="-92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056" name="Google Shape;1056;p11"/>
            <p:cNvSpPr/>
            <p:nvPr/>
          </p:nvSpPr>
          <p:spPr>
            <a:xfrm>
              <a:off x="9159941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57" name="Google Shape;1057;p11"/>
          <p:cNvSpPr/>
          <p:nvPr/>
        </p:nvSpPr>
        <p:spPr>
          <a:xfrm>
            <a:off x="0" y="-100"/>
            <a:ext cx="9144000" cy="5143500"/>
          </a:xfrm>
          <a:prstGeom prst="rect">
            <a:avLst/>
          </a:prstGeom>
          <a:solidFill>
            <a:srgbClr val="D6E3EA">
              <a:alpha val="398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58" name="Google Shape;1058;p11"/>
          <p:cNvGrpSpPr/>
          <p:nvPr/>
        </p:nvGrpSpPr>
        <p:grpSpPr>
          <a:xfrm flipH="1">
            <a:off x="0" y="3998946"/>
            <a:ext cx="1496970" cy="1108547"/>
            <a:chOff x="7609470" y="3938246"/>
            <a:chExt cx="1496970" cy="1108547"/>
          </a:xfrm>
        </p:grpSpPr>
        <p:sp>
          <p:nvSpPr>
            <p:cNvPr id="1059" name="Google Shape;1059;p11"/>
            <p:cNvSpPr/>
            <p:nvPr/>
          </p:nvSpPr>
          <p:spPr>
            <a:xfrm flipH="1">
              <a:off x="7609470" y="3938246"/>
              <a:ext cx="1494572" cy="1108547"/>
            </a:xfrm>
            <a:custGeom>
              <a:rect b="b" l="l" r="r" t="t"/>
              <a:pathLst>
                <a:path extrusionOk="0" h="13859" w="18695">
                  <a:moveTo>
                    <a:pt x="1447" y="0"/>
                  </a:moveTo>
                  <a:cubicBezTo>
                    <a:pt x="1061" y="0"/>
                    <a:pt x="617" y="130"/>
                    <a:pt x="122" y="424"/>
                  </a:cubicBezTo>
                  <a:cubicBezTo>
                    <a:pt x="92" y="424"/>
                    <a:pt x="61" y="454"/>
                    <a:pt x="1" y="454"/>
                  </a:cubicBezTo>
                  <a:lnTo>
                    <a:pt x="1" y="13858"/>
                  </a:lnTo>
                  <a:lnTo>
                    <a:pt x="18694" y="13858"/>
                  </a:lnTo>
                  <a:cubicBezTo>
                    <a:pt x="18451" y="13038"/>
                    <a:pt x="17752" y="12339"/>
                    <a:pt x="16992" y="12035"/>
                  </a:cubicBezTo>
                  <a:cubicBezTo>
                    <a:pt x="16604" y="11877"/>
                    <a:pt x="16196" y="11814"/>
                    <a:pt x="15780" y="11814"/>
                  </a:cubicBezTo>
                  <a:cubicBezTo>
                    <a:pt x="15320" y="11814"/>
                    <a:pt x="14850" y="11891"/>
                    <a:pt x="14389" y="12002"/>
                  </a:cubicBezTo>
                  <a:lnTo>
                    <a:pt x="14389" y="12002"/>
                  </a:lnTo>
                  <a:cubicBezTo>
                    <a:pt x="14540" y="11959"/>
                    <a:pt x="14746" y="11667"/>
                    <a:pt x="14864" y="11548"/>
                  </a:cubicBezTo>
                  <a:cubicBezTo>
                    <a:pt x="15138" y="11244"/>
                    <a:pt x="15351" y="10940"/>
                    <a:pt x="15411" y="10576"/>
                  </a:cubicBezTo>
                  <a:cubicBezTo>
                    <a:pt x="15472" y="10120"/>
                    <a:pt x="15320" y="9664"/>
                    <a:pt x="15047" y="9299"/>
                  </a:cubicBezTo>
                  <a:cubicBezTo>
                    <a:pt x="14653" y="8827"/>
                    <a:pt x="14011" y="8581"/>
                    <a:pt x="13374" y="8581"/>
                  </a:cubicBezTo>
                  <a:cubicBezTo>
                    <a:pt x="13272" y="8581"/>
                    <a:pt x="13171" y="8588"/>
                    <a:pt x="13071" y="8600"/>
                  </a:cubicBezTo>
                  <a:lnTo>
                    <a:pt x="12980" y="8600"/>
                  </a:lnTo>
                  <a:cubicBezTo>
                    <a:pt x="12828" y="8630"/>
                    <a:pt x="12706" y="8630"/>
                    <a:pt x="12554" y="8691"/>
                  </a:cubicBezTo>
                  <a:cubicBezTo>
                    <a:pt x="12213" y="8835"/>
                    <a:pt x="11894" y="9021"/>
                    <a:pt x="11601" y="9243"/>
                  </a:cubicBezTo>
                  <a:lnTo>
                    <a:pt x="11601" y="9243"/>
                  </a:lnTo>
                  <a:cubicBezTo>
                    <a:pt x="11894" y="8923"/>
                    <a:pt x="12183" y="8555"/>
                    <a:pt x="12311" y="8235"/>
                  </a:cubicBezTo>
                  <a:cubicBezTo>
                    <a:pt x="13246" y="6312"/>
                    <a:pt x="11645" y="3636"/>
                    <a:pt x="9345" y="3636"/>
                  </a:cubicBezTo>
                  <a:cubicBezTo>
                    <a:pt x="9028" y="3636"/>
                    <a:pt x="8698" y="3687"/>
                    <a:pt x="8359" y="3798"/>
                  </a:cubicBezTo>
                  <a:cubicBezTo>
                    <a:pt x="7436" y="4182"/>
                    <a:pt x="6643" y="4956"/>
                    <a:pt x="6052" y="5864"/>
                  </a:cubicBezTo>
                  <a:lnTo>
                    <a:pt x="6052" y="5864"/>
                  </a:lnTo>
                  <a:cubicBezTo>
                    <a:pt x="7044" y="3936"/>
                    <a:pt x="6013" y="2566"/>
                    <a:pt x="4822" y="2566"/>
                  </a:cubicBezTo>
                  <a:cubicBezTo>
                    <a:pt x="4146" y="2566"/>
                    <a:pt x="3418" y="3008"/>
                    <a:pt x="2979" y="4041"/>
                  </a:cubicBezTo>
                  <a:cubicBezTo>
                    <a:pt x="3611" y="2050"/>
                    <a:pt x="2981" y="0"/>
                    <a:pt x="144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0" name="Google Shape;1060;p11"/>
            <p:cNvSpPr/>
            <p:nvPr/>
          </p:nvSpPr>
          <p:spPr>
            <a:xfrm flipH="1">
              <a:off x="8221849" y="4367699"/>
              <a:ext cx="884591" cy="679094"/>
            </a:xfrm>
            <a:custGeom>
              <a:rect b="b" l="l" r="r" t="t"/>
              <a:pathLst>
                <a:path extrusionOk="0" h="8490" w="11065">
                  <a:moveTo>
                    <a:pt x="486" y="1"/>
                  </a:moveTo>
                  <a:cubicBezTo>
                    <a:pt x="321" y="1"/>
                    <a:pt x="157" y="33"/>
                    <a:pt x="0" y="100"/>
                  </a:cubicBezTo>
                  <a:lnTo>
                    <a:pt x="0" y="8489"/>
                  </a:lnTo>
                  <a:lnTo>
                    <a:pt x="11064" y="8489"/>
                  </a:lnTo>
                  <a:cubicBezTo>
                    <a:pt x="10912" y="8003"/>
                    <a:pt x="10487" y="7578"/>
                    <a:pt x="10031" y="7426"/>
                  </a:cubicBezTo>
                  <a:cubicBezTo>
                    <a:pt x="9799" y="7339"/>
                    <a:pt x="9553" y="7300"/>
                    <a:pt x="9303" y="7300"/>
                  </a:cubicBezTo>
                  <a:cubicBezTo>
                    <a:pt x="9029" y="7300"/>
                    <a:pt x="8751" y="7346"/>
                    <a:pt x="8481" y="7426"/>
                  </a:cubicBezTo>
                  <a:cubicBezTo>
                    <a:pt x="8754" y="6939"/>
                    <a:pt x="8389" y="6271"/>
                    <a:pt x="7903" y="6058"/>
                  </a:cubicBezTo>
                  <a:cubicBezTo>
                    <a:pt x="7756" y="6003"/>
                    <a:pt x="7601" y="5978"/>
                    <a:pt x="7444" y="5978"/>
                  </a:cubicBezTo>
                  <a:cubicBezTo>
                    <a:pt x="7152" y="5978"/>
                    <a:pt x="6851" y="6063"/>
                    <a:pt x="6580" y="6195"/>
                  </a:cubicBezTo>
                  <a:lnTo>
                    <a:pt x="6580" y="6195"/>
                  </a:lnTo>
                  <a:cubicBezTo>
                    <a:pt x="6903" y="5981"/>
                    <a:pt x="7137" y="5620"/>
                    <a:pt x="7265" y="5237"/>
                  </a:cubicBezTo>
                  <a:cubicBezTo>
                    <a:pt x="7801" y="4084"/>
                    <a:pt x="6846" y="2504"/>
                    <a:pt x="5507" y="2504"/>
                  </a:cubicBezTo>
                  <a:cubicBezTo>
                    <a:pt x="5329" y="2504"/>
                    <a:pt x="5144" y="2532"/>
                    <a:pt x="4955" y="2593"/>
                  </a:cubicBezTo>
                  <a:cubicBezTo>
                    <a:pt x="4359" y="2836"/>
                    <a:pt x="3885" y="3321"/>
                    <a:pt x="3509" y="3896"/>
                  </a:cubicBezTo>
                  <a:lnTo>
                    <a:pt x="3509" y="3896"/>
                  </a:lnTo>
                  <a:cubicBezTo>
                    <a:pt x="4180" y="2709"/>
                    <a:pt x="3551" y="1867"/>
                    <a:pt x="2823" y="1867"/>
                  </a:cubicBezTo>
                  <a:cubicBezTo>
                    <a:pt x="2423" y="1867"/>
                    <a:pt x="1993" y="2122"/>
                    <a:pt x="1733" y="2714"/>
                  </a:cubicBezTo>
                  <a:cubicBezTo>
                    <a:pt x="2381" y="1081"/>
                    <a:pt x="1437" y="1"/>
                    <a:pt x="4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1" name="Google Shape;1061;p11"/>
            <p:cNvSpPr/>
            <p:nvPr/>
          </p:nvSpPr>
          <p:spPr>
            <a:xfrm flipH="1">
              <a:off x="8165967" y="4144614"/>
              <a:ext cx="82743" cy="75988"/>
            </a:xfrm>
            <a:custGeom>
              <a:rect b="b" l="l" r="r" t="t"/>
              <a:pathLst>
                <a:path extrusionOk="0" h="950" w="1035">
                  <a:moveTo>
                    <a:pt x="998" y="1"/>
                  </a:moveTo>
                  <a:cubicBezTo>
                    <a:pt x="894" y="1"/>
                    <a:pt x="584" y="21"/>
                    <a:pt x="335" y="245"/>
                  </a:cubicBezTo>
                  <a:cubicBezTo>
                    <a:pt x="31" y="488"/>
                    <a:pt x="1" y="944"/>
                    <a:pt x="1" y="944"/>
                  </a:cubicBezTo>
                  <a:cubicBezTo>
                    <a:pt x="1" y="944"/>
                    <a:pt x="38" y="950"/>
                    <a:pt x="99" y="950"/>
                  </a:cubicBezTo>
                  <a:cubicBezTo>
                    <a:pt x="235" y="950"/>
                    <a:pt x="490" y="921"/>
                    <a:pt x="700" y="731"/>
                  </a:cubicBezTo>
                  <a:cubicBezTo>
                    <a:pt x="1004" y="458"/>
                    <a:pt x="1034" y="2"/>
                    <a:pt x="1034" y="2"/>
                  </a:cubicBezTo>
                  <a:cubicBezTo>
                    <a:pt x="1034" y="2"/>
                    <a:pt x="1021" y="1"/>
                    <a:pt x="99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2" name="Google Shape;1062;p11"/>
            <p:cNvSpPr/>
            <p:nvPr/>
          </p:nvSpPr>
          <p:spPr>
            <a:xfrm flipH="1">
              <a:off x="8853654" y="4378097"/>
              <a:ext cx="82743" cy="116782"/>
            </a:xfrm>
            <a:custGeom>
              <a:rect b="b" l="l" r="r" t="t"/>
              <a:pathLst>
                <a:path extrusionOk="0" h="1460" w="1035">
                  <a:moveTo>
                    <a:pt x="913" y="1"/>
                  </a:moveTo>
                  <a:lnTo>
                    <a:pt x="913" y="1"/>
                  </a:lnTo>
                  <a:cubicBezTo>
                    <a:pt x="913" y="1"/>
                    <a:pt x="457" y="153"/>
                    <a:pt x="244" y="548"/>
                  </a:cubicBezTo>
                  <a:cubicBezTo>
                    <a:pt x="1" y="913"/>
                    <a:pt x="123" y="1460"/>
                    <a:pt x="123" y="1460"/>
                  </a:cubicBezTo>
                  <a:cubicBezTo>
                    <a:pt x="123" y="1460"/>
                    <a:pt x="578" y="1308"/>
                    <a:pt x="791" y="913"/>
                  </a:cubicBezTo>
                  <a:cubicBezTo>
                    <a:pt x="1034" y="548"/>
                    <a:pt x="913" y="1"/>
                    <a:pt x="9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3" name="Google Shape;1063;p11"/>
            <p:cNvSpPr/>
            <p:nvPr/>
          </p:nvSpPr>
          <p:spPr>
            <a:xfrm flipH="1">
              <a:off x="8255906" y="4047429"/>
              <a:ext cx="77786" cy="165414"/>
            </a:xfrm>
            <a:custGeom>
              <a:rect b="b" l="l" r="r" t="t"/>
              <a:pathLst>
                <a:path extrusionOk="0" h="2068" w="973">
                  <a:moveTo>
                    <a:pt x="243" y="1"/>
                  </a:moveTo>
                  <a:cubicBezTo>
                    <a:pt x="243" y="1"/>
                    <a:pt x="0" y="578"/>
                    <a:pt x="91" y="1156"/>
                  </a:cubicBezTo>
                  <a:cubicBezTo>
                    <a:pt x="213" y="1703"/>
                    <a:pt x="699" y="2068"/>
                    <a:pt x="699" y="2068"/>
                  </a:cubicBezTo>
                  <a:cubicBezTo>
                    <a:pt x="699" y="2068"/>
                    <a:pt x="973" y="1490"/>
                    <a:pt x="851" y="913"/>
                  </a:cubicBezTo>
                  <a:cubicBezTo>
                    <a:pt x="760" y="335"/>
                    <a:pt x="243" y="1"/>
                    <a:pt x="2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64" name="Google Shape;1064;p11"/>
          <p:cNvGrpSpPr/>
          <p:nvPr/>
        </p:nvGrpSpPr>
        <p:grpSpPr>
          <a:xfrm>
            <a:off x="0" y="4752988"/>
            <a:ext cx="9144000" cy="354505"/>
            <a:chOff x="0" y="4689888"/>
            <a:chExt cx="9144000" cy="354505"/>
          </a:xfrm>
        </p:grpSpPr>
        <p:grpSp>
          <p:nvGrpSpPr>
            <p:cNvPr id="1065" name="Google Shape;1065;p11"/>
            <p:cNvGrpSpPr/>
            <p:nvPr/>
          </p:nvGrpSpPr>
          <p:grpSpPr>
            <a:xfrm>
              <a:off x="0" y="4793425"/>
              <a:ext cx="9144000" cy="194975"/>
              <a:chOff x="0" y="4789550"/>
              <a:chExt cx="9144000" cy="194975"/>
            </a:xfrm>
          </p:grpSpPr>
          <p:sp>
            <p:nvSpPr>
              <p:cNvPr id="1066" name="Google Shape;1066;p11"/>
              <p:cNvSpPr/>
              <p:nvPr/>
            </p:nvSpPr>
            <p:spPr>
              <a:xfrm>
                <a:off x="0" y="4789550"/>
                <a:ext cx="9144000" cy="360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7" name="Google Shape;1067;p11"/>
              <p:cNvSpPr/>
              <p:nvPr/>
            </p:nvSpPr>
            <p:spPr>
              <a:xfrm>
                <a:off x="0" y="4948525"/>
                <a:ext cx="9144000" cy="360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68" name="Google Shape;1068;p11"/>
            <p:cNvGrpSpPr/>
            <p:nvPr/>
          </p:nvGrpSpPr>
          <p:grpSpPr>
            <a:xfrm>
              <a:off x="28483" y="4689888"/>
              <a:ext cx="9087034" cy="354505"/>
              <a:chOff x="28483" y="4689888"/>
              <a:chExt cx="9087034" cy="354505"/>
            </a:xfrm>
          </p:grpSpPr>
          <p:sp>
            <p:nvSpPr>
              <p:cNvPr id="1069" name="Google Shape;1069;p11"/>
              <p:cNvSpPr/>
              <p:nvPr/>
            </p:nvSpPr>
            <p:spPr>
              <a:xfrm>
                <a:off x="64010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6" y="1"/>
                      <a:pt x="533" y="8"/>
                      <a:pt x="518" y="24"/>
                    </a:cubicBezTo>
                    <a:lnTo>
                      <a:pt x="62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34" y="4431"/>
                      <a:pt x="1065" y="4401"/>
                      <a:pt x="1156" y="4370"/>
                    </a:cubicBezTo>
                    <a:lnTo>
                      <a:pt x="1156" y="601"/>
                    </a:lnTo>
                    <a:lnTo>
                      <a:pt x="1126" y="571"/>
                    </a:lnTo>
                    <a:lnTo>
                      <a:pt x="670" y="24"/>
                    </a:lnTo>
                    <a:cubicBezTo>
                      <a:pt x="639" y="8"/>
                      <a:pt x="609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0" name="Google Shape;1070;p11"/>
              <p:cNvSpPr/>
              <p:nvPr/>
            </p:nvSpPr>
            <p:spPr>
              <a:xfrm>
                <a:off x="79301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3" y="8"/>
                      <a:pt x="517" y="24"/>
                    </a:cubicBezTo>
                    <a:lnTo>
                      <a:pt x="6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34" y="4431"/>
                      <a:pt x="1064" y="4401"/>
                      <a:pt x="1156" y="4370"/>
                    </a:cubicBezTo>
                    <a:lnTo>
                      <a:pt x="1156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9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1" name="Google Shape;1071;p11"/>
              <p:cNvSpPr/>
              <p:nvPr/>
            </p:nvSpPr>
            <p:spPr>
              <a:xfrm>
                <a:off x="94592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2" y="4431"/>
                      <a:pt x="122" y="4431"/>
                    </a:cubicBezTo>
                    <a:lnTo>
                      <a:pt x="1003" y="4431"/>
                    </a:lnTo>
                    <a:cubicBezTo>
                      <a:pt x="103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8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2" name="Google Shape;1072;p11"/>
              <p:cNvSpPr/>
              <p:nvPr/>
            </p:nvSpPr>
            <p:spPr>
              <a:xfrm>
                <a:off x="109882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1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1" y="4431"/>
                      <a:pt x="122" y="4431"/>
                    </a:cubicBezTo>
                    <a:lnTo>
                      <a:pt x="1003" y="4431"/>
                    </a:lnTo>
                    <a:cubicBezTo>
                      <a:pt x="106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8" y="8"/>
                      <a:pt x="608" y="1"/>
                      <a:pt x="58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3" name="Google Shape;1073;p11"/>
              <p:cNvSpPr/>
              <p:nvPr/>
            </p:nvSpPr>
            <p:spPr>
              <a:xfrm>
                <a:off x="1251735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04" y="4431"/>
                      <a:pt x="103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4" name="Google Shape;1074;p11"/>
              <p:cNvSpPr/>
              <p:nvPr/>
            </p:nvSpPr>
            <p:spPr>
              <a:xfrm>
                <a:off x="1402243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5" name="Google Shape;1075;p11"/>
              <p:cNvSpPr/>
              <p:nvPr/>
            </p:nvSpPr>
            <p:spPr>
              <a:xfrm>
                <a:off x="1552751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64" y="4431"/>
                      <a:pt x="109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6" name="Google Shape;1076;p11"/>
              <p:cNvSpPr/>
              <p:nvPr/>
            </p:nvSpPr>
            <p:spPr>
              <a:xfrm>
                <a:off x="751362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7" name="Google Shape;1077;p11"/>
              <p:cNvSpPr/>
              <p:nvPr/>
            </p:nvSpPr>
            <p:spPr>
              <a:xfrm>
                <a:off x="7666529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3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8" name="Google Shape;1078;p11"/>
              <p:cNvSpPr/>
              <p:nvPr/>
            </p:nvSpPr>
            <p:spPr>
              <a:xfrm>
                <a:off x="7816957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9" name="Google Shape;1079;p11"/>
              <p:cNvSpPr/>
              <p:nvPr/>
            </p:nvSpPr>
            <p:spPr>
              <a:xfrm>
                <a:off x="796738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2" y="4431"/>
                      <a:pt x="122" y="4431"/>
                    </a:cubicBezTo>
                    <a:lnTo>
                      <a:pt x="1003" y="4431"/>
                    </a:lnTo>
                    <a:cubicBezTo>
                      <a:pt x="103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8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0" name="Google Shape;1080;p11"/>
              <p:cNvSpPr/>
              <p:nvPr/>
            </p:nvSpPr>
            <p:spPr>
              <a:xfrm>
                <a:off x="812029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93" y="1"/>
                    </a:moveTo>
                    <a:cubicBezTo>
                      <a:pt x="562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1" y="4431"/>
                      <a:pt x="122" y="4431"/>
                    </a:cubicBezTo>
                    <a:lnTo>
                      <a:pt x="1003" y="4431"/>
                    </a:lnTo>
                    <a:cubicBezTo>
                      <a:pt x="106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54" y="8"/>
                      <a:pt x="623" y="1"/>
                      <a:pt x="59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1" name="Google Shape;1081;p11"/>
              <p:cNvSpPr/>
              <p:nvPr/>
            </p:nvSpPr>
            <p:spPr>
              <a:xfrm>
                <a:off x="8273198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1" y="4431"/>
                      <a:pt x="122" y="4431"/>
                    </a:cubicBezTo>
                    <a:lnTo>
                      <a:pt x="973" y="4431"/>
                    </a:lnTo>
                    <a:cubicBezTo>
                      <a:pt x="1034" y="4431"/>
                      <a:pt x="1065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2" name="Google Shape;1082;p11"/>
              <p:cNvSpPr/>
              <p:nvPr/>
            </p:nvSpPr>
            <p:spPr>
              <a:xfrm>
                <a:off x="8423706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34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3" name="Google Shape;1083;p11"/>
              <p:cNvSpPr/>
              <p:nvPr/>
            </p:nvSpPr>
            <p:spPr>
              <a:xfrm>
                <a:off x="8574214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64" y="4431"/>
                      <a:pt x="109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4" name="Google Shape;1084;p11"/>
              <p:cNvSpPr/>
              <p:nvPr/>
            </p:nvSpPr>
            <p:spPr>
              <a:xfrm>
                <a:off x="8724643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2" y="4431"/>
                      <a:pt x="122" y="4431"/>
                    </a:cubicBezTo>
                    <a:lnTo>
                      <a:pt x="974" y="4431"/>
                    </a:lnTo>
                    <a:cubicBezTo>
                      <a:pt x="1065" y="4431"/>
                      <a:pt x="1095" y="4401"/>
                      <a:pt x="1126" y="4370"/>
                    </a:cubicBezTo>
                    <a:lnTo>
                      <a:pt x="112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4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5" name="Google Shape;1085;p11"/>
              <p:cNvSpPr/>
              <p:nvPr/>
            </p:nvSpPr>
            <p:spPr>
              <a:xfrm>
                <a:off x="8875151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74" y="1"/>
                    </a:moveTo>
                    <a:cubicBezTo>
                      <a:pt x="547" y="1"/>
                      <a:pt x="517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122" y="4431"/>
                    </a:cubicBezTo>
                    <a:lnTo>
                      <a:pt x="1003" y="4431"/>
                    </a:lnTo>
                    <a:cubicBezTo>
                      <a:pt x="103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600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6" name="Google Shape;1086;p11"/>
              <p:cNvSpPr/>
              <p:nvPr/>
            </p:nvSpPr>
            <p:spPr>
              <a:xfrm>
                <a:off x="736071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7" name="Google Shape;1087;p11"/>
              <p:cNvSpPr/>
              <p:nvPr/>
            </p:nvSpPr>
            <p:spPr>
              <a:xfrm>
                <a:off x="720781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8" name="Google Shape;1088;p11"/>
              <p:cNvSpPr/>
              <p:nvPr/>
            </p:nvSpPr>
            <p:spPr>
              <a:xfrm>
                <a:off x="705490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9" name="Google Shape;1089;p11"/>
              <p:cNvSpPr/>
              <p:nvPr/>
            </p:nvSpPr>
            <p:spPr>
              <a:xfrm>
                <a:off x="690199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0" name="Google Shape;1090;p11"/>
              <p:cNvSpPr/>
              <p:nvPr/>
            </p:nvSpPr>
            <p:spPr>
              <a:xfrm>
                <a:off x="674909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1" name="Google Shape;1091;p11"/>
              <p:cNvSpPr/>
              <p:nvPr/>
            </p:nvSpPr>
            <p:spPr>
              <a:xfrm>
                <a:off x="659618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2" name="Google Shape;1092;p11"/>
              <p:cNvSpPr/>
              <p:nvPr/>
            </p:nvSpPr>
            <p:spPr>
              <a:xfrm>
                <a:off x="644327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3" name="Google Shape;1093;p11"/>
              <p:cNvSpPr/>
              <p:nvPr/>
            </p:nvSpPr>
            <p:spPr>
              <a:xfrm>
                <a:off x="629037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4" name="Google Shape;1094;p11"/>
              <p:cNvSpPr/>
              <p:nvPr/>
            </p:nvSpPr>
            <p:spPr>
              <a:xfrm>
                <a:off x="613746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5" name="Google Shape;1095;p11"/>
              <p:cNvSpPr/>
              <p:nvPr/>
            </p:nvSpPr>
            <p:spPr>
              <a:xfrm>
                <a:off x="598455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6" name="Google Shape;1096;p11"/>
              <p:cNvSpPr/>
              <p:nvPr/>
            </p:nvSpPr>
            <p:spPr>
              <a:xfrm>
                <a:off x="583165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7" name="Google Shape;1097;p11"/>
              <p:cNvSpPr/>
              <p:nvPr/>
            </p:nvSpPr>
            <p:spPr>
              <a:xfrm>
                <a:off x="567874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8" name="Google Shape;1098;p11"/>
              <p:cNvSpPr/>
              <p:nvPr/>
            </p:nvSpPr>
            <p:spPr>
              <a:xfrm>
                <a:off x="552583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9" name="Google Shape;1099;p11"/>
              <p:cNvSpPr/>
              <p:nvPr/>
            </p:nvSpPr>
            <p:spPr>
              <a:xfrm>
                <a:off x="537293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0" name="Google Shape;1100;p11"/>
              <p:cNvSpPr/>
              <p:nvPr/>
            </p:nvSpPr>
            <p:spPr>
              <a:xfrm>
                <a:off x="522002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1" name="Google Shape;1101;p11"/>
              <p:cNvSpPr/>
              <p:nvPr/>
            </p:nvSpPr>
            <p:spPr>
              <a:xfrm>
                <a:off x="506712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2" name="Google Shape;1102;p11"/>
              <p:cNvSpPr/>
              <p:nvPr/>
            </p:nvSpPr>
            <p:spPr>
              <a:xfrm>
                <a:off x="491421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3" name="Google Shape;1103;p11"/>
              <p:cNvSpPr/>
              <p:nvPr/>
            </p:nvSpPr>
            <p:spPr>
              <a:xfrm>
                <a:off x="476130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4" name="Google Shape;1104;p11"/>
              <p:cNvSpPr/>
              <p:nvPr/>
            </p:nvSpPr>
            <p:spPr>
              <a:xfrm>
                <a:off x="460840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5" name="Google Shape;1105;p11"/>
              <p:cNvSpPr/>
              <p:nvPr/>
            </p:nvSpPr>
            <p:spPr>
              <a:xfrm>
                <a:off x="445549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6" name="Google Shape;1106;p11"/>
              <p:cNvSpPr/>
              <p:nvPr/>
            </p:nvSpPr>
            <p:spPr>
              <a:xfrm>
                <a:off x="430258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7" name="Google Shape;1107;p11"/>
              <p:cNvSpPr/>
              <p:nvPr/>
            </p:nvSpPr>
            <p:spPr>
              <a:xfrm>
                <a:off x="414968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8" name="Google Shape;1108;p11"/>
              <p:cNvSpPr/>
              <p:nvPr/>
            </p:nvSpPr>
            <p:spPr>
              <a:xfrm>
                <a:off x="399677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9" name="Google Shape;1109;p11"/>
              <p:cNvSpPr/>
              <p:nvPr/>
            </p:nvSpPr>
            <p:spPr>
              <a:xfrm>
                <a:off x="384386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0" name="Google Shape;1110;p11"/>
              <p:cNvSpPr/>
              <p:nvPr/>
            </p:nvSpPr>
            <p:spPr>
              <a:xfrm>
                <a:off x="369096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1" name="Google Shape;1111;p11"/>
              <p:cNvSpPr/>
              <p:nvPr/>
            </p:nvSpPr>
            <p:spPr>
              <a:xfrm>
                <a:off x="353805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2" name="Google Shape;1112;p11"/>
              <p:cNvSpPr/>
              <p:nvPr/>
            </p:nvSpPr>
            <p:spPr>
              <a:xfrm>
                <a:off x="338514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3" name="Google Shape;1113;p11"/>
              <p:cNvSpPr/>
              <p:nvPr/>
            </p:nvSpPr>
            <p:spPr>
              <a:xfrm>
                <a:off x="323224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4" name="Google Shape;1114;p11"/>
              <p:cNvSpPr/>
              <p:nvPr/>
            </p:nvSpPr>
            <p:spPr>
              <a:xfrm>
                <a:off x="307933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5" name="Google Shape;1115;p11"/>
              <p:cNvSpPr/>
              <p:nvPr/>
            </p:nvSpPr>
            <p:spPr>
              <a:xfrm>
                <a:off x="292643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6" name="Google Shape;1116;p11"/>
              <p:cNvSpPr/>
              <p:nvPr/>
            </p:nvSpPr>
            <p:spPr>
              <a:xfrm>
                <a:off x="277352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7" name="Google Shape;1117;p11"/>
              <p:cNvSpPr/>
              <p:nvPr/>
            </p:nvSpPr>
            <p:spPr>
              <a:xfrm>
                <a:off x="262061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8" name="Google Shape;1118;p11"/>
              <p:cNvSpPr/>
              <p:nvPr/>
            </p:nvSpPr>
            <p:spPr>
              <a:xfrm>
                <a:off x="246771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9" name="Google Shape;1119;p11"/>
              <p:cNvSpPr/>
              <p:nvPr/>
            </p:nvSpPr>
            <p:spPr>
              <a:xfrm>
                <a:off x="231480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0" name="Google Shape;1120;p11"/>
              <p:cNvSpPr/>
              <p:nvPr/>
            </p:nvSpPr>
            <p:spPr>
              <a:xfrm>
                <a:off x="216189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1" name="Google Shape;1121;p11"/>
              <p:cNvSpPr/>
              <p:nvPr/>
            </p:nvSpPr>
            <p:spPr>
              <a:xfrm>
                <a:off x="200899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2" name="Google Shape;1122;p11"/>
              <p:cNvSpPr/>
              <p:nvPr/>
            </p:nvSpPr>
            <p:spPr>
              <a:xfrm>
                <a:off x="185608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3" name="Google Shape;1123;p11"/>
              <p:cNvSpPr/>
              <p:nvPr/>
            </p:nvSpPr>
            <p:spPr>
              <a:xfrm>
                <a:off x="170317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4" name="Google Shape;1124;p11"/>
              <p:cNvSpPr/>
              <p:nvPr/>
            </p:nvSpPr>
            <p:spPr>
              <a:xfrm>
                <a:off x="48720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5" name="Google Shape;1125;p11"/>
              <p:cNvSpPr/>
              <p:nvPr/>
            </p:nvSpPr>
            <p:spPr>
              <a:xfrm>
                <a:off x="33429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6" name="Google Shape;1126;p11"/>
              <p:cNvSpPr/>
              <p:nvPr/>
            </p:nvSpPr>
            <p:spPr>
              <a:xfrm>
                <a:off x="18139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7" name="Google Shape;1127;p11"/>
              <p:cNvSpPr/>
              <p:nvPr/>
            </p:nvSpPr>
            <p:spPr>
              <a:xfrm>
                <a:off x="2848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8" name="Google Shape;1128;p11"/>
              <p:cNvSpPr/>
              <p:nvPr/>
            </p:nvSpPr>
            <p:spPr>
              <a:xfrm>
                <a:off x="9025579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74" y="1"/>
                    </a:moveTo>
                    <a:cubicBezTo>
                      <a:pt x="547" y="1"/>
                      <a:pt x="517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122" y="4431"/>
                    </a:cubicBezTo>
                    <a:lnTo>
                      <a:pt x="1003" y="4431"/>
                    </a:lnTo>
                    <a:cubicBezTo>
                      <a:pt x="103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600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129" name="Google Shape;1129;p11"/>
          <p:cNvSpPr/>
          <p:nvPr/>
        </p:nvSpPr>
        <p:spPr>
          <a:xfrm>
            <a:off x="0" y="5107500"/>
            <a:ext cx="9144000" cy="36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0" name="Google Shape;1130;p11"/>
          <p:cNvSpPr txBox="1"/>
          <p:nvPr>
            <p:ph hasCustomPrompt="1" type="title"/>
          </p:nvPr>
        </p:nvSpPr>
        <p:spPr>
          <a:xfrm>
            <a:off x="720000" y="1356125"/>
            <a:ext cx="7704000" cy="172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131" name="Google Shape;1131;p11"/>
          <p:cNvSpPr txBox="1"/>
          <p:nvPr>
            <p:ph idx="1" type="subTitle"/>
          </p:nvPr>
        </p:nvSpPr>
        <p:spPr>
          <a:xfrm>
            <a:off x="720000" y="3079925"/>
            <a:ext cx="7704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 Medium"/>
              <a:buNone/>
              <a:defRPr sz="1600">
                <a:solidFill>
                  <a:schemeClr val="accent6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1132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_11_1_1_1">
    <p:spTree>
      <p:nvGrpSpPr>
        <p:cNvPr id="1133" name="Shape 1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4" name="Google Shape;1134;p13"/>
          <p:cNvGrpSpPr/>
          <p:nvPr/>
        </p:nvGrpSpPr>
        <p:grpSpPr>
          <a:xfrm>
            <a:off x="-15975" y="-52"/>
            <a:ext cx="9175950" cy="5143406"/>
            <a:chOff x="-15975" y="-52"/>
            <a:chExt cx="9175950" cy="5143406"/>
          </a:xfrm>
        </p:grpSpPr>
        <p:sp>
          <p:nvSpPr>
            <p:cNvPr id="1135" name="Google Shape;1135;p13"/>
            <p:cNvSpPr/>
            <p:nvPr/>
          </p:nvSpPr>
          <p:spPr>
            <a:xfrm rot="5400000">
              <a:off x="4570450" y="-378255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6" name="Google Shape;1136;p13"/>
            <p:cNvSpPr/>
            <p:nvPr/>
          </p:nvSpPr>
          <p:spPr>
            <a:xfrm rot="5400000">
              <a:off x="4570450" y="-276311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7" name="Google Shape;1137;p13"/>
            <p:cNvSpPr/>
            <p:nvPr/>
          </p:nvSpPr>
          <p:spPr>
            <a:xfrm rot="5400000">
              <a:off x="4570450" y="-174368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8" name="Google Shape;1138;p13"/>
            <p:cNvSpPr/>
            <p:nvPr/>
          </p:nvSpPr>
          <p:spPr>
            <a:xfrm rot="5400000">
              <a:off x="4570450" y="-72425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9" name="Google Shape;1139;p13"/>
            <p:cNvSpPr/>
            <p:nvPr/>
          </p:nvSpPr>
          <p:spPr>
            <a:xfrm rot="5400000">
              <a:off x="4570450" y="295184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0" name="Google Shape;1140;p13"/>
            <p:cNvSpPr/>
            <p:nvPr/>
          </p:nvSpPr>
          <p:spPr>
            <a:xfrm rot="5400000">
              <a:off x="4570450" y="-429226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1" name="Google Shape;1141;p13"/>
            <p:cNvSpPr/>
            <p:nvPr/>
          </p:nvSpPr>
          <p:spPr>
            <a:xfrm rot="5400000">
              <a:off x="4570450" y="-327283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2" name="Google Shape;1142;p13"/>
            <p:cNvSpPr/>
            <p:nvPr/>
          </p:nvSpPr>
          <p:spPr>
            <a:xfrm rot="5400000">
              <a:off x="4570450" y="-225340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3" name="Google Shape;1143;p13"/>
            <p:cNvSpPr/>
            <p:nvPr/>
          </p:nvSpPr>
          <p:spPr>
            <a:xfrm rot="5400000">
              <a:off x="4570450" y="-123396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4" name="Google Shape;1144;p13"/>
            <p:cNvSpPr/>
            <p:nvPr/>
          </p:nvSpPr>
          <p:spPr>
            <a:xfrm rot="5400000">
              <a:off x="4570450" y="-21453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5" name="Google Shape;1145;p13"/>
            <p:cNvSpPr/>
            <p:nvPr/>
          </p:nvSpPr>
          <p:spPr>
            <a:xfrm>
              <a:off x="5081305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6" name="Google Shape;1146;p13"/>
            <p:cNvSpPr/>
            <p:nvPr/>
          </p:nvSpPr>
          <p:spPr>
            <a:xfrm>
              <a:off x="6100964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7" name="Google Shape;1147;p13"/>
            <p:cNvSpPr/>
            <p:nvPr/>
          </p:nvSpPr>
          <p:spPr>
            <a:xfrm>
              <a:off x="7120623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8" name="Google Shape;1148;p13"/>
            <p:cNvSpPr/>
            <p:nvPr/>
          </p:nvSpPr>
          <p:spPr>
            <a:xfrm>
              <a:off x="8140282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9" name="Google Shape;1149;p13"/>
            <p:cNvSpPr/>
            <p:nvPr/>
          </p:nvSpPr>
          <p:spPr>
            <a:xfrm>
              <a:off x="5591134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0" name="Google Shape;1150;p13"/>
            <p:cNvSpPr/>
            <p:nvPr/>
          </p:nvSpPr>
          <p:spPr>
            <a:xfrm>
              <a:off x="6610793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1" name="Google Shape;1151;p13"/>
            <p:cNvSpPr/>
            <p:nvPr/>
          </p:nvSpPr>
          <p:spPr>
            <a:xfrm>
              <a:off x="7630452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2" name="Google Shape;1152;p13"/>
            <p:cNvSpPr/>
            <p:nvPr/>
          </p:nvSpPr>
          <p:spPr>
            <a:xfrm>
              <a:off x="8650111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153" name="Google Shape;1153;p13"/>
            <p:cNvGrpSpPr/>
            <p:nvPr/>
          </p:nvGrpSpPr>
          <p:grpSpPr>
            <a:xfrm>
              <a:off x="-15975" y="-52"/>
              <a:ext cx="4587484" cy="5143406"/>
              <a:chOff x="-9275" y="-1994782"/>
              <a:chExt cx="4587484" cy="9140583"/>
            </a:xfrm>
          </p:grpSpPr>
          <p:sp>
            <p:nvSpPr>
              <p:cNvPr id="1154" name="Google Shape;1154;p13"/>
              <p:cNvSpPr/>
              <p:nvPr/>
            </p:nvSpPr>
            <p:spPr>
              <a:xfrm>
                <a:off x="50044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5" name="Google Shape;1155;p13"/>
              <p:cNvSpPr/>
              <p:nvPr/>
            </p:nvSpPr>
            <p:spPr>
              <a:xfrm>
                <a:off x="15198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6" name="Google Shape;1156;p13"/>
              <p:cNvSpPr/>
              <p:nvPr/>
            </p:nvSpPr>
            <p:spPr>
              <a:xfrm>
                <a:off x="253930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7" name="Google Shape;1157;p13"/>
              <p:cNvSpPr/>
              <p:nvPr/>
            </p:nvSpPr>
            <p:spPr>
              <a:xfrm>
                <a:off x="355874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8" name="Google Shape;1158;p13"/>
              <p:cNvSpPr/>
              <p:nvPr/>
            </p:nvSpPr>
            <p:spPr>
              <a:xfrm>
                <a:off x="45781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9" name="Google Shape;1159;p13"/>
              <p:cNvSpPr/>
              <p:nvPr/>
            </p:nvSpPr>
            <p:spPr>
              <a:xfrm>
                <a:off x="101015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0" name="Google Shape;1160;p13"/>
              <p:cNvSpPr/>
              <p:nvPr/>
            </p:nvSpPr>
            <p:spPr>
              <a:xfrm>
                <a:off x="202959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1" name="Google Shape;1161;p13"/>
              <p:cNvSpPr/>
              <p:nvPr/>
            </p:nvSpPr>
            <p:spPr>
              <a:xfrm>
                <a:off x="304902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2" name="Google Shape;1162;p13"/>
              <p:cNvSpPr/>
              <p:nvPr/>
            </p:nvSpPr>
            <p:spPr>
              <a:xfrm>
                <a:off x="406845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3" name="Google Shape;1163;p13"/>
              <p:cNvSpPr/>
              <p:nvPr/>
            </p:nvSpPr>
            <p:spPr>
              <a:xfrm>
                <a:off x="-92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164" name="Google Shape;1164;p13"/>
            <p:cNvSpPr/>
            <p:nvPr/>
          </p:nvSpPr>
          <p:spPr>
            <a:xfrm>
              <a:off x="9159941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65" name="Google Shape;1165;p13"/>
          <p:cNvSpPr/>
          <p:nvPr/>
        </p:nvSpPr>
        <p:spPr>
          <a:xfrm>
            <a:off x="0" y="-75"/>
            <a:ext cx="9144000" cy="5143500"/>
          </a:xfrm>
          <a:prstGeom prst="rect">
            <a:avLst/>
          </a:prstGeom>
          <a:solidFill>
            <a:srgbClr val="D6E3EA">
              <a:alpha val="398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6" name="Google Shape;1166;p13"/>
          <p:cNvSpPr/>
          <p:nvPr/>
        </p:nvSpPr>
        <p:spPr>
          <a:xfrm>
            <a:off x="8423997" y="230400"/>
            <a:ext cx="627009" cy="570231"/>
          </a:xfrm>
          <a:custGeom>
            <a:rect b="b" l="l" r="r" t="t"/>
            <a:pathLst>
              <a:path extrusionOk="0" h="7129" w="7843">
                <a:moveTo>
                  <a:pt x="3921" y="1"/>
                </a:moveTo>
                <a:cubicBezTo>
                  <a:pt x="3010" y="1"/>
                  <a:pt x="2098" y="343"/>
                  <a:pt x="1399" y="1027"/>
                </a:cubicBezTo>
                <a:cubicBezTo>
                  <a:pt x="0" y="2425"/>
                  <a:pt x="0" y="4705"/>
                  <a:pt x="1399" y="6103"/>
                </a:cubicBezTo>
                <a:cubicBezTo>
                  <a:pt x="2098" y="6787"/>
                  <a:pt x="3010" y="7129"/>
                  <a:pt x="3921" y="7129"/>
                </a:cubicBezTo>
                <a:cubicBezTo>
                  <a:pt x="4833" y="7129"/>
                  <a:pt x="5745" y="6787"/>
                  <a:pt x="6444" y="6103"/>
                </a:cubicBezTo>
                <a:cubicBezTo>
                  <a:pt x="7843" y="4705"/>
                  <a:pt x="7843" y="2425"/>
                  <a:pt x="6444" y="1027"/>
                </a:cubicBezTo>
                <a:cubicBezTo>
                  <a:pt x="5745" y="343"/>
                  <a:pt x="4833" y="1"/>
                  <a:pt x="3921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67" name="Google Shape;1167;p13"/>
          <p:cNvGrpSpPr/>
          <p:nvPr/>
        </p:nvGrpSpPr>
        <p:grpSpPr>
          <a:xfrm>
            <a:off x="7647030" y="3998946"/>
            <a:ext cx="1496970" cy="1108547"/>
            <a:chOff x="7609470" y="3938246"/>
            <a:chExt cx="1496970" cy="1108547"/>
          </a:xfrm>
        </p:grpSpPr>
        <p:sp>
          <p:nvSpPr>
            <p:cNvPr id="1168" name="Google Shape;1168;p13"/>
            <p:cNvSpPr/>
            <p:nvPr/>
          </p:nvSpPr>
          <p:spPr>
            <a:xfrm flipH="1">
              <a:off x="7609470" y="3938246"/>
              <a:ext cx="1494572" cy="1108547"/>
            </a:xfrm>
            <a:custGeom>
              <a:rect b="b" l="l" r="r" t="t"/>
              <a:pathLst>
                <a:path extrusionOk="0" h="13859" w="18695">
                  <a:moveTo>
                    <a:pt x="1447" y="0"/>
                  </a:moveTo>
                  <a:cubicBezTo>
                    <a:pt x="1061" y="0"/>
                    <a:pt x="617" y="130"/>
                    <a:pt x="122" y="424"/>
                  </a:cubicBezTo>
                  <a:cubicBezTo>
                    <a:pt x="92" y="424"/>
                    <a:pt x="61" y="454"/>
                    <a:pt x="1" y="454"/>
                  </a:cubicBezTo>
                  <a:lnTo>
                    <a:pt x="1" y="13858"/>
                  </a:lnTo>
                  <a:lnTo>
                    <a:pt x="18694" y="13858"/>
                  </a:lnTo>
                  <a:cubicBezTo>
                    <a:pt x="18451" y="13038"/>
                    <a:pt x="17752" y="12339"/>
                    <a:pt x="16992" y="12035"/>
                  </a:cubicBezTo>
                  <a:cubicBezTo>
                    <a:pt x="16604" y="11877"/>
                    <a:pt x="16196" y="11814"/>
                    <a:pt x="15780" y="11814"/>
                  </a:cubicBezTo>
                  <a:cubicBezTo>
                    <a:pt x="15320" y="11814"/>
                    <a:pt x="14850" y="11891"/>
                    <a:pt x="14389" y="12002"/>
                  </a:cubicBezTo>
                  <a:lnTo>
                    <a:pt x="14389" y="12002"/>
                  </a:lnTo>
                  <a:cubicBezTo>
                    <a:pt x="14540" y="11959"/>
                    <a:pt x="14746" y="11667"/>
                    <a:pt x="14864" y="11548"/>
                  </a:cubicBezTo>
                  <a:cubicBezTo>
                    <a:pt x="15138" y="11244"/>
                    <a:pt x="15351" y="10940"/>
                    <a:pt x="15411" y="10576"/>
                  </a:cubicBezTo>
                  <a:cubicBezTo>
                    <a:pt x="15472" y="10120"/>
                    <a:pt x="15320" y="9664"/>
                    <a:pt x="15047" y="9299"/>
                  </a:cubicBezTo>
                  <a:cubicBezTo>
                    <a:pt x="14653" y="8827"/>
                    <a:pt x="14011" y="8581"/>
                    <a:pt x="13374" y="8581"/>
                  </a:cubicBezTo>
                  <a:cubicBezTo>
                    <a:pt x="13272" y="8581"/>
                    <a:pt x="13171" y="8588"/>
                    <a:pt x="13071" y="8600"/>
                  </a:cubicBezTo>
                  <a:lnTo>
                    <a:pt x="12980" y="8600"/>
                  </a:lnTo>
                  <a:cubicBezTo>
                    <a:pt x="12828" y="8630"/>
                    <a:pt x="12706" y="8630"/>
                    <a:pt x="12554" y="8691"/>
                  </a:cubicBezTo>
                  <a:cubicBezTo>
                    <a:pt x="12213" y="8835"/>
                    <a:pt x="11894" y="9021"/>
                    <a:pt x="11601" y="9243"/>
                  </a:cubicBezTo>
                  <a:lnTo>
                    <a:pt x="11601" y="9243"/>
                  </a:lnTo>
                  <a:cubicBezTo>
                    <a:pt x="11894" y="8923"/>
                    <a:pt x="12183" y="8555"/>
                    <a:pt x="12311" y="8235"/>
                  </a:cubicBezTo>
                  <a:cubicBezTo>
                    <a:pt x="13246" y="6312"/>
                    <a:pt x="11645" y="3636"/>
                    <a:pt x="9345" y="3636"/>
                  </a:cubicBezTo>
                  <a:cubicBezTo>
                    <a:pt x="9028" y="3636"/>
                    <a:pt x="8698" y="3687"/>
                    <a:pt x="8359" y="3798"/>
                  </a:cubicBezTo>
                  <a:cubicBezTo>
                    <a:pt x="7436" y="4182"/>
                    <a:pt x="6643" y="4956"/>
                    <a:pt x="6052" y="5864"/>
                  </a:cubicBezTo>
                  <a:lnTo>
                    <a:pt x="6052" y="5864"/>
                  </a:lnTo>
                  <a:cubicBezTo>
                    <a:pt x="7044" y="3936"/>
                    <a:pt x="6013" y="2566"/>
                    <a:pt x="4822" y="2566"/>
                  </a:cubicBezTo>
                  <a:cubicBezTo>
                    <a:pt x="4146" y="2566"/>
                    <a:pt x="3418" y="3008"/>
                    <a:pt x="2979" y="4041"/>
                  </a:cubicBezTo>
                  <a:cubicBezTo>
                    <a:pt x="3611" y="2050"/>
                    <a:pt x="2981" y="0"/>
                    <a:pt x="144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9" name="Google Shape;1169;p13"/>
            <p:cNvSpPr/>
            <p:nvPr/>
          </p:nvSpPr>
          <p:spPr>
            <a:xfrm flipH="1">
              <a:off x="8221849" y="4367699"/>
              <a:ext cx="884591" cy="679094"/>
            </a:xfrm>
            <a:custGeom>
              <a:rect b="b" l="l" r="r" t="t"/>
              <a:pathLst>
                <a:path extrusionOk="0" h="8490" w="11065">
                  <a:moveTo>
                    <a:pt x="486" y="1"/>
                  </a:moveTo>
                  <a:cubicBezTo>
                    <a:pt x="321" y="1"/>
                    <a:pt x="157" y="33"/>
                    <a:pt x="0" y="100"/>
                  </a:cubicBezTo>
                  <a:lnTo>
                    <a:pt x="0" y="8489"/>
                  </a:lnTo>
                  <a:lnTo>
                    <a:pt x="11064" y="8489"/>
                  </a:lnTo>
                  <a:cubicBezTo>
                    <a:pt x="10912" y="8003"/>
                    <a:pt x="10487" y="7578"/>
                    <a:pt x="10031" y="7426"/>
                  </a:cubicBezTo>
                  <a:cubicBezTo>
                    <a:pt x="9799" y="7339"/>
                    <a:pt x="9553" y="7300"/>
                    <a:pt x="9303" y="7300"/>
                  </a:cubicBezTo>
                  <a:cubicBezTo>
                    <a:pt x="9029" y="7300"/>
                    <a:pt x="8751" y="7346"/>
                    <a:pt x="8481" y="7426"/>
                  </a:cubicBezTo>
                  <a:cubicBezTo>
                    <a:pt x="8754" y="6939"/>
                    <a:pt x="8389" y="6271"/>
                    <a:pt x="7903" y="6058"/>
                  </a:cubicBezTo>
                  <a:cubicBezTo>
                    <a:pt x="7756" y="6003"/>
                    <a:pt x="7601" y="5978"/>
                    <a:pt x="7444" y="5978"/>
                  </a:cubicBezTo>
                  <a:cubicBezTo>
                    <a:pt x="7152" y="5978"/>
                    <a:pt x="6851" y="6063"/>
                    <a:pt x="6580" y="6195"/>
                  </a:cubicBezTo>
                  <a:lnTo>
                    <a:pt x="6580" y="6195"/>
                  </a:lnTo>
                  <a:cubicBezTo>
                    <a:pt x="6903" y="5981"/>
                    <a:pt x="7137" y="5620"/>
                    <a:pt x="7265" y="5237"/>
                  </a:cubicBezTo>
                  <a:cubicBezTo>
                    <a:pt x="7801" y="4084"/>
                    <a:pt x="6846" y="2504"/>
                    <a:pt x="5507" y="2504"/>
                  </a:cubicBezTo>
                  <a:cubicBezTo>
                    <a:pt x="5329" y="2504"/>
                    <a:pt x="5144" y="2532"/>
                    <a:pt x="4955" y="2593"/>
                  </a:cubicBezTo>
                  <a:cubicBezTo>
                    <a:pt x="4359" y="2836"/>
                    <a:pt x="3885" y="3321"/>
                    <a:pt x="3509" y="3896"/>
                  </a:cubicBezTo>
                  <a:lnTo>
                    <a:pt x="3509" y="3896"/>
                  </a:lnTo>
                  <a:cubicBezTo>
                    <a:pt x="4180" y="2709"/>
                    <a:pt x="3551" y="1867"/>
                    <a:pt x="2823" y="1867"/>
                  </a:cubicBezTo>
                  <a:cubicBezTo>
                    <a:pt x="2423" y="1867"/>
                    <a:pt x="1993" y="2122"/>
                    <a:pt x="1733" y="2714"/>
                  </a:cubicBezTo>
                  <a:cubicBezTo>
                    <a:pt x="2381" y="1081"/>
                    <a:pt x="1437" y="1"/>
                    <a:pt x="4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0" name="Google Shape;1170;p13"/>
            <p:cNvSpPr/>
            <p:nvPr/>
          </p:nvSpPr>
          <p:spPr>
            <a:xfrm flipH="1">
              <a:off x="8165967" y="4144614"/>
              <a:ext cx="82743" cy="75988"/>
            </a:xfrm>
            <a:custGeom>
              <a:rect b="b" l="l" r="r" t="t"/>
              <a:pathLst>
                <a:path extrusionOk="0" h="950" w="1035">
                  <a:moveTo>
                    <a:pt x="998" y="1"/>
                  </a:moveTo>
                  <a:cubicBezTo>
                    <a:pt x="894" y="1"/>
                    <a:pt x="584" y="21"/>
                    <a:pt x="335" y="245"/>
                  </a:cubicBezTo>
                  <a:cubicBezTo>
                    <a:pt x="31" y="488"/>
                    <a:pt x="1" y="944"/>
                    <a:pt x="1" y="944"/>
                  </a:cubicBezTo>
                  <a:cubicBezTo>
                    <a:pt x="1" y="944"/>
                    <a:pt x="38" y="950"/>
                    <a:pt x="99" y="950"/>
                  </a:cubicBezTo>
                  <a:cubicBezTo>
                    <a:pt x="235" y="950"/>
                    <a:pt x="490" y="921"/>
                    <a:pt x="700" y="731"/>
                  </a:cubicBezTo>
                  <a:cubicBezTo>
                    <a:pt x="1004" y="458"/>
                    <a:pt x="1034" y="2"/>
                    <a:pt x="1034" y="2"/>
                  </a:cubicBezTo>
                  <a:cubicBezTo>
                    <a:pt x="1034" y="2"/>
                    <a:pt x="1021" y="1"/>
                    <a:pt x="99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1" name="Google Shape;1171;p13"/>
            <p:cNvSpPr/>
            <p:nvPr/>
          </p:nvSpPr>
          <p:spPr>
            <a:xfrm flipH="1">
              <a:off x="8853654" y="4378097"/>
              <a:ext cx="82743" cy="116782"/>
            </a:xfrm>
            <a:custGeom>
              <a:rect b="b" l="l" r="r" t="t"/>
              <a:pathLst>
                <a:path extrusionOk="0" h="1460" w="1035">
                  <a:moveTo>
                    <a:pt x="913" y="1"/>
                  </a:moveTo>
                  <a:lnTo>
                    <a:pt x="913" y="1"/>
                  </a:lnTo>
                  <a:cubicBezTo>
                    <a:pt x="913" y="1"/>
                    <a:pt x="457" y="153"/>
                    <a:pt x="244" y="548"/>
                  </a:cubicBezTo>
                  <a:cubicBezTo>
                    <a:pt x="1" y="913"/>
                    <a:pt x="123" y="1460"/>
                    <a:pt x="123" y="1460"/>
                  </a:cubicBezTo>
                  <a:cubicBezTo>
                    <a:pt x="123" y="1460"/>
                    <a:pt x="578" y="1308"/>
                    <a:pt x="791" y="913"/>
                  </a:cubicBezTo>
                  <a:cubicBezTo>
                    <a:pt x="1034" y="548"/>
                    <a:pt x="913" y="1"/>
                    <a:pt x="9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2" name="Google Shape;1172;p13"/>
            <p:cNvSpPr/>
            <p:nvPr/>
          </p:nvSpPr>
          <p:spPr>
            <a:xfrm flipH="1">
              <a:off x="8255906" y="4047429"/>
              <a:ext cx="77786" cy="165414"/>
            </a:xfrm>
            <a:custGeom>
              <a:rect b="b" l="l" r="r" t="t"/>
              <a:pathLst>
                <a:path extrusionOk="0" h="2068" w="973">
                  <a:moveTo>
                    <a:pt x="243" y="1"/>
                  </a:moveTo>
                  <a:cubicBezTo>
                    <a:pt x="243" y="1"/>
                    <a:pt x="0" y="578"/>
                    <a:pt x="91" y="1156"/>
                  </a:cubicBezTo>
                  <a:cubicBezTo>
                    <a:pt x="213" y="1703"/>
                    <a:pt x="699" y="2068"/>
                    <a:pt x="699" y="2068"/>
                  </a:cubicBezTo>
                  <a:cubicBezTo>
                    <a:pt x="699" y="2068"/>
                    <a:pt x="973" y="1490"/>
                    <a:pt x="851" y="913"/>
                  </a:cubicBezTo>
                  <a:cubicBezTo>
                    <a:pt x="760" y="335"/>
                    <a:pt x="243" y="1"/>
                    <a:pt x="2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73" name="Google Shape;1173;p13"/>
          <p:cNvGrpSpPr/>
          <p:nvPr/>
        </p:nvGrpSpPr>
        <p:grpSpPr>
          <a:xfrm flipH="1">
            <a:off x="-518902" y="2809772"/>
            <a:ext cx="1496970" cy="2297721"/>
            <a:chOff x="243098" y="2746672"/>
            <a:chExt cx="1496970" cy="2297721"/>
          </a:xfrm>
        </p:grpSpPr>
        <p:sp>
          <p:nvSpPr>
            <p:cNvPr id="1174" name="Google Shape;1174;p13"/>
            <p:cNvSpPr/>
            <p:nvPr/>
          </p:nvSpPr>
          <p:spPr>
            <a:xfrm>
              <a:off x="789842" y="4086383"/>
              <a:ext cx="461762" cy="958010"/>
            </a:xfrm>
            <a:custGeom>
              <a:rect b="b" l="l" r="r" t="t"/>
              <a:pathLst>
                <a:path extrusionOk="0" h="11977" w="5776">
                  <a:moveTo>
                    <a:pt x="2888" y="0"/>
                  </a:moveTo>
                  <a:lnTo>
                    <a:pt x="2797" y="2219"/>
                  </a:lnTo>
                  <a:lnTo>
                    <a:pt x="1611" y="1307"/>
                  </a:lnTo>
                  <a:lnTo>
                    <a:pt x="1520" y="1429"/>
                  </a:lnTo>
                  <a:lnTo>
                    <a:pt x="2645" y="2797"/>
                  </a:lnTo>
                  <a:lnTo>
                    <a:pt x="2432" y="7082"/>
                  </a:lnTo>
                  <a:lnTo>
                    <a:pt x="1885" y="6535"/>
                  </a:lnTo>
                  <a:lnTo>
                    <a:pt x="1915" y="5076"/>
                  </a:lnTo>
                  <a:lnTo>
                    <a:pt x="1703" y="5015"/>
                  </a:lnTo>
                  <a:lnTo>
                    <a:pt x="1520" y="6201"/>
                  </a:lnTo>
                  <a:lnTo>
                    <a:pt x="152" y="5015"/>
                  </a:lnTo>
                  <a:lnTo>
                    <a:pt x="0" y="5137"/>
                  </a:lnTo>
                  <a:lnTo>
                    <a:pt x="2310" y="7812"/>
                  </a:lnTo>
                  <a:lnTo>
                    <a:pt x="2007" y="11976"/>
                  </a:lnTo>
                  <a:lnTo>
                    <a:pt x="3891" y="11976"/>
                  </a:lnTo>
                  <a:lnTo>
                    <a:pt x="3678" y="6748"/>
                  </a:lnTo>
                  <a:lnTo>
                    <a:pt x="4681" y="5107"/>
                  </a:lnTo>
                  <a:lnTo>
                    <a:pt x="5776" y="4955"/>
                  </a:lnTo>
                  <a:lnTo>
                    <a:pt x="5776" y="4772"/>
                  </a:lnTo>
                  <a:lnTo>
                    <a:pt x="4803" y="4803"/>
                  </a:lnTo>
                  <a:lnTo>
                    <a:pt x="5350" y="3921"/>
                  </a:lnTo>
                  <a:lnTo>
                    <a:pt x="5228" y="3800"/>
                  </a:lnTo>
                  <a:lnTo>
                    <a:pt x="3678" y="5471"/>
                  </a:lnTo>
                  <a:lnTo>
                    <a:pt x="3405" y="2736"/>
                  </a:lnTo>
                  <a:lnTo>
                    <a:pt x="319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5" name="Google Shape;1175;p13"/>
            <p:cNvSpPr/>
            <p:nvPr/>
          </p:nvSpPr>
          <p:spPr>
            <a:xfrm>
              <a:off x="274676" y="2746672"/>
              <a:ext cx="1465392" cy="1589112"/>
            </a:xfrm>
            <a:custGeom>
              <a:rect b="b" l="l" r="r" t="t"/>
              <a:pathLst>
                <a:path extrusionOk="0" h="19867" w="18330">
                  <a:moveTo>
                    <a:pt x="9682" y="1"/>
                  </a:moveTo>
                  <a:cubicBezTo>
                    <a:pt x="9666" y="1"/>
                    <a:pt x="9651" y="1"/>
                    <a:pt x="9636" y="1"/>
                  </a:cubicBezTo>
                  <a:cubicBezTo>
                    <a:pt x="8663" y="32"/>
                    <a:pt x="7873" y="731"/>
                    <a:pt x="7265" y="1460"/>
                  </a:cubicBezTo>
                  <a:cubicBezTo>
                    <a:pt x="6019" y="2980"/>
                    <a:pt x="5259" y="4865"/>
                    <a:pt x="5107" y="6840"/>
                  </a:cubicBezTo>
                  <a:cubicBezTo>
                    <a:pt x="4712" y="6354"/>
                    <a:pt x="4377" y="5868"/>
                    <a:pt x="3891" y="5472"/>
                  </a:cubicBezTo>
                  <a:cubicBezTo>
                    <a:pt x="3485" y="5168"/>
                    <a:pt x="2993" y="4926"/>
                    <a:pt x="2488" y="4926"/>
                  </a:cubicBezTo>
                  <a:cubicBezTo>
                    <a:pt x="2389" y="4926"/>
                    <a:pt x="2289" y="4936"/>
                    <a:pt x="2189" y="4956"/>
                  </a:cubicBezTo>
                  <a:cubicBezTo>
                    <a:pt x="1186" y="5108"/>
                    <a:pt x="548" y="6111"/>
                    <a:pt x="274" y="7114"/>
                  </a:cubicBezTo>
                  <a:cubicBezTo>
                    <a:pt x="1" y="8178"/>
                    <a:pt x="61" y="9272"/>
                    <a:pt x="396" y="10305"/>
                  </a:cubicBezTo>
                  <a:cubicBezTo>
                    <a:pt x="912" y="12007"/>
                    <a:pt x="2219" y="13375"/>
                    <a:pt x="3466" y="14622"/>
                  </a:cubicBezTo>
                  <a:cubicBezTo>
                    <a:pt x="3336" y="14567"/>
                    <a:pt x="3199" y="14541"/>
                    <a:pt x="3063" y="14541"/>
                  </a:cubicBezTo>
                  <a:cubicBezTo>
                    <a:pt x="2595" y="14541"/>
                    <a:pt x="2127" y="14843"/>
                    <a:pt x="1915" y="15290"/>
                  </a:cubicBezTo>
                  <a:cubicBezTo>
                    <a:pt x="1520" y="16050"/>
                    <a:pt x="1915" y="16901"/>
                    <a:pt x="2402" y="17509"/>
                  </a:cubicBezTo>
                  <a:cubicBezTo>
                    <a:pt x="2858" y="18026"/>
                    <a:pt x="3435" y="18391"/>
                    <a:pt x="4043" y="18695"/>
                  </a:cubicBezTo>
                  <a:cubicBezTo>
                    <a:pt x="5651" y="19498"/>
                    <a:pt x="7434" y="19866"/>
                    <a:pt x="9228" y="19866"/>
                  </a:cubicBezTo>
                  <a:cubicBezTo>
                    <a:pt x="11164" y="19866"/>
                    <a:pt x="13112" y="19437"/>
                    <a:pt x="14864" y="18664"/>
                  </a:cubicBezTo>
                  <a:cubicBezTo>
                    <a:pt x="16110" y="18117"/>
                    <a:pt x="16992" y="17205"/>
                    <a:pt x="17691" y="15989"/>
                  </a:cubicBezTo>
                  <a:cubicBezTo>
                    <a:pt x="18147" y="15290"/>
                    <a:pt x="18299" y="14439"/>
                    <a:pt x="18329" y="13649"/>
                  </a:cubicBezTo>
                  <a:cubicBezTo>
                    <a:pt x="18329" y="13102"/>
                    <a:pt x="18299" y="12585"/>
                    <a:pt x="18086" y="12129"/>
                  </a:cubicBezTo>
                  <a:cubicBezTo>
                    <a:pt x="17873" y="11673"/>
                    <a:pt x="17448" y="11248"/>
                    <a:pt x="16931" y="11187"/>
                  </a:cubicBezTo>
                  <a:cubicBezTo>
                    <a:pt x="16869" y="11174"/>
                    <a:pt x="16804" y="11168"/>
                    <a:pt x="16739" y="11168"/>
                  </a:cubicBezTo>
                  <a:cubicBezTo>
                    <a:pt x="16511" y="11168"/>
                    <a:pt x="16279" y="11244"/>
                    <a:pt x="16148" y="11384"/>
                  </a:cubicBezTo>
                  <a:lnTo>
                    <a:pt x="16148" y="11384"/>
                  </a:lnTo>
                  <a:cubicBezTo>
                    <a:pt x="16711" y="10695"/>
                    <a:pt x="17239" y="9890"/>
                    <a:pt x="17448" y="8998"/>
                  </a:cubicBezTo>
                  <a:cubicBezTo>
                    <a:pt x="17691" y="8086"/>
                    <a:pt x="17569" y="7083"/>
                    <a:pt x="16961" y="6384"/>
                  </a:cubicBezTo>
                  <a:cubicBezTo>
                    <a:pt x="16487" y="5810"/>
                    <a:pt x="15766" y="5523"/>
                    <a:pt x="15019" y="5523"/>
                  </a:cubicBezTo>
                  <a:cubicBezTo>
                    <a:pt x="14856" y="5523"/>
                    <a:pt x="14692" y="5536"/>
                    <a:pt x="14530" y="5564"/>
                  </a:cubicBezTo>
                  <a:cubicBezTo>
                    <a:pt x="13618" y="5716"/>
                    <a:pt x="12858" y="6202"/>
                    <a:pt x="12250" y="6871"/>
                  </a:cubicBezTo>
                  <a:cubicBezTo>
                    <a:pt x="12311" y="5472"/>
                    <a:pt x="12615" y="4074"/>
                    <a:pt x="12372" y="2706"/>
                  </a:cubicBezTo>
                  <a:cubicBezTo>
                    <a:pt x="12101" y="1354"/>
                    <a:pt x="11057" y="1"/>
                    <a:pt x="968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6" name="Google Shape;1176;p13"/>
            <p:cNvSpPr/>
            <p:nvPr/>
          </p:nvSpPr>
          <p:spPr>
            <a:xfrm>
              <a:off x="635228" y="4360980"/>
              <a:ext cx="324817" cy="282356"/>
            </a:xfrm>
            <a:custGeom>
              <a:rect b="b" l="l" r="r" t="t"/>
              <a:pathLst>
                <a:path extrusionOk="0" h="3530" w="4063">
                  <a:moveTo>
                    <a:pt x="1850" y="0"/>
                  </a:moveTo>
                  <a:cubicBezTo>
                    <a:pt x="1502" y="0"/>
                    <a:pt x="1195" y="373"/>
                    <a:pt x="1570" y="944"/>
                  </a:cubicBezTo>
                  <a:cubicBezTo>
                    <a:pt x="1296" y="663"/>
                    <a:pt x="1033" y="551"/>
                    <a:pt x="819" y="551"/>
                  </a:cubicBezTo>
                  <a:cubicBezTo>
                    <a:pt x="223" y="551"/>
                    <a:pt x="1" y="1409"/>
                    <a:pt x="962" y="1856"/>
                  </a:cubicBezTo>
                  <a:cubicBezTo>
                    <a:pt x="37" y="1881"/>
                    <a:pt x="304" y="2974"/>
                    <a:pt x="969" y="2974"/>
                  </a:cubicBezTo>
                  <a:cubicBezTo>
                    <a:pt x="1100" y="2974"/>
                    <a:pt x="1247" y="2931"/>
                    <a:pt x="1403" y="2829"/>
                  </a:cubicBezTo>
                  <a:lnTo>
                    <a:pt x="1403" y="2829"/>
                  </a:lnTo>
                  <a:cubicBezTo>
                    <a:pt x="1083" y="3075"/>
                    <a:pt x="1301" y="3529"/>
                    <a:pt x="1714" y="3529"/>
                  </a:cubicBezTo>
                  <a:cubicBezTo>
                    <a:pt x="1726" y="3529"/>
                    <a:pt x="1739" y="3529"/>
                    <a:pt x="1752" y="3528"/>
                  </a:cubicBezTo>
                  <a:cubicBezTo>
                    <a:pt x="2877" y="3315"/>
                    <a:pt x="4062" y="1491"/>
                    <a:pt x="3029" y="519"/>
                  </a:cubicBezTo>
                  <a:cubicBezTo>
                    <a:pt x="2955" y="430"/>
                    <a:pt x="2810" y="370"/>
                    <a:pt x="2680" y="370"/>
                  </a:cubicBezTo>
                  <a:cubicBezTo>
                    <a:pt x="2542" y="370"/>
                    <a:pt x="2421" y="438"/>
                    <a:pt x="2421" y="610"/>
                  </a:cubicBezTo>
                  <a:cubicBezTo>
                    <a:pt x="2358" y="184"/>
                    <a:pt x="2094" y="0"/>
                    <a:pt x="185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7" name="Google Shape;1177;p13"/>
            <p:cNvSpPr/>
            <p:nvPr/>
          </p:nvSpPr>
          <p:spPr>
            <a:xfrm>
              <a:off x="663449" y="3468479"/>
              <a:ext cx="794733" cy="858426"/>
            </a:xfrm>
            <a:custGeom>
              <a:rect b="b" l="l" r="r" t="t"/>
              <a:pathLst>
                <a:path extrusionOk="0" h="10732" w="9941">
                  <a:moveTo>
                    <a:pt x="3393" y="0"/>
                  </a:moveTo>
                  <a:cubicBezTo>
                    <a:pt x="3295" y="0"/>
                    <a:pt x="3197" y="11"/>
                    <a:pt x="3101" y="35"/>
                  </a:cubicBezTo>
                  <a:cubicBezTo>
                    <a:pt x="2341" y="217"/>
                    <a:pt x="1977" y="1129"/>
                    <a:pt x="2068" y="1889"/>
                  </a:cubicBezTo>
                  <a:cubicBezTo>
                    <a:pt x="2129" y="2649"/>
                    <a:pt x="2524" y="3379"/>
                    <a:pt x="2797" y="4078"/>
                  </a:cubicBezTo>
                  <a:cubicBezTo>
                    <a:pt x="2435" y="3871"/>
                    <a:pt x="2029" y="3730"/>
                    <a:pt x="1598" y="3730"/>
                  </a:cubicBezTo>
                  <a:cubicBezTo>
                    <a:pt x="1522" y="3730"/>
                    <a:pt x="1446" y="3734"/>
                    <a:pt x="1369" y="3743"/>
                  </a:cubicBezTo>
                  <a:cubicBezTo>
                    <a:pt x="882" y="3835"/>
                    <a:pt x="426" y="4139"/>
                    <a:pt x="244" y="4594"/>
                  </a:cubicBezTo>
                  <a:cubicBezTo>
                    <a:pt x="1" y="5081"/>
                    <a:pt x="122" y="5598"/>
                    <a:pt x="396" y="6053"/>
                  </a:cubicBezTo>
                  <a:cubicBezTo>
                    <a:pt x="670" y="6479"/>
                    <a:pt x="1065" y="6813"/>
                    <a:pt x="1490" y="7117"/>
                  </a:cubicBezTo>
                  <a:cubicBezTo>
                    <a:pt x="1414" y="7087"/>
                    <a:pt x="1331" y="7072"/>
                    <a:pt x="1247" y="7072"/>
                  </a:cubicBezTo>
                  <a:cubicBezTo>
                    <a:pt x="1163" y="7072"/>
                    <a:pt x="1080" y="7087"/>
                    <a:pt x="1004" y="7117"/>
                  </a:cubicBezTo>
                  <a:cubicBezTo>
                    <a:pt x="730" y="7239"/>
                    <a:pt x="578" y="7512"/>
                    <a:pt x="548" y="7816"/>
                  </a:cubicBezTo>
                  <a:cubicBezTo>
                    <a:pt x="518" y="8090"/>
                    <a:pt x="578" y="8394"/>
                    <a:pt x="670" y="8637"/>
                  </a:cubicBezTo>
                  <a:cubicBezTo>
                    <a:pt x="822" y="9093"/>
                    <a:pt x="1034" y="9519"/>
                    <a:pt x="1338" y="9701"/>
                  </a:cubicBezTo>
                  <a:cubicBezTo>
                    <a:pt x="1885" y="10248"/>
                    <a:pt x="2493" y="10582"/>
                    <a:pt x="3253" y="10674"/>
                  </a:cubicBezTo>
                  <a:cubicBezTo>
                    <a:pt x="3573" y="10712"/>
                    <a:pt x="3897" y="10731"/>
                    <a:pt x="4223" y="10731"/>
                  </a:cubicBezTo>
                  <a:cubicBezTo>
                    <a:pt x="5969" y="10731"/>
                    <a:pt x="7747" y="10171"/>
                    <a:pt x="9028" y="8941"/>
                  </a:cubicBezTo>
                  <a:cubicBezTo>
                    <a:pt x="9272" y="8728"/>
                    <a:pt x="9545" y="8424"/>
                    <a:pt x="9697" y="8060"/>
                  </a:cubicBezTo>
                  <a:cubicBezTo>
                    <a:pt x="9879" y="7695"/>
                    <a:pt x="9940" y="7148"/>
                    <a:pt x="9636" y="6813"/>
                  </a:cubicBezTo>
                  <a:cubicBezTo>
                    <a:pt x="9478" y="6690"/>
                    <a:pt x="9268" y="6607"/>
                    <a:pt x="9066" y="6607"/>
                  </a:cubicBezTo>
                  <a:cubicBezTo>
                    <a:pt x="8920" y="6607"/>
                    <a:pt x="8778" y="6650"/>
                    <a:pt x="8664" y="6753"/>
                  </a:cubicBezTo>
                  <a:cubicBezTo>
                    <a:pt x="9120" y="5841"/>
                    <a:pt x="9636" y="4929"/>
                    <a:pt x="9636" y="3926"/>
                  </a:cubicBezTo>
                  <a:cubicBezTo>
                    <a:pt x="9636" y="3348"/>
                    <a:pt x="9484" y="2740"/>
                    <a:pt x="9180" y="2224"/>
                  </a:cubicBezTo>
                  <a:cubicBezTo>
                    <a:pt x="8931" y="1807"/>
                    <a:pt x="8504" y="1391"/>
                    <a:pt x="7992" y="1391"/>
                  </a:cubicBezTo>
                  <a:cubicBezTo>
                    <a:pt x="7943" y="1391"/>
                    <a:pt x="7893" y="1395"/>
                    <a:pt x="7843" y="1403"/>
                  </a:cubicBezTo>
                  <a:cubicBezTo>
                    <a:pt x="7509" y="1464"/>
                    <a:pt x="7205" y="1707"/>
                    <a:pt x="6992" y="1950"/>
                  </a:cubicBezTo>
                  <a:cubicBezTo>
                    <a:pt x="6809" y="2254"/>
                    <a:pt x="6688" y="2558"/>
                    <a:pt x="6597" y="2923"/>
                  </a:cubicBezTo>
                  <a:cubicBezTo>
                    <a:pt x="6202" y="1889"/>
                    <a:pt x="5472" y="1008"/>
                    <a:pt x="4560" y="400"/>
                  </a:cubicBezTo>
                  <a:cubicBezTo>
                    <a:pt x="4194" y="180"/>
                    <a:pt x="3790" y="0"/>
                    <a:pt x="339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8" name="Google Shape;1178;p13"/>
            <p:cNvSpPr/>
            <p:nvPr/>
          </p:nvSpPr>
          <p:spPr>
            <a:xfrm>
              <a:off x="354861" y="3840821"/>
              <a:ext cx="72990" cy="104624"/>
            </a:xfrm>
            <a:custGeom>
              <a:rect b="b" l="l" r="r" t="t"/>
              <a:pathLst>
                <a:path extrusionOk="0" h="1308" w="913">
                  <a:moveTo>
                    <a:pt x="92" y="0"/>
                  </a:moveTo>
                  <a:cubicBezTo>
                    <a:pt x="92" y="0"/>
                    <a:pt x="1" y="456"/>
                    <a:pt x="183" y="791"/>
                  </a:cubicBezTo>
                  <a:cubicBezTo>
                    <a:pt x="365" y="1125"/>
                    <a:pt x="791" y="1307"/>
                    <a:pt x="791" y="1307"/>
                  </a:cubicBezTo>
                  <a:cubicBezTo>
                    <a:pt x="791" y="1307"/>
                    <a:pt x="912" y="851"/>
                    <a:pt x="700" y="487"/>
                  </a:cubicBezTo>
                  <a:cubicBezTo>
                    <a:pt x="487" y="152"/>
                    <a:pt x="92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9" name="Google Shape;1179;p13"/>
            <p:cNvSpPr/>
            <p:nvPr/>
          </p:nvSpPr>
          <p:spPr>
            <a:xfrm>
              <a:off x="243098" y="3940326"/>
              <a:ext cx="158051" cy="70869"/>
            </a:xfrm>
            <a:custGeom>
              <a:rect b="b" l="l" r="r" t="t"/>
              <a:pathLst>
                <a:path extrusionOk="0" h="886" w="1977">
                  <a:moveTo>
                    <a:pt x="996" y="1"/>
                  </a:moveTo>
                  <a:cubicBezTo>
                    <a:pt x="978" y="1"/>
                    <a:pt x="960" y="1"/>
                    <a:pt x="943" y="2"/>
                  </a:cubicBezTo>
                  <a:cubicBezTo>
                    <a:pt x="396" y="2"/>
                    <a:pt x="0" y="519"/>
                    <a:pt x="0" y="519"/>
                  </a:cubicBezTo>
                  <a:cubicBezTo>
                    <a:pt x="0" y="519"/>
                    <a:pt x="451" y="886"/>
                    <a:pt x="946" y="886"/>
                  </a:cubicBezTo>
                  <a:cubicBezTo>
                    <a:pt x="965" y="886"/>
                    <a:pt x="984" y="885"/>
                    <a:pt x="1003" y="884"/>
                  </a:cubicBezTo>
                  <a:cubicBezTo>
                    <a:pt x="1551" y="854"/>
                    <a:pt x="1976" y="398"/>
                    <a:pt x="1976" y="398"/>
                  </a:cubicBezTo>
                  <a:cubicBezTo>
                    <a:pt x="1976" y="398"/>
                    <a:pt x="1494" y="1"/>
                    <a:pt x="99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0" name="Google Shape;1180;p13"/>
            <p:cNvSpPr/>
            <p:nvPr/>
          </p:nvSpPr>
          <p:spPr>
            <a:xfrm>
              <a:off x="1256401" y="4479441"/>
              <a:ext cx="58360" cy="29755"/>
            </a:xfrm>
            <a:custGeom>
              <a:rect b="b" l="l" r="r" t="t"/>
              <a:pathLst>
                <a:path extrusionOk="0" h="372" w="730">
                  <a:moveTo>
                    <a:pt x="235" y="0"/>
                  </a:moveTo>
                  <a:cubicBezTo>
                    <a:pt x="108" y="0"/>
                    <a:pt x="0" y="41"/>
                    <a:pt x="0" y="41"/>
                  </a:cubicBezTo>
                  <a:cubicBezTo>
                    <a:pt x="0" y="41"/>
                    <a:pt x="122" y="253"/>
                    <a:pt x="304" y="345"/>
                  </a:cubicBezTo>
                  <a:cubicBezTo>
                    <a:pt x="365" y="365"/>
                    <a:pt x="433" y="372"/>
                    <a:pt x="496" y="372"/>
                  </a:cubicBezTo>
                  <a:cubicBezTo>
                    <a:pt x="622" y="372"/>
                    <a:pt x="730" y="345"/>
                    <a:pt x="730" y="345"/>
                  </a:cubicBezTo>
                  <a:cubicBezTo>
                    <a:pt x="730" y="345"/>
                    <a:pt x="608" y="101"/>
                    <a:pt x="426" y="41"/>
                  </a:cubicBezTo>
                  <a:cubicBezTo>
                    <a:pt x="365" y="10"/>
                    <a:pt x="298" y="0"/>
                    <a:pt x="23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1" name="Google Shape;1181;p13"/>
            <p:cNvSpPr/>
            <p:nvPr/>
          </p:nvSpPr>
          <p:spPr>
            <a:xfrm>
              <a:off x="1256401" y="4409692"/>
              <a:ext cx="60838" cy="58471"/>
            </a:xfrm>
            <a:custGeom>
              <a:rect b="b" l="l" r="r" t="t"/>
              <a:pathLst>
                <a:path extrusionOk="0" h="731" w="761">
                  <a:moveTo>
                    <a:pt x="760" y="1"/>
                  </a:moveTo>
                  <a:cubicBezTo>
                    <a:pt x="760" y="1"/>
                    <a:pt x="456" y="1"/>
                    <a:pt x="213" y="183"/>
                  </a:cubicBezTo>
                  <a:cubicBezTo>
                    <a:pt x="31" y="366"/>
                    <a:pt x="0" y="730"/>
                    <a:pt x="0" y="730"/>
                  </a:cubicBezTo>
                  <a:cubicBezTo>
                    <a:pt x="0" y="730"/>
                    <a:pt x="304" y="730"/>
                    <a:pt x="547" y="518"/>
                  </a:cubicBezTo>
                  <a:cubicBezTo>
                    <a:pt x="760" y="335"/>
                    <a:pt x="760" y="1"/>
                    <a:pt x="76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2" name="Google Shape;1182;p13"/>
            <p:cNvSpPr/>
            <p:nvPr/>
          </p:nvSpPr>
          <p:spPr>
            <a:xfrm>
              <a:off x="1217548" y="3476078"/>
              <a:ext cx="82663" cy="82787"/>
            </a:xfrm>
            <a:custGeom>
              <a:rect b="b" l="l" r="r" t="t"/>
              <a:pathLst>
                <a:path extrusionOk="0" h="1035" w="1034">
                  <a:moveTo>
                    <a:pt x="973" y="1"/>
                  </a:moveTo>
                  <a:lnTo>
                    <a:pt x="973" y="1"/>
                  </a:lnTo>
                  <a:cubicBezTo>
                    <a:pt x="973" y="1"/>
                    <a:pt x="517" y="1"/>
                    <a:pt x="274" y="305"/>
                  </a:cubicBezTo>
                  <a:cubicBezTo>
                    <a:pt x="0" y="578"/>
                    <a:pt x="0" y="1034"/>
                    <a:pt x="0" y="1034"/>
                  </a:cubicBezTo>
                  <a:cubicBezTo>
                    <a:pt x="0" y="1034"/>
                    <a:pt x="456" y="1034"/>
                    <a:pt x="730" y="730"/>
                  </a:cubicBezTo>
                  <a:cubicBezTo>
                    <a:pt x="1033" y="426"/>
                    <a:pt x="973" y="1"/>
                    <a:pt x="97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3" name="Google Shape;1183;p13"/>
            <p:cNvSpPr/>
            <p:nvPr/>
          </p:nvSpPr>
          <p:spPr>
            <a:xfrm>
              <a:off x="695027" y="3711641"/>
              <a:ext cx="72990" cy="37114"/>
            </a:xfrm>
            <a:custGeom>
              <a:rect b="b" l="l" r="r" t="t"/>
              <a:pathLst>
                <a:path extrusionOk="0" h="464" w="913">
                  <a:moveTo>
                    <a:pt x="318" y="1"/>
                  </a:moveTo>
                  <a:cubicBezTo>
                    <a:pt x="146" y="1"/>
                    <a:pt x="1" y="65"/>
                    <a:pt x="1" y="65"/>
                  </a:cubicBezTo>
                  <a:cubicBezTo>
                    <a:pt x="1" y="65"/>
                    <a:pt x="123" y="308"/>
                    <a:pt x="366" y="430"/>
                  </a:cubicBezTo>
                  <a:cubicBezTo>
                    <a:pt x="432" y="455"/>
                    <a:pt x="503" y="464"/>
                    <a:pt x="571" y="464"/>
                  </a:cubicBezTo>
                  <a:cubicBezTo>
                    <a:pt x="752" y="464"/>
                    <a:pt x="913" y="399"/>
                    <a:pt x="913" y="399"/>
                  </a:cubicBezTo>
                  <a:cubicBezTo>
                    <a:pt x="913" y="399"/>
                    <a:pt x="791" y="126"/>
                    <a:pt x="518" y="35"/>
                  </a:cubicBezTo>
                  <a:cubicBezTo>
                    <a:pt x="451" y="10"/>
                    <a:pt x="383" y="1"/>
                    <a:pt x="3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4" name="Google Shape;1184;p13"/>
            <p:cNvSpPr/>
            <p:nvPr/>
          </p:nvSpPr>
          <p:spPr>
            <a:xfrm>
              <a:off x="1113060" y="3398330"/>
              <a:ext cx="94815" cy="148377"/>
            </a:xfrm>
            <a:custGeom>
              <a:rect b="b" l="l" r="r" t="t"/>
              <a:pathLst>
                <a:path extrusionOk="0" h="1855" w="1186">
                  <a:moveTo>
                    <a:pt x="243" y="0"/>
                  </a:moveTo>
                  <a:cubicBezTo>
                    <a:pt x="243" y="0"/>
                    <a:pt x="0" y="517"/>
                    <a:pt x="213" y="1064"/>
                  </a:cubicBezTo>
                  <a:cubicBezTo>
                    <a:pt x="395" y="1581"/>
                    <a:pt x="973" y="1854"/>
                    <a:pt x="973" y="1854"/>
                  </a:cubicBezTo>
                  <a:cubicBezTo>
                    <a:pt x="973" y="1854"/>
                    <a:pt x="1185" y="1307"/>
                    <a:pt x="1003" y="791"/>
                  </a:cubicBezTo>
                  <a:cubicBezTo>
                    <a:pt x="821" y="304"/>
                    <a:pt x="243" y="0"/>
                    <a:pt x="24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5" name="Google Shape;1185;p13"/>
            <p:cNvSpPr/>
            <p:nvPr/>
          </p:nvSpPr>
          <p:spPr>
            <a:xfrm>
              <a:off x="758264" y="4468083"/>
              <a:ext cx="136146" cy="124061"/>
            </a:xfrm>
            <a:custGeom>
              <a:rect b="b" l="l" r="r" t="t"/>
              <a:pathLst>
                <a:path extrusionOk="0" h="1551" w="1703">
                  <a:moveTo>
                    <a:pt x="1277" y="0"/>
                  </a:moveTo>
                  <a:cubicBezTo>
                    <a:pt x="1094" y="0"/>
                    <a:pt x="1064" y="213"/>
                    <a:pt x="912" y="213"/>
                  </a:cubicBezTo>
                  <a:cubicBezTo>
                    <a:pt x="882" y="213"/>
                    <a:pt x="851" y="213"/>
                    <a:pt x="791" y="183"/>
                  </a:cubicBezTo>
                  <a:cubicBezTo>
                    <a:pt x="760" y="152"/>
                    <a:pt x="730" y="61"/>
                    <a:pt x="639" y="61"/>
                  </a:cubicBezTo>
                  <a:cubicBezTo>
                    <a:pt x="578" y="61"/>
                    <a:pt x="487" y="152"/>
                    <a:pt x="456" y="213"/>
                  </a:cubicBezTo>
                  <a:cubicBezTo>
                    <a:pt x="426" y="304"/>
                    <a:pt x="456" y="395"/>
                    <a:pt x="456" y="487"/>
                  </a:cubicBezTo>
                  <a:cubicBezTo>
                    <a:pt x="456" y="608"/>
                    <a:pt x="456" y="669"/>
                    <a:pt x="426" y="760"/>
                  </a:cubicBezTo>
                  <a:cubicBezTo>
                    <a:pt x="304" y="882"/>
                    <a:pt x="122" y="851"/>
                    <a:pt x="31" y="1003"/>
                  </a:cubicBezTo>
                  <a:cubicBezTo>
                    <a:pt x="0" y="1125"/>
                    <a:pt x="31" y="1277"/>
                    <a:pt x="122" y="1368"/>
                  </a:cubicBezTo>
                  <a:cubicBezTo>
                    <a:pt x="243" y="1459"/>
                    <a:pt x="335" y="1550"/>
                    <a:pt x="487" y="1550"/>
                  </a:cubicBezTo>
                  <a:lnTo>
                    <a:pt x="791" y="1550"/>
                  </a:lnTo>
                  <a:cubicBezTo>
                    <a:pt x="1064" y="1520"/>
                    <a:pt x="1307" y="1429"/>
                    <a:pt x="1490" y="1155"/>
                  </a:cubicBezTo>
                  <a:cubicBezTo>
                    <a:pt x="1672" y="943"/>
                    <a:pt x="1702" y="639"/>
                    <a:pt x="1642" y="365"/>
                  </a:cubicBezTo>
                  <a:cubicBezTo>
                    <a:pt x="1550" y="213"/>
                    <a:pt x="1490" y="31"/>
                    <a:pt x="127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86" name="Google Shape;1186;p13"/>
          <p:cNvSpPr/>
          <p:nvPr/>
        </p:nvSpPr>
        <p:spPr>
          <a:xfrm>
            <a:off x="0" y="5107500"/>
            <a:ext cx="9144000" cy="36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87" name="Google Shape;1187;p13"/>
          <p:cNvGrpSpPr/>
          <p:nvPr/>
        </p:nvGrpSpPr>
        <p:grpSpPr>
          <a:xfrm>
            <a:off x="0" y="4752988"/>
            <a:ext cx="9144000" cy="354505"/>
            <a:chOff x="0" y="4689888"/>
            <a:chExt cx="9144000" cy="354505"/>
          </a:xfrm>
        </p:grpSpPr>
        <p:grpSp>
          <p:nvGrpSpPr>
            <p:cNvPr id="1188" name="Google Shape;1188;p13"/>
            <p:cNvGrpSpPr/>
            <p:nvPr/>
          </p:nvGrpSpPr>
          <p:grpSpPr>
            <a:xfrm>
              <a:off x="0" y="4793425"/>
              <a:ext cx="9144000" cy="194975"/>
              <a:chOff x="0" y="4789550"/>
              <a:chExt cx="9144000" cy="194975"/>
            </a:xfrm>
          </p:grpSpPr>
          <p:sp>
            <p:nvSpPr>
              <p:cNvPr id="1189" name="Google Shape;1189;p13"/>
              <p:cNvSpPr/>
              <p:nvPr/>
            </p:nvSpPr>
            <p:spPr>
              <a:xfrm>
                <a:off x="0" y="4789550"/>
                <a:ext cx="9144000" cy="360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0" name="Google Shape;1190;p13"/>
              <p:cNvSpPr/>
              <p:nvPr/>
            </p:nvSpPr>
            <p:spPr>
              <a:xfrm>
                <a:off x="0" y="4948525"/>
                <a:ext cx="9144000" cy="360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91" name="Google Shape;1191;p13"/>
            <p:cNvGrpSpPr/>
            <p:nvPr/>
          </p:nvGrpSpPr>
          <p:grpSpPr>
            <a:xfrm>
              <a:off x="28483" y="4689888"/>
              <a:ext cx="9087034" cy="354505"/>
              <a:chOff x="28483" y="4689888"/>
              <a:chExt cx="9087034" cy="354505"/>
            </a:xfrm>
          </p:grpSpPr>
          <p:sp>
            <p:nvSpPr>
              <p:cNvPr id="1192" name="Google Shape;1192;p13"/>
              <p:cNvSpPr/>
              <p:nvPr/>
            </p:nvSpPr>
            <p:spPr>
              <a:xfrm>
                <a:off x="64010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6" y="1"/>
                      <a:pt x="533" y="8"/>
                      <a:pt x="518" y="24"/>
                    </a:cubicBezTo>
                    <a:lnTo>
                      <a:pt x="62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34" y="4431"/>
                      <a:pt x="1065" y="4401"/>
                      <a:pt x="1156" y="4370"/>
                    </a:cubicBezTo>
                    <a:lnTo>
                      <a:pt x="1156" y="601"/>
                    </a:lnTo>
                    <a:lnTo>
                      <a:pt x="1126" y="571"/>
                    </a:lnTo>
                    <a:lnTo>
                      <a:pt x="670" y="24"/>
                    </a:lnTo>
                    <a:cubicBezTo>
                      <a:pt x="639" y="8"/>
                      <a:pt x="609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3" name="Google Shape;1193;p13"/>
              <p:cNvSpPr/>
              <p:nvPr/>
            </p:nvSpPr>
            <p:spPr>
              <a:xfrm>
                <a:off x="79301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3" y="8"/>
                      <a:pt x="517" y="24"/>
                    </a:cubicBezTo>
                    <a:lnTo>
                      <a:pt x="6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34" y="4431"/>
                      <a:pt x="1064" y="4401"/>
                      <a:pt x="1156" y="4370"/>
                    </a:cubicBezTo>
                    <a:lnTo>
                      <a:pt x="1156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9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4" name="Google Shape;1194;p13"/>
              <p:cNvSpPr/>
              <p:nvPr/>
            </p:nvSpPr>
            <p:spPr>
              <a:xfrm>
                <a:off x="94592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2" y="4431"/>
                      <a:pt x="122" y="4431"/>
                    </a:cubicBezTo>
                    <a:lnTo>
                      <a:pt x="1003" y="4431"/>
                    </a:lnTo>
                    <a:cubicBezTo>
                      <a:pt x="103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8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5" name="Google Shape;1195;p13"/>
              <p:cNvSpPr/>
              <p:nvPr/>
            </p:nvSpPr>
            <p:spPr>
              <a:xfrm>
                <a:off x="109882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1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1" y="4431"/>
                      <a:pt x="122" y="4431"/>
                    </a:cubicBezTo>
                    <a:lnTo>
                      <a:pt x="1003" y="4431"/>
                    </a:lnTo>
                    <a:cubicBezTo>
                      <a:pt x="106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8" y="8"/>
                      <a:pt x="608" y="1"/>
                      <a:pt x="58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6" name="Google Shape;1196;p13"/>
              <p:cNvSpPr/>
              <p:nvPr/>
            </p:nvSpPr>
            <p:spPr>
              <a:xfrm>
                <a:off x="1251735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04" y="4431"/>
                      <a:pt x="103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7" name="Google Shape;1197;p13"/>
              <p:cNvSpPr/>
              <p:nvPr/>
            </p:nvSpPr>
            <p:spPr>
              <a:xfrm>
                <a:off x="1402243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8" name="Google Shape;1198;p13"/>
              <p:cNvSpPr/>
              <p:nvPr/>
            </p:nvSpPr>
            <p:spPr>
              <a:xfrm>
                <a:off x="1552751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64" y="4431"/>
                      <a:pt x="109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9" name="Google Shape;1199;p13"/>
              <p:cNvSpPr/>
              <p:nvPr/>
            </p:nvSpPr>
            <p:spPr>
              <a:xfrm>
                <a:off x="751362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0" name="Google Shape;1200;p13"/>
              <p:cNvSpPr/>
              <p:nvPr/>
            </p:nvSpPr>
            <p:spPr>
              <a:xfrm>
                <a:off x="7666529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3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1" name="Google Shape;1201;p13"/>
              <p:cNvSpPr/>
              <p:nvPr/>
            </p:nvSpPr>
            <p:spPr>
              <a:xfrm>
                <a:off x="7816957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2" name="Google Shape;1202;p13"/>
              <p:cNvSpPr/>
              <p:nvPr/>
            </p:nvSpPr>
            <p:spPr>
              <a:xfrm>
                <a:off x="796738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2" y="4431"/>
                      <a:pt x="122" y="4431"/>
                    </a:cubicBezTo>
                    <a:lnTo>
                      <a:pt x="1003" y="4431"/>
                    </a:lnTo>
                    <a:cubicBezTo>
                      <a:pt x="103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8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3" name="Google Shape;1203;p13"/>
              <p:cNvSpPr/>
              <p:nvPr/>
            </p:nvSpPr>
            <p:spPr>
              <a:xfrm>
                <a:off x="812029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93" y="1"/>
                    </a:moveTo>
                    <a:cubicBezTo>
                      <a:pt x="562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1" y="4431"/>
                      <a:pt x="122" y="4431"/>
                    </a:cubicBezTo>
                    <a:lnTo>
                      <a:pt x="1003" y="4431"/>
                    </a:lnTo>
                    <a:cubicBezTo>
                      <a:pt x="106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54" y="8"/>
                      <a:pt x="623" y="1"/>
                      <a:pt x="59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4" name="Google Shape;1204;p13"/>
              <p:cNvSpPr/>
              <p:nvPr/>
            </p:nvSpPr>
            <p:spPr>
              <a:xfrm>
                <a:off x="8273198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1" y="4431"/>
                      <a:pt x="122" y="4431"/>
                    </a:cubicBezTo>
                    <a:lnTo>
                      <a:pt x="973" y="4431"/>
                    </a:lnTo>
                    <a:cubicBezTo>
                      <a:pt x="1034" y="4431"/>
                      <a:pt x="1065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5" name="Google Shape;1205;p13"/>
              <p:cNvSpPr/>
              <p:nvPr/>
            </p:nvSpPr>
            <p:spPr>
              <a:xfrm>
                <a:off x="8423706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34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6" name="Google Shape;1206;p13"/>
              <p:cNvSpPr/>
              <p:nvPr/>
            </p:nvSpPr>
            <p:spPr>
              <a:xfrm>
                <a:off x="8574214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64" y="4431"/>
                      <a:pt x="109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7" name="Google Shape;1207;p13"/>
              <p:cNvSpPr/>
              <p:nvPr/>
            </p:nvSpPr>
            <p:spPr>
              <a:xfrm>
                <a:off x="8724643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2" y="4431"/>
                      <a:pt x="122" y="4431"/>
                    </a:cubicBezTo>
                    <a:lnTo>
                      <a:pt x="974" y="4431"/>
                    </a:lnTo>
                    <a:cubicBezTo>
                      <a:pt x="1065" y="4431"/>
                      <a:pt x="1095" y="4401"/>
                      <a:pt x="1126" y="4370"/>
                    </a:cubicBezTo>
                    <a:lnTo>
                      <a:pt x="112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4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8" name="Google Shape;1208;p13"/>
              <p:cNvSpPr/>
              <p:nvPr/>
            </p:nvSpPr>
            <p:spPr>
              <a:xfrm>
                <a:off x="8875151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74" y="1"/>
                    </a:moveTo>
                    <a:cubicBezTo>
                      <a:pt x="547" y="1"/>
                      <a:pt x="517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122" y="4431"/>
                    </a:cubicBezTo>
                    <a:lnTo>
                      <a:pt x="1003" y="4431"/>
                    </a:lnTo>
                    <a:cubicBezTo>
                      <a:pt x="103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600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9" name="Google Shape;1209;p13"/>
              <p:cNvSpPr/>
              <p:nvPr/>
            </p:nvSpPr>
            <p:spPr>
              <a:xfrm>
                <a:off x="736071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0" name="Google Shape;1210;p13"/>
              <p:cNvSpPr/>
              <p:nvPr/>
            </p:nvSpPr>
            <p:spPr>
              <a:xfrm>
                <a:off x="720781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1" name="Google Shape;1211;p13"/>
              <p:cNvSpPr/>
              <p:nvPr/>
            </p:nvSpPr>
            <p:spPr>
              <a:xfrm>
                <a:off x="705490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2" name="Google Shape;1212;p13"/>
              <p:cNvSpPr/>
              <p:nvPr/>
            </p:nvSpPr>
            <p:spPr>
              <a:xfrm>
                <a:off x="690199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3" name="Google Shape;1213;p13"/>
              <p:cNvSpPr/>
              <p:nvPr/>
            </p:nvSpPr>
            <p:spPr>
              <a:xfrm>
                <a:off x="674909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4" name="Google Shape;1214;p13"/>
              <p:cNvSpPr/>
              <p:nvPr/>
            </p:nvSpPr>
            <p:spPr>
              <a:xfrm>
                <a:off x="659618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5" name="Google Shape;1215;p13"/>
              <p:cNvSpPr/>
              <p:nvPr/>
            </p:nvSpPr>
            <p:spPr>
              <a:xfrm>
                <a:off x="644327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6" name="Google Shape;1216;p13"/>
              <p:cNvSpPr/>
              <p:nvPr/>
            </p:nvSpPr>
            <p:spPr>
              <a:xfrm>
                <a:off x="629037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7" name="Google Shape;1217;p13"/>
              <p:cNvSpPr/>
              <p:nvPr/>
            </p:nvSpPr>
            <p:spPr>
              <a:xfrm>
                <a:off x="613746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8" name="Google Shape;1218;p13"/>
              <p:cNvSpPr/>
              <p:nvPr/>
            </p:nvSpPr>
            <p:spPr>
              <a:xfrm>
                <a:off x="598455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9" name="Google Shape;1219;p13"/>
              <p:cNvSpPr/>
              <p:nvPr/>
            </p:nvSpPr>
            <p:spPr>
              <a:xfrm>
                <a:off x="583165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0" name="Google Shape;1220;p13"/>
              <p:cNvSpPr/>
              <p:nvPr/>
            </p:nvSpPr>
            <p:spPr>
              <a:xfrm>
                <a:off x="567874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1" name="Google Shape;1221;p13"/>
              <p:cNvSpPr/>
              <p:nvPr/>
            </p:nvSpPr>
            <p:spPr>
              <a:xfrm>
                <a:off x="552583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2" name="Google Shape;1222;p13"/>
              <p:cNvSpPr/>
              <p:nvPr/>
            </p:nvSpPr>
            <p:spPr>
              <a:xfrm>
                <a:off x="537293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3" name="Google Shape;1223;p13"/>
              <p:cNvSpPr/>
              <p:nvPr/>
            </p:nvSpPr>
            <p:spPr>
              <a:xfrm>
                <a:off x="522002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4" name="Google Shape;1224;p13"/>
              <p:cNvSpPr/>
              <p:nvPr/>
            </p:nvSpPr>
            <p:spPr>
              <a:xfrm>
                <a:off x="506712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5" name="Google Shape;1225;p13"/>
              <p:cNvSpPr/>
              <p:nvPr/>
            </p:nvSpPr>
            <p:spPr>
              <a:xfrm>
                <a:off x="491421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6" name="Google Shape;1226;p13"/>
              <p:cNvSpPr/>
              <p:nvPr/>
            </p:nvSpPr>
            <p:spPr>
              <a:xfrm>
                <a:off x="476130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7" name="Google Shape;1227;p13"/>
              <p:cNvSpPr/>
              <p:nvPr/>
            </p:nvSpPr>
            <p:spPr>
              <a:xfrm>
                <a:off x="460840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8" name="Google Shape;1228;p13"/>
              <p:cNvSpPr/>
              <p:nvPr/>
            </p:nvSpPr>
            <p:spPr>
              <a:xfrm>
                <a:off x="445549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9" name="Google Shape;1229;p13"/>
              <p:cNvSpPr/>
              <p:nvPr/>
            </p:nvSpPr>
            <p:spPr>
              <a:xfrm>
                <a:off x="430258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0" name="Google Shape;1230;p13"/>
              <p:cNvSpPr/>
              <p:nvPr/>
            </p:nvSpPr>
            <p:spPr>
              <a:xfrm>
                <a:off x="414968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1" name="Google Shape;1231;p13"/>
              <p:cNvSpPr/>
              <p:nvPr/>
            </p:nvSpPr>
            <p:spPr>
              <a:xfrm>
                <a:off x="399677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2" name="Google Shape;1232;p13"/>
              <p:cNvSpPr/>
              <p:nvPr/>
            </p:nvSpPr>
            <p:spPr>
              <a:xfrm>
                <a:off x="384386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3" name="Google Shape;1233;p13"/>
              <p:cNvSpPr/>
              <p:nvPr/>
            </p:nvSpPr>
            <p:spPr>
              <a:xfrm>
                <a:off x="369096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4" name="Google Shape;1234;p13"/>
              <p:cNvSpPr/>
              <p:nvPr/>
            </p:nvSpPr>
            <p:spPr>
              <a:xfrm>
                <a:off x="353805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5" name="Google Shape;1235;p13"/>
              <p:cNvSpPr/>
              <p:nvPr/>
            </p:nvSpPr>
            <p:spPr>
              <a:xfrm>
                <a:off x="338514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6" name="Google Shape;1236;p13"/>
              <p:cNvSpPr/>
              <p:nvPr/>
            </p:nvSpPr>
            <p:spPr>
              <a:xfrm>
                <a:off x="323224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7" name="Google Shape;1237;p13"/>
              <p:cNvSpPr/>
              <p:nvPr/>
            </p:nvSpPr>
            <p:spPr>
              <a:xfrm>
                <a:off x="307933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8" name="Google Shape;1238;p13"/>
              <p:cNvSpPr/>
              <p:nvPr/>
            </p:nvSpPr>
            <p:spPr>
              <a:xfrm>
                <a:off x="292643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9" name="Google Shape;1239;p13"/>
              <p:cNvSpPr/>
              <p:nvPr/>
            </p:nvSpPr>
            <p:spPr>
              <a:xfrm>
                <a:off x="277352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0" name="Google Shape;1240;p13"/>
              <p:cNvSpPr/>
              <p:nvPr/>
            </p:nvSpPr>
            <p:spPr>
              <a:xfrm>
                <a:off x="262061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1" name="Google Shape;1241;p13"/>
              <p:cNvSpPr/>
              <p:nvPr/>
            </p:nvSpPr>
            <p:spPr>
              <a:xfrm>
                <a:off x="246771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2" name="Google Shape;1242;p13"/>
              <p:cNvSpPr/>
              <p:nvPr/>
            </p:nvSpPr>
            <p:spPr>
              <a:xfrm>
                <a:off x="231480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3" name="Google Shape;1243;p13"/>
              <p:cNvSpPr/>
              <p:nvPr/>
            </p:nvSpPr>
            <p:spPr>
              <a:xfrm>
                <a:off x="216189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4" name="Google Shape;1244;p13"/>
              <p:cNvSpPr/>
              <p:nvPr/>
            </p:nvSpPr>
            <p:spPr>
              <a:xfrm>
                <a:off x="200899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5" name="Google Shape;1245;p13"/>
              <p:cNvSpPr/>
              <p:nvPr/>
            </p:nvSpPr>
            <p:spPr>
              <a:xfrm>
                <a:off x="185608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6" name="Google Shape;1246;p13"/>
              <p:cNvSpPr/>
              <p:nvPr/>
            </p:nvSpPr>
            <p:spPr>
              <a:xfrm>
                <a:off x="170317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7" name="Google Shape;1247;p13"/>
              <p:cNvSpPr/>
              <p:nvPr/>
            </p:nvSpPr>
            <p:spPr>
              <a:xfrm>
                <a:off x="48720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8" name="Google Shape;1248;p13"/>
              <p:cNvSpPr/>
              <p:nvPr/>
            </p:nvSpPr>
            <p:spPr>
              <a:xfrm>
                <a:off x="33429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9" name="Google Shape;1249;p13"/>
              <p:cNvSpPr/>
              <p:nvPr/>
            </p:nvSpPr>
            <p:spPr>
              <a:xfrm>
                <a:off x="18139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0" name="Google Shape;1250;p13"/>
              <p:cNvSpPr/>
              <p:nvPr/>
            </p:nvSpPr>
            <p:spPr>
              <a:xfrm>
                <a:off x="2848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1" name="Google Shape;1251;p13"/>
              <p:cNvSpPr/>
              <p:nvPr/>
            </p:nvSpPr>
            <p:spPr>
              <a:xfrm>
                <a:off x="9025579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74" y="1"/>
                    </a:moveTo>
                    <a:cubicBezTo>
                      <a:pt x="547" y="1"/>
                      <a:pt x="517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122" y="4431"/>
                    </a:cubicBezTo>
                    <a:lnTo>
                      <a:pt x="1003" y="4431"/>
                    </a:lnTo>
                    <a:cubicBezTo>
                      <a:pt x="103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600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2" name="Google Shape;1252;p13"/>
          <p:cNvSpPr/>
          <p:nvPr/>
        </p:nvSpPr>
        <p:spPr>
          <a:xfrm>
            <a:off x="719850" y="540000"/>
            <a:ext cx="7704300" cy="676800"/>
          </a:xfrm>
          <a:prstGeom prst="roundRect">
            <a:avLst>
              <a:gd fmla="val 17686" name="adj"/>
            </a:avLst>
          </a:prstGeom>
          <a:solidFill>
            <a:schemeClr val="lt1"/>
          </a:solidFill>
          <a:ln cap="flat" cmpd="sng" w="762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3" name="Google Shape;1253;p13"/>
          <p:cNvSpPr txBox="1"/>
          <p:nvPr>
            <p:ph type="title"/>
          </p:nvPr>
        </p:nvSpPr>
        <p:spPr>
          <a:xfrm>
            <a:off x="1837863" y="1407600"/>
            <a:ext cx="2592000" cy="5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254" name="Google Shape;1254;p13"/>
          <p:cNvSpPr txBox="1"/>
          <p:nvPr>
            <p:ph hasCustomPrompt="1" idx="2" type="title"/>
          </p:nvPr>
        </p:nvSpPr>
        <p:spPr>
          <a:xfrm>
            <a:off x="1060738" y="1693758"/>
            <a:ext cx="720000" cy="5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1255" name="Google Shape;1255;p13"/>
          <p:cNvSpPr txBox="1"/>
          <p:nvPr>
            <p:ph idx="1" type="subTitle"/>
          </p:nvPr>
        </p:nvSpPr>
        <p:spPr>
          <a:xfrm>
            <a:off x="1837863" y="1885500"/>
            <a:ext cx="25920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1256" name="Google Shape;1256;p13"/>
          <p:cNvSpPr txBox="1"/>
          <p:nvPr>
            <p:ph idx="3" type="title"/>
          </p:nvPr>
        </p:nvSpPr>
        <p:spPr>
          <a:xfrm>
            <a:off x="1837863" y="2512800"/>
            <a:ext cx="2592000" cy="5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257" name="Google Shape;1257;p13"/>
          <p:cNvSpPr txBox="1"/>
          <p:nvPr>
            <p:ph hasCustomPrompt="1" idx="4" type="title"/>
          </p:nvPr>
        </p:nvSpPr>
        <p:spPr>
          <a:xfrm>
            <a:off x="1060738" y="2798742"/>
            <a:ext cx="720000" cy="5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1258" name="Google Shape;1258;p13"/>
          <p:cNvSpPr txBox="1"/>
          <p:nvPr>
            <p:ph idx="5" type="subTitle"/>
          </p:nvPr>
        </p:nvSpPr>
        <p:spPr>
          <a:xfrm>
            <a:off x="1837863" y="2990700"/>
            <a:ext cx="25920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1259" name="Google Shape;1259;p13"/>
          <p:cNvSpPr txBox="1"/>
          <p:nvPr>
            <p:ph idx="6" type="title"/>
          </p:nvPr>
        </p:nvSpPr>
        <p:spPr>
          <a:xfrm>
            <a:off x="1837863" y="3613157"/>
            <a:ext cx="2592000" cy="5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260" name="Google Shape;1260;p13"/>
          <p:cNvSpPr txBox="1"/>
          <p:nvPr>
            <p:ph hasCustomPrompt="1" idx="7" type="title"/>
          </p:nvPr>
        </p:nvSpPr>
        <p:spPr>
          <a:xfrm>
            <a:off x="1060738" y="3895882"/>
            <a:ext cx="720000" cy="5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1261" name="Google Shape;1261;p13"/>
          <p:cNvSpPr txBox="1"/>
          <p:nvPr>
            <p:ph idx="8" type="subTitle"/>
          </p:nvPr>
        </p:nvSpPr>
        <p:spPr>
          <a:xfrm>
            <a:off x="1837863" y="4091057"/>
            <a:ext cx="25920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1262" name="Google Shape;1262;p13"/>
          <p:cNvSpPr txBox="1"/>
          <p:nvPr>
            <p:ph idx="9" type="title"/>
          </p:nvPr>
        </p:nvSpPr>
        <p:spPr>
          <a:xfrm>
            <a:off x="720000" y="540000"/>
            <a:ext cx="7704000" cy="6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500"/>
              <a:buNone/>
              <a:defRPr>
                <a:solidFill>
                  <a:schemeClr val="accent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263" name="Google Shape;1263;p13"/>
          <p:cNvSpPr txBox="1"/>
          <p:nvPr>
            <p:ph idx="13" type="title"/>
          </p:nvPr>
        </p:nvSpPr>
        <p:spPr>
          <a:xfrm>
            <a:off x="5546400" y="1407600"/>
            <a:ext cx="2592000" cy="5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264" name="Google Shape;1264;p13"/>
          <p:cNvSpPr txBox="1"/>
          <p:nvPr>
            <p:ph hasCustomPrompt="1" idx="14" type="title"/>
          </p:nvPr>
        </p:nvSpPr>
        <p:spPr>
          <a:xfrm>
            <a:off x="4770600" y="1693758"/>
            <a:ext cx="720000" cy="5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1265" name="Google Shape;1265;p13"/>
          <p:cNvSpPr txBox="1"/>
          <p:nvPr>
            <p:ph idx="15" type="subTitle"/>
          </p:nvPr>
        </p:nvSpPr>
        <p:spPr>
          <a:xfrm>
            <a:off x="5546400" y="1885500"/>
            <a:ext cx="25920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1266" name="Google Shape;1266;p13"/>
          <p:cNvSpPr txBox="1"/>
          <p:nvPr>
            <p:ph idx="16" type="title"/>
          </p:nvPr>
        </p:nvSpPr>
        <p:spPr>
          <a:xfrm>
            <a:off x="5546400" y="2512800"/>
            <a:ext cx="2592000" cy="5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267" name="Google Shape;1267;p13"/>
          <p:cNvSpPr txBox="1"/>
          <p:nvPr>
            <p:ph hasCustomPrompt="1" idx="17" type="title"/>
          </p:nvPr>
        </p:nvSpPr>
        <p:spPr>
          <a:xfrm>
            <a:off x="4770600" y="2798742"/>
            <a:ext cx="720000" cy="5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1268" name="Google Shape;1268;p13"/>
          <p:cNvSpPr txBox="1"/>
          <p:nvPr>
            <p:ph idx="18" type="subTitle"/>
          </p:nvPr>
        </p:nvSpPr>
        <p:spPr>
          <a:xfrm>
            <a:off x="5546400" y="2990700"/>
            <a:ext cx="25920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1269" name="Google Shape;1269;p13"/>
          <p:cNvSpPr txBox="1"/>
          <p:nvPr>
            <p:ph idx="19" type="title"/>
          </p:nvPr>
        </p:nvSpPr>
        <p:spPr>
          <a:xfrm>
            <a:off x="5546400" y="3613157"/>
            <a:ext cx="2592000" cy="5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270" name="Google Shape;1270;p13"/>
          <p:cNvSpPr txBox="1"/>
          <p:nvPr>
            <p:ph hasCustomPrompt="1" idx="20" type="title"/>
          </p:nvPr>
        </p:nvSpPr>
        <p:spPr>
          <a:xfrm>
            <a:off x="4770600" y="3895882"/>
            <a:ext cx="720000" cy="5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1271" name="Google Shape;1271;p13"/>
          <p:cNvSpPr txBox="1"/>
          <p:nvPr>
            <p:ph idx="21" type="subTitle"/>
          </p:nvPr>
        </p:nvSpPr>
        <p:spPr>
          <a:xfrm>
            <a:off x="5546400" y="4091057"/>
            <a:ext cx="25920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1">
    <p:spTree>
      <p:nvGrpSpPr>
        <p:cNvPr id="1272" name="Shape 1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73" name="Google Shape;1273;p14"/>
          <p:cNvGrpSpPr/>
          <p:nvPr/>
        </p:nvGrpSpPr>
        <p:grpSpPr>
          <a:xfrm>
            <a:off x="-15975" y="-52"/>
            <a:ext cx="9175950" cy="5143406"/>
            <a:chOff x="-15975" y="-52"/>
            <a:chExt cx="9175950" cy="5143406"/>
          </a:xfrm>
        </p:grpSpPr>
        <p:sp>
          <p:nvSpPr>
            <p:cNvPr id="1274" name="Google Shape;1274;p14"/>
            <p:cNvSpPr/>
            <p:nvPr/>
          </p:nvSpPr>
          <p:spPr>
            <a:xfrm rot="5400000">
              <a:off x="4570450" y="-378255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5" name="Google Shape;1275;p14"/>
            <p:cNvSpPr/>
            <p:nvPr/>
          </p:nvSpPr>
          <p:spPr>
            <a:xfrm rot="5400000">
              <a:off x="4570450" y="-276311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6" name="Google Shape;1276;p14"/>
            <p:cNvSpPr/>
            <p:nvPr/>
          </p:nvSpPr>
          <p:spPr>
            <a:xfrm rot="5400000">
              <a:off x="4570450" y="-174368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7" name="Google Shape;1277;p14"/>
            <p:cNvSpPr/>
            <p:nvPr/>
          </p:nvSpPr>
          <p:spPr>
            <a:xfrm rot="5400000">
              <a:off x="4570450" y="-72425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8" name="Google Shape;1278;p14"/>
            <p:cNvSpPr/>
            <p:nvPr/>
          </p:nvSpPr>
          <p:spPr>
            <a:xfrm rot="5400000">
              <a:off x="4570450" y="295184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9" name="Google Shape;1279;p14"/>
            <p:cNvSpPr/>
            <p:nvPr/>
          </p:nvSpPr>
          <p:spPr>
            <a:xfrm rot="5400000">
              <a:off x="4570450" y="-429226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0" name="Google Shape;1280;p14"/>
            <p:cNvSpPr/>
            <p:nvPr/>
          </p:nvSpPr>
          <p:spPr>
            <a:xfrm rot="5400000">
              <a:off x="4570450" y="-327283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1" name="Google Shape;1281;p14"/>
            <p:cNvSpPr/>
            <p:nvPr/>
          </p:nvSpPr>
          <p:spPr>
            <a:xfrm rot="5400000">
              <a:off x="4570450" y="-225340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2" name="Google Shape;1282;p14"/>
            <p:cNvSpPr/>
            <p:nvPr/>
          </p:nvSpPr>
          <p:spPr>
            <a:xfrm rot="5400000">
              <a:off x="4570450" y="-123396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3" name="Google Shape;1283;p14"/>
            <p:cNvSpPr/>
            <p:nvPr/>
          </p:nvSpPr>
          <p:spPr>
            <a:xfrm rot="5400000">
              <a:off x="4570450" y="-21453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4" name="Google Shape;1284;p14"/>
            <p:cNvSpPr/>
            <p:nvPr/>
          </p:nvSpPr>
          <p:spPr>
            <a:xfrm>
              <a:off x="5081305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5" name="Google Shape;1285;p14"/>
            <p:cNvSpPr/>
            <p:nvPr/>
          </p:nvSpPr>
          <p:spPr>
            <a:xfrm>
              <a:off x="6100964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6" name="Google Shape;1286;p14"/>
            <p:cNvSpPr/>
            <p:nvPr/>
          </p:nvSpPr>
          <p:spPr>
            <a:xfrm>
              <a:off x="7120623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7" name="Google Shape;1287;p14"/>
            <p:cNvSpPr/>
            <p:nvPr/>
          </p:nvSpPr>
          <p:spPr>
            <a:xfrm>
              <a:off x="8140282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8" name="Google Shape;1288;p14"/>
            <p:cNvSpPr/>
            <p:nvPr/>
          </p:nvSpPr>
          <p:spPr>
            <a:xfrm>
              <a:off x="5591134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9" name="Google Shape;1289;p14"/>
            <p:cNvSpPr/>
            <p:nvPr/>
          </p:nvSpPr>
          <p:spPr>
            <a:xfrm>
              <a:off x="6610793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0" name="Google Shape;1290;p14"/>
            <p:cNvSpPr/>
            <p:nvPr/>
          </p:nvSpPr>
          <p:spPr>
            <a:xfrm>
              <a:off x="7630452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1" name="Google Shape;1291;p14"/>
            <p:cNvSpPr/>
            <p:nvPr/>
          </p:nvSpPr>
          <p:spPr>
            <a:xfrm>
              <a:off x="8650111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292" name="Google Shape;1292;p14"/>
            <p:cNvGrpSpPr/>
            <p:nvPr/>
          </p:nvGrpSpPr>
          <p:grpSpPr>
            <a:xfrm>
              <a:off x="-15975" y="-52"/>
              <a:ext cx="4587484" cy="5143406"/>
              <a:chOff x="-9275" y="-1994782"/>
              <a:chExt cx="4587484" cy="9140583"/>
            </a:xfrm>
          </p:grpSpPr>
          <p:sp>
            <p:nvSpPr>
              <p:cNvPr id="1293" name="Google Shape;1293;p14"/>
              <p:cNvSpPr/>
              <p:nvPr/>
            </p:nvSpPr>
            <p:spPr>
              <a:xfrm>
                <a:off x="50044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4" name="Google Shape;1294;p14"/>
              <p:cNvSpPr/>
              <p:nvPr/>
            </p:nvSpPr>
            <p:spPr>
              <a:xfrm>
                <a:off x="15198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5" name="Google Shape;1295;p14"/>
              <p:cNvSpPr/>
              <p:nvPr/>
            </p:nvSpPr>
            <p:spPr>
              <a:xfrm>
                <a:off x="253930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6" name="Google Shape;1296;p14"/>
              <p:cNvSpPr/>
              <p:nvPr/>
            </p:nvSpPr>
            <p:spPr>
              <a:xfrm>
                <a:off x="355874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7" name="Google Shape;1297;p14"/>
              <p:cNvSpPr/>
              <p:nvPr/>
            </p:nvSpPr>
            <p:spPr>
              <a:xfrm>
                <a:off x="45781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8" name="Google Shape;1298;p14"/>
              <p:cNvSpPr/>
              <p:nvPr/>
            </p:nvSpPr>
            <p:spPr>
              <a:xfrm>
                <a:off x="101015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9" name="Google Shape;1299;p14"/>
              <p:cNvSpPr/>
              <p:nvPr/>
            </p:nvSpPr>
            <p:spPr>
              <a:xfrm>
                <a:off x="202959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0" name="Google Shape;1300;p14"/>
              <p:cNvSpPr/>
              <p:nvPr/>
            </p:nvSpPr>
            <p:spPr>
              <a:xfrm>
                <a:off x="304902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1" name="Google Shape;1301;p14"/>
              <p:cNvSpPr/>
              <p:nvPr/>
            </p:nvSpPr>
            <p:spPr>
              <a:xfrm>
                <a:off x="406845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2" name="Google Shape;1302;p14"/>
              <p:cNvSpPr/>
              <p:nvPr/>
            </p:nvSpPr>
            <p:spPr>
              <a:xfrm>
                <a:off x="-92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303" name="Google Shape;1303;p14"/>
            <p:cNvSpPr/>
            <p:nvPr/>
          </p:nvSpPr>
          <p:spPr>
            <a:xfrm>
              <a:off x="9159941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04" name="Google Shape;1304;p14"/>
          <p:cNvSpPr/>
          <p:nvPr/>
        </p:nvSpPr>
        <p:spPr>
          <a:xfrm>
            <a:off x="0" y="-100"/>
            <a:ext cx="9144000" cy="5143500"/>
          </a:xfrm>
          <a:prstGeom prst="rect">
            <a:avLst/>
          </a:prstGeom>
          <a:solidFill>
            <a:srgbClr val="D6E3EA">
              <a:alpha val="398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05" name="Google Shape;1305;p14"/>
          <p:cNvGrpSpPr/>
          <p:nvPr/>
        </p:nvGrpSpPr>
        <p:grpSpPr>
          <a:xfrm flipH="1">
            <a:off x="0" y="3998946"/>
            <a:ext cx="1496970" cy="1108547"/>
            <a:chOff x="7609470" y="3938246"/>
            <a:chExt cx="1496970" cy="1108547"/>
          </a:xfrm>
        </p:grpSpPr>
        <p:sp>
          <p:nvSpPr>
            <p:cNvPr id="1306" name="Google Shape;1306;p14"/>
            <p:cNvSpPr/>
            <p:nvPr/>
          </p:nvSpPr>
          <p:spPr>
            <a:xfrm flipH="1">
              <a:off x="7609470" y="3938246"/>
              <a:ext cx="1494572" cy="1108547"/>
            </a:xfrm>
            <a:custGeom>
              <a:rect b="b" l="l" r="r" t="t"/>
              <a:pathLst>
                <a:path extrusionOk="0" h="13859" w="18695">
                  <a:moveTo>
                    <a:pt x="1447" y="0"/>
                  </a:moveTo>
                  <a:cubicBezTo>
                    <a:pt x="1061" y="0"/>
                    <a:pt x="617" y="130"/>
                    <a:pt x="122" y="424"/>
                  </a:cubicBezTo>
                  <a:cubicBezTo>
                    <a:pt x="92" y="424"/>
                    <a:pt x="61" y="454"/>
                    <a:pt x="1" y="454"/>
                  </a:cubicBezTo>
                  <a:lnTo>
                    <a:pt x="1" y="13858"/>
                  </a:lnTo>
                  <a:lnTo>
                    <a:pt x="18694" y="13858"/>
                  </a:lnTo>
                  <a:cubicBezTo>
                    <a:pt x="18451" y="13038"/>
                    <a:pt x="17752" y="12339"/>
                    <a:pt x="16992" y="12035"/>
                  </a:cubicBezTo>
                  <a:cubicBezTo>
                    <a:pt x="16604" y="11877"/>
                    <a:pt x="16196" y="11814"/>
                    <a:pt x="15780" y="11814"/>
                  </a:cubicBezTo>
                  <a:cubicBezTo>
                    <a:pt x="15320" y="11814"/>
                    <a:pt x="14850" y="11891"/>
                    <a:pt x="14389" y="12002"/>
                  </a:cubicBezTo>
                  <a:lnTo>
                    <a:pt x="14389" y="12002"/>
                  </a:lnTo>
                  <a:cubicBezTo>
                    <a:pt x="14540" y="11959"/>
                    <a:pt x="14746" y="11667"/>
                    <a:pt x="14864" y="11548"/>
                  </a:cubicBezTo>
                  <a:cubicBezTo>
                    <a:pt x="15138" y="11244"/>
                    <a:pt x="15351" y="10940"/>
                    <a:pt x="15411" y="10576"/>
                  </a:cubicBezTo>
                  <a:cubicBezTo>
                    <a:pt x="15472" y="10120"/>
                    <a:pt x="15320" y="9664"/>
                    <a:pt x="15047" y="9299"/>
                  </a:cubicBezTo>
                  <a:cubicBezTo>
                    <a:pt x="14653" y="8827"/>
                    <a:pt x="14011" y="8581"/>
                    <a:pt x="13374" y="8581"/>
                  </a:cubicBezTo>
                  <a:cubicBezTo>
                    <a:pt x="13272" y="8581"/>
                    <a:pt x="13171" y="8588"/>
                    <a:pt x="13071" y="8600"/>
                  </a:cubicBezTo>
                  <a:lnTo>
                    <a:pt x="12980" y="8600"/>
                  </a:lnTo>
                  <a:cubicBezTo>
                    <a:pt x="12828" y="8630"/>
                    <a:pt x="12706" y="8630"/>
                    <a:pt x="12554" y="8691"/>
                  </a:cubicBezTo>
                  <a:cubicBezTo>
                    <a:pt x="12213" y="8835"/>
                    <a:pt x="11894" y="9021"/>
                    <a:pt x="11601" y="9243"/>
                  </a:cubicBezTo>
                  <a:lnTo>
                    <a:pt x="11601" y="9243"/>
                  </a:lnTo>
                  <a:cubicBezTo>
                    <a:pt x="11894" y="8923"/>
                    <a:pt x="12183" y="8555"/>
                    <a:pt x="12311" y="8235"/>
                  </a:cubicBezTo>
                  <a:cubicBezTo>
                    <a:pt x="13246" y="6312"/>
                    <a:pt x="11645" y="3636"/>
                    <a:pt x="9345" y="3636"/>
                  </a:cubicBezTo>
                  <a:cubicBezTo>
                    <a:pt x="9028" y="3636"/>
                    <a:pt x="8698" y="3687"/>
                    <a:pt x="8359" y="3798"/>
                  </a:cubicBezTo>
                  <a:cubicBezTo>
                    <a:pt x="7436" y="4182"/>
                    <a:pt x="6643" y="4956"/>
                    <a:pt x="6052" y="5864"/>
                  </a:cubicBezTo>
                  <a:lnTo>
                    <a:pt x="6052" y="5864"/>
                  </a:lnTo>
                  <a:cubicBezTo>
                    <a:pt x="7044" y="3936"/>
                    <a:pt x="6013" y="2566"/>
                    <a:pt x="4822" y="2566"/>
                  </a:cubicBezTo>
                  <a:cubicBezTo>
                    <a:pt x="4146" y="2566"/>
                    <a:pt x="3418" y="3008"/>
                    <a:pt x="2979" y="4041"/>
                  </a:cubicBezTo>
                  <a:cubicBezTo>
                    <a:pt x="3611" y="2050"/>
                    <a:pt x="2981" y="0"/>
                    <a:pt x="144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7" name="Google Shape;1307;p14"/>
            <p:cNvSpPr/>
            <p:nvPr/>
          </p:nvSpPr>
          <p:spPr>
            <a:xfrm flipH="1">
              <a:off x="8221849" y="4367699"/>
              <a:ext cx="884591" cy="679094"/>
            </a:xfrm>
            <a:custGeom>
              <a:rect b="b" l="l" r="r" t="t"/>
              <a:pathLst>
                <a:path extrusionOk="0" h="8490" w="11065">
                  <a:moveTo>
                    <a:pt x="486" y="1"/>
                  </a:moveTo>
                  <a:cubicBezTo>
                    <a:pt x="321" y="1"/>
                    <a:pt x="157" y="33"/>
                    <a:pt x="0" y="100"/>
                  </a:cubicBezTo>
                  <a:lnTo>
                    <a:pt x="0" y="8489"/>
                  </a:lnTo>
                  <a:lnTo>
                    <a:pt x="11064" y="8489"/>
                  </a:lnTo>
                  <a:cubicBezTo>
                    <a:pt x="10912" y="8003"/>
                    <a:pt x="10487" y="7578"/>
                    <a:pt x="10031" y="7426"/>
                  </a:cubicBezTo>
                  <a:cubicBezTo>
                    <a:pt x="9799" y="7339"/>
                    <a:pt x="9553" y="7300"/>
                    <a:pt x="9303" y="7300"/>
                  </a:cubicBezTo>
                  <a:cubicBezTo>
                    <a:pt x="9029" y="7300"/>
                    <a:pt x="8751" y="7346"/>
                    <a:pt x="8481" y="7426"/>
                  </a:cubicBezTo>
                  <a:cubicBezTo>
                    <a:pt x="8754" y="6939"/>
                    <a:pt x="8389" y="6271"/>
                    <a:pt x="7903" y="6058"/>
                  </a:cubicBezTo>
                  <a:cubicBezTo>
                    <a:pt x="7756" y="6003"/>
                    <a:pt x="7601" y="5978"/>
                    <a:pt x="7444" y="5978"/>
                  </a:cubicBezTo>
                  <a:cubicBezTo>
                    <a:pt x="7152" y="5978"/>
                    <a:pt x="6851" y="6063"/>
                    <a:pt x="6580" y="6195"/>
                  </a:cubicBezTo>
                  <a:lnTo>
                    <a:pt x="6580" y="6195"/>
                  </a:lnTo>
                  <a:cubicBezTo>
                    <a:pt x="6903" y="5981"/>
                    <a:pt x="7137" y="5620"/>
                    <a:pt x="7265" y="5237"/>
                  </a:cubicBezTo>
                  <a:cubicBezTo>
                    <a:pt x="7801" y="4084"/>
                    <a:pt x="6846" y="2504"/>
                    <a:pt x="5507" y="2504"/>
                  </a:cubicBezTo>
                  <a:cubicBezTo>
                    <a:pt x="5329" y="2504"/>
                    <a:pt x="5144" y="2532"/>
                    <a:pt x="4955" y="2593"/>
                  </a:cubicBezTo>
                  <a:cubicBezTo>
                    <a:pt x="4359" y="2836"/>
                    <a:pt x="3885" y="3321"/>
                    <a:pt x="3509" y="3896"/>
                  </a:cubicBezTo>
                  <a:lnTo>
                    <a:pt x="3509" y="3896"/>
                  </a:lnTo>
                  <a:cubicBezTo>
                    <a:pt x="4180" y="2709"/>
                    <a:pt x="3551" y="1867"/>
                    <a:pt x="2823" y="1867"/>
                  </a:cubicBezTo>
                  <a:cubicBezTo>
                    <a:pt x="2423" y="1867"/>
                    <a:pt x="1993" y="2122"/>
                    <a:pt x="1733" y="2714"/>
                  </a:cubicBezTo>
                  <a:cubicBezTo>
                    <a:pt x="2381" y="1081"/>
                    <a:pt x="1437" y="1"/>
                    <a:pt x="4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8" name="Google Shape;1308;p14"/>
            <p:cNvSpPr/>
            <p:nvPr/>
          </p:nvSpPr>
          <p:spPr>
            <a:xfrm flipH="1">
              <a:off x="8165967" y="4144614"/>
              <a:ext cx="82743" cy="75988"/>
            </a:xfrm>
            <a:custGeom>
              <a:rect b="b" l="l" r="r" t="t"/>
              <a:pathLst>
                <a:path extrusionOk="0" h="950" w="1035">
                  <a:moveTo>
                    <a:pt x="998" y="1"/>
                  </a:moveTo>
                  <a:cubicBezTo>
                    <a:pt x="894" y="1"/>
                    <a:pt x="584" y="21"/>
                    <a:pt x="335" y="245"/>
                  </a:cubicBezTo>
                  <a:cubicBezTo>
                    <a:pt x="31" y="488"/>
                    <a:pt x="1" y="944"/>
                    <a:pt x="1" y="944"/>
                  </a:cubicBezTo>
                  <a:cubicBezTo>
                    <a:pt x="1" y="944"/>
                    <a:pt x="38" y="950"/>
                    <a:pt x="99" y="950"/>
                  </a:cubicBezTo>
                  <a:cubicBezTo>
                    <a:pt x="235" y="950"/>
                    <a:pt x="490" y="921"/>
                    <a:pt x="700" y="731"/>
                  </a:cubicBezTo>
                  <a:cubicBezTo>
                    <a:pt x="1004" y="458"/>
                    <a:pt x="1034" y="2"/>
                    <a:pt x="1034" y="2"/>
                  </a:cubicBezTo>
                  <a:cubicBezTo>
                    <a:pt x="1034" y="2"/>
                    <a:pt x="1021" y="1"/>
                    <a:pt x="99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9" name="Google Shape;1309;p14"/>
            <p:cNvSpPr/>
            <p:nvPr/>
          </p:nvSpPr>
          <p:spPr>
            <a:xfrm flipH="1">
              <a:off x="8853654" y="4378097"/>
              <a:ext cx="82743" cy="116782"/>
            </a:xfrm>
            <a:custGeom>
              <a:rect b="b" l="l" r="r" t="t"/>
              <a:pathLst>
                <a:path extrusionOk="0" h="1460" w="1035">
                  <a:moveTo>
                    <a:pt x="913" y="1"/>
                  </a:moveTo>
                  <a:lnTo>
                    <a:pt x="913" y="1"/>
                  </a:lnTo>
                  <a:cubicBezTo>
                    <a:pt x="913" y="1"/>
                    <a:pt x="457" y="153"/>
                    <a:pt x="244" y="548"/>
                  </a:cubicBezTo>
                  <a:cubicBezTo>
                    <a:pt x="1" y="913"/>
                    <a:pt x="123" y="1460"/>
                    <a:pt x="123" y="1460"/>
                  </a:cubicBezTo>
                  <a:cubicBezTo>
                    <a:pt x="123" y="1460"/>
                    <a:pt x="578" y="1308"/>
                    <a:pt x="791" y="913"/>
                  </a:cubicBezTo>
                  <a:cubicBezTo>
                    <a:pt x="1034" y="548"/>
                    <a:pt x="913" y="1"/>
                    <a:pt x="9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0" name="Google Shape;1310;p14"/>
            <p:cNvSpPr/>
            <p:nvPr/>
          </p:nvSpPr>
          <p:spPr>
            <a:xfrm flipH="1">
              <a:off x="8255906" y="4047429"/>
              <a:ext cx="77786" cy="165414"/>
            </a:xfrm>
            <a:custGeom>
              <a:rect b="b" l="l" r="r" t="t"/>
              <a:pathLst>
                <a:path extrusionOk="0" h="2068" w="973">
                  <a:moveTo>
                    <a:pt x="243" y="1"/>
                  </a:moveTo>
                  <a:cubicBezTo>
                    <a:pt x="243" y="1"/>
                    <a:pt x="0" y="578"/>
                    <a:pt x="91" y="1156"/>
                  </a:cubicBezTo>
                  <a:cubicBezTo>
                    <a:pt x="213" y="1703"/>
                    <a:pt x="699" y="2068"/>
                    <a:pt x="699" y="2068"/>
                  </a:cubicBezTo>
                  <a:cubicBezTo>
                    <a:pt x="699" y="2068"/>
                    <a:pt x="973" y="1490"/>
                    <a:pt x="851" y="913"/>
                  </a:cubicBezTo>
                  <a:cubicBezTo>
                    <a:pt x="760" y="335"/>
                    <a:pt x="243" y="1"/>
                    <a:pt x="2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11" name="Google Shape;1311;p14"/>
          <p:cNvGrpSpPr/>
          <p:nvPr/>
        </p:nvGrpSpPr>
        <p:grpSpPr>
          <a:xfrm>
            <a:off x="0" y="4752988"/>
            <a:ext cx="9144000" cy="354505"/>
            <a:chOff x="0" y="4689888"/>
            <a:chExt cx="9144000" cy="354505"/>
          </a:xfrm>
        </p:grpSpPr>
        <p:grpSp>
          <p:nvGrpSpPr>
            <p:cNvPr id="1312" name="Google Shape;1312;p14"/>
            <p:cNvGrpSpPr/>
            <p:nvPr/>
          </p:nvGrpSpPr>
          <p:grpSpPr>
            <a:xfrm>
              <a:off x="0" y="4793425"/>
              <a:ext cx="9144000" cy="194975"/>
              <a:chOff x="0" y="4789550"/>
              <a:chExt cx="9144000" cy="194975"/>
            </a:xfrm>
          </p:grpSpPr>
          <p:sp>
            <p:nvSpPr>
              <p:cNvPr id="1313" name="Google Shape;1313;p14"/>
              <p:cNvSpPr/>
              <p:nvPr/>
            </p:nvSpPr>
            <p:spPr>
              <a:xfrm>
                <a:off x="0" y="4789550"/>
                <a:ext cx="9144000" cy="360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4" name="Google Shape;1314;p14"/>
              <p:cNvSpPr/>
              <p:nvPr/>
            </p:nvSpPr>
            <p:spPr>
              <a:xfrm>
                <a:off x="0" y="4948525"/>
                <a:ext cx="9144000" cy="360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15" name="Google Shape;1315;p14"/>
            <p:cNvGrpSpPr/>
            <p:nvPr/>
          </p:nvGrpSpPr>
          <p:grpSpPr>
            <a:xfrm>
              <a:off x="28483" y="4689888"/>
              <a:ext cx="9087034" cy="354505"/>
              <a:chOff x="28483" y="4689888"/>
              <a:chExt cx="9087034" cy="354505"/>
            </a:xfrm>
          </p:grpSpPr>
          <p:sp>
            <p:nvSpPr>
              <p:cNvPr id="1316" name="Google Shape;1316;p14"/>
              <p:cNvSpPr/>
              <p:nvPr/>
            </p:nvSpPr>
            <p:spPr>
              <a:xfrm>
                <a:off x="64010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6" y="1"/>
                      <a:pt x="533" y="8"/>
                      <a:pt x="518" y="24"/>
                    </a:cubicBezTo>
                    <a:lnTo>
                      <a:pt x="62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34" y="4431"/>
                      <a:pt x="1065" y="4401"/>
                      <a:pt x="1156" y="4370"/>
                    </a:cubicBezTo>
                    <a:lnTo>
                      <a:pt x="1156" y="601"/>
                    </a:lnTo>
                    <a:lnTo>
                      <a:pt x="1126" y="571"/>
                    </a:lnTo>
                    <a:lnTo>
                      <a:pt x="670" y="24"/>
                    </a:lnTo>
                    <a:cubicBezTo>
                      <a:pt x="639" y="8"/>
                      <a:pt x="609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7" name="Google Shape;1317;p14"/>
              <p:cNvSpPr/>
              <p:nvPr/>
            </p:nvSpPr>
            <p:spPr>
              <a:xfrm>
                <a:off x="79301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3" y="8"/>
                      <a:pt x="517" y="24"/>
                    </a:cubicBezTo>
                    <a:lnTo>
                      <a:pt x="6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34" y="4431"/>
                      <a:pt x="1064" y="4401"/>
                      <a:pt x="1156" y="4370"/>
                    </a:cubicBezTo>
                    <a:lnTo>
                      <a:pt x="1156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9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8" name="Google Shape;1318;p14"/>
              <p:cNvSpPr/>
              <p:nvPr/>
            </p:nvSpPr>
            <p:spPr>
              <a:xfrm>
                <a:off x="94592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2" y="4431"/>
                      <a:pt x="122" y="4431"/>
                    </a:cubicBezTo>
                    <a:lnTo>
                      <a:pt x="1003" y="4431"/>
                    </a:lnTo>
                    <a:cubicBezTo>
                      <a:pt x="103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8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9" name="Google Shape;1319;p14"/>
              <p:cNvSpPr/>
              <p:nvPr/>
            </p:nvSpPr>
            <p:spPr>
              <a:xfrm>
                <a:off x="109882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1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1" y="4431"/>
                      <a:pt x="122" y="4431"/>
                    </a:cubicBezTo>
                    <a:lnTo>
                      <a:pt x="1003" y="4431"/>
                    </a:lnTo>
                    <a:cubicBezTo>
                      <a:pt x="106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8" y="8"/>
                      <a:pt x="608" y="1"/>
                      <a:pt x="58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0" name="Google Shape;1320;p14"/>
              <p:cNvSpPr/>
              <p:nvPr/>
            </p:nvSpPr>
            <p:spPr>
              <a:xfrm>
                <a:off x="1251735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04" y="4431"/>
                      <a:pt x="103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1" name="Google Shape;1321;p14"/>
              <p:cNvSpPr/>
              <p:nvPr/>
            </p:nvSpPr>
            <p:spPr>
              <a:xfrm>
                <a:off x="1402243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2" name="Google Shape;1322;p14"/>
              <p:cNvSpPr/>
              <p:nvPr/>
            </p:nvSpPr>
            <p:spPr>
              <a:xfrm>
                <a:off x="1552751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64" y="4431"/>
                      <a:pt x="109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3" name="Google Shape;1323;p14"/>
              <p:cNvSpPr/>
              <p:nvPr/>
            </p:nvSpPr>
            <p:spPr>
              <a:xfrm>
                <a:off x="751362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4" name="Google Shape;1324;p14"/>
              <p:cNvSpPr/>
              <p:nvPr/>
            </p:nvSpPr>
            <p:spPr>
              <a:xfrm>
                <a:off x="7666529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3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5" name="Google Shape;1325;p14"/>
              <p:cNvSpPr/>
              <p:nvPr/>
            </p:nvSpPr>
            <p:spPr>
              <a:xfrm>
                <a:off x="7816957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6" name="Google Shape;1326;p14"/>
              <p:cNvSpPr/>
              <p:nvPr/>
            </p:nvSpPr>
            <p:spPr>
              <a:xfrm>
                <a:off x="796738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2" y="4431"/>
                      <a:pt x="122" y="4431"/>
                    </a:cubicBezTo>
                    <a:lnTo>
                      <a:pt x="1003" y="4431"/>
                    </a:lnTo>
                    <a:cubicBezTo>
                      <a:pt x="103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8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7" name="Google Shape;1327;p14"/>
              <p:cNvSpPr/>
              <p:nvPr/>
            </p:nvSpPr>
            <p:spPr>
              <a:xfrm>
                <a:off x="812029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93" y="1"/>
                    </a:moveTo>
                    <a:cubicBezTo>
                      <a:pt x="562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1" y="4431"/>
                      <a:pt x="122" y="4431"/>
                    </a:cubicBezTo>
                    <a:lnTo>
                      <a:pt x="1003" y="4431"/>
                    </a:lnTo>
                    <a:cubicBezTo>
                      <a:pt x="106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54" y="8"/>
                      <a:pt x="623" y="1"/>
                      <a:pt x="59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8" name="Google Shape;1328;p14"/>
              <p:cNvSpPr/>
              <p:nvPr/>
            </p:nvSpPr>
            <p:spPr>
              <a:xfrm>
                <a:off x="8273198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1" y="4431"/>
                      <a:pt x="122" y="4431"/>
                    </a:cubicBezTo>
                    <a:lnTo>
                      <a:pt x="973" y="4431"/>
                    </a:lnTo>
                    <a:cubicBezTo>
                      <a:pt x="1034" y="4431"/>
                      <a:pt x="1065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9" name="Google Shape;1329;p14"/>
              <p:cNvSpPr/>
              <p:nvPr/>
            </p:nvSpPr>
            <p:spPr>
              <a:xfrm>
                <a:off x="8423706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34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0" name="Google Shape;1330;p14"/>
              <p:cNvSpPr/>
              <p:nvPr/>
            </p:nvSpPr>
            <p:spPr>
              <a:xfrm>
                <a:off x="8574214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64" y="4431"/>
                      <a:pt x="109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1" name="Google Shape;1331;p14"/>
              <p:cNvSpPr/>
              <p:nvPr/>
            </p:nvSpPr>
            <p:spPr>
              <a:xfrm>
                <a:off x="8724643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2" y="4431"/>
                      <a:pt x="122" y="4431"/>
                    </a:cubicBezTo>
                    <a:lnTo>
                      <a:pt x="974" y="4431"/>
                    </a:lnTo>
                    <a:cubicBezTo>
                      <a:pt x="1065" y="4431"/>
                      <a:pt x="1095" y="4401"/>
                      <a:pt x="1126" y="4370"/>
                    </a:cubicBezTo>
                    <a:lnTo>
                      <a:pt x="112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4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2" name="Google Shape;1332;p14"/>
              <p:cNvSpPr/>
              <p:nvPr/>
            </p:nvSpPr>
            <p:spPr>
              <a:xfrm>
                <a:off x="8875151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74" y="1"/>
                    </a:moveTo>
                    <a:cubicBezTo>
                      <a:pt x="547" y="1"/>
                      <a:pt x="517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122" y="4431"/>
                    </a:cubicBezTo>
                    <a:lnTo>
                      <a:pt x="1003" y="4431"/>
                    </a:lnTo>
                    <a:cubicBezTo>
                      <a:pt x="103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600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3" name="Google Shape;1333;p14"/>
              <p:cNvSpPr/>
              <p:nvPr/>
            </p:nvSpPr>
            <p:spPr>
              <a:xfrm>
                <a:off x="736071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4" name="Google Shape;1334;p14"/>
              <p:cNvSpPr/>
              <p:nvPr/>
            </p:nvSpPr>
            <p:spPr>
              <a:xfrm>
                <a:off x="720781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5" name="Google Shape;1335;p14"/>
              <p:cNvSpPr/>
              <p:nvPr/>
            </p:nvSpPr>
            <p:spPr>
              <a:xfrm>
                <a:off x="705490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6" name="Google Shape;1336;p14"/>
              <p:cNvSpPr/>
              <p:nvPr/>
            </p:nvSpPr>
            <p:spPr>
              <a:xfrm>
                <a:off x="690199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7" name="Google Shape;1337;p14"/>
              <p:cNvSpPr/>
              <p:nvPr/>
            </p:nvSpPr>
            <p:spPr>
              <a:xfrm>
                <a:off x="674909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8" name="Google Shape;1338;p14"/>
              <p:cNvSpPr/>
              <p:nvPr/>
            </p:nvSpPr>
            <p:spPr>
              <a:xfrm>
                <a:off x="659618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9" name="Google Shape;1339;p14"/>
              <p:cNvSpPr/>
              <p:nvPr/>
            </p:nvSpPr>
            <p:spPr>
              <a:xfrm>
                <a:off x="644327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0" name="Google Shape;1340;p14"/>
              <p:cNvSpPr/>
              <p:nvPr/>
            </p:nvSpPr>
            <p:spPr>
              <a:xfrm>
                <a:off x="629037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1" name="Google Shape;1341;p14"/>
              <p:cNvSpPr/>
              <p:nvPr/>
            </p:nvSpPr>
            <p:spPr>
              <a:xfrm>
                <a:off x="613746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2" name="Google Shape;1342;p14"/>
              <p:cNvSpPr/>
              <p:nvPr/>
            </p:nvSpPr>
            <p:spPr>
              <a:xfrm>
                <a:off x="598455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3" name="Google Shape;1343;p14"/>
              <p:cNvSpPr/>
              <p:nvPr/>
            </p:nvSpPr>
            <p:spPr>
              <a:xfrm>
                <a:off x="583165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4" name="Google Shape;1344;p14"/>
              <p:cNvSpPr/>
              <p:nvPr/>
            </p:nvSpPr>
            <p:spPr>
              <a:xfrm>
                <a:off x="567874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5" name="Google Shape;1345;p14"/>
              <p:cNvSpPr/>
              <p:nvPr/>
            </p:nvSpPr>
            <p:spPr>
              <a:xfrm>
                <a:off x="552583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6" name="Google Shape;1346;p14"/>
              <p:cNvSpPr/>
              <p:nvPr/>
            </p:nvSpPr>
            <p:spPr>
              <a:xfrm>
                <a:off x="537293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7" name="Google Shape;1347;p14"/>
              <p:cNvSpPr/>
              <p:nvPr/>
            </p:nvSpPr>
            <p:spPr>
              <a:xfrm>
                <a:off x="522002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8" name="Google Shape;1348;p14"/>
              <p:cNvSpPr/>
              <p:nvPr/>
            </p:nvSpPr>
            <p:spPr>
              <a:xfrm>
                <a:off x="506712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9" name="Google Shape;1349;p14"/>
              <p:cNvSpPr/>
              <p:nvPr/>
            </p:nvSpPr>
            <p:spPr>
              <a:xfrm>
                <a:off x="491421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0" name="Google Shape;1350;p14"/>
              <p:cNvSpPr/>
              <p:nvPr/>
            </p:nvSpPr>
            <p:spPr>
              <a:xfrm>
                <a:off x="476130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1" name="Google Shape;1351;p14"/>
              <p:cNvSpPr/>
              <p:nvPr/>
            </p:nvSpPr>
            <p:spPr>
              <a:xfrm>
                <a:off x="460840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2" name="Google Shape;1352;p14"/>
              <p:cNvSpPr/>
              <p:nvPr/>
            </p:nvSpPr>
            <p:spPr>
              <a:xfrm>
                <a:off x="445549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3" name="Google Shape;1353;p14"/>
              <p:cNvSpPr/>
              <p:nvPr/>
            </p:nvSpPr>
            <p:spPr>
              <a:xfrm>
                <a:off x="430258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4" name="Google Shape;1354;p14"/>
              <p:cNvSpPr/>
              <p:nvPr/>
            </p:nvSpPr>
            <p:spPr>
              <a:xfrm>
                <a:off x="414968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5" name="Google Shape;1355;p14"/>
              <p:cNvSpPr/>
              <p:nvPr/>
            </p:nvSpPr>
            <p:spPr>
              <a:xfrm>
                <a:off x="399677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6" name="Google Shape;1356;p14"/>
              <p:cNvSpPr/>
              <p:nvPr/>
            </p:nvSpPr>
            <p:spPr>
              <a:xfrm>
                <a:off x="384386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7" name="Google Shape;1357;p14"/>
              <p:cNvSpPr/>
              <p:nvPr/>
            </p:nvSpPr>
            <p:spPr>
              <a:xfrm>
                <a:off x="369096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8" name="Google Shape;1358;p14"/>
              <p:cNvSpPr/>
              <p:nvPr/>
            </p:nvSpPr>
            <p:spPr>
              <a:xfrm>
                <a:off x="353805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9" name="Google Shape;1359;p14"/>
              <p:cNvSpPr/>
              <p:nvPr/>
            </p:nvSpPr>
            <p:spPr>
              <a:xfrm>
                <a:off x="338514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0" name="Google Shape;1360;p14"/>
              <p:cNvSpPr/>
              <p:nvPr/>
            </p:nvSpPr>
            <p:spPr>
              <a:xfrm>
                <a:off x="323224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1" name="Google Shape;1361;p14"/>
              <p:cNvSpPr/>
              <p:nvPr/>
            </p:nvSpPr>
            <p:spPr>
              <a:xfrm>
                <a:off x="307933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2" name="Google Shape;1362;p14"/>
              <p:cNvSpPr/>
              <p:nvPr/>
            </p:nvSpPr>
            <p:spPr>
              <a:xfrm>
                <a:off x="292643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3" name="Google Shape;1363;p14"/>
              <p:cNvSpPr/>
              <p:nvPr/>
            </p:nvSpPr>
            <p:spPr>
              <a:xfrm>
                <a:off x="277352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4" name="Google Shape;1364;p14"/>
              <p:cNvSpPr/>
              <p:nvPr/>
            </p:nvSpPr>
            <p:spPr>
              <a:xfrm>
                <a:off x="262061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5" name="Google Shape;1365;p14"/>
              <p:cNvSpPr/>
              <p:nvPr/>
            </p:nvSpPr>
            <p:spPr>
              <a:xfrm>
                <a:off x="246771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6" name="Google Shape;1366;p14"/>
              <p:cNvSpPr/>
              <p:nvPr/>
            </p:nvSpPr>
            <p:spPr>
              <a:xfrm>
                <a:off x="231480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7" name="Google Shape;1367;p14"/>
              <p:cNvSpPr/>
              <p:nvPr/>
            </p:nvSpPr>
            <p:spPr>
              <a:xfrm>
                <a:off x="216189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8" name="Google Shape;1368;p14"/>
              <p:cNvSpPr/>
              <p:nvPr/>
            </p:nvSpPr>
            <p:spPr>
              <a:xfrm>
                <a:off x="200899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9" name="Google Shape;1369;p14"/>
              <p:cNvSpPr/>
              <p:nvPr/>
            </p:nvSpPr>
            <p:spPr>
              <a:xfrm>
                <a:off x="185608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0" name="Google Shape;1370;p14"/>
              <p:cNvSpPr/>
              <p:nvPr/>
            </p:nvSpPr>
            <p:spPr>
              <a:xfrm>
                <a:off x="170317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1" name="Google Shape;1371;p14"/>
              <p:cNvSpPr/>
              <p:nvPr/>
            </p:nvSpPr>
            <p:spPr>
              <a:xfrm>
                <a:off x="48720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2" name="Google Shape;1372;p14"/>
              <p:cNvSpPr/>
              <p:nvPr/>
            </p:nvSpPr>
            <p:spPr>
              <a:xfrm>
                <a:off x="33429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3" name="Google Shape;1373;p14"/>
              <p:cNvSpPr/>
              <p:nvPr/>
            </p:nvSpPr>
            <p:spPr>
              <a:xfrm>
                <a:off x="18139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4" name="Google Shape;1374;p14"/>
              <p:cNvSpPr/>
              <p:nvPr/>
            </p:nvSpPr>
            <p:spPr>
              <a:xfrm>
                <a:off x="2848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5" name="Google Shape;1375;p14"/>
              <p:cNvSpPr/>
              <p:nvPr/>
            </p:nvSpPr>
            <p:spPr>
              <a:xfrm>
                <a:off x="9025579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74" y="1"/>
                    </a:moveTo>
                    <a:cubicBezTo>
                      <a:pt x="547" y="1"/>
                      <a:pt x="517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122" y="4431"/>
                    </a:cubicBezTo>
                    <a:lnTo>
                      <a:pt x="1003" y="4431"/>
                    </a:lnTo>
                    <a:cubicBezTo>
                      <a:pt x="103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600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376" name="Google Shape;1376;p14"/>
          <p:cNvSpPr/>
          <p:nvPr/>
        </p:nvSpPr>
        <p:spPr>
          <a:xfrm>
            <a:off x="0" y="5107500"/>
            <a:ext cx="9144000" cy="36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7" name="Google Shape;1377;p14"/>
          <p:cNvSpPr txBox="1"/>
          <p:nvPr>
            <p:ph type="title"/>
          </p:nvPr>
        </p:nvSpPr>
        <p:spPr>
          <a:xfrm>
            <a:off x="1636050" y="3262400"/>
            <a:ext cx="5871900" cy="52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378" name="Google Shape;1378;p14"/>
          <p:cNvSpPr txBox="1"/>
          <p:nvPr>
            <p:ph idx="1" type="subTitle"/>
          </p:nvPr>
        </p:nvSpPr>
        <p:spPr>
          <a:xfrm>
            <a:off x="1636050" y="1277600"/>
            <a:ext cx="58719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Montserrat Medium"/>
              <a:buNone/>
              <a:defRPr sz="2800">
                <a:solidFill>
                  <a:schemeClr val="accent6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6">
    <p:spTree>
      <p:nvGrpSpPr>
        <p:cNvPr id="1379" name="Shape 1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80" name="Google Shape;1380;p15"/>
          <p:cNvGrpSpPr/>
          <p:nvPr/>
        </p:nvGrpSpPr>
        <p:grpSpPr>
          <a:xfrm>
            <a:off x="-15975" y="-52"/>
            <a:ext cx="9175950" cy="5143406"/>
            <a:chOff x="-15975" y="-52"/>
            <a:chExt cx="9175950" cy="5143406"/>
          </a:xfrm>
        </p:grpSpPr>
        <p:sp>
          <p:nvSpPr>
            <p:cNvPr id="1381" name="Google Shape;1381;p15"/>
            <p:cNvSpPr/>
            <p:nvPr/>
          </p:nvSpPr>
          <p:spPr>
            <a:xfrm rot="5400000">
              <a:off x="4570450" y="-378255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2" name="Google Shape;1382;p15"/>
            <p:cNvSpPr/>
            <p:nvPr/>
          </p:nvSpPr>
          <p:spPr>
            <a:xfrm rot="5400000">
              <a:off x="4570450" y="-276311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3" name="Google Shape;1383;p15"/>
            <p:cNvSpPr/>
            <p:nvPr/>
          </p:nvSpPr>
          <p:spPr>
            <a:xfrm rot="5400000">
              <a:off x="4570450" y="-174368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4" name="Google Shape;1384;p15"/>
            <p:cNvSpPr/>
            <p:nvPr/>
          </p:nvSpPr>
          <p:spPr>
            <a:xfrm rot="5400000">
              <a:off x="4570450" y="-72425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5" name="Google Shape;1385;p15"/>
            <p:cNvSpPr/>
            <p:nvPr/>
          </p:nvSpPr>
          <p:spPr>
            <a:xfrm rot="5400000">
              <a:off x="4570450" y="295184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6" name="Google Shape;1386;p15"/>
            <p:cNvSpPr/>
            <p:nvPr/>
          </p:nvSpPr>
          <p:spPr>
            <a:xfrm rot="5400000">
              <a:off x="4570450" y="-429226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7" name="Google Shape;1387;p15"/>
            <p:cNvSpPr/>
            <p:nvPr/>
          </p:nvSpPr>
          <p:spPr>
            <a:xfrm rot="5400000">
              <a:off x="4570450" y="-327283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8" name="Google Shape;1388;p15"/>
            <p:cNvSpPr/>
            <p:nvPr/>
          </p:nvSpPr>
          <p:spPr>
            <a:xfrm rot="5400000">
              <a:off x="4570450" y="-225340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9" name="Google Shape;1389;p15"/>
            <p:cNvSpPr/>
            <p:nvPr/>
          </p:nvSpPr>
          <p:spPr>
            <a:xfrm rot="5400000">
              <a:off x="4570450" y="-123396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0" name="Google Shape;1390;p15"/>
            <p:cNvSpPr/>
            <p:nvPr/>
          </p:nvSpPr>
          <p:spPr>
            <a:xfrm rot="5400000">
              <a:off x="4570450" y="-21453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1" name="Google Shape;1391;p15"/>
            <p:cNvSpPr/>
            <p:nvPr/>
          </p:nvSpPr>
          <p:spPr>
            <a:xfrm>
              <a:off x="5081305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2" name="Google Shape;1392;p15"/>
            <p:cNvSpPr/>
            <p:nvPr/>
          </p:nvSpPr>
          <p:spPr>
            <a:xfrm>
              <a:off x="6100964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3" name="Google Shape;1393;p15"/>
            <p:cNvSpPr/>
            <p:nvPr/>
          </p:nvSpPr>
          <p:spPr>
            <a:xfrm>
              <a:off x="7120623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4" name="Google Shape;1394;p15"/>
            <p:cNvSpPr/>
            <p:nvPr/>
          </p:nvSpPr>
          <p:spPr>
            <a:xfrm>
              <a:off x="8140282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5" name="Google Shape;1395;p15"/>
            <p:cNvSpPr/>
            <p:nvPr/>
          </p:nvSpPr>
          <p:spPr>
            <a:xfrm>
              <a:off x="5591134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6" name="Google Shape;1396;p15"/>
            <p:cNvSpPr/>
            <p:nvPr/>
          </p:nvSpPr>
          <p:spPr>
            <a:xfrm>
              <a:off x="6610793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7" name="Google Shape;1397;p15"/>
            <p:cNvSpPr/>
            <p:nvPr/>
          </p:nvSpPr>
          <p:spPr>
            <a:xfrm>
              <a:off x="7630452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8" name="Google Shape;1398;p15"/>
            <p:cNvSpPr/>
            <p:nvPr/>
          </p:nvSpPr>
          <p:spPr>
            <a:xfrm>
              <a:off x="8650111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399" name="Google Shape;1399;p15"/>
            <p:cNvGrpSpPr/>
            <p:nvPr/>
          </p:nvGrpSpPr>
          <p:grpSpPr>
            <a:xfrm>
              <a:off x="-15975" y="-52"/>
              <a:ext cx="4587484" cy="5143406"/>
              <a:chOff x="-9275" y="-1994782"/>
              <a:chExt cx="4587484" cy="9140583"/>
            </a:xfrm>
          </p:grpSpPr>
          <p:sp>
            <p:nvSpPr>
              <p:cNvPr id="1400" name="Google Shape;1400;p15"/>
              <p:cNvSpPr/>
              <p:nvPr/>
            </p:nvSpPr>
            <p:spPr>
              <a:xfrm>
                <a:off x="50044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1" name="Google Shape;1401;p15"/>
              <p:cNvSpPr/>
              <p:nvPr/>
            </p:nvSpPr>
            <p:spPr>
              <a:xfrm>
                <a:off x="15198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2" name="Google Shape;1402;p15"/>
              <p:cNvSpPr/>
              <p:nvPr/>
            </p:nvSpPr>
            <p:spPr>
              <a:xfrm>
                <a:off x="253930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3" name="Google Shape;1403;p15"/>
              <p:cNvSpPr/>
              <p:nvPr/>
            </p:nvSpPr>
            <p:spPr>
              <a:xfrm>
                <a:off x="355874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4" name="Google Shape;1404;p15"/>
              <p:cNvSpPr/>
              <p:nvPr/>
            </p:nvSpPr>
            <p:spPr>
              <a:xfrm>
                <a:off x="45781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5" name="Google Shape;1405;p15"/>
              <p:cNvSpPr/>
              <p:nvPr/>
            </p:nvSpPr>
            <p:spPr>
              <a:xfrm>
                <a:off x="101015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6" name="Google Shape;1406;p15"/>
              <p:cNvSpPr/>
              <p:nvPr/>
            </p:nvSpPr>
            <p:spPr>
              <a:xfrm>
                <a:off x="202959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7" name="Google Shape;1407;p15"/>
              <p:cNvSpPr/>
              <p:nvPr/>
            </p:nvSpPr>
            <p:spPr>
              <a:xfrm>
                <a:off x="304902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8" name="Google Shape;1408;p15"/>
              <p:cNvSpPr/>
              <p:nvPr/>
            </p:nvSpPr>
            <p:spPr>
              <a:xfrm>
                <a:off x="406845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9" name="Google Shape;1409;p15"/>
              <p:cNvSpPr/>
              <p:nvPr/>
            </p:nvSpPr>
            <p:spPr>
              <a:xfrm>
                <a:off x="-92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410" name="Google Shape;1410;p15"/>
            <p:cNvSpPr/>
            <p:nvPr/>
          </p:nvSpPr>
          <p:spPr>
            <a:xfrm>
              <a:off x="9159941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11" name="Google Shape;1411;p15"/>
          <p:cNvSpPr/>
          <p:nvPr/>
        </p:nvSpPr>
        <p:spPr>
          <a:xfrm>
            <a:off x="0" y="-75"/>
            <a:ext cx="9144000" cy="5143500"/>
          </a:xfrm>
          <a:prstGeom prst="rect">
            <a:avLst/>
          </a:prstGeom>
          <a:solidFill>
            <a:srgbClr val="D6E3EA">
              <a:alpha val="398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12" name="Google Shape;1412;p15"/>
          <p:cNvGrpSpPr/>
          <p:nvPr/>
        </p:nvGrpSpPr>
        <p:grpSpPr>
          <a:xfrm>
            <a:off x="0" y="4752988"/>
            <a:ext cx="9144000" cy="354505"/>
            <a:chOff x="0" y="4689888"/>
            <a:chExt cx="9144000" cy="354505"/>
          </a:xfrm>
        </p:grpSpPr>
        <p:grpSp>
          <p:nvGrpSpPr>
            <p:cNvPr id="1413" name="Google Shape;1413;p15"/>
            <p:cNvGrpSpPr/>
            <p:nvPr/>
          </p:nvGrpSpPr>
          <p:grpSpPr>
            <a:xfrm>
              <a:off x="0" y="4793425"/>
              <a:ext cx="9144000" cy="194975"/>
              <a:chOff x="0" y="4789550"/>
              <a:chExt cx="9144000" cy="194975"/>
            </a:xfrm>
          </p:grpSpPr>
          <p:sp>
            <p:nvSpPr>
              <p:cNvPr id="1414" name="Google Shape;1414;p15"/>
              <p:cNvSpPr/>
              <p:nvPr/>
            </p:nvSpPr>
            <p:spPr>
              <a:xfrm>
                <a:off x="0" y="4789550"/>
                <a:ext cx="9144000" cy="360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5" name="Google Shape;1415;p15"/>
              <p:cNvSpPr/>
              <p:nvPr/>
            </p:nvSpPr>
            <p:spPr>
              <a:xfrm>
                <a:off x="0" y="4948525"/>
                <a:ext cx="9144000" cy="360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16" name="Google Shape;1416;p15"/>
            <p:cNvGrpSpPr/>
            <p:nvPr/>
          </p:nvGrpSpPr>
          <p:grpSpPr>
            <a:xfrm>
              <a:off x="28483" y="4689888"/>
              <a:ext cx="9087034" cy="354505"/>
              <a:chOff x="28483" y="4689888"/>
              <a:chExt cx="9087034" cy="354505"/>
            </a:xfrm>
          </p:grpSpPr>
          <p:sp>
            <p:nvSpPr>
              <p:cNvPr id="1417" name="Google Shape;1417;p15"/>
              <p:cNvSpPr/>
              <p:nvPr/>
            </p:nvSpPr>
            <p:spPr>
              <a:xfrm>
                <a:off x="64010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6" y="1"/>
                      <a:pt x="533" y="8"/>
                      <a:pt x="518" y="24"/>
                    </a:cubicBezTo>
                    <a:lnTo>
                      <a:pt x="62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34" y="4431"/>
                      <a:pt x="1065" y="4401"/>
                      <a:pt x="1156" y="4370"/>
                    </a:cubicBezTo>
                    <a:lnTo>
                      <a:pt x="1156" y="601"/>
                    </a:lnTo>
                    <a:lnTo>
                      <a:pt x="1126" y="571"/>
                    </a:lnTo>
                    <a:lnTo>
                      <a:pt x="670" y="24"/>
                    </a:lnTo>
                    <a:cubicBezTo>
                      <a:pt x="639" y="8"/>
                      <a:pt x="609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8" name="Google Shape;1418;p15"/>
              <p:cNvSpPr/>
              <p:nvPr/>
            </p:nvSpPr>
            <p:spPr>
              <a:xfrm>
                <a:off x="79301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3" y="8"/>
                      <a:pt x="517" y="24"/>
                    </a:cubicBezTo>
                    <a:lnTo>
                      <a:pt x="6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34" y="4431"/>
                      <a:pt x="1064" y="4401"/>
                      <a:pt x="1156" y="4370"/>
                    </a:cubicBezTo>
                    <a:lnTo>
                      <a:pt x="1156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9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9" name="Google Shape;1419;p15"/>
              <p:cNvSpPr/>
              <p:nvPr/>
            </p:nvSpPr>
            <p:spPr>
              <a:xfrm>
                <a:off x="94592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2" y="4431"/>
                      <a:pt x="122" y="4431"/>
                    </a:cubicBezTo>
                    <a:lnTo>
                      <a:pt x="1003" y="4431"/>
                    </a:lnTo>
                    <a:cubicBezTo>
                      <a:pt x="103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8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0" name="Google Shape;1420;p15"/>
              <p:cNvSpPr/>
              <p:nvPr/>
            </p:nvSpPr>
            <p:spPr>
              <a:xfrm>
                <a:off x="109882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1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1" y="4431"/>
                      <a:pt x="122" y="4431"/>
                    </a:cubicBezTo>
                    <a:lnTo>
                      <a:pt x="1003" y="4431"/>
                    </a:lnTo>
                    <a:cubicBezTo>
                      <a:pt x="106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8" y="8"/>
                      <a:pt x="608" y="1"/>
                      <a:pt x="58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1" name="Google Shape;1421;p15"/>
              <p:cNvSpPr/>
              <p:nvPr/>
            </p:nvSpPr>
            <p:spPr>
              <a:xfrm>
                <a:off x="1251735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04" y="4431"/>
                      <a:pt x="103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2" name="Google Shape;1422;p15"/>
              <p:cNvSpPr/>
              <p:nvPr/>
            </p:nvSpPr>
            <p:spPr>
              <a:xfrm>
                <a:off x="1402243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3" name="Google Shape;1423;p15"/>
              <p:cNvSpPr/>
              <p:nvPr/>
            </p:nvSpPr>
            <p:spPr>
              <a:xfrm>
                <a:off x="1552751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64" y="4431"/>
                      <a:pt x="109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4" name="Google Shape;1424;p15"/>
              <p:cNvSpPr/>
              <p:nvPr/>
            </p:nvSpPr>
            <p:spPr>
              <a:xfrm>
                <a:off x="751362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5" name="Google Shape;1425;p15"/>
              <p:cNvSpPr/>
              <p:nvPr/>
            </p:nvSpPr>
            <p:spPr>
              <a:xfrm>
                <a:off x="7666529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3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6" name="Google Shape;1426;p15"/>
              <p:cNvSpPr/>
              <p:nvPr/>
            </p:nvSpPr>
            <p:spPr>
              <a:xfrm>
                <a:off x="7816957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7" name="Google Shape;1427;p15"/>
              <p:cNvSpPr/>
              <p:nvPr/>
            </p:nvSpPr>
            <p:spPr>
              <a:xfrm>
                <a:off x="796738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2" y="4431"/>
                      <a:pt x="122" y="4431"/>
                    </a:cubicBezTo>
                    <a:lnTo>
                      <a:pt x="1003" y="4431"/>
                    </a:lnTo>
                    <a:cubicBezTo>
                      <a:pt x="103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8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8" name="Google Shape;1428;p15"/>
              <p:cNvSpPr/>
              <p:nvPr/>
            </p:nvSpPr>
            <p:spPr>
              <a:xfrm>
                <a:off x="812029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93" y="1"/>
                    </a:moveTo>
                    <a:cubicBezTo>
                      <a:pt x="562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1" y="4431"/>
                      <a:pt x="122" y="4431"/>
                    </a:cubicBezTo>
                    <a:lnTo>
                      <a:pt x="1003" y="4431"/>
                    </a:lnTo>
                    <a:cubicBezTo>
                      <a:pt x="106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54" y="8"/>
                      <a:pt x="623" y="1"/>
                      <a:pt x="59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9" name="Google Shape;1429;p15"/>
              <p:cNvSpPr/>
              <p:nvPr/>
            </p:nvSpPr>
            <p:spPr>
              <a:xfrm>
                <a:off x="8273198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1" y="4431"/>
                      <a:pt x="122" y="4431"/>
                    </a:cubicBezTo>
                    <a:lnTo>
                      <a:pt x="973" y="4431"/>
                    </a:lnTo>
                    <a:cubicBezTo>
                      <a:pt x="1034" y="4431"/>
                      <a:pt x="1065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0" name="Google Shape;1430;p15"/>
              <p:cNvSpPr/>
              <p:nvPr/>
            </p:nvSpPr>
            <p:spPr>
              <a:xfrm>
                <a:off x="8423706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34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1" name="Google Shape;1431;p15"/>
              <p:cNvSpPr/>
              <p:nvPr/>
            </p:nvSpPr>
            <p:spPr>
              <a:xfrm>
                <a:off x="8574214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64" y="4431"/>
                      <a:pt x="109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2" name="Google Shape;1432;p15"/>
              <p:cNvSpPr/>
              <p:nvPr/>
            </p:nvSpPr>
            <p:spPr>
              <a:xfrm>
                <a:off x="8724643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2" y="4431"/>
                      <a:pt x="122" y="4431"/>
                    </a:cubicBezTo>
                    <a:lnTo>
                      <a:pt x="974" y="4431"/>
                    </a:lnTo>
                    <a:cubicBezTo>
                      <a:pt x="1065" y="4431"/>
                      <a:pt x="1095" y="4401"/>
                      <a:pt x="1126" y="4370"/>
                    </a:cubicBezTo>
                    <a:lnTo>
                      <a:pt x="112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4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3" name="Google Shape;1433;p15"/>
              <p:cNvSpPr/>
              <p:nvPr/>
            </p:nvSpPr>
            <p:spPr>
              <a:xfrm>
                <a:off x="8875151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74" y="1"/>
                    </a:moveTo>
                    <a:cubicBezTo>
                      <a:pt x="547" y="1"/>
                      <a:pt x="517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122" y="4431"/>
                    </a:cubicBezTo>
                    <a:lnTo>
                      <a:pt x="1003" y="4431"/>
                    </a:lnTo>
                    <a:cubicBezTo>
                      <a:pt x="103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600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4" name="Google Shape;1434;p15"/>
              <p:cNvSpPr/>
              <p:nvPr/>
            </p:nvSpPr>
            <p:spPr>
              <a:xfrm>
                <a:off x="736071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5" name="Google Shape;1435;p15"/>
              <p:cNvSpPr/>
              <p:nvPr/>
            </p:nvSpPr>
            <p:spPr>
              <a:xfrm>
                <a:off x="720781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6" name="Google Shape;1436;p15"/>
              <p:cNvSpPr/>
              <p:nvPr/>
            </p:nvSpPr>
            <p:spPr>
              <a:xfrm>
                <a:off x="705490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7" name="Google Shape;1437;p15"/>
              <p:cNvSpPr/>
              <p:nvPr/>
            </p:nvSpPr>
            <p:spPr>
              <a:xfrm>
                <a:off x="690199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8" name="Google Shape;1438;p15"/>
              <p:cNvSpPr/>
              <p:nvPr/>
            </p:nvSpPr>
            <p:spPr>
              <a:xfrm>
                <a:off x="674909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9" name="Google Shape;1439;p15"/>
              <p:cNvSpPr/>
              <p:nvPr/>
            </p:nvSpPr>
            <p:spPr>
              <a:xfrm>
                <a:off x="659618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0" name="Google Shape;1440;p15"/>
              <p:cNvSpPr/>
              <p:nvPr/>
            </p:nvSpPr>
            <p:spPr>
              <a:xfrm>
                <a:off x="644327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1" name="Google Shape;1441;p15"/>
              <p:cNvSpPr/>
              <p:nvPr/>
            </p:nvSpPr>
            <p:spPr>
              <a:xfrm>
                <a:off x="629037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2" name="Google Shape;1442;p15"/>
              <p:cNvSpPr/>
              <p:nvPr/>
            </p:nvSpPr>
            <p:spPr>
              <a:xfrm>
                <a:off x="613746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3" name="Google Shape;1443;p15"/>
              <p:cNvSpPr/>
              <p:nvPr/>
            </p:nvSpPr>
            <p:spPr>
              <a:xfrm>
                <a:off x="598455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4" name="Google Shape;1444;p15"/>
              <p:cNvSpPr/>
              <p:nvPr/>
            </p:nvSpPr>
            <p:spPr>
              <a:xfrm>
                <a:off x="583165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5" name="Google Shape;1445;p15"/>
              <p:cNvSpPr/>
              <p:nvPr/>
            </p:nvSpPr>
            <p:spPr>
              <a:xfrm>
                <a:off x="567874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6" name="Google Shape;1446;p15"/>
              <p:cNvSpPr/>
              <p:nvPr/>
            </p:nvSpPr>
            <p:spPr>
              <a:xfrm>
                <a:off x="552583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7" name="Google Shape;1447;p15"/>
              <p:cNvSpPr/>
              <p:nvPr/>
            </p:nvSpPr>
            <p:spPr>
              <a:xfrm>
                <a:off x="537293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8" name="Google Shape;1448;p15"/>
              <p:cNvSpPr/>
              <p:nvPr/>
            </p:nvSpPr>
            <p:spPr>
              <a:xfrm>
                <a:off x="522002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9" name="Google Shape;1449;p15"/>
              <p:cNvSpPr/>
              <p:nvPr/>
            </p:nvSpPr>
            <p:spPr>
              <a:xfrm>
                <a:off x="506712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0" name="Google Shape;1450;p15"/>
              <p:cNvSpPr/>
              <p:nvPr/>
            </p:nvSpPr>
            <p:spPr>
              <a:xfrm>
                <a:off x="491421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1" name="Google Shape;1451;p15"/>
              <p:cNvSpPr/>
              <p:nvPr/>
            </p:nvSpPr>
            <p:spPr>
              <a:xfrm>
                <a:off x="476130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2" name="Google Shape;1452;p15"/>
              <p:cNvSpPr/>
              <p:nvPr/>
            </p:nvSpPr>
            <p:spPr>
              <a:xfrm>
                <a:off x="460840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3" name="Google Shape;1453;p15"/>
              <p:cNvSpPr/>
              <p:nvPr/>
            </p:nvSpPr>
            <p:spPr>
              <a:xfrm>
                <a:off x="445549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4" name="Google Shape;1454;p15"/>
              <p:cNvSpPr/>
              <p:nvPr/>
            </p:nvSpPr>
            <p:spPr>
              <a:xfrm>
                <a:off x="430258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5" name="Google Shape;1455;p15"/>
              <p:cNvSpPr/>
              <p:nvPr/>
            </p:nvSpPr>
            <p:spPr>
              <a:xfrm>
                <a:off x="414968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6" name="Google Shape;1456;p15"/>
              <p:cNvSpPr/>
              <p:nvPr/>
            </p:nvSpPr>
            <p:spPr>
              <a:xfrm>
                <a:off x="399677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7" name="Google Shape;1457;p15"/>
              <p:cNvSpPr/>
              <p:nvPr/>
            </p:nvSpPr>
            <p:spPr>
              <a:xfrm>
                <a:off x="384386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8" name="Google Shape;1458;p15"/>
              <p:cNvSpPr/>
              <p:nvPr/>
            </p:nvSpPr>
            <p:spPr>
              <a:xfrm>
                <a:off x="369096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9" name="Google Shape;1459;p15"/>
              <p:cNvSpPr/>
              <p:nvPr/>
            </p:nvSpPr>
            <p:spPr>
              <a:xfrm>
                <a:off x="353805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0" name="Google Shape;1460;p15"/>
              <p:cNvSpPr/>
              <p:nvPr/>
            </p:nvSpPr>
            <p:spPr>
              <a:xfrm>
                <a:off x="338514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1" name="Google Shape;1461;p15"/>
              <p:cNvSpPr/>
              <p:nvPr/>
            </p:nvSpPr>
            <p:spPr>
              <a:xfrm>
                <a:off x="323224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2" name="Google Shape;1462;p15"/>
              <p:cNvSpPr/>
              <p:nvPr/>
            </p:nvSpPr>
            <p:spPr>
              <a:xfrm>
                <a:off x="307933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3" name="Google Shape;1463;p15"/>
              <p:cNvSpPr/>
              <p:nvPr/>
            </p:nvSpPr>
            <p:spPr>
              <a:xfrm>
                <a:off x="292643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4" name="Google Shape;1464;p15"/>
              <p:cNvSpPr/>
              <p:nvPr/>
            </p:nvSpPr>
            <p:spPr>
              <a:xfrm>
                <a:off x="277352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5" name="Google Shape;1465;p15"/>
              <p:cNvSpPr/>
              <p:nvPr/>
            </p:nvSpPr>
            <p:spPr>
              <a:xfrm>
                <a:off x="262061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6" name="Google Shape;1466;p15"/>
              <p:cNvSpPr/>
              <p:nvPr/>
            </p:nvSpPr>
            <p:spPr>
              <a:xfrm>
                <a:off x="246771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7" name="Google Shape;1467;p15"/>
              <p:cNvSpPr/>
              <p:nvPr/>
            </p:nvSpPr>
            <p:spPr>
              <a:xfrm>
                <a:off x="231480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8" name="Google Shape;1468;p15"/>
              <p:cNvSpPr/>
              <p:nvPr/>
            </p:nvSpPr>
            <p:spPr>
              <a:xfrm>
                <a:off x="216189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9" name="Google Shape;1469;p15"/>
              <p:cNvSpPr/>
              <p:nvPr/>
            </p:nvSpPr>
            <p:spPr>
              <a:xfrm>
                <a:off x="200899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0" name="Google Shape;1470;p15"/>
              <p:cNvSpPr/>
              <p:nvPr/>
            </p:nvSpPr>
            <p:spPr>
              <a:xfrm>
                <a:off x="185608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1" name="Google Shape;1471;p15"/>
              <p:cNvSpPr/>
              <p:nvPr/>
            </p:nvSpPr>
            <p:spPr>
              <a:xfrm>
                <a:off x="170317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2" name="Google Shape;1472;p15"/>
              <p:cNvSpPr/>
              <p:nvPr/>
            </p:nvSpPr>
            <p:spPr>
              <a:xfrm>
                <a:off x="48720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3" name="Google Shape;1473;p15"/>
              <p:cNvSpPr/>
              <p:nvPr/>
            </p:nvSpPr>
            <p:spPr>
              <a:xfrm>
                <a:off x="33429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4" name="Google Shape;1474;p15"/>
              <p:cNvSpPr/>
              <p:nvPr/>
            </p:nvSpPr>
            <p:spPr>
              <a:xfrm>
                <a:off x="18139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5" name="Google Shape;1475;p15"/>
              <p:cNvSpPr/>
              <p:nvPr/>
            </p:nvSpPr>
            <p:spPr>
              <a:xfrm>
                <a:off x="2848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6" name="Google Shape;1476;p15"/>
              <p:cNvSpPr/>
              <p:nvPr/>
            </p:nvSpPr>
            <p:spPr>
              <a:xfrm>
                <a:off x="9025579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74" y="1"/>
                    </a:moveTo>
                    <a:cubicBezTo>
                      <a:pt x="547" y="1"/>
                      <a:pt x="517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122" y="4431"/>
                    </a:cubicBezTo>
                    <a:lnTo>
                      <a:pt x="1003" y="4431"/>
                    </a:lnTo>
                    <a:cubicBezTo>
                      <a:pt x="103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600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477" name="Google Shape;1477;p15"/>
          <p:cNvGrpSpPr/>
          <p:nvPr/>
        </p:nvGrpSpPr>
        <p:grpSpPr>
          <a:xfrm>
            <a:off x="8500193" y="4148281"/>
            <a:ext cx="592952" cy="967689"/>
            <a:chOff x="8071153" y="3759204"/>
            <a:chExt cx="592952" cy="967689"/>
          </a:xfrm>
        </p:grpSpPr>
        <p:sp>
          <p:nvSpPr>
            <p:cNvPr id="1478" name="Google Shape;1478;p15"/>
            <p:cNvSpPr/>
            <p:nvPr/>
          </p:nvSpPr>
          <p:spPr>
            <a:xfrm>
              <a:off x="8350560" y="4196816"/>
              <a:ext cx="43890" cy="282116"/>
            </a:xfrm>
            <a:custGeom>
              <a:rect b="b" l="l" r="r" t="t"/>
              <a:pathLst>
                <a:path extrusionOk="0" h="3527" w="549">
                  <a:moveTo>
                    <a:pt x="153" y="0"/>
                  </a:moveTo>
                  <a:lnTo>
                    <a:pt x="1" y="3526"/>
                  </a:lnTo>
                  <a:lnTo>
                    <a:pt x="548" y="3435"/>
                  </a:lnTo>
                  <a:lnTo>
                    <a:pt x="39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9" name="Google Shape;1479;p15"/>
            <p:cNvSpPr/>
            <p:nvPr/>
          </p:nvSpPr>
          <p:spPr>
            <a:xfrm>
              <a:off x="8263101" y="4478852"/>
              <a:ext cx="221208" cy="248041"/>
            </a:xfrm>
            <a:custGeom>
              <a:rect b="b" l="l" r="r" t="t"/>
              <a:pathLst>
                <a:path extrusionOk="0" h="3101" w="2767">
                  <a:moveTo>
                    <a:pt x="1" y="0"/>
                  </a:moveTo>
                  <a:lnTo>
                    <a:pt x="396" y="3101"/>
                  </a:lnTo>
                  <a:lnTo>
                    <a:pt x="2402" y="3101"/>
                  </a:lnTo>
                  <a:lnTo>
                    <a:pt x="276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0" name="Google Shape;1480;p15"/>
            <p:cNvSpPr/>
            <p:nvPr/>
          </p:nvSpPr>
          <p:spPr>
            <a:xfrm>
              <a:off x="8248551" y="4435099"/>
              <a:ext cx="255184" cy="94865"/>
            </a:xfrm>
            <a:custGeom>
              <a:rect b="b" l="l" r="r" t="t"/>
              <a:pathLst>
                <a:path extrusionOk="0" h="1186" w="3192">
                  <a:moveTo>
                    <a:pt x="3192" y="0"/>
                  </a:moveTo>
                  <a:lnTo>
                    <a:pt x="0" y="61"/>
                  </a:lnTo>
                  <a:lnTo>
                    <a:pt x="61" y="1155"/>
                  </a:lnTo>
                  <a:lnTo>
                    <a:pt x="3040" y="1186"/>
                  </a:lnTo>
                  <a:lnTo>
                    <a:pt x="319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1" name="Google Shape;1481;p15"/>
            <p:cNvSpPr/>
            <p:nvPr/>
          </p:nvSpPr>
          <p:spPr>
            <a:xfrm>
              <a:off x="8265579" y="4527484"/>
              <a:ext cx="213853" cy="34075"/>
            </a:xfrm>
            <a:custGeom>
              <a:rect b="b" l="l" r="r" t="t"/>
              <a:pathLst>
                <a:path extrusionOk="0" h="426" w="2675">
                  <a:moveTo>
                    <a:pt x="0" y="0"/>
                  </a:moveTo>
                  <a:lnTo>
                    <a:pt x="91" y="426"/>
                  </a:lnTo>
                  <a:lnTo>
                    <a:pt x="2645" y="122"/>
                  </a:lnTo>
                  <a:lnTo>
                    <a:pt x="2675" y="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48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2" name="Google Shape;1482;p15"/>
            <p:cNvSpPr/>
            <p:nvPr/>
          </p:nvSpPr>
          <p:spPr>
            <a:xfrm>
              <a:off x="8318982" y="3766483"/>
              <a:ext cx="36535" cy="58391"/>
            </a:xfrm>
            <a:custGeom>
              <a:rect b="b" l="l" r="r" t="t"/>
              <a:pathLst>
                <a:path extrusionOk="0" h="730" w="457">
                  <a:moveTo>
                    <a:pt x="366" y="0"/>
                  </a:moveTo>
                  <a:cubicBezTo>
                    <a:pt x="366" y="0"/>
                    <a:pt x="122" y="122"/>
                    <a:pt x="62" y="304"/>
                  </a:cubicBezTo>
                  <a:cubicBezTo>
                    <a:pt x="1" y="517"/>
                    <a:pt x="62" y="730"/>
                    <a:pt x="62" y="730"/>
                  </a:cubicBezTo>
                  <a:cubicBezTo>
                    <a:pt x="62" y="730"/>
                    <a:pt x="305" y="608"/>
                    <a:pt x="366" y="426"/>
                  </a:cubicBezTo>
                  <a:cubicBezTo>
                    <a:pt x="457" y="244"/>
                    <a:pt x="366" y="0"/>
                    <a:pt x="36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3" name="Google Shape;1483;p15"/>
            <p:cNvSpPr/>
            <p:nvPr/>
          </p:nvSpPr>
          <p:spPr>
            <a:xfrm>
              <a:off x="8248551" y="3759204"/>
              <a:ext cx="58360" cy="65670"/>
            </a:xfrm>
            <a:custGeom>
              <a:rect b="b" l="l" r="r" t="t"/>
              <a:pathLst>
                <a:path extrusionOk="0" h="821" w="730">
                  <a:moveTo>
                    <a:pt x="0" y="0"/>
                  </a:moveTo>
                  <a:cubicBezTo>
                    <a:pt x="0" y="0"/>
                    <a:pt x="0" y="335"/>
                    <a:pt x="183" y="547"/>
                  </a:cubicBezTo>
                  <a:cubicBezTo>
                    <a:pt x="365" y="790"/>
                    <a:pt x="730" y="821"/>
                    <a:pt x="730" y="821"/>
                  </a:cubicBezTo>
                  <a:cubicBezTo>
                    <a:pt x="730" y="821"/>
                    <a:pt x="730" y="487"/>
                    <a:pt x="517" y="243"/>
                  </a:cubicBezTo>
                  <a:cubicBezTo>
                    <a:pt x="335" y="61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4" name="Google Shape;1484;p15"/>
            <p:cNvSpPr/>
            <p:nvPr/>
          </p:nvSpPr>
          <p:spPr>
            <a:xfrm>
              <a:off x="8532835" y="4167621"/>
              <a:ext cx="65715" cy="29275"/>
            </a:xfrm>
            <a:custGeom>
              <a:rect b="b" l="l" r="r" t="t"/>
              <a:pathLst>
                <a:path extrusionOk="0" h="366" w="822">
                  <a:moveTo>
                    <a:pt x="396" y="1"/>
                  </a:moveTo>
                  <a:cubicBezTo>
                    <a:pt x="153" y="1"/>
                    <a:pt x="1" y="213"/>
                    <a:pt x="1" y="213"/>
                  </a:cubicBezTo>
                  <a:cubicBezTo>
                    <a:pt x="1" y="213"/>
                    <a:pt x="183" y="365"/>
                    <a:pt x="426" y="365"/>
                  </a:cubicBezTo>
                  <a:cubicBezTo>
                    <a:pt x="669" y="365"/>
                    <a:pt x="821" y="153"/>
                    <a:pt x="821" y="153"/>
                  </a:cubicBezTo>
                  <a:cubicBezTo>
                    <a:pt x="821" y="153"/>
                    <a:pt x="609" y="1"/>
                    <a:pt x="396" y="1"/>
                  </a:cubicBezTo>
                  <a:close/>
                </a:path>
              </a:pathLst>
            </a:custGeom>
            <a:solidFill>
              <a:srgbClr val="7BBFB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5" name="Google Shape;1485;p15"/>
            <p:cNvSpPr/>
            <p:nvPr/>
          </p:nvSpPr>
          <p:spPr>
            <a:xfrm>
              <a:off x="8518285" y="4092272"/>
              <a:ext cx="48687" cy="80307"/>
            </a:xfrm>
            <a:custGeom>
              <a:rect b="b" l="l" r="r" t="t"/>
              <a:pathLst>
                <a:path extrusionOk="0" h="1004" w="609">
                  <a:moveTo>
                    <a:pt x="487" y="0"/>
                  </a:moveTo>
                  <a:cubicBezTo>
                    <a:pt x="487" y="0"/>
                    <a:pt x="183" y="152"/>
                    <a:pt x="61" y="426"/>
                  </a:cubicBezTo>
                  <a:cubicBezTo>
                    <a:pt x="0" y="699"/>
                    <a:pt x="122" y="1003"/>
                    <a:pt x="122" y="1003"/>
                  </a:cubicBezTo>
                  <a:cubicBezTo>
                    <a:pt x="122" y="1003"/>
                    <a:pt x="426" y="851"/>
                    <a:pt x="547" y="578"/>
                  </a:cubicBezTo>
                  <a:cubicBezTo>
                    <a:pt x="608" y="304"/>
                    <a:pt x="487" y="0"/>
                    <a:pt x="487" y="0"/>
                  </a:cubicBezTo>
                  <a:close/>
                </a:path>
              </a:pathLst>
            </a:custGeom>
            <a:solidFill>
              <a:srgbClr val="7BBFB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6" name="Google Shape;1486;p15"/>
            <p:cNvSpPr/>
            <p:nvPr/>
          </p:nvSpPr>
          <p:spPr>
            <a:xfrm>
              <a:off x="8071153" y="3827914"/>
              <a:ext cx="592952" cy="566871"/>
            </a:xfrm>
            <a:custGeom>
              <a:rect b="b" l="l" r="r" t="t"/>
              <a:pathLst>
                <a:path extrusionOk="0" h="7087" w="7417">
                  <a:moveTo>
                    <a:pt x="3931" y="0"/>
                  </a:moveTo>
                  <a:cubicBezTo>
                    <a:pt x="3624" y="0"/>
                    <a:pt x="3315" y="31"/>
                    <a:pt x="3010" y="83"/>
                  </a:cubicBezTo>
                  <a:cubicBezTo>
                    <a:pt x="1672" y="296"/>
                    <a:pt x="578" y="965"/>
                    <a:pt x="244" y="2363"/>
                  </a:cubicBezTo>
                  <a:cubicBezTo>
                    <a:pt x="0" y="3275"/>
                    <a:pt x="61" y="4430"/>
                    <a:pt x="426" y="5312"/>
                  </a:cubicBezTo>
                  <a:cubicBezTo>
                    <a:pt x="760" y="6132"/>
                    <a:pt x="1520" y="6770"/>
                    <a:pt x="2402" y="6953"/>
                  </a:cubicBezTo>
                  <a:cubicBezTo>
                    <a:pt x="2775" y="7038"/>
                    <a:pt x="3182" y="7086"/>
                    <a:pt x="3592" y="7086"/>
                  </a:cubicBezTo>
                  <a:cubicBezTo>
                    <a:pt x="4351" y="7086"/>
                    <a:pt x="5123" y="6922"/>
                    <a:pt x="5715" y="6527"/>
                  </a:cubicBezTo>
                  <a:cubicBezTo>
                    <a:pt x="6049" y="6315"/>
                    <a:pt x="6353" y="6071"/>
                    <a:pt x="6657" y="5767"/>
                  </a:cubicBezTo>
                  <a:cubicBezTo>
                    <a:pt x="7022" y="5342"/>
                    <a:pt x="7235" y="4825"/>
                    <a:pt x="7295" y="4308"/>
                  </a:cubicBezTo>
                  <a:cubicBezTo>
                    <a:pt x="7417" y="3640"/>
                    <a:pt x="7417" y="3032"/>
                    <a:pt x="7265" y="2515"/>
                  </a:cubicBezTo>
                  <a:cubicBezTo>
                    <a:pt x="7022" y="1634"/>
                    <a:pt x="6505" y="874"/>
                    <a:pt x="5593" y="387"/>
                  </a:cubicBezTo>
                  <a:cubicBezTo>
                    <a:pt x="5077" y="109"/>
                    <a:pt x="4509" y="0"/>
                    <a:pt x="393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87" name="Google Shape;1487;p15"/>
          <p:cNvGrpSpPr/>
          <p:nvPr/>
        </p:nvGrpSpPr>
        <p:grpSpPr>
          <a:xfrm>
            <a:off x="50855" y="4148281"/>
            <a:ext cx="592952" cy="967689"/>
            <a:chOff x="8071153" y="3759204"/>
            <a:chExt cx="592952" cy="967689"/>
          </a:xfrm>
        </p:grpSpPr>
        <p:sp>
          <p:nvSpPr>
            <p:cNvPr id="1488" name="Google Shape;1488;p15"/>
            <p:cNvSpPr/>
            <p:nvPr/>
          </p:nvSpPr>
          <p:spPr>
            <a:xfrm>
              <a:off x="8350560" y="4196816"/>
              <a:ext cx="43890" cy="282116"/>
            </a:xfrm>
            <a:custGeom>
              <a:rect b="b" l="l" r="r" t="t"/>
              <a:pathLst>
                <a:path extrusionOk="0" h="3527" w="549">
                  <a:moveTo>
                    <a:pt x="153" y="0"/>
                  </a:moveTo>
                  <a:lnTo>
                    <a:pt x="1" y="3526"/>
                  </a:lnTo>
                  <a:lnTo>
                    <a:pt x="548" y="3435"/>
                  </a:lnTo>
                  <a:lnTo>
                    <a:pt x="39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9" name="Google Shape;1489;p15"/>
            <p:cNvSpPr/>
            <p:nvPr/>
          </p:nvSpPr>
          <p:spPr>
            <a:xfrm>
              <a:off x="8263101" y="4478852"/>
              <a:ext cx="221208" cy="248041"/>
            </a:xfrm>
            <a:custGeom>
              <a:rect b="b" l="l" r="r" t="t"/>
              <a:pathLst>
                <a:path extrusionOk="0" h="3101" w="2767">
                  <a:moveTo>
                    <a:pt x="1" y="0"/>
                  </a:moveTo>
                  <a:lnTo>
                    <a:pt x="396" y="3101"/>
                  </a:lnTo>
                  <a:lnTo>
                    <a:pt x="2402" y="3101"/>
                  </a:lnTo>
                  <a:lnTo>
                    <a:pt x="276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0" name="Google Shape;1490;p15"/>
            <p:cNvSpPr/>
            <p:nvPr/>
          </p:nvSpPr>
          <p:spPr>
            <a:xfrm>
              <a:off x="8248551" y="4435099"/>
              <a:ext cx="255184" cy="94865"/>
            </a:xfrm>
            <a:custGeom>
              <a:rect b="b" l="l" r="r" t="t"/>
              <a:pathLst>
                <a:path extrusionOk="0" h="1186" w="3192">
                  <a:moveTo>
                    <a:pt x="3192" y="0"/>
                  </a:moveTo>
                  <a:lnTo>
                    <a:pt x="0" y="61"/>
                  </a:lnTo>
                  <a:lnTo>
                    <a:pt x="61" y="1155"/>
                  </a:lnTo>
                  <a:lnTo>
                    <a:pt x="3040" y="1186"/>
                  </a:lnTo>
                  <a:lnTo>
                    <a:pt x="319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1" name="Google Shape;1491;p15"/>
            <p:cNvSpPr/>
            <p:nvPr/>
          </p:nvSpPr>
          <p:spPr>
            <a:xfrm>
              <a:off x="8265579" y="4527484"/>
              <a:ext cx="213853" cy="34075"/>
            </a:xfrm>
            <a:custGeom>
              <a:rect b="b" l="l" r="r" t="t"/>
              <a:pathLst>
                <a:path extrusionOk="0" h="426" w="2675">
                  <a:moveTo>
                    <a:pt x="0" y="0"/>
                  </a:moveTo>
                  <a:lnTo>
                    <a:pt x="91" y="426"/>
                  </a:lnTo>
                  <a:lnTo>
                    <a:pt x="2645" y="122"/>
                  </a:lnTo>
                  <a:lnTo>
                    <a:pt x="2675" y="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48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2" name="Google Shape;1492;p15"/>
            <p:cNvSpPr/>
            <p:nvPr/>
          </p:nvSpPr>
          <p:spPr>
            <a:xfrm>
              <a:off x="8318982" y="3766483"/>
              <a:ext cx="36535" cy="58391"/>
            </a:xfrm>
            <a:custGeom>
              <a:rect b="b" l="l" r="r" t="t"/>
              <a:pathLst>
                <a:path extrusionOk="0" h="730" w="457">
                  <a:moveTo>
                    <a:pt x="366" y="0"/>
                  </a:moveTo>
                  <a:cubicBezTo>
                    <a:pt x="366" y="0"/>
                    <a:pt x="122" y="122"/>
                    <a:pt x="62" y="304"/>
                  </a:cubicBezTo>
                  <a:cubicBezTo>
                    <a:pt x="1" y="517"/>
                    <a:pt x="62" y="730"/>
                    <a:pt x="62" y="730"/>
                  </a:cubicBezTo>
                  <a:cubicBezTo>
                    <a:pt x="62" y="730"/>
                    <a:pt x="305" y="608"/>
                    <a:pt x="366" y="426"/>
                  </a:cubicBezTo>
                  <a:cubicBezTo>
                    <a:pt x="457" y="244"/>
                    <a:pt x="366" y="0"/>
                    <a:pt x="36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3" name="Google Shape;1493;p15"/>
            <p:cNvSpPr/>
            <p:nvPr/>
          </p:nvSpPr>
          <p:spPr>
            <a:xfrm>
              <a:off x="8248551" y="3759204"/>
              <a:ext cx="58360" cy="65670"/>
            </a:xfrm>
            <a:custGeom>
              <a:rect b="b" l="l" r="r" t="t"/>
              <a:pathLst>
                <a:path extrusionOk="0" h="821" w="730">
                  <a:moveTo>
                    <a:pt x="0" y="0"/>
                  </a:moveTo>
                  <a:cubicBezTo>
                    <a:pt x="0" y="0"/>
                    <a:pt x="0" y="335"/>
                    <a:pt x="183" y="547"/>
                  </a:cubicBezTo>
                  <a:cubicBezTo>
                    <a:pt x="365" y="790"/>
                    <a:pt x="730" y="821"/>
                    <a:pt x="730" y="821"/>
                  </a:cubicBezTo>
                  <a:cubicBezTo>
                    <a:pt x="730" y="821"/>
                    <a:pt x="730" y="487"/>
                    <a:pt x="517" y="243"/>
                  </a:cubicBezTo>
                  <a:cubicBezTo>
                    <a:pt x="335" y="61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4" name="Google Shape;1494;p15"/>
            <p:cNvSpPr/>
            <p:nvPr/>
          </p:nvSpPr>
          <p:spPr>
            <a:xfrm>
              <a:off x="8532835" y="4167621"/>
              <a:ext cx="65715" cy="29275"/>
            </a:xfrm>
            <a:custGeom>
              <a:rect b="b" l="l" r="r" t="t"/>
              <a:pathLst>
                <a:path extrusionOk="0" h="366" w="822">
                  <a:moveTo>
                    <a:pt x="396" y="1"/>
                  </a:moveTo>
                  <a:cubicBezTo>
                    <a:pt x="153" y="1"/>
                    <a:pt x="1" y="213"/>
                    <a:pt x="1" y="213"/>
                  </a:cubicBezTo>
                  <a:cubicBezTo>
                    <a:pt x="1" y="213"/>
                    <a:pt x="183" y="365"/>
                    <a:pt x="426" y="365"/>
                  </a:cubicBezTo>
                  <a:cubicBezTo>
                    <a:pt x="669" y="365"/>
                    <a:pt x="821" y="153"/>
                    <a:pt x="821" y="153"/>
                  </a:cubicBezTo>
                  <a:cubicBezTo>
                    <a:pt x="821" y="153"/>
                    <a:pt x="609" y="1"/>
                    <a:pt x="396" y="1"/>
                  </a:cubicBezTo>
                  <a:close/>
                </a:path>
              </a:pathLst>
            </a:custGeom>
            <a:solidFill>
              <a:srgbClr val="7BBFB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5" name="Google Shape;1495;p15"/>
            <p:cNvSpPr/>
            <p:nvPr/>
          </p:nvSpPr>
          <p:spPr>
            <a:xfrm>
              <a:off x="8518285" y="4092272"/>
              <a:ext cx="48687" cy="80307"/>
            </a:xfrm>
            <a:custGeom>
              <a:rect b="b" l="l" r="r" t="t"/>
              <a:pathLst>
                <a:path extrusionOk="0" h="1004" w="609">
                  <a:moveTo>
                    <a:pt x="487" y="0"/>
                  </a:moveTo>
                  <a:cubicBezTo>
                    <a:pt x="487" y="0"/>
                    <a:pt x="183" y="152"/>
                    <a:pt x="61" y="426"/>
                  </a:cubicBezTo>
                  <a:cubicBezTo>
                    <a:pt x="0" y="699"/>
                    <a:pt x="122" y="1003"/>
                    <a:pt x="122" y="1003"/>
                  </a:cubicBezTo>
                  <a:cubicBezTo>
                    <a:pt x="122" y="1003"/>
                    <a:pt x="426" y="851"/>
                    <a:pt x="547" y="578"/>
                  </a:cubicBezTo>
                  <a:cubicBezTo>
                    <a:pt x="608" y="304"/>
                    <a:pt x="487" y="0"/>
                    <a:pt x="487" y="0"/>
                  </a:cubicBezTo>
                  <a:close/>
                </a:path>
              </a:pathLst>
            </a:custGeom>
            <a:solidFill>
              <a:srgbClr val="7BBFB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6" name="Google Shape;1496;p15"/>
            <p:cNvSpPr/>
            <p:nvPr/>
          </p:nvSpPr>
          <p:spPr>
            <a:xfrm>
              <a:off x="8071153" y="3827914"/>
              <a:ext cx="592952" cy="566871"/>
            </a:xfrm>
            <a:custGeom>
              <a:rect b="b" l="l" r="r" t="t"/>
              <a:pathLst>
                <a:path extrusionOk="0" h="7087" w="7417">
                  <a:moveTo>
                    <a:pt x="3931" y="0"/>
                  </a:moveTo>
                  <a:cubicBezTo>
                    <a:pt x="3624" y="0"/>
                    <a:pt x="3315" y="31"/>
                    <a:pt x="3010" y="83"/>
                  </a:cubicBezTo>
                  <a:cubicBezTo>
                    <a:pt x="1672" y="296"/>
                    <a:pt x="578" y="965"/>
                    <a:pt x="244" y="2363"/>
                  </a:cubicBezTo>
                  <a:cubicBezTo>
                    <a:pt x="0" y="3275"/>
                    <a:pt x="61" y="4430"/>
                    <a:pt x="426" y="5312"/>
                  </a:cubicBezTo>
                  <a:cubicBezTo>
                    <a:pt x="760" y="6132"/>
                    <a:pt x="1520" y="6770"/>
                    <a:pt x="2402" y="6953"/>
                  </a:cubicBezTo>
                  <a:cubicBezTo>
                    <a:pt x="2775" y="7038"/>
                    <a:pt x="3182" y="7086"/>
                    <a:pt x="3592" y="7086"/>
                  </a:cubicBezTo>
                  <a:cubicBezTo>
                    <a:pt x="4351" y="7086"/>
                    <a:pt x="5123" y="6922"/>
                    <a:pt x="5715" y="6527"/>
                  </a:cubicBezTo>
                  <a:cubicBezTo>
                    <a:pt x="6049" y="6315"/>
                    <a:pt x="6353" y="6071"/>
                    <a:pt x="6657" y="5767"/>
                  </a:cubicBezTo>
                  <a:cubicBezTo>
                    <a:pt x="7022" y="5342"/>
                    <a:pt x="7235" y="4825"/>
                    <a:pt x="7295" y="4308"/>
                  </a:cubicBezTo>
                  <a:cubicBezTo>
                    <a:pt x="7417" y="3640"/>
                    <a:pt x="7417" y="3032"/>
                    <a:pt x="7265" y="2515"/>
                  </a:cubicBezTo>
                  <a:cubicBezTo>
                    <a:pt x="7022" y="1634"/>
                    <a:pt x="6505" y="874"/>
                    <a:pt x="5593" y="387"/>
                  </a:cubicBezTo>
                  <a:cubicBezTo>
                    <a:pt x="5077" y="109"/>
                    <a:pt x="4509" y="0"/>
                    <a:pt x="393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97" name="Google Shape;1497;p15"/>
          <p:cNvSpPr/>
          <p:nvPr/>
        </p:nvSpPr>
        <p:spPr>
          <a:xfrm>
            <a:off x="0" y="5107500"/>
            <a:ext cx="9144000" cy="36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8" name="Google Shape;1498;p15"/>
          <p:cNvSpPr/>
          <p:nvPr/>
        </p:nvSpPr>
        <p:spPr>
          <a:xfrm>
            <a:off x="719850" y="540000"/>
            <a:ext cx="7704300" cy="676800"/>
          </a:xfrm>
          <a:prstGeom prst="roundRect">
            <a:avLst>
              <a:gd fmla="val 17686" name="adj"/>
            </a:avLst>
          </a:prstGeom>
          <a:solidFill>
            <a:schemeClr val="lt1"/>
          </a:solidFill>
          <a:ln cap="flat" cmpd="sng" w="762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9" name="Google Shape;1499;p15"/>
          <p:cNvSpPr txBox="1"/>
          <p:nvPr>
            <p:ph type="title"/>
          </p:nvPr>
        </p:nvSpPr>
        <p:spPr>
          <a:xfrm>
            <a:off x="720000" y="540000"/>
            <a:ext cx="7704000" cy="6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500"/>
              <a:buNone/>
              <a:defRPr>
                <a:solidFill>
                  <a:schemeClr val="accent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500" name="Google Shape;1500;p15"/>
          <p:cNvSpPr/>
          <p:nvPr/>
        </p:nvSpPr>
        <p:spPr>
          <a:xfrm>
            <a:off x="6852380" y="168442"/>
            <a:ext cx="869002" cy="219166"/>
          </a:xfrm>
          <a:custGeom>
            <a:rect b="b" l="l" r="r" t="t"/>
            <a:pathLst>
              <a:path extrusionOk="0" h="2740" w="10870">
                <a:moveTo>
                  <a:pt x="6002" y="0"/>
                </a:moveTo>
                <a:cubicBezTo>
                  <a:pt x="5393" y="0"/>
                  <a:pt x="4863" y="301"/>
                  <a:pt x="4456" y="1068"/>
                </a:cubicBezTo>
                <a:cubicBezTo>
                  <a:pt x="3326" y="733"/>
                  <a:pt x="2475" y="593"/>
                  <a:pt x="1841" y="593"/>
                </a:cubicBezTo>
                <a:cubicBezTo>
                  <a:pt x="57" y="593"/>
                  <a:pt x="1" y="1708"/>
                  <a:pt x="292" y="2739"/>
                </a:cubicBezTo>
                <a:lnTo>
                  <a:pt x="10870" y="2739"/>
                </a:lnTo>
                <a:cubicBezTo>
                  <a:pt x="9199" y="1576"/>
                  <a:pt x="7395" y="0"/>
                  <a:pt x="6002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10_1">
    <p:spTree>
      <p:nvGrpSpPr>
        <p:cNvPr id="1501" name="Shape 1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02" name="Google Shape;1502;p16"/>
          <p:cNvGrpSpPr/>
          <p:nvPr/>
        </p:nvGrpSpPr>
        <p:grpSpPr>
          <a:xfrm>
            <a:off x="-15975" y="-52"/>
            <a:ext cx="9175950" cy="5143406"/>
            <a:chOff x="-15975" y="-52"/>
            <a:chExt cx="9175950" cy="5143406"/>
          </a:xfrm>
        </p:grpSpPr>
        <p:sp>
          <p:nvSpPr>
            <p:cNvPr id="1503" name="Google Shape;1503;p16"/>
            <p:cNvSpPr/>
            <p:nvPr/>
          </p:nvSpPr>
          <p:spPr>
            <a:xfrm rot="5400000">
              <a:off x="4570450" y="-378255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4" name="Google Shape;1504;p16"/>
            <p:cNvSpPr/>
            <p:nvPr/>
          </p:nvSpPr>
          <p:spPr>
            <a:xfrm rot="5400000">
              <a:off x="4570450" y="-276311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5" name="Google Shape;1505;p16"/>
            <p:cNvSpPr/>
            <p:nvPr/>
          </p:nvSpPr>
          <p:spPr>
            <a:xfrm rot="5400000">
              <a:off x="4570450" y="-174368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6" name="Google Shape;1506;p16"/>
            <p:cNvSpPr/>
            <p:nvPr/>
          </p:nvSpPr>
          <p:spPr>
            <a:xfrm rot="5400000">
              <a:off x="4570450" y="-72425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7" name="Google Shape;1507;p16"/>
            <p:cNvSpPr/>
            <p:nvPr/>
          </p:nvSpPr>
          <p:spPr>
            <a:xfrm rot="5400000">
              <a:off x="4570450" y="295184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8" name="Google Shape;1508;p16"/>
            <p:cNvSpPr/>
            <p:nvPr/>
          </p:nvSpPr>
          <p:spPr>
            <a:xfrm rot="5400000">
              <a:off x="4570450" y="-429226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9" name="Google Shape;1509;p16"/>
            <p:cNvSpPr/>
            <p:nvPr/>
          </p:nvSpPr>
          <p:spPr>
            <a:xfrm rot="5400000">
              <a:off x="4570450" y="-327283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0" name="Google Shape;1510;p16"/>
            <p:cNvSpPr/>
            <p:nvPr/>
          </p:nvSpPr>
          <p:spPr>
            <a:xfrm rot="5400000">
              <a:off x="4570450" y="-225340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1" name="Google Shape;1511;p16"/>
            <p:cNvSpPr/>
            <p:nvPr/>
          </p:nvSpPr>
          <p:spPr>
            <a:xfrm rot="5400000">
              <a:off x="4570450" y="-123396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2" name="Google Shape;1512;p16"/>
            <p:cNvSpPr/>
            <p:nvPr/>
          </p:nvSpPr>
          <p:spPr>
            <a:xfrm rot="5400000">
              <a:off x="4570450" y="-21453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3" name="Google Shape;1513;p16"/>
            <p:cNvSpPr/>
            <p:nvPr/>
          </p:nvSpPr>
          <p:spPr>
            <a:xfrm>
              <a:off x="5081305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4" name="Google Shape;1514;p16"/>
            <p:cNvSpPr/>
            <p:nvPr/>
          </p:nvSpPr>
          <p:spPr>
            <a:xfrm>
              <a:off x="6100964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5" name="Google Shape;1515;p16"/>
            <p:cNvSpPr/>
            <p:nvPr/>
          </p:nvSpPr>
          <p:spPr>
            <a:xfrm>
              <a:off x="7120623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6" name="Google Shape;1516;p16"/>
            <p:cNvSpPr/>
            <p:nvPr/>
          </p:nvSpPr>
          <p:spPr>
            <a:xfrm>
              <a:off x="8140282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7" name="Google Shape;1517;p16"/>
            <p:cNvSpPr/>
            <p:nvPr/>
          </p:nvSpPr>
          <p:spPr>
            <a:xfrm>
              <a:off x="5591134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8" name="Google Shape;1518;p16"/>
            <p:cNvSpPr/>
            <p:nvPr/>
          </p:nvSpPr>
          <p:spPr>
            <a:xfrm>
              <a:off x="6610793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9" name="Google Shape;1519;p16"/>
            <p:cNvSpPr/>
            <p:nvPr/>
          </p:nvSpPr>
          <p:spPr>
            <a:xfrm>
              <a:off x="7630452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0" name="Google Shape;1520;p16"/>
            <p:cNvSpPr/>
            <p:nvPr/>
          </p:nvSpPr>
          <p:spPr>
            <a:xfrm>
              <a:off x="8650111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521" name="Google Shape;1521;p16"/>
            <p:cNvGrpSpPr/>
            <p:nvPr/>
          </p:nvGrpSpPr>
          <p:grpSpPr>
            <a:xfrm>
              <a:off x="-15975" y="-52"/>
              <a:ext cx="4587484" cy="5143406"/>
              <a:chOff x="-9275" y="-1994782"/>
              <a:chExt cx="4587484" cy="9140583"/>
            </a:xfrm>
          </p:grpSpPr>
          <p:sp>
            <p:nvSpPr>
              <p:cNvPr id="1522" name="Google Shape;1522;p16"/>
              <p:cNvSpPr/>
              <p:nvPr/>
            </p:nvSpPr>
            <p:spPr>
              <a:xfrm>
                <a:off x="50044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3" name="Google Shape;1523;p16"/>
              <p:cNvSpPr/>
              <p:nvPr/>
            </p:nvSpPr>
            <p:spPr>
              <a:xfrm>
                <a:off x="15198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4" name="Google Shape;1524;p16"/>
              <p:cNvSpPr/>
              <p:nvPr/>
            </p:nvSpPr>
            <p:spPr>
              <a:xfrm>
                <a:off x="253930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5" name="Google Shape;1525;p16"/>
              <p:cNvSpPr/>
              <p:nvPr/>
            </p:nvSpPr>
            <p:spPr>
              <a:xfrm>
                <a:off x="355874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6" name="Google Shape;1526;p16"/>
              <p:cNvSpPr/>
              <p:nvPr/>
            </p:nvSpPr>
            <p:spPr>
              <a:xfrm>
                <a:off x="45781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7" name="Google Shape;1527;p16"/>
              <p:cNvSpPr/>
              <p:nvPr/>
            </p:nvSpPr>
            <p:spPr>
              <a:xfrm>
                <a:off x="101015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8" name="Google Shape;1528;p16"/>
              <p:cNvSpPr/>
              <p:nvPr/>
            </p:nvSpPr>
            <p:spPr>
              <a:xfrm>
                <a:off x="202959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9" name="Google Shape;1529;p16"/>
              <p:cNvSpPr/>
              <p:nvPr/>
            </p:nvSpPr>
            <p:spPr>
              <a:xfrm>
                <a:off x="304902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0" name="Google Shape;1530;p16"/>
              <p:cNvSpPr/>
              <p:nvPr/>
            </p:nvSpPr>
            <p:spPr>
              <a:xfrm>
                <a:off x="406845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1" name="Google Shape;1531;p16"/>
              <p:cNvSpPr/>
              <p:nvPr/>
            </p:nvSpPr>
            <p:spPr>
              <a:xfrm>
                <a:off x="-92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532" name="Google Shape;1532;p16"/>
            <p:cNvSpPr/>
            <p:nvPr/>
          </p:nvSpPr>
          <p:spPr>
            <a:xfrm>
              <a:off x="9159941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33" name="Google Shape;1533;p16"/>
          <p:cNvSpPr/>
          <p:nvPr/>
        </p:nvSpPr>
        <p:spPr>
          <a:xfrm>
            <a:off x="0" y="-75"/>
            <a:ext cx="9144000" cy="5143500"/>
          </a:xfrm>
          <a:prstGeom prst="rect">
            <a:avLst/>
          </a:prstGeom>
          <a:solidFill>
            <a:srgbClr val="D6E3EA">
              <a:alpha val="398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34" name="Google Shape;1534;p16"/>
          <p:cNvGrpSpPr/>
          <p:nvPr/>
        </p:nvGrpSpPr>
        <p:grpSpPr>
          <a:xfrm>
            <a:off x="230643" y="4100850"/>
            <a:ext cx="413156" cy="1006643"/>
            <a:chOff x="128217" y="4100850"/>
            <a:chExt cx="413156" cy="1006643"/>
          </a:xfrm>
        </p:grpSpPr>
        <p:sp>
          <p:nvSpPr>
            <p:cNvPr id="1535" name="Google Shape;1535;p16"/>
            <p:cNvSpPr/>
            <p:nvPr/>
          </p:nvSpPr>
          <p:spPr>
            <a:xfrm>
              <a:off x="342070" y="4382886"/>
              <a:ext cx="34057" cy="724607"/>
            </a:xfrm>
            <a:custGeom>
              <a:rect b="b" l="l" r="r" t="t"/>
              <a:pathLst>
                <a:path extrusionOk="0" h="9059" w="426">
                  <a:moveTo>
                    <a:pt x="0" y="0"/>
                  </a:moveTo>
                  <a:lnTo>
                    <a:pt x="0" y="9058"/>
                  </a:lnTo>
                  <a:lnTo>
                    <a:pt x="426" y="9058"/>
                  </a:lnTo>
                  <a:lnTo>
                    <a:pt x="42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6" name="Google Shape;1536;p16"/>
            <p:cNvSpPr/>
            <p:nvPr/>
          </p:nvSpPr>
          <p:spPr>
            <a:xfrm>
              <a:off x="220554" y="4168920"/>
              <a:ext cx="320819" cy="252920"/>
            </a:xfrm>
            <a:custGeom>
              <a:rect b="b" l="l" r="r" t="t"/>
              <a:pathLst>
                <a:path extrusionOk="0" h="3162" w="4013">
                  <a:moveTo>
                    <a:pt x="0" y="0"/>
                  </a:moveTo>
                  <a:cubicBezTo>
                    <a:pt x="699" y="0"/>
                    <a:pt x="1216" y="578"/>
                    <a:pt x="1216" y="1216"/>
                  </a:cubicBezTo>
                  <a:lnTo>
                    <a:pt x="1216" y="3040"/>
                  </a:lnTo>
                  <a:lnTo>
                    <a:pt x="973" y="3162"/>
                  </a:lnTo>
                  <a:lnTo>
                    <a:pt x="3800" y="3162"/>
                  </a:lnTo>
                  <a:cubicBezTo>
                    <a:pt x="3921" y="3162"/>
                    <a:pt x="4013" y="3070"/>
                    <a:pt x="4013" y="2949"/>
                  </a:cubicBezTo>
                  <a:lnTo>
                    <a:pt x="4013" y="1216"/>
                  </a:lnTo>
                  <a:cubicBezTo>
                    <a:pt x="4013" y="578"/>
                    <a:pt x="3465" y="0"/>
                    <a:pt x="27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7" name="Google Shape;1537;p16"/>
            <p:cNvSpPr/>
            <p:nvPr/>
          </p:nvSpPr>
          <p:spPr>
            <a:xfrm>
              <a:off x="128217" y="4168920"/>
              <a:ext cx="189630" cy="248041"/>
            </a:xfrm>
            <a:custGeom>
              <a:rect b="b" l="l" r="r" t="t"/>
              <a:pathLst>
                <a:path extrusionOk="0" h="3101" w="2372">
                  <a:moveTo>
                    <a:pt x="1216" y="0"/>
                  </a:moveTo>
                  <a:cubicBezTo>
                    <a:pt x="547" y="0"/>
                    <a:pt x="0" y="578"/>
                    <a:pt x="0" y="1216"/>
                  </a:cubicBezTo>
                  <a:lnTo>
                    <a:pt x="0" y="2979"/>
                  </a:lnTo>
                  <a:cubicBezTo>
                    <a:pt x="0" y="3070"/>
                    <a:pt x="61" y="3101"/>
                    <a:pt x="91" y="3101"/>
                  </a:cubicBezTo>
                  <a:lnTo>
                    <a:pt x="2280" y="3101"/>
                  </a:lnTo>
                  <a:cubicBezTo>
                    <a:pt x="2341" y="3101"/>
                    <a:pt x="2371" y="3040"/>
                    <a:pt x="2371" y="2979"/>
                  </a:cubicBezTo>
                  <a:lnTo>
                    <a:pt x="2371" y="1216"/>
                  </a:lnTo>
                  <a:cubicBezTo>
                    <a:pt x="2371" y="578"/>
                    <a:pt x="1854" y="31"/>
                    <a:pt x="121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8" name="Google Shape;1538;p16"/>
            <p:cNvSpPr/>
            <p:nvPr/>
          </p:nvSpPr>
          <p:spPr>
            <a:xfrm>
              <a:off x="339592" y="4100850"/>
              <a:ext cx="63236" cy="153256"/>
            </a:xfrm>
            <a:custGeom>
              <a:rect b="b" l="l" r="r" t="t"/>
              <a:pathLst>
                <a:path extrusionOk="0" h="1916" w="791">
                  <a:moveTo>
                    <a:pt x="1" y="0"/>
                  </a:moveTo>
                  <a:lnTo>
                    <a:pt x="1" y="1642"/>
                  </a:lnTo>
                  <a:cubicBezTo>
                    <a:pt x="1" y="1794"/>
                    <a:pt x="122" y="1915"/>
                    <a:pt x="274" y="1915"/>
                  </a:cubicBezTo>
                  <a:cubicBezTo>
                    <a:pt x="426" y="1915"/>
                    <a:pt x="517" y="1794"/>
                    <a:pt x="517" y="1642"/>
                  </a:cubicBezTo>
                  <a:cubicBezTo>
                    <a:pt x="517" y="1490"/>
                    <a:pt x="426" y="1368"/>
                    <a:pt x="274" y="1368"/>
                  </a:cubicBezTo>
                  <a:lnTo>
                    <a:pt x="274" y="547"/>
                  </a:lnTo>
                  <a:lnTo>
                    <a:pt x="791" y="456"/>
                  </a:lnTo>
                  <a:lnTo>
                    <a:pt x="79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39" name="Google Shape;1539;p16"/>
          <p:cNvGrpSpPr/>
          <p:nvPr/>
        </p:nvGrpSpPr>
        <p:grpSpPr>
          <a:xfrm>
            <a:off x="2154823" y="4691638"/>
            <a:ext cx="2019411" cy="415855"/>
            <a:chOff x="2154823" y="4691638"/>
            <a:chExt cx="2019411" cy="415855"/>
          </a:xfrm>
        </p:grpSpPr>
        <p:sp>
          <p:nvSpPr>
            <p:cNvPr id="1540" name="Google Shape;1540;p16"/>
            <p:cNvSpPr/>
            <p:nvPr/>
          </p:nvSpPr>
          <p:spPr>
            <a:xfrm>
              <a:off x="2154823" y="4792742"/>
              <a:ext cx="2019411" cy="314751"/>
            </a:xfrm>
            <a:custGeom>
              <a:rect b="b" l="l" r="r" t="t"/>
              <a:pathLst>
                <a:path extrusionOk="0" h="3935" w="25260">
                  <a:moveTo>
                    <a:pt x="17285" y="0"/>
                  </a:moveTo>
                  <a:cubicBezTo>
                    <a:pt x="16170" y="0"/>
                    <a:pt x="15068" y="607"/>
                    <a:pt x="14499" y="1898"/>
                  </a:cubicBezTo>
                  <a:cubicBezTo>
                    <a:pt x="14128" y="1798"/>
                    <a:pt x="13776" y="1750"/>
                    <a:pt x="13440" y="1750"/>
                  </a:cubicBezTo>
                  <a:cubicBezTo>
                    <a:pt x="12345" y="1750"/>
                    <a:pt x="11430" y="2260"/>
                    <a:pt x="10639" y="3144"/>
                  </a:cubicBezTo>
                  <a:cubicBezTo>
                    <a:pt x="10329" y="2738"/>
                    <a:pt x="9724" y="2491"/>
                    <a:pt x="9098" y="2491"/>
                  </a:cubicBezTo>
                  <a:cubicBezTo>
                    <a:pt x="8740" y="2491"/>
                    <a:pt x="8376" y="2572"/>
                    <a:pt x="8055" y="2749"/>
                  </a:cubicBezTo>
                  <a:cubicBezTo>
                    <a:pt x="7677" y="1517"/>
                    <a:pt x="6643" y="853"/>
                    <a:pt x="5623" y="853"/>
                  </a:cubicBezTo>
                  <a:cubicBezTo>
                    <a:pt x="4756" y="853"/>
                    <a:pt x="3899" y="1334"/>
                    <a:pt x="3465" y="2353"/>
                  </a:cubicBezTo>
                  <a:cubicBezTo>
                    <a:pt x="3176" y="2271"/>
                    <a:pt x="2902" y="2232"/>
                    <a:pt x="2641" y="2232"/>
                  </a:cubicBezTo>
                  <a:cubicBezTo>
                    <a:pt x="1559" y="2232"/>
                    <a:pt x="711" y="2905"/>
                    <a:pt x="0" y="3934"/>
                  </a:cubicBezTo>
                  <a:lnTo>
                    <a:pt x="25259" y="3934"/>
                  </a:lnTo>
                  <a:cubicBezTo>
                    <a:pt x="24117" y="2958"/>
                    <a:pt x="22918" y="2281"/>
                    <a:pt x="21591" y="2281"/>
                  </a:cubicBezTo>
                  <a:cubicBezTo>
                    <a:pt x="21223" y="2281"/>
                    <a:pt x="20846" y="2333"/>
                    <a:pt x="20457" y="2445"/>
                  </a:cubicBezTo>
                  <a:cubicBezTo>
                    <a:pt x="19961" y="859"/>
                    <a:pt x="18613" y="0"/>
                    <a:pt x="1728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1" name="Google Shape;1541;p16"/>
            <p:cNvSpPr/>
            <p:nvPr/>
          </p:nvSpPr>
          <p:spPr>
            <a:xfrm>
              <a:off x="2480439" y="4897846"/>
              <a:ext cx="809283" cy="209647"/>
            </a:xfrm>
            <a:custGeom>
              <a:rect b="b" l="l" r="r" t="t"/>
              <a:pathLst>
                <a:path extrusionOk="0" h="2621" w="10123">
                  <a:moveTo>
                    <a:pt x="5318" y="1"/>
                  </a:moveTo>
                  <a:cubicBezTo>
                    <a:pt x="4431" y="1"/>
                    <a:pt x="3525" y="583"/>
                    <a:pt x="3192" y="1647"/>
                  </a:cubicBezTo>
                  <a:cubicBezTo>
                    <a:pt x="2934" y="1566"/>
                    <a:pt x="2682" y="1528"/>
                    <a:pt x="2436" y="1528"/>
                  </a:cubicBezTo>
                  <a:cubicBezTo>
                    <a:pt x="1577" y="1528"/>
                    <a:pt x="779" y="1983"/>
                    <a:pt x="0" y="2620"/>
                  </a:cubicBezTo>
                  <a:lnTo>
                    <a:pt x="10122" y="2620"/>
                  </a:lnTo>
                  <a:cubicBezTo>
                    <a:pt x="9503" y="1729"/>
                    <a:pt x="8764" y="1161"/>
                    <a:pt x="7821" y="1161"/>
                  </a:cubicBezTo>
                  <a:cubicBezTo>
                    <a:pt x="7606" y="1161"/>
                    <a:pt x="7380" y="1190"/>
                    <a:pt x="7143" y="1252"/>
                  </a:cubicBezTo>
                  <a:cubicBezTo>
                    <a:pt x="6772" y="399"/>
                    <a:pt x="6051" y="1"/>
                    <a:pt x="53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2" name="Google Shape;1542;p16"/>
            <p:cNvSpPr/>
            <p:nvPr/>
          </p:nvSpPr>
          <p:spPr>
            <a:xfrm>
              <a:off x="3656510" y="4752428"/>
              <a:ext cx="58440" cy="48712"/>
            </a:xfrm>
            <a:custGeom>
              <a:rect b="b" l="l" r="r" t="t"/>
              <a:pathLst>
                <a:path extrusionOk="0" h="609" w="731">
                  <a:moveTo>
                    <a:pt x="730" y="0"/>
                  </a:moveTo>
                  <a:cubicBezTo>
                    <a:pt x="730" y="0"/>
                    <a:pt x="426" y="0"/>
                    <a:pt x="244" y="152"/>
                  </a:cubicBezTo>
                  <a:cubicBezTo>
                    <a:pt x="31" y="304"/>
                    <a:pt x="1" y="608"/>
                    <a:pt x="1" y="608"/>
                  </a:cubicBezTo>
                  <a:cubicBezTo>
                    <a:pt x="1" y="608"/>
                    <a:pt x="305" y="608"/>
                    <a:pt x="487" y="456"/>
                  </a:cubicBezTo>
                  <a:cubicBezTo>
                    <a:pt x="670" y="304"/>
                    <a:pt x="730" y="0"/>
                    <a:pt x="7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3" name="Google Shape;1543;p16"/>
            <p:cNvSpPr/>
            <p:nvPr/>
          </p:nvSpPr>
          <p:spPr>
            <a:xfrm>
              <a:off x="3598230" y="4691638"/>
              <a:ext cx="55961" cy="99744"/>
            </a:xfrm>
            <a:custGeom>
              <a:rect b="b" l="l" r="r" t="t"/>
              <a:pathLst>
                <a:path extrusionOk="0" h="1247" w="700">
                  <a:moveTo>
                    <a:pt x="213" y="0"/>
                  </a:moveTo>
                  <a:cubicBezTo>
                    <a:pt x="213" y="0"/>
                    <a:pt x="0" y="335"/>
                    <a:pt x="92" y="669"/>
                  </a:cubicBezTo>
                  <a:cubicBezTo>
                    <a:pt x="152" y="1034"/>
                    <a:pt x="517" y="1247"/>
                    <a:pt x="517" y="1247"/>
                  </a:cubicBezTo>
                  <a:cubicBezTo>
                    <a:pt x="517" y="1247"/>
                    <a:pt x="699" y="912"/>
                    <a:pt x="608" y="578"/>
                  </a:cubicBezTo>
                  <a:cubicBezTo>
                    <a:pt x="517" y="213"/>
                    <a:pt x="213" y="0"/>
                    <a:pt x="21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4" name="Google Shape;1544;p16"/>
            <p:cNvSpPr/>
            <p:nvPr/>
          </p:nvSpPr>
          <p:spPr>
            <a:xfrm>
              <a:off x="2611629" y="4932320"/>
              <a:ext cx="43810" cy="73029"/>
            </a:xfrm>
            <a:custGeom>
              <a:rect b="b" l="l" r="r" t="t"/>
              <a:pathLst>
                <a:path extrusionOk="0" h="913" w="548">
                  <a:moveTo>
                    <a:pt x="396" y="1"/>
                  </a:moveTo>
                  <a:cubicBezTo>
                    <a:pt x="396" y="1"/>
                    <a:pt x="153" y="153"/>
                    <a:pt x="92" y="396"/>
                  </a:cubicBezTo>
                  <a:cubicBezTo>
                    <a:pt x="1" y="639"/>
                    <a:pt x="153" y="912"/>
                    <a:pt x="153" y="912"/>
                  </a:cubicBezTo>
                  <a:cubicBezTo>
                    <a:pt x="153" y="912"/>
                    <a:pt x="396" y="760"/>
                    <a:pt x="457" y="487"/>
                  </a:cubicBezTo>
                  <a:cubicBezTo>
                    <a:pt x="548" y="244"/>
                    <a:pt x="396" y="1"/>
                    <a:pt x="3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5" name="Google Shape;1545;p16"/>
            <p:cNvSpPr/>
            <p:nvPr/>
          </p:nvSpPr>
          <p:spPr>
            <a:xfrm>
              <a:off x="2524169" y="4937200"/>
              <a:ext cx="77866" cy="70629"/>
            </a:xfrm>
            <a:custGeom>
              <a:rect b="b" l="l" r="r" t="t"/>
              <a:pathLst>
                <a:path extrusionOk="0" h="883" w="974">
                  <a:moveTo>
                    <a:pt x="0" y="0"/>
                  </a:moveTo>
                  <a:cubicBezTo>
                    <a:pt x="0" y="0"/>
                    <a:pt x="31" y="426"/>
                    <a:pt x="304" y="639"/>
                  </a:cubicBezTo>
                  <a:cubicBezTo>
                    <a:pt x="528" y="862"/>
                    <a:pt x="833" y="883"/>
                    <a:pt x="937" y="883"/>
                  </a:cubicBezTo>
                  <a:cubicBezTo>
                    <a:pt x="960" y="883"/>
                    <a:pt x="973" y="882"/>
                    <a:pt x="973" y="882"/>
                  </a:cubicBezTo>
                  <a:cubicBezTo>
                    <a:pt x="973" y="882"/>
                    <a:pt x="943" y="456"/>
                    <a:pt x="669" y="244"/>
                  </a:cubicBezTo>
                  <a:cubicBezTo>
                    <a:pt x="426" y="0"/>
                    <a:pt x="1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46" name="Google Shape;1546;p16"/>
          <p:cNvGrpSpPr/>
          <p:nvPr/>
        </p:nvGrpSpPr>
        <p:grpSpPr>
          <a:xfrm>
            <a:off x="154919" y="4950158"/>
            <a:ext cx="609980" cy="157335"/>
            <a:chOff x="154919" y="4950158"/>
            <a:chExt cx="609980" cy="157335"/>
          </a:xfrm>
        </p:grpSpPr>
        <p:sp>
          <p:nvSpPr>
            <p:cNvPr id="1547" name="Google Shape;1547;p16"/>
            <p:cNvSpPr/>
            <p:nvPr/>
          </p:nvSpPr>
          <p:spPr>
            <a:xfrm>
              <a:off x="154919" y="4950158"/>
              <a:ext cx="609980" cy="157335"/>
            </a:xfrm>
            <a:custGeom>
              <a:rect b="b" l="l" r="r" t="t"/>
              <a:pathLst>
                <a:path extrusionOk="0" h="1967" w="7630">
                  <a:moveTo>
                    <a:pt x="4011" y="1"/>
                  </a:moveTo>
                  <a:cubicBezTo>
                    <a:pt x="3348" y="1"/>
                    <a:pt x="2667" y="427"/>
                    <a:pt x="2402" y="1206"/>
                  </a:cubicBezTo>
                  <a:cubicBezTo>
                    <a:pt x="2208" y="1146"/>
                    <a:pt x="2019" y="1118"/>
                    <a:pt x="1833" y="1118"/>
                  </a:cubicBezTo>
                  <a:cubicBezTo>
                    <a:pt x="1176" y="1118"/>
                    <a:pt x="570" y="1468"/>
                    <a:pt x="1" y="1966"/>
                  </a:cubicBezTo>
                  <a:lnTo>
                    <a:pt x="7630" y="1966"/>
                  </a:lnTo>
                  <a:cubicBezTo>
                    <a:pt x="7157" y="1295"/>
                    <a:pt x="6604" y="867"/>
                    <a:pt x="5885" y="867"/>
                  </a:cubicBezTo>
                  <a:cubicBezTo>
                    <a:pt x="5725" y="867"/>
                    <a:pt x="5558" y="888"/>
                    <a:pt x="5381" y="933"/>
                  </a:cubicBezTo>
                  <a:cubicBezTo>
                    <a:pt x="5104" y="297"/>
                    <a:pt x="4564" y="1"/>
                    <a:pt x="40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8" name="Google Shape;1548;p16"/>
            <p:cNvSpPr/>
            <p:nvPr/>
          </p:nvSpPr>
          <p:spPr>
            <a:xfrm>
              <a:off x="512113" y="5007669"/>
              <a:ext cx="72990" cy="70629"/>
            </a:xfrm>
            <a:custGeom>
              <a:rect b="b" l="l" r="r" t="t"/>
              <a:pathLst>
                <a:path extrusionOk="0" h="883" w="913">
                  <a:moveTo>
                    <a:pt x="822" y="1"/>
                  </a:moveTo>
                  <a:cubicBezTo>
                    <a:pt x="396" y="183"/>
                    <a:pt x="92" y="518"/>
                    <a:pt x="1" y="882"/>
                  </a:cubicBezTo>
                  <a:cubicBezTo>
                    <a:pt x="1" y="882"/>
                    <a:pt x="244" y="457"/>
                    <a:pt x="913" y="214"/>
                  </a:cubicBezTo>
                  <a:lnTo>
                    <a:pt x="82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9" name="Google Shape;1549;p16"/>
            <p:cNvSpPr/>
            <p:nvPr/>
          </p:nvSpPr>
          <p:spPr>
            <a:xfrm>
              <a:off x="346867" y="5034464"/>
              <a:ext cx="43890" cy="46233"/>
            </a:xfrm>
            <a:custGeom>
              <a:rect b="b" l="l" r="r" t="t"/>
              <a:pathLst>
                <a:path extrusionOk="0" h="578" w="549">
                  <a:moveTo>
                    <a:pt x="31" y="0"/>
                  </a:moveTo>
                  <a:lnTo>
                    <a:pt x="1" y="152"/>
                  </a:lnTo>
                  <a:cubicBezTo>
                    <a:pt x="1" y="152"/>
                    <a:pt x="396" y="335"/>
                    <a:pt x="548" y="578"/>
                  </a:cubicBezTo>
                  <a:cubicBezTo>
                    <a:pt x="396" y="304"/>
                    <a:pt x="244" y="122"/>
                    <a:pt x="3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50" name="Google Shape;1550;p16"/>
          <p:cNvGrpSpPr/>
          <p:nvPr/>
        </p:nvGrpSpPr>
        <p:grpSpPr>
          <a:xfrm>
            <a:off x="0" y="4752988"/>
            <a:ext cx="9144000" cy="354505"/>
            <a:chOff x="0" y="4689888"/>
            <a:chExt cx="9144000" cy="354505"/>
          </a:xfrm>
        </p:grpSpPr>
        <p:grpSp>
          <p:nvGrpSpPr>
            <p:cNvPr id="1551" name="Google Shape;1551;p16"/>
            <p:cNvGrpSpPr/>
            <p:nvPr/>
          </p:nvGrpSpPr>
          <p:grpSpPr>
            <a:xfrm>
              <a:off x="0" y="4793425"/>
              <a:ext cx="9144000" cy="194975"/>
              <a:chOff x="0" y="4789550"/>
              <a:chExt cx="9144000" cy="194975"/>
            </a:xfrm>
          </p:grpSpPr>
          <p:sp>
            <p:nvSpPr>
              <p:cNvPr id="1552" name="Google Shape;1552;p16"/>
              <p:cNvSpPr/>
              <p:nvPr/>
            </p:nvSpPr>
            <p:spPr>
              <a:xfrm>
                <a:off x="0" y="4789550"/>
                <a:ext cx="9144000" cy="360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3" name="Google Shape;1553;p16"/>
              <p:cNvSpPr/>
              <p:nvPr/>
            </p:nvSpPr>
            <p:spPr>
              <a:xfrm>
                <a:off x="0" y="4948525"/>
                <a:ext cx="9144000" cy="360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54" name="Google Shape;1554;p16"/>
            <p:cNvGrpSpPr/>
            <p:nvPr/>
          </p:nvGrpSpPr>
          <p:grpSpPr>
            <a:xfrm>
              <a:off x="28483" y="4689888"/>
              <a:ext cx="9087034" cy="354505"/>
              <a:chOff x="28483" y="4689888"/>
              <a:chExt cx="9087034" cy="354505"/>
            </a:xfrm>
          </p:grpSpPr>
          <p:sp>
            <p:nvSpPr>
              <p:cNvPr id="1555" name="Google Shape;1555;p16"/>
              <p:cNvSpPr/>
              <p:nvPr/>
            </p:nvSpPr>
            <p:spPr>
              <a:xfrm>
                <a:off x="64010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6" y="1"/>
                      <a:pt x="533" y="8"/>
                      <a:pt x="518" y="24"/>
                    </a:cubicBezTo>
                    <a:lnTo>
                      <a:pt x="62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34" y="4431"/>
                      <a:pt x="1065" y="4401"/>
                      <a:pt x="1156" y="4370"/>
                    </a:cubicBezTo>
                    <a:lnTo>
                      <a:pt x="1156" y="601"/>
                    </a:lnTo>
                    <a:lnTo>
                      <a:pt x="1126" y="571"/>
                    </a:lnTo>
                    <a:lnTo>
                      <a:pt x="670" y="24"/>
                    </a:lnTo>
                    <a:cubicBezTo>
                      <a:pt x="639" y="8"/>
                      <a:pt x="609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6" name="Google Shape;1556;p16"/>
              <p:cNvSpPr/>
              <p:nvPr/>
            </p:nvSpPr>
            <p:spPr>
              <a:xfrm>
                <a:off x="79301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3" y="8"/>
                      <a:pt x="517" y="24"/>
                    </a:cubicBezTo>
                    <a:lnTo>
                      <a:pt x="6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34" y="4431"/>
                      <a:pt x="1064" y="4401"/>
                      <a:pt x="1156" y="4370"/>
                    </a:cubicBezTo>
                    <a:lnTo>
                      <a:pt x="1156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9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7" name="Google Shape;1557;p16"/>
              <p:cNvSpPr/>
              <p:nvPr/>
            </p:nvSpPr>
            <p:spPr>
              <a:xfrm>
                <a:off x="94592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2" y="4431"/>
                      <a:pt x="122" y="4431"/>
                    </a:cubicBezTo>
                    <a:lnTo>
                      <a:pt x="1003" y="4431"/>
                    </a:lnTo>
                    <a:cubicBezTo>
                      <a:pt x="103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8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8" name="Google Shape;1558;p16"/>
              <p:cNvSpPr/>
              <p:nvPr/>
            </p:nvSpPr>
            <p:spPr>
              <a:xfrm>
                <a:off x="109882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1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1" y="4431"/>
                      <a:pt x="122" y="4431"/>
                    </a:cubicBezTo>
                    <a:lnTo>
                      <a:pt x="1003" y="4431"/>
                    </a:lnTo>
                    <a:cubicBezTo>
                      <a:pt x="106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8" y="8"/>
                      <a:pt x="608" y="1"/>
                      <a:pt x="58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9" name="Google Shape;1559;p16"/>
              <p:cNvSpPr/>
              <p:nvPr/>
            </p:nvSpPr>
            <p:spPr>
              <a:xfrm>
                <a:off x="1251735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04" y="4431"/>
                      <a:pt x="103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0" name="Google Shape;1560;p16"/>
              <p:cNvSpPr/>
              <p:nvPr/>
            </p:nvSpPr>
            <p:spPr>
              <a:xfrm>
                <a:off x="1402243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1" name="Google Shape;1561;p16"/>
              <p:cNvSpPr/>
              <p:nvPr/>
            </p:nvSpPr>
            <p:spPr>
              <a:xfrm>
                <a:off x="1552751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64" y="4431"/>
                      <a:pt x="109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2" name="Google Shape;1562;p16"/>
              <p:cNvSpPr/>
              <p:nvPr/>
            </p:nvSpPr>
            <p:spPr>
              <a:xfrm>
                <a:off x="751362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3" name="Google Shape;1563;p16"/>
              <p:cNvSpPr/>
              <p:nvPr/>
            </p:nvSpPr>
            <p:spPr>
              <a:xfrm>
                <a:off x="7666529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3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4" name="Google Shape;1564;p16"/>
              <p:cNvSpPr/>
              <p:nvPr/>
            </p:nvSpPr>
            <p:spPr>
              <a:xfrm>
                <a:off x="7816957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5" name="Google Shape;1565;p16"/>
              <p:cNvSpPr/>
              <p:nvPr/>
            </p:nvSpPr>
            <p:spPr>
              <a:xfrm>
                <a:off x="796738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2" y="4431"/>
                      <a:pt x="122" y="4431"/>
                    </a:cubicBezTo>
                    <a:lnTo>
                      <a:pt x="1003" y="4431"/>
                    </a:lnTo>
                    <a:cubicBezTo>
                      <a:pt x="103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8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6" name="Google Shape;1566;p16"/>
              <p:cNvSpPr/>
              <p:nvPr/>
            </p:nvSpPr>
            <p:spPr>
              <a:xfrm>
                <a:off x="812029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93" y="1"/>
                    </a:moveTo>
                    <a:cubicBezTo>
                      <a:pt x="562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1" y="4431"/>
                      <a:pt x="122" y="4431"/>
                    </a:cubicBezTo>
                    <a:lnTo>
                      <a:pt x="1003" y="4431"/>
                    </a:lnTo>
                    <a:cubicBezTo>
                      <a:pt x="106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54" y="8"/>
                      <a:pt x="623" y="1"/>
                      <a:pt x="59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7" name="Google Shape;1567;p16"/>
              <p:cNvSpPr/>
              <p:nvPr/>
            </p:nvSpPr>
            <p:spPr>
              <a:xfrm>
                <a:off x="8273198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1" y="4431"/>
                      <a:pt x="122" y="4431"/>
                    </a:cubicBezTo>
                    <a:lnTo>
                      <a:pt x="973" y="4431"/>
                    </a:lnTo>
                    <a:cubicBezTo>
                      <a:pt x="1034" y="4431"/>
                      <a:pt x="1065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8" name="Google Shape;1568;p16"/>
              <p:cNvSpPr/>
              <p:nvPr/>
            </p:nvSpPr>
            <p:spPr>
              <a:xfrm>
                <a:off x="8423706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34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9" name="Google Shape;1569;p16"/>
              <p:cNvSpPr/>
              <p:nvPr/>
            </p:nvSpPr>
            <p:spPr>
              <a:xfrm>
                <a:off x="8574214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64" y="4431"/>
                      <a:pt x="109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0" name="Google Shape;1570;p16"/>
              <p:cNvSpPr/>
              <p:nvPr/>
            </p:nvSpPr>
            <p:spPr>
              <a:xfrm>
                <a:off x="8724643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2" y="4431"/>
                      <a:pt x="122" y="4431"/>
                    </a:cubicBezTo>
                    <a:lnTo>
                      <a:pt x="974" y="4431"/>
                    </a:lnTo>
                    <a:cubicBezTo>
                      <a:pt x="1065" y="4431"/>
                      <a:pt x="1095" y="4401"/>
                      <a:pt x="1126" y="4370"/>
                    </a:cubicBezTo>
                    <a:lnTo>
                      <a:pt x="112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4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1" name="Google Shape;1571;p16"/>
              <p:cNvSpPr/>
              <p:nvPr/>
            </p:nvSpPr>
            <p:spPr>
              <a:xfrm>
                <a:off x="8875151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74" y="1"/>
                    </a:moveTo>
                    <a:cubicBezTo>
                      <a:pt x="547" y="1"/>
                      <a:pt x="517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122" y="4431"/>
                    </a:cubicBezTo>
                    <a:lnTo>
                      <a:pt x="1003" y="4431"/>
                    </a:lnTo>
                    <a:cubicBezTo>
                      <a:pt x="103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600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2" name="Google Shape;1572;p16"/>
              <p:cNvSpPr/>
              <p:nvPr/>
            </p:nvSpPr>
            <p:spPr>
              <a:xfrm>
                <a:off x="736071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3" name="Google Shape;1573;p16"/>
              <p:cNvSpPr/>
              <p:nvPr/>
            </p:nvSpPr>
            <p:spPr>
              <a:xfrm>
                <a:off x="720781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4" name="Google Shape;1574;p16"/>
              <p:cNvSpPr/>
              <p:nvPr/>
            </p:nvSpPr>
            <p:spPr>
              <a:xfrm>
                <a:off x="705490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5" name="Google Shape;1575;p16"/>
              <p:cNvSpPr/>
              <p:nvPr/>
            </p:nvSpPr>
            <p:spPr>
              <a:xfrm>
                <a:off x="690199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6" name="Google Shape;1576;p16"/>
              <p:cNvSpPr/>
              <p:nvPr/>
            </p:nvSpPr>
            <p:spPr>
              <a:xfrm>
                <a:off x="674909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7" name="Google Shape;1577;p16"/>
              <p:cNvSpPr/>
              <p:nvPr/>
            </p:nvSpPr>
            <p:spPr>
              <a:xfrm>
                <a:off x="659618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8" name="Google Shape;1578;p16"/>
              <p:cNvSpPr/>
              <p:nvPr/>
            </p:nvSpPr>
            <p:spPr>
              <a:xfrm>
                <a:off x="644327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9" name="Google Shape;1579;p16"/>
              <p:cNvSpPr/>
              <p:nvPr/>
            </p:nvSpPr>
            <p:spPr>
              <a:xfrm>
                <a:off x="629037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0" name="Google Shape;1580;p16"/>
              <p:cNvSpPr/>
              <p:nvPr/>
            </p:nvSpPr>
            <p:spPr>
              <a:xfrm>
                <a:off x="613746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1" name="Google Shape;1581;p16"/>
              <p:cNvSpPr/>
              <p:nvPr/>
            </p:nvSpPr>
            <p:spPr>
              <a:xfrm>
                <a:off x="598455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2" name="Google Shape;1582;p16"/>
              <p:cNvSpPr/>
              <p:nvPr/>
            </p:nvSpPr>
            <p:spPr>
              <a:xfrm>
                <a:off x="583165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3" name="Google Shape;1583;p16"/>
              <p:cNvSpPr/>
              <p:nvPr/>
            </p:nvSpPr>
            <p:spPr>
              <a:xfrm>
                <a:off x="567874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4" name="Google Shape;1584;p16"/>
              <p:cNvSpPr/>
              <p:nvPr/>
            </p:nvSpPr>
            <p:spPr>
              <a:xfrm>
                <a:off x="552583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5" name="Google Shape;1585;p16"/>
              <p:cNvSpPr/>
              <p:nvPr/>
            </p:nvSpPr>
            <p:spPr>
              <a:xfrm>
                <a:off x="537293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6" name="Google Shape;1586;p16"/>
              <p:cNvSpPr/>
              <p:nvPr/>
            </p:nvSpPr>
            <p:spPr>
              <a:xfrm>
                <a:off x="522002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7" name="Google Shape;1587;p16"/>
              <p:cNvSpPr/>
              <p:nvPr/>
            </p:nvSpPr>
            <p:spPr>
              <a:xfrm>
                <a:off x="506712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8" name="Google Shape;1588;p16"/>
              <p:cNvSpPr/>
              <p:nvPr/>
            </p:nvSpPr>
            <p:spPr>
              <a:xfrm>
                <a:off x="491421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9" name="Google Shape;1589;p16"/>
              <p:cNvSpPr/>
              <p:nvPr/>
            </p:nvSpPr>
            <p:spPr>
              <a:xfrm>
                <a:off x="476130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0" name="Google Shape;1590;p16"/>
              <p:cNvSpPr/>
              <p:nvPr/>
            </p:nvSpPr>
            <p:spPr>
              <a:xfrm>
                <a:off x="460840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1" name="Google Shape;1591;p16"/>
              <p:cNvSpPr/>
              <p:nvPr/>
            </p:nvSpPr>
            <p:spPr>
              <a:xfrm>
                <a:off x="445549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2" name="Google Shape;1592;p16"/>
              <p:cNvSpPr/>
              <p:nvPr/>
            </p:nvSpPr>
            <p:spPr>
              <a:xfrm>
                <a:off x="430258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3" name="Google Shape;1593;p16"/>
              <p:cNvSpPr/>
              <p:nvPr/>
            </p:nvSpPr>
            <p:spPr>
              <a:xfrm>
                <a:off x="414968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4" name="Google Shape;1594;p16"/>
              <p:cNvSpPr/>
              <p:nvPr/>
            </p:nvSpPr>
            <p:spPr>
              <a:xfrm>
                <a:off x="399677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5" name="Google Shape;1595;p16"/>
              <p:cNvSpPr/>
              <p:nvPr/>
            </p:nvSpPr>
            <p:spPr>
              <a:xfrm>
                <a:off x="384386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6" name="Google Shape;1596;p16"/>
              <p:cNvSpPr/>
              <p:nvPr/>
            </p:nvSpPr>
            <p:spPr>
              <a:xfrm>
                <a:off x="369096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7" name="Google Shape;1597;p16"/>
              <p:cNvSpPr/>
              <p:nvPr/>
            </p:nvSpPr>
            <p:spPr>
              <a:xfrm>
                <a:off x="353805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8" name="Google Shape;1598;p16"/>
              <p:cNvSpPr/>
              <p:nvPr/>
            </p:nvSpPr>
            <p:spPr>
              <a:xfrm>
                <a:off x="338514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9" name="Google Shape;1599;p16"/>
              <p:cNvSpPr/>
              <p:nvPr/>
            </p:nvSpPr>
            <p:spPr>
              <a:xfrm>
                <a:off x="323224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0" name="Google Shape;1600;p16"/>
              <p:cNvSpPr/>
              <p:nvPr/>
            </p:nvSpPr>
            <p:spPr>
              <a:xfrm>
                <a:off x="307933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1" name="Google Shape;1601;p16"/>
              <p:cNvSpPr/>
              <p:nvPr/>
            </p:nvSpPr>
            <p:spPr>
              <a:xfrm>
                <a:off x="292643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2" name="Google Shape;1602;p16"/>
              <p:cNvSpPr/>
              <p:nvPr/>
            </p:nvSpPr>
            <p:spPr>
              <a:xfrm>
                <a:off x="277352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3" name="Google Shape;1603;p16"/>
              <p:cNvSpPr/>
              <p:nvPr/>
            </p:nvSpPr>
            <p:spPr>
              <a:xfrm>
                <a:off x="262061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4" name="Google Shape;1604;p16"/>
              <p:cNvSpPr/>
              <p:nvPr/>
            </p:nvSpPr>
            <p:spPr>
              <a:xfrm>
                <a:off x="246771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5" name="Google Shape;1605;p16"/>
              <p:cNvSpPr/>
              <p:nvPr/>
            </p:nvSpPr>
            <p:spPr>
              <a:xfrm>
                <a:off x="231480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6" name="Google Shape;1606;p16"/>
              <p:cNvSpPr/>
              <p:nvPr/>
            </p:nvSpPr>
            <p:spPr>
              <a:xfrm>
                <a:off x="216189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7" name="Google Shape;1607;p16"/>
              <p:cNvSpPr/>
              <p:nvPr/>
            </p:nvSpPr>
            <p:spPr>
              <a:xfrm>
                <a:off x="200899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8" name="Google Shape;1608;p16"/>
              <p:cNvSpPr/>
              <p:nvPr/>
            </p:nvSpPr>
            <p:spPr>
              <a:xfrm>
                <a:off x="185608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9" name="Google Shape;1609;p16"/>
              <p:cNvSpPr/>
              <p:nvPr/>
            </p:nvSpPr>
            <p:spPr>
              <a:xfrm>
                <a:off x="170317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0" name="Google Shape;1610;p16"/>
              <p:cNvSpPr/>
              <p:nvPr/>
            </p:nvSpPr>
            <p:spPr>
              <a:xfrm>
                <a:off x="48720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1" name="Google Shape;1611;p16"/>
              <p:cNvSpPr/>
              <p:nvPr/>
            </p:nvSpPr>
            <p:spPr>
              <a:xfrm>
                <a:off x="33429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2" name="Google Shape;1612;p16"/>
              <p:cNvSpPr/>
              <p:nvPr/>
            </p:nvSpPr>
            <p:spPr>
              <a:xfrm>
                <a:off x="18139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3" name="Google Shape;1613;p16"/>
              <p:cNvSpPr/>
              <p:nvPr/>
            </p:nvSpPr>
            <p:spPr>
              <a:xfrm>
                <a:off x="2848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4" name="Google Shape;1614;p16"/>
              <p:cNvSpPr/>
              <p:nvPr/>
            </p:nvSpPr>
            <p:spPr>
              <a:xfrm>
                <a:off x="9025579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74" y="1"/>
                    </a:moveTo>
                    <a:cubicBezTo>
                      <a:pt x="547" y="1"/>
                      <a:pt x="517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122" y="4431"/>
                    </a:cubicBezTo>
                    <a:lnTo>
                      <a:pt x="1003" y="4431"/>
                    </a:lnTo>
                    <a:cubicBezTo>
                      <a:pt x="103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600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615" name="Google Shape;1615;p16"/>
          <p:cNvSpPr/>
          <p:nvPr/>
        </p:nvSpPr>
        <p:spPr>
          <a:xfrm>
            <a:off x="0" y="5107500"/>
            <a:ext cx="9144000" cy="36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6" name="Google Shape;1616;p16"/>
          <p:cNvSpPr/>
          <p:nvPr/>
        </p:nvSpPr>
        <p:spPr>
          <a:xfrm>
            <a:off x="719850" y="540000"/>
            <a:ext cx="7704300" cy="676800"/>
          </a:xfrm>
          <a:prstGeom prst="roundRect">
            <a:avLst>
              <a:gd fmla="val 17686" name="adj"/>
            </a:avLst>
          </a:prstGeom>
          <a:solidFill>
            <a:schemeClr val="lt1"/>
          </a:solidFill>
          <a:ln cap="flat" cmpd="sng" w="762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7" name="Google Shape;1617;p16"/>
          <p:cNvSpPr txBox="1"/>
          <p:nvPr>
            <p:ph type="title"/>
          </p:nvPr>
        </p:nvSpPr>
        <p:spPr>
          <a:xfrm>
            <a:off x="720000" y="540000"/>
            <a:ext cx="7704000" cy="6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618" name="Google Shape;1618;p16"/>
          <p:cNvSpPr txBox="1"/>
          <p:nvPr>
            <p:ph idx="1" type="body"/>
          </p:nvPr>
        </p:nvSpPr>
        <p:spPr>
          <a:xfrm>
            <a:off x="720000" y="1332600"/>
            <a:ext cx="38520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619" name="Google Shape;1619;p16"/>
          <p:cNvSpPr/>
          <p:nvPr/>
        </p:nvSpPr>
        <p:spPr>
          <a:xfrm>
            <a:off x="-300986" y="1223112"/>
            <a:ext cx="760917" cy="189570"/>
          </a:xfrm>
          <a:custGeom>
            <a:rect b="b" l="l" r="r" t="t"/>
            <a:pathLst>
              <a:path extrusionOk="0" h="2370" w="9518">
                <a:moveTo>
                  <a:pt x="5254" y="1"/>
                </a:moveTo>
                <a:cubicBezTo>
                  <a:pt x="4721" y="1"/>
                  <a:pt x="4256" y="265"/>
                  <a:pt x="3894" y="941"/>
                </a:cubicBezTo>
                <a:cubicBezTo>
                  <a:pt x="2891" y="652"/>
                  <a:pt x="2140" y="531"/>
                  <a:pt x="1584" y="531"/>
                </a:cubicBezTo>
                <a:cubicBezTo>
                  <a:pt x="35" y="531"/>
                  <a:pt x="1" y="1475"/>
                  <a:pt x="247" y="2370"/>
                </a:cubicBezTo>
                <a:lnTo>
                  <a:pt x="9518" y="2370"/>
                </a:lnTo>
                <a:cubicBezTo>
                  <a:pt x="8038" y="1376"/>
                  <a:pt x="6471" y="1"/>
                  <a:pt x="5254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CUSTOM_10">
    <p:spTree>
      <p:nvGrpSpPr>
        <p:cNvPr id="1620" name="Shape 1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21" name="Google Shape;1621;p17"/>
          <p:cNvGrpSpPr/>
          <p:nvPr/>
        </p:nvGrpSpPr>
        <p:grpSpPr>
          <a:xfrm>
            <a:off x="-15975" y="-52"/>
            <a:ext cx="9175950" cy="5143406"/>
            <a:chOff x="-15975" y="-52"/>
            <a:chExt cx="9175950" cy="5143406"/>
          </a:xfrm>
        </p:grpSpPr>
        <p:sp>
          <p:nvSpPr>
            <p:cNvPr id="1622" name="Google Shape;1622;p17"/>
            <p:cNvSpPr/>
            <p:nvPr/>
          </p:nvSpPr>
          <p:spPr>
            <a:xfrm rot="5400000">
              <a:off x="4570450" y="-378255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3" name="Google Shape;1623;p17"/>
            <p:cNvSpPr/>
            <p:nvPr/>
          </p:nvSpPr>
          <p:spPr>
            <a:xfrm rot="5400000">
              <a:off x="4570450" y="-276311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4" name="Google Shape;1624;p17"/>
            <p:cNvSpPr/>
            <p:nvPr/>
          </p:nvSpPr>
          <p:spPr>
            <a:xfrm rot="5400000">
              <a:off x="4570450" y="-174368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5" name="Google Shape;1625;p17"/>
            <p:cNvSpPr/>
            <p:nvPr/>
          </p:nvSpPr>
          <p:spPr>
            <a:xfrm rot="5400000">
              <a:off x="4570450" y="-72425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6" name="Google Shape;1626;p17"/>
            <p:cNvSpPr/>
            <p:nvPr/>
          </p:nvSpPr>
          <p:spPr>
            <a:xfrm rot="5400000">
              <a:off x="4570450" y="295184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7" name="Google Shape;1627;p17"/>
            <p:cNvSpPr/>
            <p:nvPr/>
          </p:nvSpPr>
          <p:spPr>
            <a:xfrm rot="5400000">
              <a:off x="4570450" y="-429226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8" name="Google Shape;1628;p17"/>
            <p:cNvSpPr/>
            <p:nvPr/>
          </p:nvSpPr>
          <p:spPr>
            <a:xfrm rot="5400000">
              <a:off x="4570450" y="-327283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9" name="Google Shape;1629;p17"/>
            <p:cNvSpPr/>
            <p:nvPr/>
          </p:nvSpPr>
          <p:spPr>
            <a:xfrm rot="5400000">
              <a:off x="4570450" y="-225340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0" name="Google Shape;1630;p17"/>
            <p:cNvSpPr/>
            <p:nvPr/>
          </p:nvSpPr>
          <p:spPr>
            <a:xfrm rot="5400000">
              <a:off x="4570450" y="-123396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1" name="Google Shape;1631;p17"/>
            <p:cNvSpPr/>
            <p:nvPr/>
          </p:nvSpPr>
          <p:spPr>
            <a:xfrm rot="5400000">
              <a:off x="4570450" y="-21453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2" name="Google Shape;1632;p17"/>
            <p:cNvSpPr/>
            <p:nvPr/>
          </p:nvSpPr>
          <p:spPr>
            <a:xfrm>
              <a:off x="5081305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3" name="Google Shape;1633;p17"/>
            <p:cNvSpPr/>
            <p:nvPr/>
          </p:nvSpPr>
          <p:spPr>
            <a:xfrm>
              <a:off x="6100964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4" name="Google Shape;1634;p17"/>
            <p:cNvSpPr/>
            <p:nvPr/>
          </p:nvSpPr>
          <p:spPr>
            <a:xfrm>
              <a:off x="7120623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5" name="Google Shape;1635;p17"/>
            <p:cNvSpPr/>
            <p:nvPr/>
          </p:nvSpPr>
          <p:spPr>
            <a:xfrm>
              <a:off x="8140282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6" name="Google Shape;1636;p17"/>
            <p:cNvSpPr/>
            <p:nvPr/>
          </p:nvSpPr>
          <p:spPr>
            <a:xfrm>
              <a:off x="5591134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7" name="Google Shape;1637;p17"/>
            <p:cNvSpPr/>
            <p:nvPr/>
          </p:nvSpPr>
          <p:spPr>
            <a:xfrm>
              <a:off x="6610793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8" name="Google Shape;1638;p17"/>
            <p:cNvSpPr/>
            <p:nvPr/>
          </p:nvSpPr>
          <p:spPr>
            <a:xfrm>
              <a:off x="7630452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9" name="Google Shape;1639;p17"/>
            <p:cNvSpPr/>
            <p:nvPr/>
          </p:nvSpPr>
          <p:spPr>
            <a:xfrm>
              <a:off x="8650111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640" name="Google Shape;1640;p17"/>
            <p:cNvGrpSpPr/>
            <p:nvPr/>
          </p:nvGrpSpPr>
          <p:grpSpPr>
            <a:xfrm>
              <a:off x="-15975" y="-52"/>
              <a:ext cx="4587484" cy="5143406"/>
              <a:chOff x="-9275" y="-1994782"/>
              <a:chExt cx="4587484" cy="9140583"/>
            </a:xfrm>
          </p:grpSpPr>
          <p:sp>
            <p:nvSpPr>
              <p:cNvPr id="1641" name="Google Shape;1641;p17"/>
              <p:cNvSpPr/>
              <p:nvPr/>
            </p:nvSpPr>
            <p:spPr>
              <a:xfrm>
                <a:off x="50044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2" name="Google Shape;1642;p17"/>
              <p:cNvSpPr/>
              <p:nvPr/>
            </p:nvSpPr>
            <p:spPr>
              <a:xfrm>
                <a:off x="15198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3" name="Google Shape;1643;p17"/>
              <p:cNvSpPr/>
              <p:nvPr/>
            </p:nvSpPr>
            <p:spPr>
              <a:xfrm>
                <a:off x="253930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4" name="Google Shape;1644;p17"/>
              <p:cNvSpPr/>
              <p:nvPr/>
            </p:nvSpPr>
            <p:spPr>
              <a:xfrm>
                <a:off x="355874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5" name="Google Shape;1645;p17"/>
              <p:cNvSpPr/>
              <p:nvPr/>
            </p:nvSpPr>
            <p:spPr>
              <a:xfrm>
                <a:off x="45781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6" name="Google Shape;1646;p17"/>
              <p:cNvSpPr/>
              <p:nvPr/>
            </p:nvSpPr>
            <p:spPr>
              <a:xfrm>
                <a:off x="101015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7" name="Google Shape;1647;p17"/>
              <p:cNvSpPr/>
              <p:nvPr/>
            </p:nvSpPr>
            <p:spPr>
              <a:xfrm>
                <a:off x="202959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8" name="Google Shape;1648;p17"/>
              <p:cNvSpPr/>
              <p:nvPr/>
            </p:nvSpPr>
            <p:spPr>
              <a:xfrm>
                <a:off x="304902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9" name="Google Shape;1649;p17"/>
              <p:cNvSpPr/>
              <p:nvPr/>
            </p:nvSpPr>
            <p:spPr>
              <a:xfrm>
                <a:off x="406845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0" name="Google Shape;1650;p17"/>
              <p:cNvSpPr/>
              <p:nvPr/>
            </p:nvSpPr>
            <p:spPr>
              <a:xfrm>
                <a:off x="-92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651" name="Google Shape;1651;p17"/>
            <p:cNvSpPr/>
            <p:nvPr/>
          </p:nvSpPr>
          <p:spPr>
            <a:xfrm>
              <a:off x="9159941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52" name="Google Shape;1652;p17"/>
          <p:cNvSpPr/>
          <p:nvPr/>
        </p:nvSpPr>
        <p:spPr>
          <a:xfrm>
            <a:off x="0" y="-100"/>
            <a:ext cx="9144000" cy="5143500"/>
          </a:xfrm>
          <a:prstGeom prst="rect">
            <a:avLst/>
          </a:prstGeom>
          <a:solidFill>
            <a:srgbClr val="D6E3EA">
              <a:alpha val="398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53" name="Google Shape;1653;p17"/>
          <p:cNvGrpSpPr/>
          <p:nvPr/>
        </p:nvGrpSpPr>
        <p:grpSpPr>
          <a:xfrm flipH="1">
            <a:off x="0" y="3998946"/>
            <a:ext cx="1496970" cy="1108547"/>
            <a:chOff x="7609470" y="3938246"/>
            <a:chExt cx="1496970" cy="1108547"/>
          </a:xfrm>
        </p:grpSpPr>
        <p:sp>
          <p:nvSpPr>
            <p:cNvPr id="1654" name="Google Shape;1654;p17"/>
            <p:cNvSpPr/>
            <p:nvPr/>
          </p:nvSpPr>
          <p:spPr>
            <a:xfrm flipH="1">
              <a:off x="7609470" y="3938246"/>
              <a:ext cx="1494572" cy="1108547"/>
            </a:xfrm>
            <a:custGeom>
              <a:rect b="b" l="l" r="r" t="t"/>
              <a:pathLst>
                <a:path extrusionOk="0" h="13859" w="18695">
                  <a:moveTo>
                    <a:pt x="1447" y="0"/>
                  </a:moveTo>
                  <a:cubicBezTo>
                    <a:pt x="1061" y="0"/>
                    <a:pt x="617" y="130"/>
                    <a:pt x="122" y="424"/>
                  </a:cubicBezTo>
                  <a:cubicBezTo>
                    <a:pt x="92" y="424"/>
                    <a:pt x="61" y="454"/>
                    <a:pt x="1" y="454"/>
                  </a:cubicBezTo>
                  <a:lnTo>
                    <a:pt x="1" y="13858"/>
                  </a:lnTo>
                  <a:lnTo>
                    <a:pt x="18694" y="13858"/>
                  </a:lnTo>
                  <a:cubicBezTo>
                    <a:pt x="18451" y="13038"/>
                    <a:pt x="17752" y="12339"/>
                    <a:pt x="16992" y="12035"/>
                  </a:cubicBezTo>
                  <a:cubicBezTo>
                    <a:pt x="16604" y="11877"/>
                    <a:pt x="16196" y="11814"/>
                    <a:pt x="15780" y="11814"/>
                  </a:cubicBezTo>
                  <a:cubicBezTo>
                    <a:pt x="15320" y="11814"/>
                    <a:pt x="14850" y="11891"/>
                    <a:pt x="14389" y="12002"/>
                  </a:cubicBezTo>
                  <a:lnTo>
                    <a:pt x="14389" y="12002"/>
                  </a:lnTo>
                  <a:cubicBezTo>
                    <a:pt x="14540" y="11959"/>
                    <a:pt x="14746" y="11667"/>
                    <a:pt x="14864" y="11548"/>
                  </a:cubicBezTo>
                  <a:cubicBezTo>
                    <a:pt x="15138" y="11244"/>
                    <a:pt x="15351" y="10940"/>
                    <a:pt x="15411" y="10576"/>
                  </a:cubicBezTo>
                  <a:cubicBezTo>
                    <a:pt x="15472" y="10120"/>
                    <a:pt x="15320" y="9664"/>
                    <a:pt x="15047" y="9299"/>
                  </a:cubicBezTo>
                  <a:cubicBezTo>
                    <a:pt x="14653" y="8827"/>
                    <a:pt x="14011" y="8581"/>
                    <a:pt x="13374" y="8581"/>
                  </a:cubicBezTo>
                  <a:cubicBezTo>
                    <a:pt x="13272" y="8581"/>
                    <a:pt x="13171" y="8588"/>
                    <a:pt x="13071" y="8600"/>
                  </a:cubicBezTo>
                  <a:lnTo>
                    <a:pt x="12980" y="8600"/>
                  </a:lnTo>
                  <a:cubicBezTo>
                    <a:pt x="12828" y="8630"/>
                    <a:pt x="12706" y="8630"/>
                    <a:pt x="12554" y="8691"/>
                  </a:cubicBezTo>
                  <a:cubicBezTo>
                    <a:pt x="12213" y="8835"/>
                    <a:pt x="11894" y="9021"/>
                    <a:pt x="11601" y="9243"/>
                  </a:cubicBezTo>
                  <a:lnTo>
                    <a:pt x="11601" y="9243"/>
                  </a:lnTo>
                  <a:cubicBezTo>
                    <a:pt x="11894" y="8923"/>
                    <a:pt x="12183" y="8555"/>
                    <a:pt x="12311" y="8235"/>
                  </a:cubicBezTo>
                  <a:cubicBezTo>
                    <a:pt x="13246" y="6312"/>
                    <a:pt x="11645" y="3636"/>
                    <a:pt x="9345" y="3636"/>
                  </a:cubicBezTo>
                  <a:cubicBezTo>
                    <a:pt x="9028" y="3636"/>
                    <a:pt x="8698" y="3687"/>
                    <a:pt x="8359" y="3798"/>
                  </a:cubicBezTo>
                  <a:cubicBezTo>
                    <a:pt x="7436" y="4182"/>
                    <a:pt x="6643" y="4956"/>
                    <a:pt x="6052" y="5864"/>
                  </a:cubicBezTo>
                  <a:lnTo>
                    <a:pt x="6052" y="5864"/>
                  </a:lnTo>
                  <a:cubicBezTo>
                    <a:pt x="7044" y="3936"/>
                    <a:pt x="6013" y="2566"/>
                    <a:pt x="4822" y="2566"/>
                  </a:cubicBezTo>
                  <a:cubicBezTo>
                    <a:pt x="4146" y="2566"/>
                    <a:pt x="3418" y="3008"/>
                    <a:pt x="2979" y="4041"/>
                  </a:cubicBezTo>
                  <a:cubicBezTo>
                    <a:pt x="3611" y="2050"/>
                    <a:pt x="2981" y="0"/>
                    <a:pt x="144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5" name="Google Shape;1655;p17"/>
            <p:cNvSpPr/>
            <p:nvPr/>
          </p:nvSpPr>
          <p:spPr>
            <a:xfrm flipH="1">
              <a:off x="8221849" y="4367699"/>
              <a:ext cx="884591" cy="679094"/>
            </a:xfrm>
            <a:custGeom>
              <a:rect b="b" l="l" r="r" t="t"/>
              <a:pathLst>
                <a:path extrusionOk="0" h="8490" w="11065">
                  <a:moveTo>
                    <a:pt x="486" y="1"/>
                  </a:moveTo>
                  <a:cubicBezTo>
                    <a:pt x="321" y="1"/>
                    <a:pt x="157" y="33"/>
                    <a:pt x="0" y="100"/>
                  </a:cubicBezTo>
                  <a:lnTo>
                    <a:pt x="0" y="8489"/>
                  </a:lnTo>
                  <a:lnTo>
                    <a:pt x="11064" y="8489"/>
                  </a:lnTo>
                  <a:cubicBezTo>
                    <a:pt x="10912" y="8003"/>
                    <a:pt x="10487" y="7578"/>
                    <a:pt x="10031" y="7426"/>
                  </a:cubicBezTo>
                  <a:cubicBezTo>
                    <a:pt x="9799" y="7339"/>
                    <a:pt x="9553" y="7300"/>
                    <a:pt x="9303" y="7300"/>
                  </a:cubicBezTo>
                  <a:cubicBezTo>
                    <a:pt x="9029" y="7300"/>
                    <a:pt x="8751" y="7346"/>
                    <a:pt x="8481" y="7426"/>
                  </a:cubicBezTo>
                  <a:cubicBezTo>
                    <a:pt x="8754" y="6939"/>
                    <a:pt x="8389" y="6271"/>
                    <a:pt x="7903" y="6058"/>
                  </a:cubicBezTo>
                  <a:cubicBezTo>
                    <a:pt x="7756" y="6003"/>
                    <a:pt x="7601" y="5978"/>
                    <a:pt x="7444" y="5978"/>
                  </a:cubicBezTo>
                  <a:cubicBezTo>
                    <a:pt x="7152" y="5978"/>
                    <a:pt x="6851" y="6063"/>
                    <a:pt x="6580" y="6195"/>
                  </a:cubicBezTo>
                  <a:lnTo>
                    <a:pt x="6580" y="6195"/>
                  </a:lnTo>
                  <a:cubicBezTo>
                    <a:pt x="6903" y="5981"/>
                    <a:pt x="7137" y="5620"/>
                    <a:pt x="7265" y="5237"/>
                  </a:cubicBezTo>
                  <a:cubicBezTo>
                    <a:pt x="7801" y="4084"/>
                    <a:pt x="6846" y="2504"/>
                    <a:pt x="5507" y="2504"/>
                  </a:cubicBezTo>
                  <a:cubicBezTo>
                    <a:pt x="5329" y="2504"/>
                    <a:pt x="5144" y="2532"/>
                    <a:pt x="4955" y="2593"/>
                  </a:cubicBezTo>
                  <a:cubicBezTo>
                    <a:pt x="4359" y="2836"/>
                    <a:pt x="3885" y="3321"/>
                    <a:pt x="3509" y="3896"/>
                  </a:cubicBezTo>
                  <a:lnTo>
                    <a:pt x="3509" y="3896"/>
                  </a:lnTo>
                  <a:cubicBezTo>
                    <a:pt x="4180" y="2709"/>
                    <a:pt x="3551" y="1867"/>
                    <a:pt x="2823" y="1867"/>
                  </a:cubicBezTo>
                  <a:cubicBezTo>
                    <a:pt x="2423" y="1867"/>
                    <a:pt x="1993" y="2122"/>
                    <a:pt x="1733" y="2714"/>
                  </a:cubicBezTo>
                  <a:cubicBezTo>
                    <a:pt x="2381" y="1081"/>
                    <a:pt x="1437" y="1"/>
                    <a:pt x="4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6" name="Google Shape;1656;p17"/>
            <p:cNvSpPr/>
            <p:nvPr/>
          </p:nvSpPr>
          <p:spPr>
            <a:xfrm flipH="1">
              <a:off x="8165967" y="4144614"/>
              <a:ext cx="82743" cy="75988"/>
            </a:xfrm>
            <a:custGeom>
              <a:rect b="b" l="l" r="r" t="t"/>
              <a:pathLst>
                <a:path extrusionOk="0" h="950" w="1035">
                  <a:moveTo>
                    <a:pt x="998" y="1"/>
                  </a:moveTo>
                  <a:cubicBezTo>
                    <a:pt x="894" y="1"/>
                    <a:pt x="584" y="21"/>
                    <a:pt x="335" y="245"/>
                  </a:cubicBezTo>
                  <a:cubicBezTo>
                    <a:pt x="31" y="488"/>
                    <a:pt x="1" y="944"/>
                    <a:pt x="1" y="944"/>
                  </a:cubicBezTo>
                  <a:cubicBezTo>
                    <a:pt x="1" y="944"/>
                    <a:pt x="38" y="950"/>
                    <a:pt x="99" y="950"/>
                  </a:cubicBezTo>
                  <a:cubicBezTo>
                    <a:pt x="235" y="950"/>
                    <a:pt x="490" y="921"/>
                    <a:pt x="700" y="731"/>
                  </a:cubicBezTo>
                  <a:cubicBezTo>
                    <a:pt x="1004" y="458"/>
                    <a:pt x="1034" y="2"/>
                    <a:pt x="1034" y="2"/>
                  </a:cubicBezTo>
                  <a:cubicBezTo>
                    <a:pt x="1034" y="2"/>
                    <a:pt x="1021" y="1"/>
                    <a:pt x="99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7" name="Google Shape;1657;p17"/>
            <p:cNvSpPr/>
            <p:nvPr/>
          </p:nvSpPr>
          <p:spPr>
            <a:xfrm flipH="1">
              <a:off x="8853654" y="4378097"/>
              <a:ext cx="82743" cy="116782"/>
            </a:xfrm>
            <a:custGeom>
              <a:rect b="b" l="l" r="r" t="t"/>
              <a:pathLst>
                <a:path extrusionOk="0" h="1460" w="1035">
                  <a:moveTo>
                    <a:pt x="913" y="1"/>
                  </a:moveTo>
                  <a:lnTo>
                    <a:pt x="913" y="1"/>
                  </a:lnTo>
                  <a:cubicBezTo>
                    <a:pt x="913" y="1"/>
                    <a:pt x="457" y="153"/>
                    <a:pt x="244" y="548"/>
                  </a:cubicBezTo>
                  <a:cubicBezTo>
                    <a:pt x="1" y="913"/>
                    <a:pt x="123" y="1460"/>
                    <a:pt x="123" y="1460"/>
                  </a:cubicBezTo>
                  <a:cubicBezTo>
                    <a:pt x="123" y="1460"/>
                    <a:pt x="578" y="1308"/>
                    <a:pt x="791" y="913"/>
                  </a:cubicBezTo>
                  <a:cubicBezTo>
                    <a:pt x="1034" y="548"/>
                    <a:pt x="913" y="1"/>
                    <a:pt x="9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8" name="Google Shape;1658;p17"/>
            <p:cNvSpPr/>
            <p:nvPr/>
          </p:nvSpPr>
          <p:spPr>
            <a:xfrm flipH="1">
              <a:off x="8255906" y="4047429"/>
              <a:ext cx="77786" cy="165414"/>
            </a:xfrm>
            <a:custGeom>
              <a:rect b="b" l="l" r="r" t="t"/>
              <a:pathLst>
                <a:path extrusionOk="0" h="2068" w="973">
                  <a:moveTo>
                    <a:pt x="243" y="1"/>
                  </a:moveTo>
                  <a:cubicBezTo>
                    <a:pt x="243" y="1"/>
                    <a:pt x="0" y="578"/>
                    <a:pt x="91" y="1156"/>
                  </a:cubicBezTo>
                  <a:cubicBezTo>
                    <a:pt x="213" y="1703"/>
                    <a:pt x="699" y="2068"/>
                    <a:pt x="699" y="2068"/>
                  </a:cubicBezTo>
                  <a:cubicBezTo>
                    <a:pt x="699" y="2068"/>
                    <a:pt x="973" y="1490"/>
                    <a:pt x="851" y="913"/>
                  </a:cubicBezTo>
                  <a:cubicBezTo>
                    <a:pt x="760" y="335"/>
                    <a:pt x="243" y="1"/>
                    <a:pt x="2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59" name="Google Shape;1659;p17"/>
          <p:cNvGrpSpPr/>
          <p:nvPr/>
        </p:nvGrpSpPr>
        <p:grpSpPr>
          <a:xfrm>
            <a:off x="0" y="4752988"/>
            <a:ext cx="9144000" cy="354505"/>
            <a:chOff x="0" y="4689888"/>
            <a:chExt cx="9144000" cy="354505"/>
          </a:xfrm>
        </p:grpSpPr>
        <p:grpSp>
          <p:nvGrpSpPr>
            <p:cNvPr id="1660" name="Google Shape;1660;p17"/>
            <p:cNvGrpSpPr/>
            <p:nvPr/>
          </p:nvGrpSpPr>
          <p:grpSpPr>
            <a:xfrm>
              <a:off x="0" y="4793425"/>
              <a:ext cx="9144000" cy="194975"/>
              <a:chOff x="0" y="4789550"/>
              <a:chExt cx="9144000" cy="194975"/>
            </a:xfrm>
          </p:grpSpPr>
          <p:sp>
            <p:nvSpPr>
              <p:cNvPr id="1661" name="Google Shape;1661;p17"/>
              <p:cNvSpPr/>
              <p:nvPr/>
            </p:nvSpPr>
            <p:spPr>
              <a:xfrm>
                <a:off x="0" y="4789550"/>
                <a:ext cx="9144000" cy="360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2" name="Google Shape;1662;p17"/>
              <p:cNvSpPr/>
              <p:nvPr/>
            </p:nvSpPr>
            <p:spPr>
              <a:xfrm>
                <a:off x="0" y="4948525"/>
                <a:ext cx="9144000" cy="360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63" name="Google Shape;1663;p17"/>
            <p:cNvGrpSpPr/>
            <p:nvPr/>
          </p:nvGrpSpPr>
          <p:grpSpPr>
            <a:xfrm>
              <a:off x="28483" y="4689888"/>
              <a:ext cx="9087034" cy="354505"/>
              <a:chOff x="28483" y="4689888"/>
              <a:chExt cx="9087034" cy="354505"/>
            </a:xfrm>
          </p:grpSpPr>
          <p:sp>
            <p:nvSpPr>
              <p:cNvPr id="1664" name="Google Shape;1664;p17"/>
              <p:cNvSpPr/>
              <p:nvPr/>
            </p:nvSpPr>
            <p:spPr>
              <a:xfrm>
                <a:off x="64010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6" y="1"/>
                      <a:pt x="533" y="8"/>
                      <a:pt x="518" y="24"/>
                    </a:cubicBezTo>
                    <a:lnTo>
                      <a:pt x="62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34" y="4431"/>
                      <a:pt x="1065" y="4401"/>
                      <a:pt x="1156" y="4370"/>
                    </a:cubicBezTo>
                    <a:lnTo>
                      <a:pt x="1156" y="601"/>
                    </a:lnTo>
                    <a:lnTo>
                      <a:pt x="1126" y="571"/>
                    </a:lnTo>
                    <a:lnTo>
                      <a:pt x="670" y="24"/>
                    </a:lnTo>
                    <a:cubicBezTo>
                      <a:pt x="639" y="8"/>
                      <a:pt x="609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5" name="Google Shape;1665;p17"/>
              <p:cNvSpPr/>
              <p:nvPr/>
            </p:nvSpPr>
            <p:spPr>
              <a:xfrm>
                <a:off x="79301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3" y="8"/>
                      <a:pt x="517" y="24"/>
                    </a:cubicBezTo>
                    <a:lnTo>
                      <a:pt x="6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34" y="4431"/>
                      <a:pt x="1064" y="4401"/>
                      <a:pt x="1156" y="4370"/>
                    </a:cubicBezTo>
                    <a:lnTo>
                      <a:pt x="1156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9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6" name="Google Shape;1666;p17"/>
              <p:cNvSpPr/>
              <p:nvPr/>
            </p:nvSpPr>
            <p:spPr>
              <a:xfrm>
                <a:off x="94592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2" y="4431"/>
                      <a:pt x="122" y="4431"/>
                    </a:cubicBezTo>
                    <a:lnTo>
                      <a:pt x="1003" y="4431"/>
                    </a:lnTo>
                    <a:cubicBezTo>
                      <a:pt x="103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8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7" name="Google Shape;1667;p17"/>
              <p:cNvSpPr/>
              <p:nvPr/>
            </p:nvSpPr>
            <p:spPr>
              <a:xfrm>
                <a:off x="109882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1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1" y="4431"/>
                      <a:pt x="122" y="4431"/>
                    </a:cubicBezTo>
                    <a:lnTo>
                      <a:pt x="1003" y="4431"/>
                    </a:lnTo>
                    <a:cubicBezTo>
                      <a:pt x="106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8" y="8"/>
                      <a:pt x="608" y="1"/>
                      <a:pt x="58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8" name="Google Shape;1668;p17"/>
              <p:cNvSpPr/>
              <p:nvPr/>
            </p:nvSpPr>
            <p:spPr>
              <a:xfrm>
                <a:off x="1251735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04" y="4431"/>
                      <a:pt x="103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9" name="Google Shape;1669;p17"/>
              <p:cNvSpPr/>
              <p:nvPr/>
            </p:nvSpPr>
            <p:spPr>
              <a:xfrm>
                <a:off x="1402243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0" name="Google Shape;1670;p17"/>
              <p:cNvSpPr/>
              <p:nvPr/>
            </p:nvSpPr>
            <p:spPr>
              <a:xfrm>
                <a:off x="1552751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64" y="4431"/>
                      <a:pt x="109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1" name="Google Shape;1671;p17"/>
              <p:cNvSpPr/>
              <p:nvPr/>
            </p:nvSpPr>
            <p:spPr>
              <a:xfrm>
                <a:off x="751362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2" name="Google Shape;1672;p17"/>
              <p:cNvSpPr/>
              <p:nvPr/>
            </p:nvSpPr>
            <p:spPr>
              <a:xfrm>
                <a:off x="7666529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3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3" name="Google Shape;1673;p17"/>
              <p:cNvSpPr/>
              <p:nvPr/>
            </p:nvSpPr>
            <p:spPr>
              <a:xfrm>
                <a:off x="7816957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4" name="Google Shape;1674;p17"/>
              <p:cNvSpPr/>
              <p:nvPr/>
            </p:nvSpPr>
            <p:spPr>
              <a:xfrm>
                <a:off x="796738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2" y="4431"/>
                      <a:pt x="122" y="4431"/>
                    </a:cubicBezTo>
                    <a:lnTo>
                      <a:pt x="1003" y="4431"/>
                    </a:lnTo>
                    <a:cubicBezTo>
                      <a:pt x="103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8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5" name="Google Shape;1675;p17"/>
              <p:cNvSpPr/>
              <p:nvPr/>
            </p:nvSpPr>
            <p:spPr>
              <a:xfrm>
                <a:off x="812029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93" y="1"/>
                    </a:moveTo>
                    <a:cubicBezTo>
                      <a:pt x="562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1" y="4431"/>
                      <a:pt x="122" y="4431"/>
                    </a:cubicBezTo>
                    <a:lnTo>
                      <a:pt x="1003" y="4431"/>
                    </a:lnTo>
                    <a:cubicBezTo>
                      <a:pt x="106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54" y="8"/>
                      <a:pt x="623" y="1"/>
                      <a:pt x="59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6" name="Google Shape;1676;p17"/>
              <p:cNvSpPr/>
              <p:nvPr/>
            </p:nvSpPr>
            <p:spPr>
              <a:xfrm>
                <a:off x="8273198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1" y="4431"/>
                      <a:pt x="122" y="4431"/>
                    </a:cubicBezTo>
                    <a:lnTo>
                      <a:pt x="973" y="4431"/>
                    </a:lnTo>
                    <a:cubicBezTo>
                      <a:pt x="1034" y="4431"/>
                      <a:pt x="1065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7" name="Google Shape;1677;p17"/>
              <p:cNvSpPr/>
              <p:nvPr/>
            </p:nvSpPr>
            <p:spPr>
              <a:xfrm>
                <a:off x="8423706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34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8" name="Google Shape;1678;p17"/>
              <p:cNvSpPr/>
              <p:nvPr/>
            </p:nvSpPr>
            <p:spPr>
              <a:xfrm>
                <a:off x="8574214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64" y="4431"/>
                      <a:pt x="109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9" name="Google Shape;1679;p17"/>
              <p:cNvSpPr/>
              <p:nvPr/>
            </p:nvSpPr>
            <p:spPr>
              <a:xfrm>
                <a:off x="8724643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2" y="4431"/>
                      <a:pt x="122" y="4431"/>
                    </a:cubicBezTo>
                    <a:lnTo>
                      <a:pt x="974" y="4431"/>
                    </a:lnTo>
                    <a:cubicBezTo>
                      <a:pt x="1065" y="4431"/>
                      <a:pt x="1095" y="4401"/>
                      <a:pt x="1126" y="4370"/>
                    </a:cubicBezTo>
                    <a:lnTo>
                      <a:pt x="112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4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0" name="Google Shape;1680;p17"/>
              <p:cNvSpPr/>
              <p:nvPr/>
            </p:nvSpPr>
            <p:spPr>
              <a:xfrm>
                <a:off x="8875151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74" y="1"/>
                    </a:moveTo>
                    <a:cubicBezTo>
                      <a:pt x="547" y="1"/>
                      <a:pt x="517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122" y="4431"/>
                    </a:cubicBezTo>
                    <a:lnTo>
                      <a:pt x="1003" y="4431"/>
                    </a:lnTo>
                    <a:cubicBezTo>
                      <a:pt x="103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600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1" name="Google Shape;1681;p17"/>
              <p:cNvSpPr/>
              <p:nvPr/>
            </p:nvSpPr>
            <p:spPr>
              <a:xfrm>
                <a:off x="736071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2" name="Google Shape;1682;p17"/>
              <p:cNvSpPr/>
              <p:nvPr/>
            </p:nvSpPr>
            <p:spPr>
              <a:xfrm>
                <a:off x="720781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3" name="Google Shape;1683;p17"/>
              <p:cNvSpPr/>
              <p:nvPr/>
            </p:nvSpPr>
            <p:spPr>
              <a:xfrm>
                <a:off x="705490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4" name="Google Shape;1684;p17"/>
              <p:cNvSpPr/>
              <p:nvPr/>
            </p:nvSpPr>
            <p:spPr>
              <a:xfrm>
                <a:off x="690199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5" name="Google Shape;1685;p17"/>
              <p:cNvSpPr/>
              <p:nvPr/>
            </p:nvSpPr>
            <p:spPr>
              <a:xfrm>
                <a:off x="674909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6" name="Google Shape;1686;p17"/>
              <p:cNvSpPr/>
              <p:nvPr/>
            </p:nvSpPr>
            <p:spPr>
              <a:xfrm>
                <a:off x="659618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7" name="Google Shape;1687;p17"/>
              <p:cNvSpPr/>
              <p:nvPr/>
            </p:nvSpPr>
            <p:spPr>
              <a:xfrm>
                <a:off x="644327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8" name="Google Shape;1688;p17"/>
              <p:cNvSpPr/>
              <p:nvPr/>
            </p:nvSpPr>
            <p:spPr>
              <a:xfrm>
                <a:off x="629037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9" name="Google Shape;1689;p17"/>
              <p:cNvSpPr/>
              <p:nvPr/>
            </p:nvSpPr>
            <p:spPr>
              <a:xfrm>
                <a:off x="613746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0" name="Google Shape;1690;p17"/>
              <p:cNvSpPr/>
              <p:nvPr/>
            </p:nvSpPr>
            <p:spPr>
              <a:xfrm>
                <a:off x="598455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1" name="Google Shape;1691;p17"/>
              <p:cNvSpPr/>
              <p:nvPr/>
            </p:nvSpPr>
            <p:spPr>
              <a:xfrm>
                <a:off x="583165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2" name="Google Shape;1692;p17"/>
              <p:cNvSpPr/>
              <p:nvPr/>
            </p:nvSpPr>
            <p:spPr>
              <a:xfrm>
                <a:off x="567874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3" name="Google Shape;1693;p17"/>
              <p:cNvSpPr/>
              <p:nvPr/>
            </p:nvSpPr>
            <p:spPr>
              <a:xfrm>
                <a:off x="552583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4" name="Google Shape;1694;p17"/>
              <p:cNvSpPr/>
              <p:nvPr/>
            </p:nvSpPr>
            <p:spPr>
              <a:xfrm>
                <a:off x="537293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5" name="Google Shape;1695;p17"/>
              <p:cNvSpPr/>
              <p:nvPr/>
            </p:nvSpPr>
            <p:spPr>
              <a:xfrm>
                <a:off x="522002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6" name="Google Shape;1696;p17"/>
              <p:cNvSpPr/>
              <p:nvPr/>
            </p:nvSpPr>
            <p:spPr>
              <a:xfrm>
                <a:off x="506712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7" name="Google Shape;1697;p17"/>
              <p:cNvSpPr/>
              <p:nvPr/>
            </p:nvSpPr>
            <p:spPr>
              <a:xfrm>
                <a:off x="491421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8" name="Google Shape;1698;p17"/>
              <p:cNvSpPr/>
              <p:nvPr/>
            </p:nvSpPr>
            <p:spPr>
              <a:xfrm>
                <a:off x="476130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9" name="Google Shape;1699;p17"/>
              <p:cNvSpPr/>
              <p:nvPr/>
            </p:nvSpPr>
            <p:spPr>
              <a:xfrm>
                <a:off x="460840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0" name="Google Shape;1700;p17"/>
              <p:cNvSpPr/>
              <p:nvPr/>
            </p:nvSpPr>
            <p:spPr>
              <a:xfrm>
                <a:off x="445549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1" name="Google Shape;1701;p17"/>
              <p:cNvSpPr/>
              <p:nvPr/>
            </p:nvSpPr>
            <p:spPr>
              <a:xfrm>
                <a:off x="430258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2" name="Google Shape;1702;p17"/>
              <p:cNvSpPr/>
              <p:nvPr/>
            </p:nvSpPr>
            <p:spPr>
              <a:xfrm>
                <a:off x="414968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3" name="Google Shape;1703;p17"/>
              <p:cNvSpPr/>
              <p:nvPr/>
            </p:nvSpPr>
            <p:spPr>
              <a:xfrm>
                <a:off x="399677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4" name="Google Shape;1704;p17"/>
              <p:cNvSpPr/>
              <p:nvPr/>
            </p:nvSpPr>
            <p:spPr>
              <a:xfrm>
                <a:off x="384386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5" name="Google Shape;1705;p17"/>
              <p:cNvSpPr/>
              <p:nvPr/>
            </p:nvSpPr>
            <p:spPr>
              <a:xfrm>
                <a:off x="369096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6" name="Google Shape;1706;p17"/>
              <p:cNvSpPr/>
              <p:nvPr/>
            </p:nvSpPr>
            <p:spPr>
              <a:xfrm>
                <a:off x="353805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7" name="Google Shape;1707;p17"/>
              <p:cNvSpPr/>
              <p:nvPr/>
            </p:nvSpPr>
            <p:spPr>
              <a:xfrm>
                <a:off x="338514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8" name="Google Shape;1708;p17"/>
              <p:cNvSpPr/>
              <p:nvPr/>
            </p:nvSpPr>
            <p:spPr>
              <a:xfrm>
                <a:off x="323224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9" name="Google Shape;1709;p17"/>
              <p:cNvSpPr/>
              <p:nvPr/>
            </p:nvSpPr>
            <p:spPr>
              <a:xfrm>
                <a:off x="307933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0" name="Google Shape;1710;p17"/>
              <p:cNvSpPr/>
              <p:nvPr/>
            </p:nvSpPr>
            <p:spPr>
              <a:xfrm>
                <a:off x="292643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1" name="Google Shape;1711;p17"/>
              <p:cNvSpPr/>
              <p:nvPr/>
            </p:nvSpPr>
            <p:spPr>
              <a:xfrm>
                <a:off x="277352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2" name="Google Shape;1712;p17"/>
              <p:cNvSpPr/>
              <p:nvPr/>
            </p:nvSpPr>
            <p:spPr>
              <a:xfrm>
                <a:off x="262061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3" name="Google Shape;1713;p17"/>
              <p:cNvSpPr/>
              <p:nvPr/>
            </p:nvSpPr>
            <p:spPr>
              <a:xfrm>
                <a:off x="246771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4" name="Google Shape;1714;p17"/>
              <p:cNvSpPr/>
              <p:nvPr/>
            </p:nvSpPr>
            <p:spPr>
              <a:xfrm>
                <a:off x="231480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5" name="Google Shape;1715;p17"/>
              <p:cNvSpPr/>
              <p:nvPr/>
            </p:nvSpPr>
            <p:spPr>
              <a:xfrm>
                <a:off x="216189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6" name="Google Shape;1716;p17"/>
              <p:cNvSpPr/>
              <p:nvPr/>
            </p:nvSpPr>
            <p:spPr>
              <a:xfrm>
                <a:off x="200899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7" name="Google Shape;1717;p17"/>
              <p:cNvSpPr/>
              <p:nvPr/>
            </p:nvSpPr>
            <p:spPr>
              <a:xfrm>
                <a:off x="185608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8" name="Google Shape;1718;p17"/>
              <p:cNvSpPr/>
              <p:nvPr/>
            </p:nvSpPr>
            <p:spPr>
              <a:xfrm>
                <a:off x="170317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9" name="Google Shape;1719;p17"/>
              <p:cNvSpPr/>
              <p:nvPr/>
            </p:nvSpPr>
            <p:spPr>
              <a:xfrm>
                <a:off x="48720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0" name="Google Shape;1720;p17"/>
              <p:cNvSpPr/>
              <p:nvPr/>
            </p:nvSpPr>
            <p:spPr>
              <a:xfrm>
                <a:off x="33429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1" name="Google Shape;1721;p17"/>
              <p:cNvSpPr/>
              <p:nvPr/>
            </p:nvSpPr>
            <p:spPr>
              <a:xfrm>
                <a:off x="18139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2" name="Google Shape;1722;p17"/>
              <p:cNvSpPr/>
              <p:nvPr/>
            </p:nvSpPr>
            <p:spPr>
              <a:xfrm>
                <a:off x="2848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3" name="Google Shape;1723;p17"/>
              <p:cNvSpPr/>
              <p:nvPr/>
            </p:nvSpPr>
            <p:spPr>
              <a:xfrm>
                <a:off x="9025579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74" y="1"/>
                    </a:moveTo>
                    <a:cubicBezTo>
                      <a:pt x="547" y="1"/>
                      <a:pt x="517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122" y="4431"/>
                    </a:cubicBezTo>
                    <a:lnTo>
                      <a:pt x="1003" y="4431"/>
                    </a:lnTo>
                    <a:cubicBezTo>
                      <a:pt x="103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600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724" name="Google Shape;1724;p17"/>
          <p:cNvSpPr/>
          <p:nvPr/>
        </p:nvSpPr>
        <p:spPr>
          <a:xfrm>
            <a:off x="0" y="5107500"/>
            <a:ext cx="9144000" cy="36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5" name="Google Shape;1725;p17"/>
          <p:cNvSpPr/>
          <p:nvPr/>
        </p:nvSpPr>
        <p:spPr>
          <a:xfrm>
            <a:off x="719850" y="540000"/>
            <a:ext cx="7704300" cy="676800"/>
          </a:xfrm>
          <a:prstGeom prst="roundRect">
            <a:avLst>
              <a:gd fmla="val 17686" name="adj"/>
            </a:avLst>
          </a:prstGeom>
          <a:solidFill>
            <a:schemeClr val="lt1"/>
          </a:solidFill>
          <a:ln cap="flat" cmpd="sng" w="762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6" name="Google Shape;1726;p17"/>
          <p:cNvSpPr txBox="1"/>
          <p:nvPr>
            <p:ph type="title"/>
          </p:nvPr>
        </p:nvSpPr>
        <p:spPr>
          <a:xfrm>
            <a:off x="720000" y="540000"/>
            <a:ext cx="7704000" cy="6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727" name="Google Shape;1727;p17"/>
          <p:cNvSpPr txBox="1"/>
          <p:nvPr>
            <p:ph idx="1" type="body"/>
          </p:nvPr>
        </p:nvSpPr>
        <p:spPr>
          <a:xfrm>
            <a:off x="720000" y="1332600"/>
            <a:ext cx="3852000" cy="327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728" name="Google Shape;1728;p17"/>
          <p:cNvSpPr txBox="1"/>
          <p:nvPr>
            <p:ph idx="2" type="body"/>
          </p:nvPr>
        </p:nvSpPr>
        <p:spPr>
          <a:xfrm>
            <a:off x="4571999" y="1332600"/>
            <a:ext cx="3852000" cy="3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  <a:defRPr sz="2200">
                <a:solidFill>
                  <a:schemeClr val="dk1"/>
                </a:solidFill>
                <a:latin typeface="Rubik ExtraBold"/>
                <a:ea typeface="Rubik ExtraBold"/>
                <a:cs typeface="Rubik ExtraBold"/>
                <a:sym typeface="Rubik ExtraBold"/>
              </a:defRPr>
            </a:lvl1pPr>
            <a:lvl2pPr indent="-3048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3048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■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3048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3048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3048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■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indent="-3048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indent="-3048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indent="-3048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■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3_2_1">
    <p:spTree>
      <p:nvGrpSpPr>
        <p:cNvPr id="1729" name="Shape 1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30" name="Google Shape;1730;p18"/>
          <p:cNvGrpSpPr/>
          <p:nvPr/>
        </p:nvGrpSpPr>
        <p:grpSpPr>
          <a:xfrm>
            <a:off x="-15975" y="-52"/>
            <a:ext cx="9175950" cy="5143406"/>
            <a:chOff x="-15975" y="-52"/>
            <a:chExt cx="9175950" cy="5143406"/>
          </a:xfrm>
        </p:grpSpPr>
        <p:sp>
          <p:nvSpPr>
            <p:cNvPr id="1731" name="Google Shape;1731;p18"/>
            <p:cNvSpPr/>
            <p:nvPr/>
          </p:nvSpPr>
          <p:spPr>
            <a:xfrm rot="5400000">
              <a:off x="4570450" y="-378255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2" name="Google Shape;1732;p18"/>
            <p:cNvSpPr/>
            <p:nvPr/>
          </p:nvSpPr>
          <p:spPr>
            <a:xfrm rot="5400000">
              <a:off x="4570450" y="-276311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3" name="Google Shape;1733;p18"/>
            <p:cNvSpPr/>
            <p:nvPr/>
          </p:nvSpPr>
          <p:spPr>
            <a:xfrm rot="5400000">
              <a:off x="4570450" y="-174368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4" name="Google Shape;1734;p18"/>
            <p:cNvSpPr/>
            <p:nvPr/>
          </p:nvSpPr>
          <p:spPr>
            <a:xfrm rot="5400000">
              <a:off x="4570450" y="-72425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5" name="Google Shape;1735;p18"/>
            <p:cNvSpPr/>
            <p:nvPr/>
          </p:nvSpPr>
          <p:spPr>
            <a:xfrm rot="5400000">
              <a:off x="4570450" y="295184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6" name="Google Shape;1736;p18"/>
            <p:cNvSpPr/>
            <p:nvPr/>
          </p:nvSpPr>
          <p:spPr>
            <a:xfrm rot="5400000">
              <a:off x="4570450" y="-429226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7" name="Google Shape;1737;p18"/>
            <p:cNvSpPr/>
            <p:nvPr/>
          </p:nvSpPr>
          <p:spPr>
            <a:xfrm rot="5400000">
              <a:off x="4570450" y="-327283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8" name="Google Shape;1738;p18"/>
            <p:cNvSpPr/>
            <p:nvPr/>
          </p:nvSpPr>
          <p:spPr>
            <a:xfrm rot="5400000">
              <a:off x="4570450" y="-225340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9" name="Google Shape;1739;p18"/>
            <p:cNvSpPr/>
            <p:nvPr/>
          </p:nvSpPr>
          <p:spPr>
            <a:xfrm rot="5400000">
              <a:off x="4570450" y="-123396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0" name="Google Shape;1740;p18"/>
            <p:cNvSpPr/>
            <p:nvPr/>
          </p:nvSpPr>
          <p:spPr>
            <a:xfrm rot="5400000">
              <a:off x="4570450" y="-21453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1" name="Google Shape;1741;p18"/>
            <p:cNvSpPr/>
            <p:nvPr/>
          </p:nvSpPr>
          <p:spPr>
            <a:xfrm>
              <a:off x="5081305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2" name="Google Shape;1742;p18"/>
            <p:cNvSpPr/>
            <p:nvPr/>
          </p:nvSpPr>
          <p:spPr>
            <a:xfrm>
              <a:off x="6100964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3" name="Google Shape;1743;p18"/>
            <p:cNvSpPr/>
            <p:nvPr/>
          </p:nvSpPr>
          <p:spPr>
            <a:xfrm>
              <a:off x="7120623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4" name="Google Shape;1744;p18"/>
            <p:cNvSpPr/>
            <p:nvPr/>
          </p:nvSpPr>
          <p:spPr>
            <a:xfrm>
              <a:off x="8140282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5" name="Google Shape;1745;p18"/>
            <p:cNvSpPr/>
            <p:nvPr/>
          </p:nvSpPr>
          <p:spPr>
            <a:xfrm>
              <a:off x="5591134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6" name="Google Shape;1746;p18"/>
            <p:cNvSpPr/>
            <p:nvPr/>
          </p:nvSpPr>
          <p:spPr>
            <a:xfrm>
              <a:off x="6610793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7" name="Google Shape;1747;p18"/>
            <p:cNvSpPr/>
            <p:nvPr/>
          </p:nvSpPr>
          <p:spPr>
            <a:xfrm>
              <a:off x="7630452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8" name="Google Shape;1748;p18"/>
            <p:cNvSpPr/>
            <p:nvPr/>
          </p:nvSpPr>
          <p:spPr>
            <a:xfrm>
              <a:off x="8650111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749" name="Google Shape;1749;p18"/>
            <p:cNvGrpSpPr/>
            <p:nvPr/>
          </p:nvGrpSpPr>
          <p:grpSpPr>
            <a:xfrm>
              <a:off x="-15975" y="-52"/>
              <a:ext cx="4587484" cy="5143406"/>
              <a:chOff x="-9275" y="-1994782"/>
              <a:chExt cx="4587484" cy="9140583"/>
            </a:xfrm>
          </p:grpSpPr>
          <p:sp>
            <p:nvSpPr>
              <p:cNvPr id="1750" name="Google Shape;1750;p18"/>
              <p:cNvSpPr/>
              <p:nvPr/>
            </p:nvSpPr>
            <p:spPr>
              <a:xfrm>
                <a:off x="50044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1" name="Google Shape;1751;p18"/>
              <p:cNvSpPr/>
              <p:nvPr/>
            </p:nvSpPr>
            <p:spPr>
              <a:xfrm>
                <a:off x="15198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2" name="Google Shape;1752;p18"/>
              <p:cNvSpPr/>
              <p:nvPr/>
            </p:nvSpPr>
            <p:spPr>
              <a:xfrm>
                <a:off x="253930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3" name="Google Shape;1753;p18"/>
              <p:cNvSpPr/>
              <p:nvPr/>
            </p:nvSpPr>
            <p:spPr>
              <a:xfrm>
                <a:off x="355874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4" name="Google Shape;1754;p18"/>
              <p:cNvSpPr/>
              <p:nvPr/>
            </p:nvSpPr>
            <p:spPr>
              <a:xfrm>
                <a:off x="45781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5" name="Google Shape;1755;p18"/>
              <p:cNvSpPr/>
              <p:nvPr/>
            </p:nvSpPr>
            <p:spPr>
              <a:xfrm>
                <a:off x="101015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6" name="Google Shape;1756;p18"/>
              <p:cNvSpPr/>
              <p:nvPr/>
            </p:nvSpPr>
            <p:spPr>
              <a:xfrm>
                <a:off x="202959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7" name="Google Shape;1757;p18"/>
              <p:cNvSpPr/>
              <p:nvPr/>
            </p:nvSpPr>
            <p:spPr>
              <a:xfrm>
                <a:off x="304902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8" name="Google Shape;1758;p18"/>
              <p:cNvSpPr/>
              <p:nvPr/>
            </p:nvSpPr>
            <p:spPr>
              <a:xfrm>
                <a:off x="406845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9" name="Google Shape;1759;p18"/>
              <p:cNvSpPr/>
              <p:nvPr/>
            </p:nvSpPr>
            <p:spPr>
              <a:xfrm>
                <a:off x="-92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760" name="Google Shape;1760;p18"/>
            <p:cNvSpPr/>
            <p:nvPr/>
          </p:nvSpPr>
          <p:spPr>
            <a:xfrm>
              <a:off x="9159941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61" name="Google Shape;1761;p18"/>
          <p:cNvSpPr/>
          <p:nvPr/>
        </p:nvSpPr>
        <p:spPr>
          <a:xfrm>
            <a:off x="0" y="-75"/>
            <a:ext cx="9144000" cy="5143500"/>
          </a:xfrm>
          <a:prstGeom prst="rect">
            <a:avLst/>
          </a:prstGeom>
          <a:solidFill>
            <a:srgbClr val="D6E3EA">
              <a:alpha val="398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2" name="Google Shape;1762;p18"/>
          <p:cNvSpPr/>
          <p:nvPr/>
        </p:nvSpPr>
        <p:spPr>
          <a:xfrm>
            <a:off x="719850" y="540000"/>
            <a:ext cx="7704300" cy="676800"/>
          </a:xfrm>
          <a:prstGeom prst="roundRect">
            <a:avLst>
              <a:gd fmla="val 17686" name="adj"/>
            </a:avLst>
          </a:prstGeom>
          <a:solidFill>
            <a:schemeClr val="lt1"/>
          </a:solidFill>
          <a:ln cap="flat" cmpd="sng" w="762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63" name="Google Shape;1763;p18"/>
          <p:cNvGrpSpPr/>
          <p:nvPr/>
        </p:nvGrpSpPr>
        <p:grpSpPr>
          <a:xfrm>
            <a:off x="0" y="4752988"/>
            <a:ext cx="9144000" cy="354505"/>
            <a:chOff x="0" y="4689888"/>
            <a:chExt cx="9144000" cy="354505"/>
          </a:xfrm>
        </p:grpSpPr>
        <p:grpSp>
          <p:nvGrpSpPr>
            <p:cNvPr id="1764" name="Google Shape;1764;p18"/>
            <p:cNvGrpSpPr/>
            <p:nvPr/>
          </p:nvGrpSpPr>
          <p:grpSpPr>
            <a:xfrm>
              <a:off x="0" y="4793425"/>
              <a:ext cx="9144000" cy="194975"/>
              <a:chOff x="0" y="4789550"/>
              <a:chExt cx="9144000" cy="194975"/>
            </a:xfrm>
          </p:grpSpPr>
          <p:sp>
            <p:nvSpPr>
              <p:cNvPr id="1765" name="Google Shape;1765;p18"/>
              <p:cNvSpPr/>
              <p:nvPr/>
            </p:nvSpPr>
            <p:spPr>
              <a:xfrm>
                <a:off x="0" y="4789550"/>
                <a:ext cx="9144000" cy="360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6" name="Google Shape;1766;p18"/>
              <p:cNvSpPr/>
              <p:nvPr/>
            </p:nvSpPr>
            <p:spPr>
              <a:xfrm>
                <a:off x="0" y="4948525"/>
                <a:ext cx="9144000" cy="360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67" name="Google Shape;1767;p18"/>
            <p:cNvGrpSpPr/>
            <p:nvPr/>
          </p:nvGrpSpPr>
          <p:grpSpPr>
            <a:xfrm>
              <a:off x="28483" y="4689888"/>
              <a:ext cx="9087034" cy="354505"/>
              <a:chOff x="28483" y="4689888"/>
              <a:chExt cx="9087034" cy="354505"/>
            </a:xfrm>
          </p:grpSpPr>
          <p:sp>
            <p:nvSpPr>
              <p:cNvPr id="1768" name="Google Shape;1768;p18"/>
              <p:cNvSpPr/>
              <p:nvPr/>
            </p:nvSpPr>
            <p:spPr>
              <a:xfrm>
                <a:off x="64010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6" y="1"/>
                      <a:pt x="533" y="8"/>
                      <a:pt x="518" y="24"/>
                    </a:cubicBezTo>
                    <a:lnTo>
                      <a:pt x="62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34" y="4431"/>
                      <a:pt x="1065" y="4401"/>
                      <a:pt x="1156" y="4370"/>
                    </a:cubicBezTo>
                    <a:lnTo>
                      <a:pt x="1156" y="601"/>
                    </a:lnTo>
                    <a:lnTo>
                      <a:pt x="1126" y="571"/>
                    </a:lnTo>
                    <a:lnTo>
                      <a:pt x="670" y="24"/>
                    </a:lnTo>
                    <a:cubicBezTo>
                      <a:pt x="639" y="8"/>
                      <a:pt x="609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9" name="Google Shape;1769;p18"/>
              <p:cNvSpPr/>
              <p:nvPr/>
            </p:nvSpPr>
            <p:spPr>
              <a:xfrm>
                <a:off x="79301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3" y="8"/>
                      <a:pt x="517" y="24"/>
                    </a:cubicBezTo>
                    <a:lnTo>
                      <a:pt x="6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34" y="4431"/>
                      <a:pt x="1064" y="4401"/>
                      <a:pt x="1156" y="4370"/>
                    </a:cubicBezTo>
                    <a:lnTo>
                      <a:pt x="1156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9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0" name="Google Shape;1770;p18"/>
              <p:cNvSpPr/>
              <p:nvPr/>
            </p:nvSpPr>
            <p:spPr>
              <a:xfrm>
                <a:off x="94592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2" y="4431"/>
                      <a:pt x="122" y="4431"/>
                    </a:cubicBezTo>
                    <a:lnTo>
                      <a:pt x="1003" y="4431"/>
                    </a:lnTo>
                    <a:cubicBezTo>
                      <a:pt x="103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8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1" name="Google Shape;1771;p18"/>
              <p:cNvSpPr/>
              <p:nvPr/>
            </p:nvSpPr>
            <p:spPr>
              <a:xfrm>
                <a:off x="109882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1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1" y="4431"/>
                      <a:pt x="122" y="4431"/>
                    </a:cubicBezTo>
                    <a:lnTo>
                      <a:pt x="1003" y="4431"/>
                    </a:lnTo>
                    <a:cubicBezTo>
                      <a:pt x="106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8" y="8"/>
                      <a:pt x="608" y="1"/>
                      <a:pt x="58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2" name="Google Shape;1772;p18"/>
              <p:cNvSpPr/>
              <p:nvPr/>
            </p:nvSpPr>
            <p:spPr>
              <a:xfrm>
                <a:off x="1251735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04" y="4431"/>
                      <a:pt x="103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3" name="Google Shape;1773;p18"/>
              <p:cNvSpPr/>
              <p:nvPr/>
            </p:nvSpPr>
            <p:spPr>
              <a:xfrm>
                <a:off x="1402243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4" name="Google Shape;1774;p18"/>
              <p:cNvSpPr/>
              <p:nvPr/>
            </p:nvSpPr>
            <p:spPr>
              <a:xfrm>
                <a:off x="1552751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64" y="4431"/>
                      <a:pt x="109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5" name="Google Shape;1775;p18"/>
              <p:cNvSpPr/>
              <p:nvPr/>
            </p:nvSpPr>
            <p:spPr>
              <a:xfrm>
                <a:off x="751362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6" name="Google Shape;1776;p18"/>
              <p:cNvSpPr/>
              <p:nvPr/>
            </p:nvSpPr>
            <p:spPr>
              <a:xfrm>
                <a:off x="7666529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3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7" name="Google Shape;1777;p18"/>
              <p:cNvSpPr/>
              <p:nvPr/>
            </p:nvSpPr>
            <p:spPr>
              <a:xfrm>
                <a:off x="7816957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8" name="Google Shape;1778;p18"/>
              <p:cNvSpPr/>
              <p:nvPr/>
            </p:nvSpPr>
            <p:spPr>
              <a:xfrm>
                <a:off x="796738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2" y="4431"/>
                      <a:pt x="122" y="4431"/>
                    </a:cubicBezTo>
                    <a:lnTo>
                      <a:pt x="1003" y="4431"/>
                    </a:lnTo>
                    <a:cubicBezTo>
                      <a:pt x="103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8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9" name="Google Shape;1779;p18"/>
              <p:cNvSpPr/>
              <p:nvPr/>
            </p:nvSpPr>
            <p:spPr>
              <a:xfrm>
                <a:off x="812029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93" y="1"/>
                    </a:moveTo>
                    <a:cubicBezTo>
                      <a:pt x="562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1" y="4431"/>
                      <a:pt x="122" y="4431"/>
                    </a:cubicBezTo>
                    <a:lnTo>
                      <a:pt x="1003" y="4431"/>
                    </a:lnTo>
                    <a:cubicBezTo>
                      <a:pt x="106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54" y="8"/>
                      <a:pt x="623" y="1"/>
                      <a:pt x="59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0" name="Google Shape;1780;p18"/>
              <p:cNvSpPr/>
              <p:nvPr/>
            </p:nvSpPr>
            <p:spPr>
              <a:xfrm>
                <a:off x="8273198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1" y="4431"/>
                      <a:pt x="122" y="4431"/>
                    </a:cubicBezTo>
                    <a:lnTo>
                      <a:pt x="973" y="4431"/>
                    </a:lnTo>
                    <a:cubicBezTo>
                      <a:pt x="1034" y="4431"/>
                      <a:pt x="1065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1" name="Google Shape;1781;p18"/>
              <p:cNvSpPr/>
              <p:nvPr/>
            </p:nvSpPr>
            <p:spPr>
              <a:xfrm>
                <a:off x="8423706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34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2" name="Google Shape;1782;p18"/>
              <p:cNvSpPr/>
              <p:nvPr/>
            </p:nvSpPr>
            <p:spPr>
              <a:xfrm>
                <a:off x="8574214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64" y="4431"/>
                      <a:pt x="109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3" name="Google Shape;1783;p18"/>
              <p:cNvSpPr/>
              <p:nvPr/>
            </p:nvSpPr>
            <p:spPr>
              <a:xfrm>
                <a:off x="8724643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2" y="4431"/>
                      <a:pt x="122" y="4431"/>
                    </a:cubicBezTo>
                    <a:lnTo>
                      <a:pt x="974" y="4431"/>
                    </a:lnTo>
                    <a:cubicBezTo>
                      <a:pt x="1065" y="4431"/>
                      <a:pt x="1095" y="4401"/>
                      <a:pt x="1126" y="4370"/>
                    </a:cubicBezTo>
                    <a:lnTo>
                      <a:pt x="112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4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4" name="Google Shape;1784;p18"/>
              <p:cNvSpPr/>
              <p:nvPr/>
            </p:nvSpPr>
            <p:spPr>
              <a:xfrm>
                <a:off x="8875151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74" y="1"/>
                    </a:moveTo>
                    <a:cubicBezTo>
                      <a:pt x="547" y="1"/>
                      <a:pt x="517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122" y="4431"/>
                    </a:cubicBezTo>
                    <a:lnTo>
                      <a:pt x="1003" y="4431"/>
                    </a:lnTo>
                    <a:cubicBezTo>
                      <a:pt x="103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600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5" name="Google Shape;1785;p18"/>
              <p:cNvSpPr/>
              <p:nvPr/>
            </p:nvSpPr>
            <p:spPr>
              <a:xfrm>
                <a:off x="736071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6" name="Google Shape;1786;p18"/>
              <p:cNvSpPr/>
              <p:nvPr/>
            </p:nvSpPr>
            <p:spPr>
              <a:xfrm>
                <a:off x="720781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7" name="Google Shape;1787;p18"/>
              <p:cNvSpPr/>
              <p:nvPr/>
            </p:nvSpPr>
            <p:spPr>
              <a:xfrm>
                <a:off x="705490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8" name="Google Shape;1788;p18"/>
              <p:cNvSpPr/>
              <p:nvPr/>
            </p:nvSpPr>
            <p:spPr>
              <a:xfrm>
                <a:off x="690199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9" name="Google Shape;1789;p18"/>
              <p:cNvSpPr/>
              <p:nvPr/>
            </p:nvSpPr>
            <p:spPr>
              <a:xfrm>
                <a:off x="674909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0" name="Google Shape;1790;p18"/>
              <p:cNvSpPr/>
              <p:nvPr/>
            </p:nvSpPr>
            <p:spPr>
              <a:xfrm>
                <a:off x="659618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1" name="Google Shape;1791;p18"/>
              <p:cNvSpPr/>
              <p:nvPr/>
            </p:nvSpPr>
            <p:spPr>
              <a:xfrm>
                <a:off x="644327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2" name="Google Shape;1792;p18"/>
              <p:cNvSpPr/>
              <p:nvPr/>
            </p:nvSpPr>
            <p:spPr>
              <a:xfrm>
                <a:off x="629037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3" name="Google Shape;1793;p18"/>
              <p:cNvSpPr/>
              <p:nvPr/>
            </p:nvSpPr>
            <p:spPr>
              <a:xfrm>
                <a:off x="613746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4" name="Google Shape;1794;p18"/>
              <p:cNvSpPr/>
              <p:nvPr/>
            </p:nvSpPr>
            <p:spPr>
              <a:xfrm>
                <a:off x="598455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5" name="Google Shape;1795;p18"/>
              <p:cNvSpPr/>
              <p:nvPr/>
            </p:nvSpPr>
            <p:spPr>
              <a:xfrm>
                <a:off x="583165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6" name="Google Shape;1796;p18"/>
              <p:cNvSpPr/>
              <p:nvPr/>
            </p:nvSpPr>
            <p:spPr>
              <a:xfrm>
                <a:off x="567874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7" name="Google Shape;1797;p18"/>
              <p:cNvSpPr/>
              <p:nvPr/>
            </p:nvSpPr>
            <p:spPr>
              <a:xfrm>
                <a:off x="552583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8" name="Google Shape;1798;p18"/>
              <p:cNvSpPr/>
              <p:nvPr/>
            </p:nvSpPr>
            <p:spPr>
              <a:xfrm>
                <a:off x="537293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9" name="Google Shape;1799;p18"/>
              <p:cNvSpPr/>
              <p:nvPr/>
            </p:nvSpPr>
            <p:spPr>
              <a:xfrm>
                <a:off x="522002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0" name="Google Shape;1800;p18"/>
              <p:cNvSpPr/>
              <p:nvPr/>
            </p:nvSpPr>
            <p:spPr>
              <a:xfrm>
                <a:off x="506712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1" name="Google Shape;1801;p18"/>
              <p:cNvSpPr/>
              <p:nvPr/>
            </p:nvSpPr>
            <p:spPr>
              <a:xfrm>
                <a:off x="491421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2" name="Google Shape;1802;p18"/>
              <p:cNvSpPr/>
              <p:nvPr/>
            </p:nvSpPr>
            <p:spPr>
              <a:xfrm>
                <a:off x="476130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3" name="Google Shape;1803;p18"/>
              <p:cNvSpPr/>
              <p:nvPr/>
            </p:nvSpPr>
            <p:spPr>
              <a:xfrm>
                <a:off x="460840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4" name="Google Shape;1804;p18"/>
              <p:cNvSpPr/>
              <p:nvPr/>
            </p:nvSpPr>
            <p:spPr>
              <a:xfrm>
                <a:off x="445549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5" name="Google Shape;1805;p18"/>
              <p:cNvSpPr/>
              <p:nvPr/>
            </p:nvSpPr>
            <p:spPr>
              <a:xfrm>
                <a:off x="430258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6" name="Google Shape;1806;p18"/>
              <p:cNvSpPr/>
              <p:nvPr/>
            </p:nvSpPr>
            <p:spPr>
              <a:xfrm>
                <a:off x="414968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7" name="Google Shape;1807;p18"/>
              <p:cNvSpPr/>
              <p:nvPr/>
            </p:nvSpPr>
            <p:spPr>
              <a:xfrm>
                <a:off x="399677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8" name="Google Shape;1808;p18"/>
              <p:cNvSpPr/>
              <p:nvPr/>
            </p:nvSpPr>
            <p:spPr>
              <a:xfrm>
                <a:off x="384386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9" name="Google Shape;1809;p18"/>
              <p:cNvSpPr/>
              <p:nvPr/>
            </p:nvSpPr>
            <p:spPr>
              <a:xfrm>
                <a:off x="369096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0" name="Google Shape;1810;p18"/>
              <p:cNvSpPr/>
              <p:nvPr/>
            </p:nvSpPr>
            <p:spPr>
              <a:xfrm>
                <a:off x="353805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1" name="Google Shape;1811;p18"/>
              <p:cNvSpPr/>
              <p:nvPr/>
            </p:nvSpPr>
            <p:spPr>
              <a:xfrm>
                <a:off x="338514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2" name="Google Shape;1812;p18"/>
              <p:cNvSpPr/>
              <p:nvPr/>
            </p:nvSpPr>
            <p:spPr>
              <a:xfrm>
                <a:off x="323224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3" name="Google Shape;1813;p18"/>
              <p:cNvSpPr/>
              <p:nvPr/>
            </p:nvSpPr>
            <p:spPr>
              <a:xfrm>
                <a:off x="307933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4" name="Google Shape;1814;p18"/>
              <p:cNvSpPr/>
              <p:nvPr/>
            </p:nvSpPr>
            <p:spPr>
              <a:xfrm>
                <a:off x="292643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5" name="Google Shape;1815;p18"/>
              <p:cNvSpPr/>
              <p:nvPr/>
            </p:nvSpPr>
            <p:spPr>
              <a:xfrm>
                <a:off x="277352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6" name="Google Shape;1816;p18"/>
              <p:cNvSpPr/>
              <p:nvPr/>
            </p:nvSpPr>
            <p:spPr>
              <a:xfrm>
                <a:off x="262061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7" name="Google Shape;1817;p18"/>
              <p:cNvSpPr/>
              <p:nvPr/>
            </p:nvSpPr>
            <p:spPr>
              <a:xfrm>
                <a:off x="246771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8" name="Google Shape;1818;p18"/>
              <p:cNvSpPr/>
              <p:nvPr/>
            </p:nvSpPr>
            <p:spPr>
              <a:xfrm>
                <a:off x="231480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9" name="Google Shape;1819;p18"/>
              <p:cNvSpPr/>
              <p:nvPr/>
            </p:nvSpPr>
            <p:spPr>
              <a:xfrm>
                <a:off x="216189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0" name="Google Shape;1820;p18"/>
              <p:cNvSpPr/>
              <p:nvPr/>
            </p:nvSpPr>
            <p:spPr>
              <a:xfrm>
                <a:off x="200899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1" name="Google Shape;1821;p18"/>
              <p:cNvSpPr/>
              <p:nvPr/>
            </p:nvSpPr>
            <p:spPr>
              <a:xfrm>
                <a:off x="185608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2" name="Google Shape;1822;p18"/>
              <p:cNvSpPr/>
              <p:nvPr/>
            </p:nvSpPr>
            <p:spPr>
              <a:xfrm>
                <a:off x="170317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3" name="Google Shape;1823;p18"/>
              <p:cNvSpPr/>
              <p:nvPr/>
            </p:nvSpPr>
            <p:spPr>
              <a:xfrm>
                <a:off x="48720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4" name="Google Shape;1824;p18"/>
              <p:cNvSpPr/>
              <p:nvPr/>
            </p:nvSpPr>
            <p:spPr>
              <a:xfrm>
                <a:off x="33429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5" name="Google Shape;1825;p18"/>
              <p:cNvSpPr/>
              <p:nvPr/>
            </p:nvSpPr>
            <p:spPr>
              <a:xfrm>
                <a:off x="18139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6" name="Google Shape;1826;p18"/>
              <p:cNvSpPr/>
              <p:nvPr/>
            </p:nvSpPr>
            <p:spPr>
              <a:xfrm>
                <a:off x="2848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7" name="Google Shape;1827;p18"/>
              <p:cNvSpPr/>
              <p:nvPr/>
            </p:nvSpPr>
            <p:spPr>
              <a:xfrm>
                <a:off x="9025579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74" y="1"/>
                    </a:moveTo>
                    <a:cubicBezTo>
                      <a:pt x="547" y="1"/>
                      <a:pt x="517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122" y="4431"/>
                    </a:cubicBezTo>
                    <a:lnTo>
                      <a:pt x="1003" y="4431"/>
                    </a:lnTo>
                    <a:cubicBezTo>
                      <a:pt x="103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600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828" name="Google Shape;1828;p18"/>
          <p:cNvSpPr/>
          <p:nvPr/>
        </p:nvSpPr>
        <p:spPr>
          <a:xfrm>
            <a:off x="0" y="5107500"/>
            <a:ext cx="9144000" cy="36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29" name="Google Shape;1829;p18"/>
          <p:cNvGrpSpPr/>
          <p:nvPr/>
        </p:nvGrpSpPr>
        <p:grpSpPr>
          <a:xfrm>
            <a:off x="8500193" y="4148281"/>
            <a:ext cx="592952" cy="967689"/>
            <a:chOff x="8071153" y="3759204"/>
            <a:chExt cx="592952" cy="967689"/>
          </a:xfrm>
        </p:grpSpPr>
        <p:sp>
          <p:nvSpPr>
            <p:cNvPr id="1830" name="Google Shape;1830;p18"/>
            <p:cNvSpPr/>
            <p:nvPr/>
          </p:nvSpPr>
          <p:spPr>
            <a:xfrm>
              <a:off x="8350560" y="4196816"/>
              <a:ext cx="43890" cy="282116"/>
            </a:xfrm>
            <a:custGeom>
              <a:rect b="b" l="l" r="r" t="t"/>
              <a:pathLst>
                <a:path extrusionOk="0" h="3527" w="549">
                  <a:moveTo>
                    <a:pt x="153" y="0"/>
                  </a:moveTo>
                  <a:lnTo>
                    <a:pt x="1" y="3526"/>
                  </a:lnTo>
                  <a:lnTo>
                    <a:pt x="548" y="3435"/>
                  </a:lnTo>
                  <a:lnTo>
                    <a:pt x="39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1" name="Google Shape;1831;p18"/>
            <p:cNvSpPr/>
            <p:nvPr/>
          </p:nvSpPr>
          <p:spPr>
            <a:xfrm>
              <a:off x="8263101" y="4478852"/>
              <a:ext cx="221208" cy="248041"/>
            </a:xfrm>
            <a:custGeom>
              <a:rect b="b" l="l" r="r" t="t"/>
              <a:pathLst>
                <a:path extrusionOk="0" h="3101" w="2767">
                  <a:moveTo>
                    <a:pt x="1" y="0"/>
                  </a:moveTo>
                  <a:lnTo>
                    <a:pt x="396" y="3101"/>
                  </a:lnTo>
                  <a:lnTo>
                    <a:pt x="2402" y="3101"/>
                  </a:lnTo>
                  <a:lnTo>
                    <a:pt x="276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2" name="Google Shape;1832;p18"/>
            <p:cNvSpPr/>
            <p:nvPr/>
          </p:nvSpPr>
          <p:spPr>
            <a:xfrm>
              <a:off x="8248551" y="4435099"/>
              <a:ext cx="255184" cy="94865"/>
            </a:xfrm>
            <a:custGeom>
              <a:rect b="b" l="l" r="r" t="t"/>
              <a:pathLst>
                <a:path extrusionOk="0" h="1186" w="3192">
                  <a:moveTo>
                    <a:pt x="3192" y="0"/>
                  </a:moveTo>
                  <a:lnTo>
                    <a:pt x="0" y="61"/>
                  </a:lnTo>
                  <a:lnTo>
                    <a:pt x="61" y="1155"/>
                  </a:lnTo>
                  <a:lnTo>
                    <a:pt x="3040" y="1186"/>
                  </a:lnTo>
                  <a:lnTo>
                    <a:pt x="319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3" name="Google Shape;1833;p18"/>
            <p:cNvSpPr/>
            <p:nvPr/>
          </p:nvSpPr>
          <p:spPr>
            <a:xfrm>
              <a:off x="8265579" y="4527484"/>
              <a:ext cx="213853" cy="34075"/>
            </a:xfrm>
            <a:custGeom>
              <a:rect b="b" l="l" r="r" t="t"/>
              <a:pathLst>
                <a:path extrusionOk="0" h="426" w="2675">
                  <a:moveTo>
                    <a:pt x="0" y="0"/>
                  </a:moveTo>
                  <a:lnTo>
                    <a:pt x="91" y="426"/>
                  </a:lnTo>
                  <a:lnTo>
                    <a:pt x="2645" y="122"/>
                  </a:lnTo>
                  <a:lnTo>
                    <a:pt x="2675" y="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48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4" name="Google Shape;1834;p18"/>
            <p:cNvSpPr/>
            <p:nvPr/>
          </p:nvSpPr>
          <p:spPr>
            <a:xfrm>
              <a:off x="8318982" y="3766483"/>
              <a:ext cx="36535" cy="58391"/>
            </a:xfrm>
            <a:custGeom>
              <a:rect b="b" l="l" r="r" t="t"/>
              <a:pathLst>
                <a:path extrusionOk="0" h="730" w="457">
                  <a:moveTo>
                    <a:pt x="366" y="0"/>
                  </a:moveTo>
                  <a:cubicBezTo>
                    <a:pt x="366" y="0"/>
                    <a:pt x="122" y="122"/>
                    <a:pt x="62" y="304"/>
                  </a:cubicBezTo>
                  <a:cubicBezTo>
                    <a:pt x="1" y="517"/>
                    <a:pt x="62" y="730"/>
                    <a:pt x="62" y="730"/>
                  </a:cubicBezTo>
                  <a:cubicBezTo>
                    <a:pt x="62" y="730"/>
                    <a:pt x="305" y="608"/>
                    <a:pt x="366" y="426"/>
                  </a:cubicBezTo>
                  <a:cubicBezTo>
                    <a:pt x="457" y="244"/>
                    <a:pt x="366" y="0"/>
                    <a:pt x="36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5" name="Google Shape;1835;p18"/>
            <p:cNvSpPr/>
            <p:nvPr/>
          </p:nvSpPr>
          <p:spPr>
            <a:xfrm>
              <a:off x="8248551" y="3759204"/>
              <a:ext cx="58360" cy="65670"/>
            </a:xfrm>
            <a:custGeom>
              <a:rect b="b" l="l" r="r" t="t"/>
              <a:pathLst>
                <a:path extrusionOk="0" h="821" w="730">
                  <a:moveTo>
                    <a:pt x="0" y="0"/>
                  </a:moveTo>
                  <a:cubicBezTo>
                    <a:pt x="0" y="0"/>
                    <a:pt x="0" y="335"/>
                    <a:pt x="183" y="547"/>
                  </a:cubicBezTo>
                  <a:cubicBezTo>
                    <a:pt x="365" y="790"/>
                    <a:pt x="730" y="821"/>
                    <a:pt x="730" y="821"/>
                  </a:cubicBezTo>
                  <a:cubicBezTo>
                    <a:pt x="730" y="821"/>
                    <a:pt x="730" y="487"/>
                    <a:pt x="517" y="243"/>
                  </a:cubicBezTo>
                  <a:cubicBezTo>
                    <a:pt x="335" y="61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6" name="Google Shape;1836;p18"/>
            <p:cNvSpPr/>
            <p:nvPr/>
          </p:nvSpPr>
          <p:spPr>
            <a:xfrm>
              <a:off x="8532835" y="4167621"/>
              <a:ext cx="65715" cy="29275"/>
            </a:xfrm>
            <a:custGeom>
              <a:rect b="b" l="l" r="r" t="t"/>
              <a:pathLst>
                <a:path extrusionOk="0" h="366" w="822">
                  <a:moveTo>
                    <a:pt x="396" y="1"/>
                  </a:moveTo>
                  <a:cubicBezTo>
                    <a:pt x="153" y="1"/>
                    <a:pt x="1" y="213"/>
                    <a:pt x="1" y="213"/>
                  </a:cubicBezTo>
                  <a:cubicBezTo>
                    <a:pt x="1" y="213"/>
                    <a:pt x="183" y="365"/>
                    <a:pt x="426" y="365"/>
                  </a:cubicBezTo>
                  <a:cubicBezTo>
                    <a:pt x="669" y="365"/>
                    <a:pt x="821" y="153"/>
                    <a:pt x="821" y="153"/>
                  </a:cubicBezTo>
                  <a:cubicBezTo>
                    <a:pt x="821" y="153"/>
                    <a:pt x="609" y="1"/>
                    <a:pt x="396" y="1"/>
                  </a:cubicBezTo>
                  <a:close/>
                </a:path>
              </a:pathLst>
            </a:custGeom>
            <a:solidFill>
              <a:srgbClr val="7BBFB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7" name="Google Shape;1837;p18"/>
            <p:cNvSpPr/>
            <p:nvPr/>
          </p:nvSpPr>
          <p:spPr>
            <a:xfrm>
              <a:off x="8518285" y="4092272"/>
              <a:ext cx="48687" cy="80307"/>
            </a:xfrm>
            <a:custGeom>
              <a:rect b="b" l="l" r="r" t="t"/>
              <a:pathLst>
                <a:path extrusionOk="0" h="1004" w="609">
                  <a:moveTo>
                    <a:pt x="487" y="0"/>
                  </a:moveTo>
                  <a:cubicBezTo>
                    <a:pt x="487" y="0"/>
                    <a:pt x="183" y="152"/>
                    <a:pt x="61" y="426"/>
                  </a:cubicBezTo>
                  <a:cubicBezTo>
                    <a:pt x="0" y="699"/>
                    <a:pt x="122" y="1003"/>
                    <a:pt x="122" y="1003"/>
                  </a:cubicBezTo>
                  <a:cubicBezTo>
                    <a:pt x="122" y="1003"/>
                    <a:pt x="426" y="851"/>
                    <a:pt x="547" y="578"/>
                  </a:cubicBezTo>
                  <a:cubicBezTo>
                    <a:pt x="608" y="304"/>
                    <a:pt x="487" y="0"/>
                    <a:pt x="487" y="0"/>
                  </a:cubicBezTo>
                  <a:close/>
                </a:path>
              </a:pathLst>
            </a:custGeom>
            <a:solidFill>
              <a:srgbClr val="7BBFB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8" name="Google Shape;1838;p18"/>
            <p:cNvSpPr/>
            <p:nvPr/>
          </p:nvSpPr>
          <p:spPr>
            <a:xfrm>
              <a:off x="8071153" y="3827914"/>
              <a:ext cx="592952" cy="566871"/>
            </a:xfrm>
            <a:custGeom>
              <a:rect b="b" l="l" r="r" t="t"/>
              <a:pathLst>
                <a:path extrusionOk="0" h="7087" w="7417">
                  <a:moveTo>
                    <a:pt x="3931" y="0"/>
                  </a:moveTo>
                  <a:cubicBezTo>
                    <a:pt x="3624" y="0"/>
                    <a:pt x="3315" y="31"/>
                    <a:pt x="3010" y="83"/>
                  </a:cubicBezTo>
                  <a:cubicBezTo>
                    <a:pt x="1672" y="296"/>
                    <a:pt x="578" y="965"/>
                    <a:pt x="244" y="2363"/>
                  </a:cubicBezTo>
                  <a:cubicBezTo>
                    <a:pt x="0" y="3275"/>
                    <a:pt x="61" y="4430"/>
                    <a:pt x="426" y="5312"/>
                  </a:cubicBezTo>
                  <a:cubicBezTo>
                    <a:pt x="760" y="6132"/>
                    <a:pt x="1520" y="6770"/>
                    <a:pt x="2402" y="6953"/>
                  </a:cubicBezTo>
                  <a:cubicBezTo>
                    <a:pt x="2775" y="7038"/>
                    <a:pt x="3182" y="7086"/>
                    <a:pt x="3592" y="7086"/>
                  </a:cubicBezTo>
                  <a:cubicBezTo>
                    <a:pt x="4351" y="7086"/>
                    <a:pt x="5123" y="6922"/>
                    <a:pt x="5715" y="6527"/>
                  </a:cubicBezTo>
                  <a:cubicBezTo>
                    <a:pt x="6049" y="6315"/>
                    <a:pt x="6353" y="6071"/>
                    <a:pt x="6657" y="5767"/>
                  </a:cubicBezTo>
                  <a:cubicBezTo>
                    <a:pt x="7022" y="5342"/>
                    <a:pt x="7235" y="4825"/>
                    <a:pt x="7295" y="4308"/>
                  </a:cubicBezTo>
                  <a:cubicBezTo>
                    <a:pt x="7417" y="3640"/>
                    <a:pt x="7417" y="3032"/>
                    <a:pt x="7265" y="2515"/>
                  </a:cubicBezTo>
                  <a:cubicBezTo>
                    <a:pt x="7022" y="1634"/>
                    <a:pt x="6505" y="874"/>
                    <a:pt x="5593" y="387"/>
                  </a:cubicBezTo>
                  <a:cubicBezTo>
                    <a:pt x="5077" y="109"/>
                    <a:pt x="4509" y="0"/>
                    <a:pt x="393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39" name="Google Shape;1839;p18"/>
          <p:cNvGrpSpPr/>
          <p:nvPr/>
        </p:nvGrpSpPr>
        <p:grpSpPr>
          <a:xfrm>
            <a:off x="50855" y="4148281"/>
            <a:ext cx="592952" cy="967689"/>
            <a:chOff x="8071153" y="3759204"/>
            <a:chExt cx="592952" cy="967689"/>
          </a:xfrm>
        </p:grpSpPr>
        <p:sp>
          <p:nvSpPr>
            <p:cNvPr id="1840" name="Google Shape;1840;p18"/>
            <p:cNvSpPr/>
            <p:nvPr/>
          </p:nvSpPr>
          <p:spPr>
            <a:xfrm>
              <a:off x="8350560" y="4196816"/>
              <a:ext cx="43890" cy="282116"/>
            </a:xfrm>
            <a:custGeom>
              <a:rect b="b" l="l" r="r" t="t"/>
              <a:pathLst>
                <a:path extrusionOk="0" h="3527" w="549">
                  <a:moveTo>
                    <a:pt x="153" y="0"/>
                  </a:moveTo>
                  <a:lnTo>
                    <a:pt x="1" y="3526"/>
                  </a:lnTo>
                  <a:lnTo>
                    <a:pt x="548" y="3435"/>
                  </a:lnTo>
                  <a:lnTo>
                    <a:pt x="39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1" name="Google Shape;1841;p18"/>
            <p:cNvSpPr/>
            <p:nvPr/>
          </p:nvSpPr>
          <p:spPr>
            <a:xfrm>
              <a:off x="8263101" y="4478852"/>
              <a:ext cx="221208" cy="248041"/>
            </a:xfrm>
            <a:custGeom>
              <a:rect b="b" l="l" r="r" t="t"/>
              <a:pathLst>
                <a:path extrusionOk="0" h="3101" w="2767">
                  <a:moveTo>
                    <a:pt x="1" y="0"/>
                  </a:moveTo>
                  <a:lnTo>
                    <a:pt x="396" y="3101"/>
                  </a:lnTo>
                  <a:lnTo>
                    <a:pt x="2402" y="3101"/>
                  </a:lnTo>
                  <a:lnTo>
                    <a:pt x="276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2" name="Google Shape;1842;p18"/>
            <p:cNvSpPr/>
            <p:nvPr/>
          </p:nvSpPr>
          <p:spPr>
            <a:xfrm>
              <a:off x="8248551" y="4435099"/>
              <a:ext cx="255184" cy="94865"/>
            </a:xfrm>
            <a:custGeom>
              <a:rect b="b" l="l" r="r" t="t"/>
              <a:pathLst>
                <a:path extrusionOk="0" h="1186" w="3192">
                  <a:moveTo>
                    <a:pt x="3192" y="0"/>
                  </a:moveTo>
                  <a:lnTo>
                    <a:pt x="0" y="61"/>
                  </a:lnTo>
                  <a:lnTo>
                    <a:pt x="61" y="1155"/>
                  </a:lnTo>
                  <a:lnTo>
                    <a:pt x="3040" y="1186"/>
                  </a:lnTo>
                  <a:lnTo>
                    <a:pt x="319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3" name="Google Shape;1843;p18"/>
            <p:cNvSpPr/>
            <p:nvPr/>
          </p:nvSpPr>
          <p:spPr>
            <a:xfrm>
              <a:off x="8265579" y="4527484"/>
              <a:ext cx="213853" cy="34075"/>
            </a:xfrm>
            <a:custGeom>
              <a:rect b="b" l="l" r="r" t="t"/>
              <a:pathLst>
                <a:path extrusionOk="0" h="426" w="2675">
                  <a:moveTo>
                    <a:pt x="0" y="0"/>
                  </a:moveTo>
                  <a:lnTo>
                    <a:pt x="91" y="426"/>
                  </a:lnTo>
                  <a:lnTo>
                    <a:pt x="2645" y="122"/>
                  </a:lnTo>
                  <a:lnTo>
                    <a:pt x="2675" y="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48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4" name="Google Shape;1844;p18"/>
            <p:cNvSpPr/>
            <p:nvPr/>
          </p:nvSpPr>
          <p:spPr>
            <a:xfrm>
              <a:off x="8318982" y="3766483"/>
              <a:ext cx="36535" cy="58391"/>
            </a:xfrm>
            <a:custGeom>
              <a:rect b="b" l="l" r="r" t="t"/>
              <a:pathLst>
                <a:path extrusionOk="0" h="730" w="457">
                  <a:moveTo>
                    <a:pt x="366" y="0"/>
                  </a:moveTo>
                  <a:cubicBezTo>
                    <a:pt x="366" y="0"/>
                    <a:pt x="122" y="122"/>
                    <a:pt x="62" y="304"/>
                  </a:cubicBezTo>
                  <a:cubicBezTo>
                    <a:pt x="1" y="517"/>
                    <a:pt x="62" y="730"/>
                    <a:pt x="62" y="730"/>
                  </a:cubicBezTo>
                  <a:cubicBezTo>
                    <a:pt x="62" y="730"/>
                    <a:pt x="305" y="608"/>
                    <a:pt x="366" y="426"/>
                  </a:cubicBezTo>
                  <a:cubicBezTo>
                    <a:pt x="457" y="244"/>
                    <a:pt x="366" y="0"/>
                    <a:pt x="36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5" name="Google Shape;1845;p18"/>
            <p:cNvSpPr/>
            <p:nvPr/>
          </p:nvSpPr>
          <p:spPr>
            <a:xfrm>
              <a:off x="8248551" y="3759204"/>
              <a:ext cx="58360" cy="65670"/>
            </a:xfrm>
            <a:custGeom>
              <a:rect b="b" l="l" r="r" t="t"/>
              <a:pathLst>
                <a:path extrusionOk="0" h="821" w="730">
                  <a:moveTo>
                    <a:pt x="0" y="0"/>
                  </a:moveTo>
                  <a:cubicBezTo>
                    <a:pt x="0" y="0"/>
                    <a:pt x="0" y="335"/>
                    <a:pt x="183" y="547"/>
                  </a:cubicBezTo>
                  <a:cubicBezTo>
                    <a:pt x="365" y="790"/>
                    <a:pt x="730" y="821"/>
                    <a:pt x="730" y="821"/>
                  </a:cubicBezTo>
                  <a:cubicBezTo>
                    <a:pt x="730" y="821"/>
                    <a:pt x="730" y="487"/>
                    <a:pt x="517" y="243"/>
                  </a:cubicBezTo>
                  <a:cubicBezTo>
                    <a:pt x="335" y="61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6" name="Google Shape;1846;p18"/>
            <p:cNvSpPr/>
            <p:nvPr/>
          </p:nvSpPr>
          <p:spPr>
            <a:xfrm>
              <a:off x="8532835" y="4167621"/>
              <a:ext cx="65715" cy="29275"/>
            </a:xfrm>
            <a:custGeom>
              <a:rect b="b" l="l" r="r" t="t"/>
              <a:pathLst>
                <a:path extrusionOk="0" h="366" w="822">
                  <a:moveTo>
                    <a:pt x="396" y="1"/>
                  </a:moveTo>
                  <a:cubicBezTo>
                    <a:pt x="153" y="1"/>
                    <a:pt x="1" y="213"/>
                    <a:pt x="1" y="213"/>
                  </a:cubicBezTo>
                  <a:cubicBezTo>
                    <a:pt x="1" y="213"/>
                    <a:pt x="183" y="365"/>
                    <a:pt x="426" y="365"/>
                  </a:cubicBezTo>
                  <a:cubicBezTo>
                    <a:pt x="669" y="365"/>
                    <a:pt x="821" y="153"/>
                    <a:pt x="821" y="153"/>
                  </a:cubicBezTo>
                  <a:cubicBezTo>
                    <a:pt x="821" y="153"/>
                    <a:pt x="609" y="1"/>
                    <a:pt x="396" y="1"/>
                  </a:cubicBezTo>
                  <a:close/>
                </a:path>
              </a:pathLst>
            </a:custGeom>
            <a:solidFill>
              <a:srgbClr val="7BBFB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7" name="Google Shape;1847;p18"/>
            <p:cNvSpPr/>
            <p:nvPr/>
          </p:nvSpPr>
          <p:spPr>
            <a:xfrm>
              <a:off x="8518285" y="4092272"/>
              <a:ext cx="48687" cy="80307"/>
            </a:xfrm>
            <a:custGeom>
              <a:rect b="b" l="l" r="r" t="t"/>
              <a:pathLst>
                <a:path extrusionOk="0" h="1004" w="609">
                  <a:moveTo>
                    <a:pt x="487" y="0"/>
                  </a:moveTo>
                  <a:cubicBezTo>
                    <a:pt x="487" y="0"/>
                    <a:pt x="183" y="152"/>
                    <a:pt x="61" y="426"/>
                  </a:cubicBezTo>
                  <a:cubicBezTo>
                    <a:pt x="0" y="699"/>
                    <a:pt x="122" y="1003"/>
                    <a:pt x="122" y="1003"/>
                  </a:cubicBezTo>
                  <a:cubicBezTo>
                    <a:pt x="122" y="1003"/>
                    <a:pt x="426" y="851"/>
                    <a:pt x="547" y="578"/>
                  </a:cubicBezTo>
                  <a:cubicBezTo>
                    <a:pt x="608" y="304"/>
                    <a:pt x="487" y="0"/>
                    <a:pt x="487" y="0"/>
                  </a:cubicBezTo>
                  <a:close/>
                </a:path>
              </a:pathLst>
            </a:custGeom>
            <a:solidFill>
              <a:srgbClr val="7BBFB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8" name="Google Shape;1848;p18"/>
            <p:cNvSpPr/>
            <p:nvPr/>
          </p:nvSpPr>
          <p:spPr>
            <a:xfrm>
              <a:off x="8071153" y="3827914"/>
              <a:ext cx="592952" cy="566871"/>
            </a:xfrm>
            <a:custGeom>
              <a:rect b="b" l="l" r="r" t="t"/>
              <a:pathLst>
                <a:path extrusionOk="0" h="7087" w="7417">
                  <a:moveTo>
                    <a:pt x="3931" y="0"/>
                  </a:moveTo>
                  <a:cubicBezTo>
                    <a:pt x="3624" y="0"/>
                    <a:pt x="3315" y="31"/>
                    <a:pt x="3010" y="83"/>
                  </a:cubicBezTo>
                  <a:cubicBezTo>
                    <a:pt x="1672" y="296"/>
                    <a:pt x="578" y="965"/>
                    <a:pt x="244" y="2363"/>
                  </a:cubicBezTo>
                  <a:cubicBezTo>
                    <a:pt x="0" y="3275"/>
                    <a:pt x="61" y="4430"/>
                    <a:pt x="426" y="5312"/>
                  </a:cubicBezTo>
                  <a:cubicBezTo>
                    <a:pt x="760" y="6132"/>
                    <a:pt x="1520" y="6770"/>
                    <a:pt x="2402" y="6953"/>
                  </a:cubicBezTo>
                  <a:cubicBezTo>
                    <a:pt x="2775" y="7038"/>
                    <a:pt x="3182" y="7086"/>
                    <a:pt x="3592" y="7086"/>
                  </a:cubicBezTo>
                  <a:cubicBezTo>
                    <a:pt x="4351" y="7086"/>
                    <a:pt x="5123" y="6922"/>
                    <a:pt x="5715" y="6527"/>
                  </a:cubicBezTo>
                  <a:cubicBezTo>
                    <a:pt x="6049" y="6315"/>
                    <a:pt x="6353" y="6071"/>
                    <a:pt x="6657" y="5767"/>
                  </a:cubicBezTo>
                  <a:cubicBezTo>
                    <a:pt x="7022" y="5342"/>
                    <a:pt x="7235" y="4825"/>
                    <a:pt x="7295" y="4308"/>
                  </a:cubicBezTo>
                  <a:cubicBezTo>
                    <a:pt x="7417" y="3640"/>
                    <a:pt x="7417" y="3032"/>
                    <a:pt x="7265" y="2515"/>
                  </a:cubicBezTo>
                  <a:cubicBezTo>
                    <a:pt x="7022" y="1634"/>
                    <a:pt x="6505" y="874"/>
                    <a:pt x="5593" y="387"/>
                  </a:cubicBezTo>
                  <a:cubicBezTo>
                    <a:pt x="5077" y="109"/>
                    <a:pt x="4509" y="0"/>
                    <a:pt x="393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49" name="Google Shape;1849;p18"/>
          <p:cNvSpPr txBox="1"/>
          <p:nvPr>
            <p:ph type="title"/>
          </p:nvPr>
        </p:nvSpPr>
        <p:spPr>
          <a:xfrm>
            <a:off x="720000" y="540000"/>
            <a:ext cx="7704000" cy="6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500"/>
              <a:buNone/>
              <a:defRPr>
                <a:solidFill>
                  <a:schemeClr val="accent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850" name="Google Shape;1850;p18"/>
          <p:cNvSpPr txBox="1"/>
          <p:nvPr>
            <p:ph idx="2" type="title"/>
          </p:nvPr>
        </p:nvSpPr>
        <p:spPr>
          <a:xfrm>
            <a:off x="1592400" y="1407600"/>
            <a:ext cx="2246400" cy="5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851" name="Google Shape;1851;p18"/>
          <p:cNvSpPr txBox="1"/>
          <p:nvPr>
            <p:ph idx="1" type="subTitle"/>
          </p:nvPr>
        </p:nvSpPr>
        <p:spPr>
          <a:xfrm>
            <a:off x="1592400" y="1885500"/>
            <a:ext cx="22464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1852" name="Google Shape;1852;p18"/>
          <p:cNvSpPr txBox="1"/>
          <p:nvPr>
            <p:ph idx="3" type="title"/>
          </p:nvPr>
        </p:nvSpPr>
        <p:spPr>
          <a:xfrm>
            <a:off x="1592400" y="2512800"/>
            <a:ext cx="2246400" cy="5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853" name="Google Shape;1853;p18"/>
          <p:cNvSpPr txBox="1"/>
          <p:nvPr>
            <p:ph idx="4" type="subTitle"/>
          </p:nvPr>
        </p:nvSpPr>
        <p:spPr>
          <a:xfrm>
            <a:off x="1592400" y="2990700"/>
            <a:ext cx="22464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1854" name="Google Shape;1854;p18"/>
          <p:cNvSpPr txBox="1"/>
          <p:nvPr>
            <p:ph idx="5" type="title"/>
          </p:nvPr>
        </p:nvSpPr>
        <p:spPr>
          <a:xfrm>
            <a:off x="1592400" y="3618900"/>
            <a:ext cx="2246400" cy="5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855" name="Google Shape;1855;p18"/>
          <p:cNvSpPr txBox="1"/>
          <p:nvPr>
            <p:ph idx="6" type="subTitle"/>
          </p:nvPr>
        </p:nvSpPr>
        <p:spPr>
          <a:xfrm>
            <a:off x="1592400" y="4096800"/>
            <a:ext cx="22464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1856" name="Google Shape;1856;p18"/>
          <p:cNvSpPr/>
          <p:nvPr/>
        </p:nvSpPr>
        <p:spPr>
          <a:xfrm>
            <a:off x="4547726" y="49970"/>
            <a:ext cx="1851686" cy="342426"/>
          </a:xfrm>
          <a:custGeom>
            <a:rect b="b" l="l" r="r" t="t"/>
            <a:pathLst>
              <a:path extrusionOk="0" h="4281" w="23162">
                <a:moveTo>
                  <a:pt x="12634" y="0"/>
                </a:moveTo>
                <a:cubicBezTo>
                  <a:pt x="11685" y="0"/>
                  <a:pt x="10826" y="596"/>
                  <a:pt x="10153" y="1849"/>
                </a:cubicBezTo>
                <a:cubicBezTo>
                  <a:pt x="8810" y="1477"/>
                  <a:pt x="7539" y="1314"/>
                  <a:pt x="6378" y="1314"/>
                </a:cubicBezTo>
                <a:cubicBezTo>
                  <a:pt x="2992" y="1314"/>
                  <a:pt x="544" y="2696"/>
                  <a:pt x="0" y="4281"/>
                </a:cubicBezTo>
                <a:lnTo>
                  <a:pt x="23162" y="4281"/>
                </a:lnTo>
                <a:cubicBezTo>
                  <a:pt x="22864" y="3777"/>
                  <a:pt x="20924" y="2045"/>
                  <a:pt x="18685" y="2045"/>
                </a:cubicBezTo>
                <a:cubicBezTo>
                  <a:pt x="17954" y="2045"/>
                  <a:pt x="17192" y="2229"/>
                  <a:pt x="16445" y="2700"/>
                </a:cubicBezTo>
                <a:cubicBezTo>
                  <a:pt x="15158" y="940"/>
                  <a:pt x="13825" y="0"/>
                  <a:pt x="12634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4_1">
    <p:spTree>
      <p:nvGrpSpPr>
        <p:cNvPr id="1857" name="Shape 1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58" name="Google Shape;1858;p19"/>
          <p:cNvGrpSpPr/>
          <p:nvPr/>
        </p:nvGrpSpPr>
        <p:grpSpPr>
          <a:xfrm>
            <a:off x="-15975" y="-52"/>
            <a:ext cx="9175950" cy="5143406"/>
            <a:chOff x="-15975" y="-52"/>
            <a:chExt cx="9175950" cy="5143406"/>
          </a:xfrm>
        </p:grpSpPr>
        <p:sp>
          <p:nvSpPr>
            <p:cNvPr id="1859" name="Google Shape;1859;p19"/>
            <p:cNvSpPr/>
            <p:nvPr/>
          </p:nvSpPr>
          <p:spPr>
            <a:xfrm rot="5400000">
              <a:off x="4570450" y="-378255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0" name="Google Shape;1860;p19"/>
            <p:cNvSpPr/>
            <p:nvPr/>
          </p:nvSpPr>
          <p:spPr>
            <a:xfrm rot="5400000">
              <a:off x="4570450" y="-276311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1" name="Google Shape;1861;p19"/>
            <p:cNvSpPr/>
            <p:nvPr/>
          </p:nvSpPr>
          <p:spPr>
            <a:xfrm rot="5400000">
              <a:off x="4570450" y="-174368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2" name="Google Shape;1862;p19"/>
            <p:cNvSpPr/>
            <p:nvPr/>
          </p:nvSpPr>
          <p:spPr>
            <a:xfrm rot="5400000">
              <a:off x="4570450" y="-72425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3" name="Google Shape;1863;p19"/>
            <p:cNvSpPr/>
            <p:nvPr/>
          </p:nvSpPr>
          <p:spPr>
            <a:xfrm rot="5400000">
              <a:off x="4570450" y="295184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4" name="Google Shape;1864;p19"/>
            <p:cNvSpPr/>
            <p:nvPr/>
          </p:nvSpPr>
          <p:spPr>
            <a:xfrm rot="5400000">
              <a:off x="4570450" y="-429226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5" name="Google Shape;1865;p19"/>
            <p:cNvSpPr/>
            <p:nvPr/>
          </p:nvSpPr>
          <p:spPr>
            <a:xfrm rot="5400000">
              <a:off x="4570450" y="-327283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6" name="Google Shape;1866;p19"/>
            <p:cNvSpPr/>
            <p:nvPr/>
          </p:nvSpPr>
          <p:spPr>
            <a:xfrm rot="5400000">
              <a:off x="4570450" y="-225340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7" name="Google Shape;1867;p19"/>
            <p:cNvSpPr/>
            <p:nvPr/>
          </p:nvSpPr>
          <p:spPr>
            <a:xfrm rot="5400000">
              <a:off x="4570450" y="-123396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8" name="Google Shape;1868;p19"/>
            <p:cNvSpPr/>
            <p:nvPr/>
          </p:nvSpPr>
          <p:spPr>
            <a:xfrm rot="5400000">
              <a:off x="4570450" y="-21453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9" name="Google Shape;1869;p19"/>
            <p:cNvSpPr/>
            <p:nvPr/>
          </p:nvSpPr>
          <p:spPr>
            <a:xfrm>
              <a:off x="5081305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0" name="Google Shape;1870;p19"/>
            <p:cNvSpPr/>
            <p:nvPr/>
          </p:nvSpPr>
          <p:spPr>
            <a:xfrm>
              <a:off x="6100964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1" name="Google Shape;1871;p19"/>
            <p:cNvSpPr/>
            <p:nvPr/>
          </p:nvSpPr>
          <p:spPr>
            <a:xfrm>
              <a:off x="7120623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2" name="Google Shape;1872;p19"/>
            <p:cNvSpPr/>
            <p:nvPr/>
          </p:nvSpPr>
          <p:spPr>
            <a:xfrm>
              <a:off x="8140282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3" name="Google Shape;1873;p19"/>
            <p:cNvSpPr/>
            <p:nvPr/>
          </p:nvSpPr>
          <p:spPr>
            <a:xfrm>
              <a:off x="5591134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4" name="Google Shape;1874;p19"/>
            <p:cNvSpPr/>
            <p:nvPr/>
          </p:nvSpPr>
          <p:spPr>
            <a:xfrm>
              <a:off x="6610793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5" name="Google Shape;1875;p19"/>
            <p:cNvSpPr/>
            <p:nvPr/>
          </p:nvSpPr>
          <p:spPr>
            <a:xfrm>
              <a:off x="7630452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6" name="Google Shape;1876;p19"/>
            <p:cNvSpPr/>
            <p:nvPr/>
          </p:nvSpPr>
          <p:spPr>
            <a:xfrm>
              <a:off x="8650111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877" name="Google Shape;1877;p19"/>
            <p:cNvGrpSpPr/>
            <p:nvPr/>
          </p:nvGrpSpPr>
          <p:grpSpPr>
            <a:xfrm>
              <a:off x="-15975" y="-52"/>
              <a:ext cx="4587484" cy="5143406"/>
              <a:chOff x="-9275" y="-1994782"/>
              <a:chExt cx="4587484" cy="9140583"/>
            </a:xfrm>
          </p:grpSpPr>
          <p:sp>
            <p:nvSpPr>
              <p:cNvPr id="1878" name="Google Shape;1878;p19"/>
              <p:cNvSpPr/>
              <p:nvPr/>
            </p:nvSpPr>
            <p:spPr>
              <a:xfrm>
                <a:off x="50044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9" name="Google Shape;1879;p19"/>
              <p:cNvSpPr/>
              <p:nvPr/>
            </p:nvSpPr>
            <p:spPr>
              <a:xfrm>
                <a:off x="15198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0" name="Google Shape;1880;p19"/>
              <p:cNvSpPr/>
              <p:nvPr/>
            </p:nvSpPr>
            <p:spPr>
              <a:xfrm>
                <a:off x="253930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1" name="Google Shape;1881;p19"/>
              <p:cNvSpPr/>
              <p:nvPr/>
            </p:nvSpPr>
            <p:spPr>
              <a:xfrm>
                <a:off x="355874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2" name="Google Shape;1882;p19"/>
              <p:cNvSpPr/>
              <p:nvPr/>
            </p:nvSpPr>
            <p:spPr>
              <a:xfrm>
                <a:off x="45781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3" name="Google Shape;1883;p19"/>
              <p:cNvSpPr/>
              <p:nvPr/>
            </p:nvSpPr>
            <p:spPr>
              <a:xfrm>
                <a:off x="101015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4" name="Google Shape;1884;p19"/>
              <p:cNvSpPr/>
              <p:nvPr/>
            </p:nvSpPr>
            <p:spPr>
              <a:xfrm>
                <a:off x="202959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5" name="Google Shape;1885;p19"/>
              <p:cNvSpPr/>
              <p:nvPr/>
            </p:nvSpPr>
            <p:spPr>
              <a:xfrm>
                <a:off x="304902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6" name="Google Shape;1886;p19"/>
              <p:cNvSpPr/>
              <p:nvPr/>
            </p:nvSpPr>
            <p:spPr>
              <a:xfrm>
                <a:off x="406845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7" name="Google Shape;1887;p19"/>
              <p:cNvSpPr/>
              <p:nvPr/>
            </p:nvSpPr>
            <p:spPr>
              <a:xfrm>
                <a:off x="-92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888" name="Google Shape;1888;p19"/>
            <p:cNvSpPr/>
            <p:nvPr/>
          </p:nvSpPr>
          <p:spPr>
            <a:xfrm>
              <a:off x="9159941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89" name="Google Shape;1889;p19"/>
          <p:cNvSpPr/>
          <p:nvPr/>
        </p:nvSpPr>
        <p:spPr>
          <a:xfrm>
            <a:off x="0" y="-75"/>
            <a:ext cx="9144000" cy="5143500"/>
          </a:xfrm>
          <a:prstGeom prst="rect">
            <a:avLst/>
          </a:prstGeom>
          <a:solidFill>
            <a:srgbClr val="D6E3EA">
              <a:alpha val="398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0" name="Google Shape;1890;p19"/>
          <p:cNvSpPr/>
          <p:nvPr/>
        </p:nvSpPr>
        <p:spPr>
          <a:xfrm>
            <a:off x="8423997" y="230400"/>
            <a:ext cx="627009" cy="570231"/>
          </a:xfrm>
          <a:custGeom>
            <a:rect b="b" l="l" r="r" t="t"/>
            <a:pathLst>
              <a:path extrusionOk="0" h="7129" w="7843">
                <a:moveTo>
                  <a:pt x="3921" y="1"/>
                </a:moveTo>
                <a:cubicBezTo>
                  <a:pt x="3010" y="1"/>
                  <a:pt x="2098" y="343"/>
                  <a:pt x="1399" y="1027"/>
                </a:cubicBezTo>
                <a:cubicBezTo>
                  <a:pt x="0" y="2425"/>
                  <a:pt x="0" y="4705"/>
                  <a:pt x="1399" y="6103"/>
                </a:cubicBezTo>
                <a:cubicBezTo>
                  <a:pt x="2098" y="6787"/>
                  <a:pt x="3010" y="7129"/>
                  <a:pt x="3921" y="7129"/>
                </a:cubicBezTo>
                <a:cubicBezTo>
                  <a:pt x="4833" y="7129"/>
                  <a:pt x="5745" y="6787"/>
                  <a:pt x="6444" y="6103"/>
                </a:cubicBezTo>
                <a:cubicBezTo>
                  <a:pt x="7843" y="4705"/>
                  <a:pt x="7843" y="2425"/>
                  <a:pt x="6444" y="1027"/>
                </a:cubicBezTo>
                <a:cubicBezTo>
                  <a:pt x="5745" y="343"/>
                  <a:pt x="4833" y="1"/>
                  <a:pt x="3921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91" name="Google Shape;1891;p19"/>
          <p:cNvGrpSpPr/>
          <p:nvPr/>
        </p:nvGrpSpPr>
        <p:grpSpPr>
          <a:xfrm>
            <a:off x="7647030" y="3998946"/>
            <a:ext cx="1496970" cy="1108547"/>
            <a:chOff x="7609470" y="3938246"/>
            <a:chExt cx="1496970" cy="1108547"/>
          </a:xfrm>
        </p:grpSpPr>
        <p:sp>
          <p:nvSpPr>
            <p:cNvPr id="1892" name="Google Shape;1892;p19"/>
            <p:cNvSpPr/>
            <p:nvPr/>
          </p:nvSpPr>
          <p:spPr>
            <a:xfrm flipH="1">
              <a:off x="7609470" y="3938246"/>
              <a:ext cx="1494572" cy="1108547"/>
            </a:xfrm>
            <a:custGeom>
              <a:rect b="b" l="l" r="r" t="t"/>
              <a:pathLst>
                <a:path extrusionOk="0" h="13859" w="18695">
                  <a:moveTo>
                    <a:pt x="1447" y="0"/>
                  </a:moveTo>
                  <a:cubicBezTo>
                    <a:pt x="1061" y="0"/>
                    <a:pt x="617" y="130"/>
                    <a:pt x="122" y="424"/>
                  </a:cubicBezTo>
                  <a:cubicBezTo>
                    <a:pt x="92" y="424"/>
                    <a:pt x="61" y="454"/>
                    <a:pt x="1" y="454"/>
                  </a:cubicBezTo>
                  <a:lnTo>
                    <a:pt x="1" y="13858"/>
                  </a:lnTo>
                  <a:lnTo>
                    <a:pt x="18694" y="13858"/>
                  </a:lnTo>
                  <a:cubicBezTo>
                    <a:pt x="18451" y="13038"/>
                    <a:pt x="17752" y="12339"/>
                    <a:pt x="16992" y="12035"/>
                  </a:cubicBezTo>
                  <a:cubicBezTo>
                    <a:pt x="16604" y="11877"/>
                    <a:pt x="16196" y="11814"/>
                    <a:pt x="15780" y="11814"/>
                  </a:cubicBezTo>
                  <a:cubicBezTo>
                    <a:pt x="15320" y="11814"/>
                    <a:pt x="14850" y="11891"/>
                    <a:pt x="14389" y="12002"/>
                  </a:cubicBezTo>
                  <a:lnTo>
                    <a:pt x="14389" y="12002"/>
                  </a:lnTo>
                  <a:cubicBezTo>
                    <a:pt x="14540" y="11959"/>
                    <a:pt x="14746" y="11667"/>
                    <a:pt x="14864" y="11548"/>
                  </a:cubicBezTo>
                  <a:cubicBezTo>
                    <a:pt x="15138" y="11244"/>
                    <a:pt x="15351" y="10940"/>
                    <a:pt x="15411" y="10576"/>
                  </a:cubicBezTo>
                  <a:cubicBezTo>
                    <a:pt x="15472" y="10120"/>
                    <a:pt x="15320" y="9664"/>
                    <a:pt x="15047" y="9299"/>
                  </a:cubicBezTo>
                  <a:cubicBezTo>
                    <a:pt x="14653" y="8827"/>
                    <a:pt x="14011" y="8581"/>
                    <a:pt x="13374" y="8581"/>
                  </a:cubicBezTo>
                  <a:cubicBezTo>
                    <a:pt x="13272" y="8581"/>
                    <a:pt x="13171" y="8588"/>
                    <a:pt x="13071" y="8600"/>
                  </a:cubicBezTo>
                  <a:lnTo>
                    <a:pt x="12980" y="8600"/>
                  </a:lnTo>
                  <a:cubicBezTo>
                    <a:pt x="12828" y="8630"/>
                    <a:pt x="12706" y="8630"/>
                    <a:pt x="12554" y="8691"/>
                  </a:cubicBezTo>
                  <a:cubicBezTo>
                    <a:pt x="12213" y="8835"/>
                    <a:pt x="11894" y="9021"/>
                    <a:pt x="11601" y="9243"/>
                  </a:cubicBezTo>
                  <a:lnTo>
                    <a:pt x="11601" y="9243"/>
                  </a:lnTo>
                  <a:cubicBezTo>
                    <a:pt x="11894" y="8923"/>
                    <a:pt x="12183" y="8555"/>
                    <a:pt x="12311" y="8235"/>
                  </a:cubicBezTo>
                  <a:cubicBezTo>
                    <a:pt x="13246" y="6312"/>
                    <a:pt x="11645" y="3636"/>
                    <a:pt x="9345" y="3636"/>
                  </a:cubicBezTo>
                  <a:cubicBezTo>
                    <a:pt x="9028" y="3636"/>
                    <a:pt x="8698" y="3687"/>
                    <a:pt x="8359" y="3798"/>
                  </a:cubicBezTo>
                  <a:cubicBezTo>
                    <a:pt x="7436" y="4182"/>
                    <a:pt x="6643" y="4956"/>
                    <a:pt x="6052" y="5864"/>
                  </a:cubicBezTo>
                  <a:lnTo>
                    <a:pt x="6052" y="5864"/>
                  </a:lnTo>
                  <a:cubicBezTo>
                    <a:pt x="7044" y="3936"/>
                    <a:pt x="6013" y="2566"/>
                    <a:pt x="4822" y="2566"/>
                  </a:cubicBezTo>
                  <a:cubicBezTo>
                    <a:pt x="4146" y="2566"/>
                    <a:pt x="3418" y="3008"/>
                    <a:pt x="2979" y="4041"/>
                  </a:cubicBezTo>
                  <a:cubicBezTo>
                    <a:pt x="3611" y="2050"/>
                    <a:pt x="2981" y="0"/>
                    <a:pt x="144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3" name="Google Shape;1893;p19"/>
            <p:cNvSpPr/>
            <p:nvPr/>
          </p:nvSpPr>
          <p:spPr>
            <a:xfrm flipH="1">
              <a:off x="8221849" y="4367699"/>
              <a:ext cx="884591" cy="679094"/>
            </a:xfrm>
            <a:custGeom>
              <a:rect b="b" l="l" r="r" t="t"/>
              <a:pathLst>
                <a:path extrusionOk="0" h="8490" w="11065">
                  <a:moveTo>
                    <a:pt x="486" y="1"/>
                  </a:moveTo>
                  <a:cubicBezTo>
                    <a:pt x="321" y="1"/>
                    <a:pt x="157" y="33"/>
                    <a:pt x="0" y="100"/>
                  </a:cubicBezTo>
                  <a:lnTo>
                    <a:pt x="0" y="8489"/>
                  </a:lnTo>
                  <a:lnTo>
                    <a:pt x="11064" y="8489"/>
                  </a:lnTo>
                  <a:cubicBezTo>
                    <a:pt x="10912" y="8003"/>
                    <a:pt x="10487" y="7578"/>
                    <a:pt x="10031" y="7426"/>
                  </a:cubicBezTo>
                  <a:cubicBezTo>
                    <a:pt x="9799" y="7339"/>
                    <a:pt x="9553" y="7300"/>
                    <a:pt x="9303" y="7300"/>
                  </a:cubicBezTo>
                  <a:cubicBezTo>
                    <a:pt x="9029" y="7300"/>
                    <a:pt x="8751" y="7346"/>
                    <a:pt x="8481" y="7426"/>
                  </a:cubicBezTo>
                  <a:cubicBezTo>
                    <a:pt x="8754" y="6939"/>
                    <a:pt x="8389" y="6271"/>
                    <a:pt x="7903" y="6058"/>
                  </a:cubicBezTo>
                  <a:cubicBezTo>
                    <a:pt x="7756" y="6003"/>
                    <a:pt x="7601" y="5978"/>
                    <a:pt x="7444" y="5978"/>
                  </a:cubicBezTo>
                  <a:cubicBezTo>
                    <a:pt x="7152" y="5978"/>
                    <a:pt x="6851" y="6063"/>
                    <a:pt x="6580" y="6195"/>
                  </a:cubicBezTo>
                  <a:lnTo>
                    <a:pt x="6580" y="6195"/>
                  </a:lnTo>
                  <a:cubicBezTo>
                    <a:pt x="6903" y="5981"/>
                    <a:pt x="7137" y="5620"/>
                    <a:pt x="7265" y="5237"/>
                  </a:cubicBezTo>
                  <a:cubicBezTo>
                    <a:pt x="7801" y="4084"/>
                    <a:pt x="6846" y="2504"/>
                    <a:pt x="5507" y="2504"/>
                  </a:cubicBezTo>
                  <a:cubicBezTo>
                    <a:pt x="5329" y="2504"/>
                    <a:pt x="5144" y="2532"/>
                    <a:pt x="4955" y="2593"/>
                  </a:cubicBezTo>
                  <a:cubicBezTo>
                    <a:pt x="4359" y="2836"/>
                    <a:pt x="3885" y="3321"/>
                    <a:pt x="3509" y="3896"/>
                  </a:cubicBezTo>
                  <a:lnTo>
                    <a:pt x="3509" y="3896"/>
                  </a:lnTo>
                  <a:cubicBezTo>
                    <a:pt x="4180" y="2709"/>
                    <a:pt x="3551" y="1867"/>
                    <a:pt x="2823" y="1867"/>
                  </a:cubicBezTo>
                  <a:cubicBezTo>
                    <a:pt x="2423" y="1867"/>
                    <a:pt x="1993" y="2122"/>
                    <a:pt x="1733" y="2714"/>
                  </a:cubicBezTo>
                  <a:cubicBezTo>
                    <a:pt x="2381" y="1081"/>
                    <a:pt x="1437" y="1"/>
                    <a:pt x="4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4" name="Google Shape;1894;p19"/>
            <p:cNvSpPr/>
            <p:nvPr/>
          </p:nvSpPr>
          <p:spPr>
            <a:xfrm flipH="1">
              <a:off x="8165967" y="4144614"/>
              <a:ext cx="82743" cy="75988"/>
            </a:xfrm>
            <a:custGeom>
              <a:rect b="b" l="l" r="r" t="t"/>
              <a:pathLst>
                <a:path extrusionOk="0" h="950" w="1035">
                  <a:moveTo>
                    <a:pt x="998" y="1"/>
                  </a:moveTo>
                  <a:cubicBezTo>
                    <a:pt x="894" y="1"/>
                    <a:pt x="584" y="21"/>
                    <a:pt x="335" y="245"/>
                  </a:cubicBezTo>
                  <a:cubicBezTo>
                    <a:pt x="31" y="488"/>
                    <a:pt x="1" y="944"/>
                    <a:pt x="1" y="944"/>
                  </a:cubicBezTo>
                  <a:cubicBezTo>
                    <a:pt x="1" y="944"/>
                    <a:pt x="38" y="950"/>
                    <a:pt x="99" y="950"/>
                  </a:cubicBezTo>
                  <a:cubicBezTo>
                    <a:pt x="235" y="950"/>
                    <a:pt x="490" y="921"/>
                    <a:pt x="700" y="731"/>
                  </a:cubicBezTo>
                  <a:cubicBezTo>
                    <a:pt x="1004" y="458"/>
                    <a:pt x="1034" y="2"/>
                    <a:pt x="1034" y="2"/>
                  </a:cubicBezTo>
                  <a:cubicBezTo>
                    <a:pt x="1034" y="2"/>
                    <a:pt x="1021" y="1"/>
                    <a:pt x="99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5" name="Google Shape;1895;p19"/>
            <p:cNvSpPr/>
            <p:nvPr/>
          </p:nvSpPr>
          <p:spPr>
            <a:xfrm flipH="1">
              <a:off x="8853654" y="4378097"/>
              <a:ext cx="82743" cy="116782"/>
            </a:xfrm>
            <a:custGeom>
              <a:rect b="b" l="l" r="r" t="t"/>
              <a:pathLst>
                <a:path extrusionOk="0" h="1460" w="1035">
                  <a:moveTo>
                    <a:pt x="913" y="1"/>
                  </a:moveTo>
                  <a:lnTo>
                    <a:pt x="913" y="1"/>
                  </a:lnTo>
                  <a:cubicBezTo>
                    <a:pt x="913" y="1"/>
                    <a:pt x="457" y="153"/>
                    <a:pt x="244" y="548"/>
                  </a:cubicBezTo>
                  <a:cubicBezTo>
                    <a:pt x="1" y="913"/>
                    <a:pt x="123" y="1460"/>
                    <a:pt x="123" y="1460"/>
                  </a:cubicBezTo>
                  <a:cubicBezTo>
                    <a:pt x="123" y="1460"/>
                    <a:pt x="578" y="1308"/>
                    <a:pt x="791" y="913"/>
                  </a:cubicBezTo>
                  <a:cubicBezTo>
                    <a:pt x="1034" y="548"/>
                    <a:pt x="913" y="1"/>
                    <a:pt x="9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6" name="Google Shape;1896;p19"/>
            <p:cNvSpPr/>
            <p:nvPr/>
          </p:nvSpPr>
          <p:spPr>
            <a:xfrm flipH="1">
              <a:off x="8255906" y="4047429"/>
              <a:ext cx="77786" cy="165414"/>
            </a:xfrm>
            <a:custGeom>
              <a:rect b="b" l="l" r="r" t="t"/>
              <a:pathLst>
                <a:path extrusionOk="0" h="2068" w="973">
                  <a:moveTo>
                    <a:pt x="243" y="1"/>
                  </a:moveTo>
                  <a:cubicBezTo>
                    <a:pt x="243" y="1"/>
                    <a:pt x="0" y="578"/>
                    <a:pt x="91" y="1156"/>
                  </a:cubicBezTo>
                  <a:cubicBezTo>
                    <a:pt x="213" y="1703"/>
                    <a:pt x="699" y="2068"/>
                    <a:pt x="699" y="2068"/>
                  </a:cubicBezTo>
                  <a:cubicBezTo>
                    <a:pt x="699" y="2068"/>
                    <a:pt x="973" y="1490"/>
                    <a:pt x="851" y="913"/>
                  </a:cubicBezTo>
                  <a:cubicBezTo>
                    <a:pt x="760" y="335"/>
                    <a:pt x="243" y="1"/>
                    <a:pt x="2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97" name="Google Shape;1897;p19"/>
          <p:cNvGrpSpPr/>
          <p:nvPr/>
        </p:nvGrpSpPr>
        <p:grpSpPr>
          <a:xfrm flipH="1">
            <a:off x="-518902" y="2809772"/>
            <a:ext cx="1496970" cy="2297721"/>
            <a:chOff x="243098" y="2746672"/>
            <a:chExt cx="1496970" cy="2297721"/>
          </a:xfrm>
        </p:grpSpPr>
        <p:sp>
          <p:nvSpPr>
            <p:cNvPr id="1898" name="Google Shape;1898;p19"/>
            <p:cNvSpPr/>
            <p:nvPr/>
          </p:nvSpPr>
          <p:spPr>
            <a:xfrm>
              <a:off x="789842" y="4086383"/>
              <a:ext cx="461762" cy="958010"/>
            </a:xfrm>
            <a:custGeom>
              <a:rect b="b" l="l" r="r" t="t"/>
              <a:pathLst>
                <a:path extrusionOk="0" h="11977" w="5776">
                  <a:moveTo>
                    <a:pt x="2888" y="0"/>
                  </a:moveTo>
                  <a:lnTo>
                    <a:pt x="2797" y="2219"/>
                  </a:lnTo>
                  <a:lnTo>
                    <a:pt x="1611" y="1307"/>
                  </a:lnTo>
                  <a:lnTo>
                    <a:pt x="1520" y="1429"/>
                  </a:lnTo>
                  <a:lnTo>
                    <a:pt x="2645" y="2797"/>
                  </a:lnTo>
                  <a:lnTo>
                    <a:pt x="2432" y="7082"/>
                  </a:lnTo>
                  <a:lnTo>
                    <a:pt x="1885" y="6535"/>
                  </a:lnTo>
                  <a:lnTo>
                    <a:pt x="1915" y="5076"/>
                  </a:lnTo>
                  <a:lnTo>
                    <a:pt x="1703" y="5015"/>
                  </a:lnTo>
                  <a:lnTo>
                    <a:pt x="1520" y="6201"/>
                  </a:lnTo>
                  <a:lnTo>
                    <a:pt x="152" y="5015"/>
                  </a:lnTo>
                  <a:lnTo>
                    <a:pt x="0" y="5137"/>
                  </a:lnTo>
                  <a:lnTo>
                    <a:pt x="2310" y="7812"/>
                  </a:lnTo>
                  <a:lnTo>
                    <a:pt x="2007" y="11976"/>
                  </a:lnTo>
                  <a:lnTo>
                    <a:pt x="3891" y="11976"/>
                  </a:lnTo>
                  <a:lnTo>
                    <a:pt x="3678" y="6748"/>
                  </a:lnTo>
                  <a:lnTo>
                    <a:pt x="4681" y="5107"/>
                  </a:lnTo>
                  <a:lnTo>
                    <a:pt x="5776" y="4955"/>
                  </a:lnTo>
                  <a:lnTo>
                    <a:pt x="5776" y="4772"/>
                  </a:lnTo>
                  <a:lnTo>
                    <a:pt x="4803" y="4803"/>
                  </a:lnTo>
                  <a:lnTo>
                    <a:pt x="5350" y="3921"/>
                  </a:lnTo>
                  <a:lnTo>
                    <a:pt x="5228" y="3800"/>
                  </a:lnTo>
                  <a:lnTo>
                    <a:pt x="3678" y="5471"/>
                  </a:lnTo>
                  <a:lnTo>
                    <a:pt x="3405" y="2736"/>
                  </a:lnTo>
                  <a:lnTo>
                    <a:pt x="319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9" name="Google Shape;1899;p19"/>
            <p:cNvSpPr/>
            <p:nvPr/>
          </p:nvSpPr>
          <p:spPr>
            <a:xfrm>
              <a:off x="274676" y="2746672"/>
              <a:ext cx="1465392" cy="1589112"/>
            </a:xfrm>
            <a:custGeom>
              <a:rect b="b" l="l" r="r" t="t"/>
              <a:pathLst>
                <a:path extrusionOk="0" h="19867" w="18330">
                  <a:moveTo>
                    <a:pt x="9682" y="1"/>
                  </a:moveTo>
                  <a:cubicBezTo>
                    <a:pt x="9666" y="1"/>
                    <a:pt x="9651" y="1"/>
                    <a:pt x="9636" y="1"/>
                  </a:cubicBezTo>
                  <a:cubicBezTo>
                    <a:pt x="8663" y="32"/>
                    <a:pt x="7873" y="731"/>
                    <a:pt x="7265" y="1460"/>
                  </a:cubicBezTo>
                  <a:cubicBezTo>
                    <a:pt x="6019" y="2980"/>
                    <a:pt x="5259" y="4865"/>
                    <a:pt x="5107" y="6840"/>
                  </a:cubicBezTo>
                  <a:cubicBezTo>
                    <a:pt x="4712" y="6354"/>
                    <a:pt x="4377" y="5868"/>
                    <a:pt x="3891" y="5472"/>
                  </a:cubicBezTo>
                  <a:cubicBezTo>
                    <a:pt x="3485" y="5168"/>
                    <a:pt x="2993" y="4926"/>
                    <a:pt x="2488" y="4926"/>
                  </a:cubicBezTo>
                  <a:cubicBezTo>
                    <a:pt x="2389" y="4926"/>
                    <a:pt x="2289" y="4936"/>
                    <a:pt x="2189" y="4956"/>
                  </a:cubicBezTo>
                  <a:cubicBezTo>
                    <a:pt x="1186" y="5108"/>
                    <a:pt x="548" y="6111"/>
                    <a:pt x="274" y="7114"/>
                  </a:cubicBezTo>
                  <a:cubicBezTo>
                    <a:pt x="1" y="8178"/>
                    <a:pt x="61" y="9272"/>
                    <a:pt x="396" y="10305"/>
                  </a:cubicBezTo>
                  <a:cubicBezTo>
                    <a:pt x="912" y="12007"/>
                    <a:pt x="2219" y="13375"/>
                    <a:pt x="3466" y="14622"/>
                  </a:cubicBezTo>
                  <a:cubicBezTo>
                    <a:pt x="3336" y="14567"/>
                    <a:pt x="3199" y="14541"/>
                    <a:pt x="3063" y="14541"/>
                  </a:cubicBezTo>
                  <a:cubicBezTo>
                    <a:pt x="2595" y="14541"/>
                    <a:pt x="2127" y="14843"/>
                    <a:pt x="1915" y="15290"/>
                  </a:cubicBezTo>
                  <a:cubicBezTo>
                    <a:pt x="1520" y="16050"/>
                    <a:pt x="1915" y="16901"/>
                    <a:pt x="2402" y="17509"/>
                  </a:cubicBezTo>
                  <a:cubicBezTo>
                    <a:pt x="2858" y="18026"/>
                    <a:pt x="3435" y="18391"/>
                    <a:pt x="4043" y="18695"/>
                  </a:cubicBezTo>
                  <a:cubicBezTo>
                    <a:pt x="5651" y="19498"/>
                    <a:pt x="7434" y="19866"/>
                    <a:pt x="9228" y="19866"/>
                  </a:cubicBezTo>
                  <a:cubicBezTo>
                    <a:pt x="11164" y="19866"/>
                    <a:pt x="13112" y="19437"/>
                    <a:pt x="14864" y="18664"/>
                  </a:cubicBezTo>
                  <a:cubicBezTo>
                    <a:pt x="16110" y="18117"/>
                    <a:pt x="16992" y="17205"/>
                    <a:pt x="17691" y="15989"/>
                  </a:cubicBezTo>
                  <a:cubicBezTo>
                    <a:pt x="18147" y="15290"/>
                    <a:pt x="18299" y="14439"/>
                    <a:pt x="18329" y="13649"/>
                  </a:cubicBezTo>
                  <a:cubicBezTo>
                    <a:pt x="18329" y="13102"/>
                    <a:pt x="18299" y="12585"/>
                    <a:pt x="18086" y="12129"/>
                  </a:cubicBezTo>
                  <a:cubicBezTo>
                    <a:pt x="17873" y="11673"/>
                    <a:pt x="17448" y="11248"/>
                    <a:pt x="16931" y="11187"/>
                  </a:cubicBezTo>
                  <a:cubicBezTo>
                    <a:pt x="16869" y="11174"/>
                    <a:pt x="16804" y="11168"/>
                    <a:pt x="16739" y="11168"/>
                  </a:cubicBezTo>
                  <a:cubicBezTo>
                    <a:pt x="16511" y="11168"/>
                    <a:pt x="16279" y="11244"/>
                    <a:pt x="16148" y="11384"/>
                  </a:cubicBezTo>
                  <a:lnTo>
                    <a:pt x="16148" y="11384"/>
                  </a:lnTo>
                  <a:cubicBezTo>
                    <a:pt x="16711" y="10695"/>
                    <a:pt x="17239" y="9890"/>
                    <a:pt x="17448" y="8998"/>
                  </a:cubicBezTo>
                  <a:cubicBezTo>
                    <a:pt x="17691" y="8086"/>
                    <a:pt x="17569" y="7083"/>
                    <a:pt x="16961" y="6384"/>
                  </a:cubicBezTo>
                  <a:cubicBezTo>
                    <a:pt x="16487" y="5810"/>
                    <a:pt x="15766" y="5523"/>
                    <a:pt x="15019" y="5523"/>
                  </a:cubicBezTo>
                  <a:cubicBezTo>
                    <a:pt x="14856" y="5523"/>
                    <a:pt x="14692" y="5536"/>
                    <a:pt x="14530" y="5564"/>
                  </a:cubicBezTo>
                  <a:cubicBezTo>
                    <a:pt x="13618" y="5716"/>
                    <a:pt x="12858" y="6202"/>
                    <a:pt x="12250" y="6871"/>
                  </a:cubicBezTo>
                  <a:cubicBezTo>
                    <a:pt x="12311" y="5472"/>
                    <a:pt x="12615" y="4074"/>
                    <a:pt x="12372" y="2706"/>
                  </a:cubicBezTo>
                  <a:cubicBezTo>
                    <a:pt x="12101" y="1354"/>
                    <a:pt x="11057" y="1"/>
                    <a:pt x="968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0" name="Google Shape;1900;p19"/>
            <p:cNvSpPr/>
            <p:nvPr/>
          </p:nvSpPr>
          <p:spPr>
            <a:xfrm>
              <a:off x="635228" y="4360980"/>
              <a:ext cx="324817" cy="282356"/>
            </a:xfrm>
            <a:custGeom>
              <a:rect b="b" l="l" r="r" t="t"/>
              <a:pathLst>
                <a:path extrusionOk="0" h="3530" w="4063">
                  <a:moveTo>
                    <a:pt x="1850" y="0"/>
                  </a:moveTo>
                  <a:cubicBezTo>
                    <a:pt x="1502" y="0"/>
                    <a:pt x="1195" y="373"/>
                    <a:pt x="1570" y="944"/>
                  </a:cubicBezTo>
                  <a:cubicBezTo>
                    <a:pt x="1296" y="663"/>
                    <a:pt x="1033" y="551"/>
                    <a:pt x="819" y="551"/>
                  </a:cubicBezTo>
                  <a:cubicBezTo>
                    <a:pt x="223" y="551"/>
                    <a:pt x="1" y="1409"/>
                    <a:pt x="962" y="1856"/>
                  </a:cubicBezTo>
                  <a:cubicBezTo>
                    <a:pt x="37" y="1881"/>
                    <a:pt x="304" y="2974"/>
                    <a:pt x="969" y="2974"/>
                  </a:cubicBezTo>
                  <a:cubicBezTo>
                    <a:pt x="1100" y="2974"/>
                    <a:pt x="1247" y="2931"/>
                    <a:pt x="1403" y="2829"/>
                  </a:cubicBezTo>
                  <a:lnTo>
                    <a:pt x="1403" y="2829"/>
                  </a:lnTo>
                  <a:cubicBezTo>
                    <a:pt x="1083" y="3075"/>
                    <a:pt x="1301" y="3529"/>
                    <a:pt x="1714" y="3529"/>
                  </a:cubicBezTo>
                  <a:cubicBezTo>
                    <a:pt x="1726" y="3529"/>
                    <a:pt x="1739" y="3529"/>
                    <a:pt x="1752" y="3528"/>
                  </a:cubicBezTo>
                  <a:cubicBezTo>
                    <a:pt x="2877" y="3315"/>
                    <a:pt x="4062" y="1491"/>
                    <a:pt x="3029" y="519"/>
                  </a:cubicBezTo>
                  <a:cubicBezTo>
                    <a:pt x="2955" y="430"/>
                    <a:pt x="2810" y="370"/>
                    <a:pt x="2680" y="370"/>
                  </a:cubicBezTo>
                  <a:cubicBezTo>
                    <a:pt x="2542" y="370"/>
                    <a:pt x="2421" y="438"/>
                    <a:pt x="2421" y="610"/>
                  </a:cubicBezTo>
                  <a:cubicBezTo>
                    <a:pt x="2358" y="184"/>
                    <a:pt x="2094" y="0"/>
                    <a:pt x="185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1" name="Google Shape;1901;p19"/>
            <p:cNvSpPr/>
            <p:nvPr/>
          </p:nvSpPr>
          <p:spPr>
            <a:xfrm>
              <a:off x="663449" y="3468479"/>
              <a:ext cx="794733" cy="858426"/>
            </a:xfrm>
            <a:custGeom>
              <a:rect b="b" l="l" r="r" t="t"/>
              <a:pathLst>
                <a:path extrusionOk="0" h="10732" w="9941">
                  <a:moveTo>
                    <a:pt x="3393" y="0"/>
                  </a:moveTo>
                  <a:cubicBezTo>
                    <a:pt x="3295" y="0"/>
                    <a:pt x="3197" y="11"/>
                    <a:pt x="3101" y="35"/>
                  </a:cubicBezTo>
                  <a:cubicBezTo>
                    <a:pt x="2341" y="217"/>
                    <a:pt x="1977" y="1129"/>
                    <a:pt x="2068" y="1889"/>
                  </a:cubicBezTo>
                  <a:cubicBezTo>
                    <a:pt x="2129" y="2649"/>
                    <a:pt x="2524" y="3379"/>
                    <a:pt x="2797" y="4078"/>
                  </a:cubicBezTo>
                  <a:cubicBezTo>
                    <a:pt x="2435" y="3871"/>
                    <a:pt x="2029" y="3730"/>
                    <a:pt x="1598" y="3730"/>
                  </a:cubicBezTo>
                  <a:cubicBezTo>
                    <a:pt x="1522" y="3730"/>
                    <a:pt x="1446" y="3734"/>
                    <a:pt x="1369" y="3743"/>
                  </a:cubicBezTo>
                  <a:cubicBezTo>
                    <a:pt x="882" y="3835"/>
                    <a:pt x="426" y="4139"/>
                    <a:pt x="244" y="4594"/>
                  </a:cubicBezTo>
                  <a:cubicBezTo>
                    <a:pt x="1" y="5081"/>
                    <a:pt x="122" y="5598"/>
                    <a:pt x="396" y="6053"/>
                  </a:cubicBezTo>
                  <a:cubicBezTo>
                    <a:pt x="670" y="6479"/>
                    <a:pt x="1065" y="6813"/>
                    <a:pt x="1490" y="7117"/>
                  </a:cubicBezTo>
                  <a:cubicBezTo>
                    <a:pt x="1414" y="7087"/>
                    <a:pt x="1331" y="7072"/>
                    <a:pt x="1247" y="7072"/>
                  </a:cubicBezTo>
                  <a:cubicBezTo>
                    <a:pt x="1163" y="7072"/>
                    <a:pt x="1080" y="7087"/>
                    <a:pt x="1004" y="7117"/>
                  </a:cubicBezTo>
                  <a:cubicBezTo>
                    <a:pt x="730" y="7239"/>
                    <a:pt x="578" y="7512"/>
                    <a:pt x="548" y="7816"/>
                  </a:cubicBezTo>
                  <a:cubicBezTo>
                    <a:pt x="518" y="8090"/>
                    <a:pt x="578" y="8394"/>
                    <a:pt x="670" y="8637"/>
                  </a:cubicBezTo>
                  <a:cubicBezTo>
                    <a:pt x="822" y="9093"/>
                    <a:pt x="1034" y="9519"/>
                    <a:pt x="1338" y="9701"/>
                  </a:cubicBezTo>
                  <a:cubicBezTo>
                    <a:pt x="1885" y="10248"/>
                    <a:pt x="2493" y="10582"/>
                    <a:pt x="3253" y="10674"/>
                  </a:cubicBezTo>
                  <a:cubicBezTo>
                    <a:pt x="3573" y="10712"/>
                    <a:pt x="3897" y="10731"/>
                    <a:pt x="4223" y="10731"/>
                  </a:cubicBezTo>
                  <a:cubicBezTo>
                    <a:pt x="5969" y="10731"/>
                    <a:pt x="7747" y="10171"/>
                    <a:pt x="9028" y="8941"/>
                  </a:cubicBezTo>
                  <a:cubicBezTo>
                    <a:pt x="9272" y="8728"/>
                    <a:pt x="9545" y="8424"/>
                    <a:pt x="9697" y="8060"/>
                  </a:cubicBezTo>
                  <a:cubicBezTo>
                    <a:pt x="9879" y="7695"/>
                    <a:pt x="9940" y="7148"/>
                    <a:pt x="9636" y="6813"/>
                  </a:cubicBezTo>
                  <a:cubicBezTo>
                    <a:pt x="9478" y="6690"/>
                    <a:pt x="9268" y="6607"/>
                    <a:pt x="9066" y="6607"/>
                  </a:cubicBezTo>
                  <a:cubicBezTo>
                    <a:pt x="8920" y="6607"/>
                    <a:pt x="8778" y="6650"/>
                    <a:pt x="8664" y="6753"/>
                  </a:cubicBezTo>
                  <a:cubicBezTo>
                    <a:pt x="9120" y="5841"/>
                    <a:pt x="9636" y="4929"/>
                    <a:pt x="9636" y="3926"/>
                  </a:cubicBezTo>
                  <a:cubicBezTo>
                    <a:pt x="9636" y="3348"/>
                    <a:pt x="9484" y="2740"/>
                    <a:pt x="9180" y="2224"/>
                  </a:cubicBezTo>
                  <a:cubicBezTo>
                    <a:pt x="8931" y="1807"/>
                    <a:pt x="8504" y="1391"/>
                    <a:pt x="7992" y="1391"/>
                  </a:cubicBezTo>
                  <a:cubicBezTo>
                    <a:pt x="7943" y="1391"/>
                    <a:pt x="7893" y="1395"/>
                    <a:pt x="7843" y="1403"/>
                  </a:cubicBezTo>
                  <a:cubicBezTo>
                    <a:pt x="7509" y="1464"/>
                    <a:pt x="7205" y="1707"/>
                    <a:pt x="6992" y="1950"/>
                  </a:cubicBezTo>
                  <a:cubicBezTo>
                    <a:pt x="6809" y="2254"/>
                    <a:pt x="6688" y="2558"/>
                    <a:pt x="6597" y="2923"/>
                  </a:cubicBezTo>
                  <a:cubicBezTo>
                    <a:pt x="6202" y="1889"/>
                    <a:pt x="5472" y="1008"/>
                    <a:pt x="4560" y="400"/>
                  </a:cubicBezTo>
                  <a:cubicBezTo>
                    <a:pt x="4194" y="180"/>
                    <a:pt x="3790" y="0"/>
                    <a:pt x="339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2" name="Google Shape;1902;p19"/>
            <p:cNvSpPr/>
            <p:nvPr/>
          </p:nvSpPr>
          <p:spPr>
            <a:xfrm>
              <a:off x="354861" y="3840821"/>
              <a:ext cx="72990" cy="104624"/>
            </a:xfrm>
            <a:custGeom>
              <a:rect b="b" l="l" r="r" t="t"/>
              <a:pathLst>
                <a:path extrusionOk="0" h="1308" w="913">
                  <a:moveTo>
                    <a:pt x="92" y="0"/>
                  </a:moveTo>
                  <a:cubicBezTo>
                    <a:pt x="92" y="0"/>
                    <a:pt x="1" y="456"/>
                    <a:pt x="183" y="791"/>
                  </a:cubicBezTo>
                  <a:cubicBezTo>
                    <a:pt x="365" y="1125"/>
                    <a:pt x="791" y="1307"/>
                    <a:pt x="791" y="1307"/>
                  </a:cubicBezTo>
                  <a:cubicBezTo>
                    <a:pt x="791" y="1307"/>
                    <a:pt x="912" y="851"/>
                    <a:pt x="700" y="487"/>
                  </a:cubicBezTo>
                  <a:cubicBezTo>
                    <a:pt x="487" y="152"/>
                    <a:pt x="92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3" name="Google Shape;1903;p19"/>
            <p:cNvSpPr/>
            <p:nvPr/>
          </p:nvSpPr>
          <p:spPr>
            <a:xfrm>
              <a:off x="243098" y="3940326"/>
              <a:ext cx="158051" cy="70869"/>
            </a:xfrm>
            <a:custGeom>
              <a:rect b="b" l="l" r="r" t="t"/>
              <a:pathLst>
                <a:path extrusionOk="0" h="886" w="1977">
                  <a:moveTo>
                    <a:pt x="996" y="1"/>
                  </a:moveTo>
                  <a:cubicBezTo>
                    <a:pt x="978" y="1"/>
                    <a:pt x="960" y="1"/>
                    <a:pt x="943" y="2"/>
                  </a:cubicBezTo>
                  <a:cubicBezTo>
                    <a:pt x="396" y="2"/>
                    <a:pt x="0" y="519"/>
                    <a:pt x="0" y="519"/>
                  </a:cubicBezTo>
                  <a:cubicBezTo>
                    <a:pt x="0" y="519"/>
                    <a:pt x="451" y="886"/>
                    <a:pt x="946" y="886"/>
                  </a:cubicBezTo>
                  <a:cubicBezTo>
                    <a:pt x="965" y="886"/>
                    <a:pt x="984" y="885"/>
                    <a:pt x="1003" y="884"/>
                  </a:cubicBezTo>
                  <a:cubicBezTo>
                    <a:pt x="1551" y="854"/>
                    <a:pt x="1976" y="398"/>
                    <a:pt x="1976" y="398"/>
                  </a:cubicBezTo>
                  <a:cubicBezTo>
                    <a:pt x="1976" y="398"/>
                    <a:pt x="1494" y="1"/>
                    <a:pt x="99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4" name="Google Shape;1904;p19"/>
            <p:cNvSpPr/>
            <p:nvPr/>
          </p:nvSpPr>
          <p:spPr>
            <a:xfrm>
              <a:off x="1256401" y="4479441"/>
              <a:ext cx="58360" cy="29755"/>
            </a:xfrm>
            <a:custGeom>
              <a:rect b="b" l="l" r="r" t="t"/>
              <a:pathLst>
                <a:path extrusionOk="0" h="372" w="730">
                  <a:moveTo>
                    <a:pt x="235" y="0"/>
                  </a:moveTo>
                  <a:cubicBezTo>
                    <a:pt x="108" y="0"/>
                    <a:pt x="0" y="41"/>
                    <a:pt x="0" y="41"/>
                  </a:cubicBezTo>
                  <a:cubicBezTo>
                    <a:pt x="0" y="41"/>
                    <a:pt x="122" y="253"/>
                    <a:pt x="304" y="345"/>
                  </a:cubicBezTo>
                  <a:cubicBezTo>
                    <a:pt x="365" y="365"/>
                    <a:pt x="433" y="372"/>
                    <a:pt x="496" y="372"/>
                  </a:cubicBezTo>
                  <a:cubicBezTo>
                    <a:pt x="622" y="372"/>
                    <a:pt x="730" y="345"/>
                    <a:pt x="730" y="345"/>
                  </a:cubicBezTo>
                  <a:cubicBezTo>
                    <a:pt x="730" y="345"/>
                    <a:pt x="608" y="101"/>
                    <a:pt x="426" y="41"/>
                  </a:cubicBezTo>
                  <a:cubicBezTo>
                    <a:pt x="365" y="10"/>
                    <a:pt x="298" y="0"/>
                    <a:pt x="23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5" name="Google Shape;1905;p19"/>
            <p:cNvSpPr/>
            <p:nvPr/>
          </p:nvSpPr>
          <p:spPr>
            <a:xfrm>
              <a:off x="1256401" y="4409692"/>
              <a:ext cx="60838" cy="58471"/>
            </a:xfrm>
            <a:custGeom>
              <a:rect b="b" l="l" r="r" t="t"/>
              <a:pathLst>
                <a:path extrusionOk="0" h="731" w="761">
                  <a:moveTo>
                    <a:pt x="760" y="1"/>
                  </a:moveTo>
                  <a:cubicBezTo>
                    <a:pt x="760" y="1"/>
                    <a:pt x="456" y="1"/>
                    <a:pt x="213" y="183"/>
                  </a:cubicBezTo>
                  <a:cubicBezTo>
                    <a:pt x="31" y="366"/>
                    <a:pt x="0" y="730"/>
                    <a:pt x="0" y="730"/>
                  </a:cubicBezTo>
                  <a:cubicBezTo>
                    <a:pt x="0" y="730"/>
                    <a:pt x="304" y="730"/>
                    <a:pt x="547" y="518"/>
                  </a:cubicBezTo>
                  <a:cubicBezTo>
                    <a:pt x="760" y="335"/>
                    <a:pt x="760" y="1"/>
                    <a:pt x="76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6" name="Google Shape;1906;p19"/>
            <p:cNvSpPr/>
            <p:nvPr/>
          </p:nvSpPr>
          <p:spPr>
            <a:xfrm>
              <a:off x="1217548" y="3476078"/>
              <a:ext cx="82663" cy="82787"/>
            </a:xfrm>
            <a:custGeom>
              <a:rect b="b" l="l" r="r" t="t"/>
              <a:pathLst>
                <a:path extrusionOk="0" h="1035" w="1034">
                  <a:moveTo>
                    <a:pt x="973" y="1"/>
                  </a:moveTo>
                  <a:lnTo>
                    <a:pt x="973" y="1"/>
                  </a:lnTo>
                  <a:cubicBezTo>
                    <a:pt x="973" y="1"/>
                    <a:pt x="517" y="1"/>
                    <a:pt x="274" y="305"/>
                  </a:cubicBezTo>
                  <a:cubicBezTo>
                    <a:pt x="0" y="578"/>
                    <a:pt x="0" y="1034"/>
                    <a:pt x="0" y="1034"/>
                  </a:cubicBezTo>
                  <a:cubicBezTo>
                    <a:pt x="0" y="1034"/>
                    <a:pt x="456" y="1034"/>
                    <a:pt x="730" y="730"/>
                  </a:cubicBezTo>
                  <a:cubicBezTo>
                    <a:pt x="1033" y="426"/>
                    <a:pt x="973" y="1"/>
                    <a:pt x="97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7" name="Google Shape;1907;p19"/>
            <p:cNvSpPr/>
            <p:nvPr/>
          </p:nvSpPr>
          <p:spPr>
            <a:xfrm>
              <a:off x="695027" y="3711641"/>
              <a:ext cx="72990" cy="37114"/>
            </a:xfrm>
            <a:custGeom>
              <a:rect b="b" l="l" r="r" t="t"/>
              <a:pathLst>
                <a:path extrusionOk="0" h="464" w="913">
                  <a:moveTo>
                    <a:pt x="318" y="1"/>
                  </a:moveTo>
                  <a:cubicBezTo>
                    <a:pt x="146" y="1"/>
                    <a:pt x="1" y="65"/>
                    <a:pt x="1" y="65"/>
                  </a:cubicBezTo>
                  <a:cubicBezTo>
                    <a:pt x="1" y="65"/>
                    <a:pt x="123" y="308"/>
                    <a:pt x="366" y="430"/>
                  </a:cubicBezTo>
                  <a:cubicBezTo>
                    <a:pt x="432" y="455"/>
                    <a:pt x="503" y="464"/>
                    <a:pt x="571" y="464"/>
                  </a:cubicBezTo>
                  <a:cubicBezTo>
                    <a:pt x="752" y="464"/>
                    <a:pt x="913" y="399"/>
                    <a:pt x="913" y="399"/>
                  </a:cubicBezTo>
                  <a:cubicBezTo>
                    <a:pt x="913" y="399"/>
                    <a:pt x="791" y="126"/>
                    <a:pt x="518" y="35"/>
                  </a:cubicBezTo>
                  <a:cubicBezTo>
                    <a:pt x="451" y="10"/>
                    <a:pt x="383" y="1"/>
                    <a:pt x="3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8" name="Google Shape;1908;p19"/>
            <p:cNvSpPr/>
            <p:nvPr/>
          </p:nvSpPr>
          <p:spPr>
            <a:xfrm>
              <a:off x="1113060" y="3398330"/>
              <a:ext cx="94815" cy="148377"/>
            </a:xfrm>
            <a:custGeom>
              <a:rect b="b" l="l" r="r" t="t"/>
              <a:pathLst>
                <a:path extrusionOk="0" h="1855" w="1186">
                  <a:moveTo>
                    <a:pt x="243" y="0"/>
                  </a:moveTo>
                  <a:cubicBezTo>
                    <a:pt x="243" y="0"/>
                    <a:pt x="0" y="517"/>
                    <a:pt x="213" y="1064"/>
                  </a:cubicBezTo>
                  <a:cubicBezTo>
                    <a:pt x="395" y="1581"/>
                    <a:pt x="973" y="1854"/>
                    <a:pt x="973" y="1854"/>
                  </a:cubicBezTo>
                  <a:cubicBezTo>
                    <a:pt x="973" y="1854"/>
                    <a:pt x="1185" y="1307"/>
                    <a:pt x="1003" y="791"/>
                  </a:cubicBezTo>
                  <a:cubicBezTo>
                    <a:pt x="821" y="304"/>
                    <a:pt x="243" y="0"/>
                    <a:pt x="24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9" name="Google Shape;1909;p19"/>
            <p:cNvSpPr/>
            <p:nvPr/>
          </p:nvSpPr>
          <p:spPr>
            <a:xfrm>
              <a:off x="758264" y="4468083"/>
              <a:ext cx="136146" cy="124061"/>
            </a:xfrm>
            <a:custGeom>
              <a:rect b="b" l="l" r="r" t="t"/>
              <a:pathLst>
                <a:path extrusionOk="0" h="1551" w="1703">
                  <a:moveTo>
                    <a:pt x="1277" y="0"/>
                  </a:moveTo>
                  <a:cubicBezTo>
                    <a:pt x="1094" y="0"/>
                    <a:pt x="1064" y="213"/>
                    <a:pt x="912" y="213"/>
                  </a:cubicBezTo>
                  <a:cubicBezTo>
                    <a:pt x="882" y="213"/>
                    <a:pt x="851" y="213"/>
                    <a:pt x="791" y="183"/>
                  </a:cubicBezTo>
                  <a:cubicBezTo>
                    <a:pt x="760" y="152"/>
                    <a:pt x="730" y="61"/>
                    <a:pt x="639" y="61"/>
                  </a:cubicBezTo>
                  <a:cubicBezTo>
                    <a:pt x="578" y="61"/>
                    <a:pt x="487" y="152"/>
                    <a:pt x="456" y="213"/>
                  </a:cubicBezTo>
                  <a:cubicBezTo>
                    <a:pt x="426" y="304"/>
                    <a:pt x="456" y="395"/>
                    <a:pt x="456" y="487"/>
                  </a:cubicBezTo>
                  <a:cubicBezTo>
                    <a:pt x="456" y="608"/>
                    <a:pt x="456" y="669"/>
                    <a:pt x="426" y="760"/>
                  </a:cubicBezTo>
                  <a:cubicBezTo>
                    <a:pt x="304" y="882"/>
                    <a:pt x="122" y="851"/>
                    <a:pt x="31" y="1003"/>
                  </a:cubicBezTo>
                  <a:cubicBezTo>
                    <a:pt x="0" y="1125"/>
                    <a:pt x="31" y="1277"/>
                    <a:pt x="122" y="1368"/>
                  </a:cubicBezTo>
                  <a:cubicBezTo>
                    <a:pt x="243" y="1459"/>
                    <a:pt x="335" y="1550"/>
                    <a:pt x="487" y="1550"/>
                  </a:cubicBezTo>
                  <a:lnTo>
                    <a:pt x="791" y="1550"/>
                  </a:lnTo>
                  <a:cubicBezTo>
                    <a:pt x="1064" y="1520"/>
                    <a:pt x="1307" y="1429"/>
                    <a:pt x="1490" y="1155"/>
                  </a:cubicBezTo>
                  <a:cubicBezTo>
                    <a:pt x="1672" y="943"/>
                    <a:pt x="1702" y="639"/>
                    <a:pt x="1642" y="365"/>
                  </a:cubicBezTo>
                  <a:cubicBezTo>
                    <a:pt x="1550" y="213"/>
                    <a:pt x="1490" y="31"/>
                    <a:pt x="127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10" name="Google Shape;1910;p19"/>
          <p:cNvSpPr/>
          <p:nvPr/>
        </p:nvSpPr>
        <p:spPr>
          <a:xfrm>
            <a:off x="0" y="5107500"/>
            <a:ext cx="9144000" cy="36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11" name="Google Shape;1911;p19"/>
          <p:cNvGrpSpPr/>
          <p:nvPr/>
        </p:nvGrpSpPr>
        <p:grpSpPr>
          <a:xfrm>
            <a:off x="0" y="4752988"/>
            <a:ext cx="9144000" cy="354505"/>
            <a:chOff x="0" y="4689888"/>
            <a:chExt cx="9144000" cy="354505"/>
          </a:xfrm>
        </p:grpSpPr>
        <p:grpSp>
          <p:nvGrpSpPr>
            <p:cNvPr id="1912" name="Google Shape;1912;p19"/>
            <p:cNvGrpSpPr/>
            <p:nvPr/>
          </p:nvGrpSpPr>
          <p:grpSpPr>
            <a:xfrm>
              <a:off x="0" y="4793425"/>
              <a:ext cx="9144000" cy="194975"/>
              <a:chOff x="0" y="4789550"/>
              <a:chExt cx="9144000" cy="194975"/>
            </a:xfrm>
          </p:grpSpPr>
          <p:sp>
            <p:nvSpPr>
              <p:cNvPr id="1913" name="Google Shape;1913;p19"/>
              <p:cNvSpPr/>
              <p:nvPr/>
            </p:nvSpPr>
            <p:spPr>
              <a:xfrm>
                <a:off x="0" y="4789550"/>
                <a:ext cx="9144000" cy="360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4" name="Google Shape;1914;p19"/>
              <p:cNvSpPr/>
              <p:nvPr/>
            </p:nvSpPr>
            <p:spPr>
              <a:xfrm>
                <a:off x="0" y="4948525"/>
                <a:ext cx="9144000" cy="360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15" name="Google Shape;1915;p19"/>
            <p:cNvGrpSpPr/>
            <p:nvPr/>
          </p:nvGrpSpPr>
          <p:grpSpPr>
            <a:xfrm>
              <a:off x="28483" y="4689888"/>
              <a:ext cx="9087034" cy="354505"/>
              <a:chOff x="28483" y="4689888"/>
              <a:chExt cx="9087034" cy="354505"/>
            </a:xfrm>
          </p:grpSpPr>
          <p:sp>
            <p:nvSpPr>
              <p:cNvPr id="1916" name="Google Shape;1916;p19"/>
              <p:cNvSpPr/>
              <p:nvPr/>
            </p:nvSpPr>
            <p:spPr>
              <a:xfrm>
                <a:off x="64010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6" y="1"/>
                      <a:pt x="533" y="8"/>
                      <a:pt x="518" y="24"/>
                    </a:cubicBezTo>
                    <a:lnTo>
                      <a:pt x="62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34" y="4431"/>
                      <a:pt x="1065" y="4401"/>
                      <a:pt x="1156" y="4370"/>
                    </a:cubicBezTo>
                    <a:lnTo>
                      <a:pt x="1156" y="601"/>
                    </a:lnTo>
                    <a:lnTo>
                      <a:pt x="1126" y="571"/>
                    </a:lnTo>
                    <a:lnTo>
                      <a:pt x="670" y="24"/>
                    </a:lnTo>
                    <a:cubicBezTo>
                      <a:pt x="639" y="8"/>
                      <a:pt x="609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7" name="Google Shape;1917;p19"/>
              <p:cNvSpPr/>
              <p:nvPr/>
            </p:nvSpPr>
            <p:spPr>
              <a:xfrm>
                <a:off x="79301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3" y="8"/>
                      <a:pt x="517" y="24"/>
                    </a:cubicBezTo>
                    <a:lnTo>
                      <a:pt x="6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34" y="4431"/>
                      <a:pt x="1064" y="4401"/>
                      <a:pt x="1156" y="4370"/>
                    </a:cubicBezTo>
                    <a:lnTo>
                      <a:pt x="1156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9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8" name="Google Shape;1918;p19"/>
              <p:cNvSpPr/>
              <p:nvPr/>
            </p:nvSpPr>
            <p:spPr>
              <a:xfrm>
                <a:off x="94592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2" y="4431"/>
                      <a:pt x="122" y="4431"/>
                    </a:cubicBezTo>
                    <a:lnTo>
                      <a:pt x="1003" y="4431"/>
                    </a:lnTo>
                    <a:cubicBezTo>
                      <a:pt x="103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8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9" name="Google Shape;1919;p19"/>
              <p:cNvSpPr/>
              <p:nvPr/>
            </p:nvSpPr>
            <p:spPr>
              <a:xfrm>
                <a:off x="109882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1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1" y="4431"/>
                      <a:pt x="122" y="4431"/>
                    </a:cubicBezTo>
                    <a:lnTo>
                      <a:pt x="1003" y="4431"/>
                    </a:lnTo>
                    <a:cubicBezTo>
                      <a:pt x="106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8" y="8"/>
                      <a:pt x="608" y="1"/>
                      <a:pt x="58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0" name="Google Shape;1920;p19"/>
              <p:cNvSpPr/>
              <p:nvPr/>
            </p:nvSpPr>
            <p:spPr>
              <a:xfrm>
                <a:off x="1251735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04" y="4431"/>
                      <a:pt x="103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1" name="Google Shape;1921;p19"/>
              <p:cNvSpPr/>
              <p:nvPr/>
            </p:nvSpPr>
            <p:spPr>
              <a:xfrm>
                <a:off x="1402243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2" name="Google Shape;1922;p19"/>
              <p:cNvSpPr/>
              <p:nvPr/>
            </p:nvSpPr>
            <p:spPr>
              <a:xfrm>
                <a:off x="1552751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64" y="4431"/>
                      <a:pt x="109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3" name="Google Shape;1923;p19"/>
              <p:cNvSpPr/>
              <p:nvPr/>
            </p:nvSpPr>
            <p:spPr>
              <a:xfrm>
                <a:off x="751362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4" name="Google Shape;1924;p19"/>
              <p:cNvSpPr/>
              <p:nvPr/>
            </p:nvSpPr>
            <p:spPr>
              <a:xfrm>
                <a:off x="7666529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3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5" name="Google Shape;1925;p19"/>
              <p:cNvSpPr/>
              <p:nvPr/>
            </p:nvSpPr>
            <p:spPr>
              <a:xfrm>
                <a:off x="7816957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6" name="Google Shape;1926;p19"/>
              <p:cNvSpPr/>
              <p:nvPr/>
            </p:nvSpPr>
            <p:spPr>
              <a:xfrm>
                <a:off x="796738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2" y="4431"/>
                      <a:pt x="122" y="4431"/>
                    </a:cubicBezTo>
                    <a:lnTo>
                      <a:pt x="1003" y="4431"/>
                    </a:lnTo>
                    <a:cubicBezTo>
                      <a:pt x="103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8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7" name="Google Shape;1927;p19"/>
              <p:cNvSpPr/>
              <p:nvPr/>
            </p:nvSpPr>
            <p:spPr>
              <a:xfrm>
                <a:off x="812029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93" y="1"/>
                    </a:moveTo>
                    <a:cubicBezTo>
                      <a:pt x="562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1" y="4431"/>
                      <a:pt x="122" y="4431"/>
                    </a:cubicBezTo>
                    <a:lnTo>
                      <a:pt x="1003" y="4431"/>
                    </a:lnTo>
                    <a:cubicBezTo>
                      <a:pt x="106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54" y="8"/>
                      <a:pt x="623" y="1"/>
                      <a:pt x="59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8" name="Google Shape;1928;p19"/>
              <p:cNvSpPr/>
              <p:nvPr/>
            </p:nvSpPr>
            <p:spPr>
              <a:xfrm>
                <a:off x="8273198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1" y="4431"/>
                      <a:pt x="122" y="4431"/>
                    </a:cubicBezTo>
                    <a:lnTo>
                      <a:pt x="973" y="4431"/>
                    </a:lnTo>
                    <a:cubicBezTo>
                      <a:pt x="1034" y="4431"/>
                      <a:pt x="1065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9" name="Google Shape;1929;p19"/>
              <p:cNvSpPr/>
              <p:nvPr/>
            </p:nvSpPr>
            <p:spPr>
              <a:xfrm>
                <a:off x="8423706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34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0" name="Google Shape;1930;p19"/>
              <p:cNvSpPr/>
              <p:nvPr/>
            </p:nvSpPr>
            <p:spPr>
              <a:xfrm>
                <a:off x="8574214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64" y="4431"/>
                      <a:pt x="109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1" name="Google Shape;1931;p19"/>
              <p:cNvSpPr/>
              <p:nvPr/>
            </p:nvSpPr>
            <p:spPr>
              <a:xfrm>
                <a:off x="8724643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2" y="4431"/>
                      <a:pt x="122" y="4431"/>
                    </a:cubicBezTo>
                    <a:lnTo>
                      <a:pt x="974" y="4431"/>
                    </a:lnTo>
                    <a:cubicBezTo>
                      <a:pt x="1065" y="4431"/>
                      <a:pt x="1095" y="4401"/>
                      <a:pt x="1126" y="4370"/>
                    </a:cubicBezTo>
                    <a:lnTo>
                      <a:pt x="112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4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2" name="Google Shape;1932;p19"/>
              <p:cNvSpPr/>
              <p:nvPr/>
            </p:nvSpPr>
            <p:spPr>
              <a:xfrm>
                <a:off x="8875151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74" y="1"/>
                    </a:moveTo>
                    <a:cubicBezTo>
                      <a:pt x="547" y="1"/>
                      <a:pt x="517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122" y="4431"/>
                    </a:cubicBezTo>
                    <a:lnTo>
                      <a:pt x="1003" y="4431"/>
                    </a:lnTo>
                    <a:cubicBezTo>
                      <a:pt x="103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600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3" name="Google Shape;1933;p19"/>
              <p:cNvSpPr/>
              <p:nvPr/>
            </p:nvSpPr>
            <p:spPr>
              <a:xfrm>
                <a:off x="736071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4" name="Google Shape;1934;p19"/>
              <p:cNvSpPr/>
              <p:nvPr/>
            </p:nvSpPr>
            <p:spPr>
              <a:xfrm>
                <a:off x="720781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5" name="Google Shape;1935;p19"/>
              <p:cNvSpPr/>
              <p:nvPr/>
            </p:nvSpPr>
            <p:spPr>
              <a:xfrm>
                <a:off x="705490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6" name="Google Shape;1936;p19"/>
              <p:cNvSpPr/>
              <p:nvPr/>
            </p:nvSpPr>
            <p:spPr>
              <a:xfrm>
                <a:off x="690199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7" name="Google Shape;1937;p19"/>
              <p:cNvSpPr/>
              <p:nvPr/>
            </p:nvSpPr>
            <p:spPr>
              <a:xfrm>
                <a:off x="674909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8" name="Google Shape;1938;p19"/>
              <p:cNvSpPr/>
              <p:nvPr/>
            </p:nvSpPr>
            <p:spPr>
              <a:xfrm>
                <a:off x="659618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9" name="Google Shape;1939;p19"/>
              <p:cNvSpPr/>
              <p:nvPr/>
            </p:nvSpPr>
            <p:spPr>
              <a:xfrm>
                <a:off x="644327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0" name="Google Shape;1940;p19"/>
              <p:cNvSpPr/>
              <p:nvPr/>
            </p:nvSpPr>
            <p:spPr>
              <a:xfrm>
                <a:off x="629037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1" name="Google Shape;1941;p19"/>
              <p:cNvSpPr/>
              <p:nvPr/>
            </p:nvSpPr>
            <p:spPr>
              <a:xfrm>
                <a:off x="613746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2" name="Google Shape;1942;p19"/>
              <p:cNvSpPr/>
              <p:nvPr/>
            </p:nvSpPr>
            <p:spPr>
              <a:xfrm>
                <a:off x="598455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3" name="Google Shape;1943;p19"/>
              <p:cNvSpPr/>
              <p:nvPr/>
            </p:nvSpPr>
            <p:spPr>
              <a:xfrm>
                <a:off x="583165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4" name="Google Shape;1944;p19"/>
              <p:cNvSpPr/>
              <p:nvPr/>
            </p:nvSpPr>
            <p:spPr>
              <a:xfrm>
                <a:off x="567874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5" name="Google Shape;1945;p19"/>
              <p:cNvSpPr/>
              <p:nvPr/>
            </p:nvSpPr>
            <p:spPr>
              <a:xfrm>
                <a:off x="552583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6" name="Google Shape;1946;p19"/>
              <p:cNvSpPr/>
              <p:nvPr/>
            </p:nvSpPr>
            <p:spPr>
              <a:xfrm>
                <a:off x="537293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7" name="Google Shape;1947;p19"/>
              <p:cNvSpPr/>
              <p:nvPr/>
            </p:nvSpPr>
            <p:spPr>
              <a:xfrm>
                <a:off x="522002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8" name="Google Shape;1948;p19"/>
              <p:cNvSpPr/>
              <p:nvPr/>
            </p:nvSpPr>
            <p:spPr>
              <a:xfrm>
                <a:off x="506712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9" name="Google Shape;1949;p19"/>
              <p:cNvSpPr/>
              <p:nvPr/>
            </p:nvSpPr>
            <p:spPr>
              <a:xfrm>
                <a:off x="491421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0" name="Google Shape;1950;p19"/>
              <p:cNvSpPr/>
              <p:nvPr/>
            </p:nvSpPr>
            <p:spPr>
              <a:xfrm>
                <a:off x="476130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1" name="Google Shape;1951;p19"/>
              <p:cNvSpPr/>
              <p:nvPr/>
            </p:nvSpPr>
            <p:spPr>
              <a:xfrm>
                <a:off x="460840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2" name="Google Shape;1952;p19"/>
              <p:cNvSpPr/>
              <p:nvPr/>
            </p:nvSpPr>
            <p:spPr>
              <a:xfrm>
                <a:off x="445549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3" name="Google Shape;1953;p19"/>
              <p:cNvSpPr/>
              <p:nvPr/>
            </p:nvSpPr>
            <p:spPr>
              <a:xfrm>
                <a:off x="430258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4" name="Google Shape;1954;p19"/>
              <p:cNvSpPr/>
              <p:nvPr/>
            </p:nvSpPr>
            <p:spPr>
              <a:xfrm>
                <a:off x="414968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5" name="Google Shape;1955;p19"/>
              <p:cNvSpPr/>
              <p:nvPr/>
            </p:nvSpPr>
            <p:spPr>
              <a:xfrm>
                <a:off x="399677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6" name="Google Shape;1956;p19"/>
              <p:cNvSpPr/>
              <p:nvPr/>
            </p:nvSpPr>
            <p:spPr>
              <a:xfrm>
                <a:off x="384386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7" name="Google Shape;1957;p19"/>
              <p:cNvSpPr/>
              <p:nvPr/>
            </p:nvSpPr>
            <p:spPr>
              <a:xfrm>
                <a:off x="369096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8" name="Google Shape;1958;p19"/>
              <p:cNvSpPr/>
              <p:nvPr/>
            </p:nvSpPr>
            <p:spPr>
              <a:xfrm>
                <a:off x="353805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9" name="Google Shape;1959;p19"/>
              <p:cNvSpPr/>
              <p:nvPr/>
            </p:nvSpPr>
            <p:spPr>
              <a:xfrm>
                <a:off x="338514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0" name="Google Shape;1960;p19"/>
              <p:cNvSpPr/>
              <p:nvPr/>
            </p:nvSpPr>
            <p:spPr>
              <a:xfrm>
                <a:off x="323224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1" name="Google Shape;1961;p19"/>
              <p:cNvSpPr/>
              <p:nvPr/>
            </p:nvSpPr>
            <p:spPr>
              <a:xfrm>
                <a:off x="307933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2" name="Google Shape;1962;p19"/>
              <p:cNvSpPr/>
              <p:nvPr/>
            </p:nvSpPr>
            <p:spPr>
              <a:xfrm>
                <a:off x="292643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3" name="Google Shape;1963;p19"/>
              <p:cNvSpPr/>
              <p:nvPr/>
            </p:nvSpPr>
            <p:spPr>
              <a:xfrm>
                <a:off x="277352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4" name="Google Shape;1964;p19"/>
              <p:cNvSpPr/>
              <p:nvPr/>
            </p:nvSpPr>
            <p:spPr>
              <a:xfrm>
                <a:off x="262061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5" name="Google Shape;1965;p19"/>
              <p:cNvSpPr/>
              <p:nvPr/>
            </p:nvSpPr>
            <p:spPr>
              <a:xfrm>
                <a:off x="246771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6" name="Google Shape;1966;p19"/>
              <p:cNvSpPr/>
              <p:nvPr/>
            </p:nvSpPr>
            <p:spPr>
              <a:xfrm>
                <a:off x="231480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7" name="Google Shape;1967;p19"/>
              <p:cNvSpPr/>
              <p:nvPr/>
            </p:nvSpPr>
            <p:spPr>
              <a:xfrm>
                <a:off x="216189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8" name="Google Shape;1968;p19"/>
              <p:cNvSpPr/>
              <p:nvPr/>
            </p:nvSpPr>
            <p:spPr>
              <a:xfrm>
                <a:off x="200899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9" name="Google Shape;1969;p19"/>
              <p:cNvSpPr/>
              <p:nvPr/>
            </p:nvSpPr>
            <p:spPr>
              <a:xfrm>
                <a:off x="185608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0" name="Google Shape;1970;p19"/>
              <p:cNvSpPr/>
              <p:nvPr/>
            </p:nvSpPr>
            <p:spPr>
              <a:xfrm>
                <a:off x="170317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1" name="Google Shape;1971;p19"/>
              <p:cNvSpPr/>
              <p:nvPr/>
            </p:nvSpPr>
            <p:spPr>
              <a:xfrm>
                <a:off x="48720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2" name="Google Shape;1972;p19"/>
              <p:cNvSpPr/>
              <p:nvPr/>
            </p:nvSpPr>
            <p:spPr>
              <a:xfrm>
                <a:off x="33429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3" name="Google Shape;1973;p19"/>
              <p:cNvSpPr/>
              <p:nvPr/>
            </p:nvSpPr>
            <p:spPr>
              <a:xfrm>
                <a:off x="18139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4" name="Google Shape;1974;p19"/>
              <p:cNvSpPr/>
              <p:nvPr/>
            </p:nvSpPr>
            <p:spPr>
              <a:xfrm>
                <a:off x="2848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5" name="Google Shape;1975;p19"/>
              <p:cNvSpPr/>
              <p:nvPr/>
            </p:nvSpPr>
            <p:spPr>
              <a:xfrm>
                <a:off x="9025579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74" y="1"/>
                    </a:moveTo>
                    <a:cubicBezTo>
                      <a:pt x="547" y="1"/>
                      <a:pt x="517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122" y="4431"/>
                    </a:cubicBezTo>
                    <a:lnTo>
                      <a:pt x="1003" y="4431"/>
                    </a:lnTo>
                    <a:cubicBezTo>
                      <a:pt x="103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600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976" name="Google Shape;1976;p19"/>
          <p:cNvSpPr/>
          <p:nvPr/>
        </p:nvSpPr>
        <p:spPr>
          <a:xfrm>
            <a:off x="719850" y="540000"/>
            <a:ext cx="7704300" cy="676800"/>
          </a:xfrm>
          <a:prstGeom prst="roundRect">
            <a:avLst>
              <a:gd fmla="val 17686" name="adj"/>
            </a:avLst>
          </a:prstGeom>
          <a:solidFill>
            <a:schemeClr val="lt1"/>
          </a:solidFill>
          <a:ln cap="flat" cmpd="sng" w="762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7" name="Google Shape;1977;p19"/>
          <p:cNvSpPr txBox="1"/>
          <p:nvPr>
            <p:ph type="title"/>
          </p:nvPr>
        </p:nvSpPr>
        <p:spPr>
          <a:xfrm>
            <a:off x="2080800" y="1679961"/>
            <a:ext cx="2246400" cy="5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978" name="Google Shape;1978;p19"/>
          <p:cNvSpPr txBox="1"/>
          <p:nvPr>
            <p:ph idx="1" type="subTitle"/>
          </p:nvPr>
        </p:nvSpPr>
        <p:spPr>
          <a:xfrm>
            <a:off x="2080800" y="2157850"/>
            <a:ext cx="22464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1979" name="Google Shape;1979;p19"/>
          <p:cNvSpPr txBox="1"/>
          <p:nvPr>
            <p:ph idx="2" type="title"/>
          </p:nvPr>
        </p:nvSpPr>
        <p:spPr>
          <a:xfrm>
            <a:off x="5688000" y="1679950"/>
            <a:ext cx="2246400" cy="5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980" name="Google Shape;1980;p19"/>
          <p:cNvSpPr txBox="1"/>
          <p:nvPr>
            <p:ph idx="3" type="subTitle"/>
          </p:nvPr>
        </p:nvSpPr>
        <p:spPr>
          <a:xfrm>
            <a:off x="5688000" y="2157850"/>
            <a:ext cx="22464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1981" name="Google Shape;1981;p19"/>
          <p:cNvSpPr txBox="1"/>
          <p:nvPr>
            <p:ph idx="4" type="title"/>
          </p:nvPr>
        </p:nvSpPr>
        <p:spPr>
          <a:xfrm>
            <a:off x="2080800" y="3053625"/>
            <a:ext cx="2246400" cy="5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982" name="Google Shape;1982;p19"/>
          <p:cNvSpPr txBox="1"/>
          <p:nvPr>
            <p:ph idx="5" type="subTitle"/>
          </p:nvPr>
        </p:nvSpPr>
        <p:spPr>
          <a:xfrm>
            <a:off x="2080800" y="3531525"/>
            <a:ext cx="22464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1983" name="Google Shape;1983;p19"/>
          <p:cNvSpPr txBox="1"/>
          <p:nvPr>
            <p:ph idx="6" type="title"/>
          </p:nvPr>
        </p:nvSpPr>
        <p:spPr>
          <a:xfrm>
            <a:off x="5688000" y="3053625"/>
            <a:ext cx="2246400" cy="5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984" name="Google Shape;1984;p19"/>
          <p:cNvSpPr txBox="1"/>
          <p:nvPr>
            <p:ph idx="7" type="subTitle"/>
          </p:nvPr>
        </p:nvSpPr>
        <p:spPr>
          <a:xfrm>
            <a:off x="5688000" y="3531525"/>
            <a:ext cx="22464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1985" name="Google Shape;1985;p19"/>
          <p:cNvSpPr txBox="1"/>
          <p:nvPr>
            <p:ph idx="8" type="title"/>
          </p:nvPr>
        </p:nvSpPr>
        <p:spPr>
          <a:xfrm>
            <a:off x="720000" y="540000"/>
            <a:ext cx="7704000" cy="6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500"/>
              <a:buNone/>
              <a:defRPr>
                <a:solidFill>
                  <a:schemeClr val="accent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1">
  <p:cSld name="CUSTOM_4_1_1">
    <p:spTree>
      <p:nvGrpSpPr>
        <p:cNvPr id="1986" name="Shape 1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87" name="Google Shape;1987;p20"/>
          <p:cNvGrpSpPr/>
          <p:nvPr/>
        </p:nvGrpSpPr>
        <p:grpSpPr>
          <a:xfrm>
            <a:off x="-15975" y="-52"/>
            <a:ext cx="9175950" cy="5143406"/>
            <a:chOff x="-15975" y="-52"/>
            <a:chExt cx="9175950" cy="5143406"/>
          </a:xfrm>
        </p:grpSpPr>
        <p:sp>
          <p:nvSpPr>
            <p:cNvPr id="1988" name="Google Shape;1988;p20"/>
            <p:cNvSpPr/>
            <p:nvPr/>
          </p:nvSpPr>
          <p:spPr>
            <a:xfrm rot="5400000">
              <a:off x="4570450" y="-378255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9" name="Google Shape;1989;p20"/>
            <p:cNvSpPr/>
            <p:nvPr/>
          </p:nvSpPr>
          <p:spPr>
            <a:xfrm rot="5400000">
              <a:off x="4570450" y="-276311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0" name="Google Shape;1990;p20"/>
            <p:cNvSpPr/>
            <p:nvPr/>
          </p:nvSpPr>
          <p:spPr>
            <a:xfrm rot="5400000">
              <a:off x="4570450" y="-174368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1" name="Google Shape;1991;p20"/>
            <p:cNvSpPr/>
            <p:nvPr/>
          </p:nvSpPr>
          <p:spPr>
            <a:xfrm rot="5400000">
              <a:off x="4570450" y="-72425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2" name="Google Shape;1992;p20"/>
            <p:cNvSpPr/>
            <p:nvPr/>
          </p:nvSpPr>
          <p:spPr>
            <a:xfrm rot="5400000">
              <a:off x="4570450" y="295184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3" name="Google Shape;1993;p20"/>
            <p:cNvSpPr/>
            <p:nvPr/>
          </p:nvSpPr>
          <p:spPr>
            <a:xfrm rot="5400000">
              <a:off x="4570450" y="-429226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4" name="Google Shape;1994;p20"/>
            <p:cNvSpPr/>
            <p:nvPr/>
          </p:nvSpPr>
          <p:spPr>
            <a:xfrm rot="5400000">
              <a:off x="4570450" y="-327283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5" name="Google Shape;1995;p20"/>
            <p:cNvSpPr/>
            <p:nvPr/>
          </p:nvSpPr>
          <p:spPr>
            <a:xfrm rot="5400000">
              <a:off x="4570450" y="-225340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6" name="Google Shape;1996;p20"/>
            <p:cNvSpPr/>
            <p:nvPr/>
          </p:nvSpPr>
          <p:spPr>
            <a:xfrm rot="5400000">
              <a:off x="4570450" y="-123396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7" name="Google Shape;1997;p20"/>
            <p:cNvSpPr/>
            <p:nvPr/>
          </p:nvSpPr>
          <p:spPr>
            <a:xfrm rot="5400000">
              <a:off x="4570450" y="-21453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8" name="Google Shape;1998;p20"/>
            <p:cNvSpPr/>
            <p:nvPr/>
          </p:nvSpPr>
          <p:spPr>
            <a:xfrm>
              <a:off x="5081305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9" name="Google Shape;1999;p20"/>
            <p:cNvSpPr/>
            <p:nvPr/>
          </p:nvSpPr>
          <p:spPr>
            <a:xfrm>
              <a:off x="6100964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0" name="Google Shape;2000;p20"/>
            <p:cNvSpPr/>
            <p:nvPr/>
          </p:nvSpPr>
          <p:spPr>
            <a:xfrm>
              <a:off x="7120623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1" name="Google Shape;2001;p20"/>
            <p:cNvSpPr/>
            <p:nvPr/>
          </p:nvSpPr>
          <p:spPr>
            <a:xfrm>
              <a:off x="8140282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2" name="Google Shape;2002;p20"/>
            <p:cNvSpPr/>
            <p:nvPr/>
          </p:nvSpPr>
          <p:spPr>
            <a:xfrm>
              <a:off x="5591134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3" name="Google Shape;2003;p20"/>
            <p:cNvSpPr/>
            <p:nvPr/>
          </p:nvSpPr>
          <p:spPr>
            <a:xfrm>
              <a:off x="6610793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4" name="Google Shape;2004;p20"/>
            <p:cNvSpPr/>
            <p:nvPr/>
          </p:nvSpPr>
          <p:spPr>
            <a:xfrm>
              <a:off x="7630452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5" name="Google Shape;2005;p20"/>
            <p:cNvSpPr/>
            <p:nvPr/>
          </p:nvSpPr>
          <p:spPr>
            <a:xfrm>
              <a:off x="8650111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006" name="Google Shape;2006;p20"/>
            <p:cNvGrpSpPr/>
            <p:nvPr/>
          </p:nvGrpSpPr>
          <p:grpSpPr>
            <a:xfrm>
              <a:off x="-15975" y="-52"/>
              <a:ext cx="4587484" cy="5143406"/>
              <a:chOff x="-9275" y="-1994782"/>
              <a:chExt cx="4587484" cy="9140583"/>
            </a:xfrm>
          </p:grpSpPr>
          <p:sp>
            <p:nvSpPr>
              <p:cNvPr id="2007" name="Google Shape;2007;p20"/>
              <p:cNvSpPr/>
              <p:nvPr/>
            </p:nvSpPr>
            <p:spPr>
              <a:xfrm>
                <a:off x="50044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8" name="Google Shape;2008;p20"/>
              <p:cNvSpPr/>
              <p:nvPr/>
            </p:nvSpPr>
            <p:spPr>
              <a:xfrm>
                <a:off x="15198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9" name="Google Shape;2009;p20"/>
              <p:cNvSpPr/>
              <p:nvPr/>
            </p:nvSpPr>
            <p:spPr>
              <a:xfrm>
                <a:off x="253930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0" name="Google Shape;2010;p20"/>
              <p:cNvSpPr/>
              <p:nvPr/>
            </p:nvSpPr>
            <p:spPr>
              <a:xfrm>
                <a:off x="355874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1" name="Google Shape;2011;p20"/>
              <p:cNvSpPr/>
              <p:nvPr/>
            </p:nvSpPr>
            <p:spPr>
              <a:xfrm>
                <a:off x="45781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2" name="Google Shape;2012;p20"/>
              <p:cNvSpPr/>
              <p:nvPr/>
            </p:nvSpPr>
            <p:spPr>
              <a:xfrm>
                <a:off x="101015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3" name="Google Shape;2013;p20"/>
              <p:cNvSpPr/>
              <p:nvPr/>
            </p:nvSpPr>
            <p:spPr>
              <a:xfrm>
                <a:off x="202959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4" name="Google Shape;2014;p20"/>
              <p:cNvSpPr/>
              <p:nvPr/>
            </p:nvSpPr>
            <p:spPr>
              <a:xfrm>
                <a:off x="304902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5" name="Google Shape;2015;p20"/>
              <p:cNvSpPr/>
              <p:nvPr/>
            </p:nvSpPr>
            <p:spPr>
              <a:xfrm>
                <a:off x="406845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6" name="Google Shape;2016;p20"/>
              <p:cNvSpPr/>
              <p:nvPr/>
            </p:nvSpPr>
            <p:spPr>
              <a:xfrm>
                <a:off x="-92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017" name="Google Shape;2017;p20"/>
            <p:cNvSpPr/>
            <p:nvPr/>
          </p:nvSpPr>
          <p:spPr>
            <a:xfrm>
              <a:off x="9159941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18" name="Google Shape;2018;p20"/>
          <p:cNvSpPr/>
          <p:nvPr/>
        </p:nvSpPr>
        <p:spPr>
          <a:xfrm>
            <a:off x="0" y="-75"/>
            <a:ext cx="9144000" cy="5143500"/>
          </a:xfrm>
          <a:prstGeom prst="rect">
            <a:avLst/>
          </a:prstGeom>
          <a:solidFill>
            <a:srgbClr val="D6E3EA">
              <a:alpha val="398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19" name="Google Shape;2019;p20"/>
          <p:cNvGrpSpPr/>
          <p:nvPr/>
        </p:nvGrpSpPr>
        <p:grpSpPr>
          <a:xfrm>
            <a:off x="230643" y="4100850"/>
            <a:ext cx="413156" cy="1006643"/>
            <a:chOff x="128217" y="4100850"/>
            <a:chExt cx="413156" cy="1006643"/>
          </a:xfrm>
        </p:grpSpPr>
        <p:sp>
          <p:nvSpPr>
            <p:cNvPr id="2020" name="Google Shape;2020;p20"/>
            <p:cNvSpPr/>
            <p:nvPr/>
          </p:nvSpPr>
          <p:spPr>
            <a:xfrm>
              <a:off x="342070" y="4382886"/>
              <a:ext cx="34057" cy="724607"/>
            </a:xfrm>
            <a:custGeom>
              <a:rect b="b" l="l" r="r" t="t"/>
              <a:pathLst>
                <a:path extrusionOk="0" h="9059" w="426">
                  <a:moveTo>
                    <a:pt x="0" y="0"/>
                  </a:moveTo>
                  <a:lnTo>
                    <a:pt x="0" y="9058"/>
                  </a:lnTo>
                  <a:lnTo>
                    <a:pt x="426" y="9058"/>
                  </a:lnTo>
                  <a:lnTo>
                    <a:pt x="42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1" name="Google Shape;2021;p20"/>
            <p:cNvSpPr/>
            <p:nvPr/>
          </p:nvSpPr>
          <p:spPr>
            <a:xfrm>
              <a:off x="220554" y="4168920"/>
              <a:ext cx="320819" cy="252920"/>
            </a:xfrm>
            <a:custGeom>
              <a:rect b="b" l="l" r="r" t="t"/>
              <a:pathLst>
                <a:path extrusionOk="0" h="3162" w="4013">
                  <a:moveTo>
                    <a:pt x="0" y="0"/>
                  </a:moveTo>
                  <a:cubicBezTo>
                    <a:pt x="699" y="0"/>
                    <a:pt x="1216" y="578"/>
                    <a:pt x="1216" y="1216"/>
                  </a:cubicBezTo>
                  <a:lnTo>
                    <a:pt x="1216" y="3040"/>
                  </a:lnTo>
                  <a:lnTo>
                    <a:pt x="973" y="3162"/>
                  </a:lnTo>
                  <a:lnTo>
                    <a:pt x="3800" y="3162"/>
                  </a:lnTo>
                  <a:cubicBezTo>
                    <a:pt x="3921" y="3162"/>
                    <a:pt x="4013" y="3070"/>
                    <a:pt x="4013" y="2949"/>
                  </a:cubicBezTo>
                  <a:lnTo>
                    <a:pt x="4013" y="1216"/>
                  </a:lnTo>
                  <a:cubicBezTo>
                    <a:pt x="4013" y="578"/>
                    <a:pt x="3465" y="0"/>
                    <a:pt x="27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2" name="Google Shape;2022;p20"/>
            <p:cNvSpPr/>
            <p:nvPr/>
          </p:nvSpPr>
          <p:spPr>
            <a:xfrm>
              <a:off x="128217" y="4168920"/>
              <a:ext cx="189630" cy="248041"/>
            </a:xfrm>
            <a:custGeom>
              <a:rect b="b" l="l" r="r" t="t"/>
              <a:pathLst>
                <a:path extrusionOk="0" h="3101" w="2372">
                  <a:moveTo>
                    <a:pt x="1216" y="0"/>
                  </a:moveTo>
                  <a:cubicBezTo>
                    <a:pt x="547" y="0"/>
                    <a:pt x="0" y="578"/>
                    <a:pt x="0" y="1216"/>
                  </a:cubicBezTo>
                  <a:lnTo>
                    <a:pt x="0" y="2979"/>
                  </a:lnTo>
                  <a:cubicBezTo>
                    <a:pt x="0" y="3070"/>
                    <a:pt x="61" y="3101"/>
                    <a:pt x="91" y="3101"/>
                  </a:cubicBezTo>
                  <a:lnTo>
                    <a:pt x="2280" y="3101"/>
                  </a:lnTo>
                  <a:cubicBezTo>
                    <a:pt x="2341" y="3101"/>
                    <a:pt x="2371" y="3040"/>
                    <a:pt x="2371" y="2979"/>
                  </a:cubicBezTo>
                  <a:lnTo>
                    <a:pt x="2371" y="1216"/>
                  </a:lnTo>
                  <a:cubicBezTo>
                    <a:pt x="2371" y="578"/>
                    <a:pt x="1854" y="31"/>
                    <a:pt x="121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3" name="Google Shape;2023;p20"/>
            <p:cNvSpPr/>
            <p:nvPr/>
          </p:nvSpPr>
          <p:spPr>
            <a:xfrm>
              <a:off x="339592" y="4100850"/>
              <a:ext cx="63236" cy="153256"/>
            </a:xfrm>
            <a:custGeom>
              <a:rect b="b" l="l" r="r" t="t"/>
              <a:pathLst>
                <a:path extrusionOk="0" h="1916" w="791">
                  <a:moveTo>
                    <a:pt x="1" y="0"/>
                  </a:moveTo>
                  <a:lnTo>
                    <a:pt x="1" y="1642"/>
                  </a:lnTo>
                  <a:cubicBezTo>
                    <a:pt x="1" y="1794"/>
                    <a:pt x="122" y="1915"/>
                    <a:pt x="274" y="1915"/>
                  </a:cubicBezTo>
                  <a:cubicBezTo>
                    <a:pt x="426" y="1915"/>
                    <a:pt x="517" y="1794"/>
                    <a:pt x="517" y="1642"/>
                  </a:cubicBezTo>
                  <a:cubicBezTo>
                    <a:pt x="517" y="1490"/>
                    <a:pt x="426" y="1368"/>
                    <a:pt x="274" y="1368"/>
                  </a:cubicBezTo>
                  <a:lnTo>
                    <a:pt x="274" y="547"/>
                  </a:lnTo>
                  <a:lnTo>
                    <a:pt x="791" y="456"/>
                  </a:lnTo>
                  <a:lnTo>
                    <a:pt x="79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24" name="Google Shape;2024;p20"/>
          <p:cNvGrpSpPr/>
          <p:nvPr/>
        </p:nvGrpSpPr>
        <p:grpSpPr>
          <a:xfrm>
            <a:off x="2154823" y="4691638"/>
            <a:ext cx="2019411" cy="415855"/>
            <a:chOff x="2154823" y="4691638"/>
            <a:chExt cx="2019411" cy="415855"/>
          </a:xfrm>
        </p:grpSpPr>
        <p:sp>
          <p:nvSpPr>
            <p:cNvPr id="2025" name="Google Shape;2025;p20"/>
            <p:cNvSpPr/>
            <p:nvPr/>
          </p:nvSpPr>
          <p:spPr>
            <a:xfrm>
              <a:off x="2154823" y="4792742"/>
              <a:ext cx="2019411" cy="314751"/>
            </a:xfrm>
            <a:custGeom>
              <a:rect b="b" l="l" r="r" t="t"/>
              <a:pathLst>
                <a:path extrusionOk="0" h="3935" w="25260">
                  <a:moveTo>
                    <a:pt x="17285" y="0"/>
                  </a:moveTo>
                  <a:cubicBezTo>
                    <a:pt x="16170" y="0"/>
                    <a:pt x="15068" y="607"/>
                    <a:pt x="14499" y="1898"/>
                  </a:cubicBezTo>
                  <a:cubicBezTo>
                    <a:pt x="14128" y="1798"/>
                    <a:pt x="13776" y="1750"/>
                    <a:pt x="13440" y="1750"/>
                  </a:cubicBezTo>
                  <a:cubicBezTo>
                    <a:pt x="12345" y="1750"/>
                    <a:pt x="11430" y="2260"/>
                    <a:pt x="10639" y="3144"/>
                  </a:cubicBezTo>
                  <a:cubicBezTo>
                    <a:pt x="10329" y="2738"/>
                    <a:pt x="9724" y="2491"/>
                    <a:pt x="9098" y="2491"/>
                  </a:cubicBezTo>
                  <a:cubicBezTo>
                    <a:pt x="8740" y="2491"/>
                    <a:pt x="8376" y="2572"/>
                    <a:pt x="8055" y="2749"/>
                  </a:cubicBezTo>
                  <a:cubicBezTo>
                    <a:pt x="7677" y="1517"/>
                    <a:pt x="6643" y="853"/>
                    <a:pt x="5623" y="853"/>
                  </a:cubicBezTo>
                  <a:cubicBezTo>
                    <a:pt x="4756" y="853"/>
                    <a:pt x="3899" y="1334"/>
                    <a:pt x="3465" y="2353"/>
                  </a:cubicBezTo>
                  <a:cubicBezTo>
                    <a:pt x="3176" y="2271"/>
                    <a:pt x="2902" y="2232"/>
                    <a:pt x="2641" y="2232"/>
                  </a:cubicBezTo>
                  <a:cubicBezTo>
                    <a:pt x="1559" y="2232"/>
                    <a:pt x="711" y="2905"/>
                    <a:pt x="0" y="3934"/>
                  </a:cubicBezTo>
                  <a:lnTo>
                    <a:pt x="25259" y="3934"/>
                  </a:lnTo>
                  <a:cubicBezTo>
                    <a:pt x="24117" y="2958"/>
                    <a:pt x="22918" y="2281"/>
                    <a:pt x="21591" y="2281"/>
                  </a:cubicBezTo>
                  <a:cubicBezTo>
                    <a:pt x="21223" y="2281"/>
                    <a:pt x="20846" y="2333"/>
                    <a:pt x="20457" y="2445"/>
                  </a:cubicBezTo>
                  <a:cubicBezTo>
                    <a:pt x="19961" y="859"/>
                    <a:pt x="18613" y="0"/>
                    <a:pt x="1728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6" name="Google Shape;2026;p20"/>
            <p:cNvSpPr/>
            <p:nvPr/>
          </p:nvSpPr>
          <p:spPr>
            <a:xfrm>
              <a:off x="2480439" y="4897846"/>
              <a:ext cx="809283" cy="209647"/>
            </a:xfrm>
            <a:custGeom>
              <a:rect b="b" l="l" r="r" t="t"/>
              <a:pathLst>
                <a:path extrusionOk="0" h="2621" w="10123">
                  <a:moveTo>
                    <a:pt x="5318" y="1"/>
                  </a:moveTo>
                  <a:cubicBezTo>
                    <a:pt x="4431" y="1"/>
                    <a:pt x="3525" y="583"/>
                    <a:pt x="3192" y="1647"/>
                  </a:cubicBezTo>
                  <a:cubicBezTo>
                    <a:pt x="2934" y="1566"/>
                    <a:pt x="2682" y="1528"/>
                    <a:pt x="2436" y="1528"/>
                  </a:cubicBezTo>
                  <a:cubicBezTo>
                    <a:pt x="1577" y="1528"/>
                    <a:pt x="779" y="1983"/>
                    <a:pt x="0" y="2620"/>
                  </a:cubicBezTo>
                  <a:lnTo>
                    <a:pt x="10122" y="2620"/>
                  </a:lnTo>
                  <a:cubicBezTo>
                    <a:pt x="9503" y="1729"/>
                    <a:pt x="8764" y="1161"/>
                    <a:pt x="7821" y="1161"/>
                  </a:cubicBezTo>
                  <a:cubicBezTo>
                    <a:pt x="7606" y="1161"/>
                    <a:pt x="7380" y="1190"/>
                    <a:pt x="7143" y="1252"/>
                  </a:cubicBezTo>
                  <a:cubicBezTo>
                    <a:pt x="6772" y="399"/>
                    <a:pt x="6051" y="1"/>
                    <a:pt x="53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7" name="Google Shape;2027;p20"/>
            <p:cNvSpPr/>
            <p:nvPr/>
          </p:nvSpPr>
          <p:spPr>
            <a:xfrm>
              <a:off x="3656510" y="4752428"/>
              <a:ext cx="58440" cy="48712"/>
            </a:xfrm>
            <a:custGeom>
              <a:rect b="b" l="l" r="r" t="t"/>
              <a:pathLst>
                <a:path extrusionOk="0" h="609" w="731">
                  <a:moveTo>
                    <a:pt x="730" y="0"/>
                  </a:moveTo>
                  <a:cubicBezTo>
                    <a:pt x="730" y="0"/>
                    <a:pt x="426" y="0"/>
                    <a:pt x="244" y="152"/>
                  </a:cubicBezTo>
                  <a:cubicBezTo>
                    <a:pt x="31" y="304"/>
                    <a:pt x="1" y="608"/>
                    <a:pt x="1" y="608"/>
                  </a:cubicBezTo>
                  <a:cubicBezTo>
                    <a:pt x="1" y="608"/>
                    <a:pt x="305" y="608"/>
                    <a:pt x="487" y="456"/>
                  </a:cubicBezTo>
                  <a:cubicBezTo>
                    <a:pt x="670" y="304"/>
                    <a:pt x="730" y="0"/>
                    <a:pt x="7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8" name="Google Shape;2028;p20"/>
            <p:cNvSpPr/>
            <p:nvPr/>
          </p:nvSpPr>
          <p:spPr>
            <a:xfrm>
              <a:off x="3598230" y="4691638"/>
              <a:ext cx="55961" cy="99744"/>
            </a:xfrm>
            <a:custGeom>
              <a:rect b="b" l="l" r="r" t="t"/>
              <a:pathLst>
                <a:path extrusionOk="0" h="1247" w="700">
                  <a:moveTo>
                    <a:pt x="213" y="0"/>
                  </a:moveTo>
                  <a:cubicBezTo>
                    <a:pt x="213" y="0"/>
                    <a:pt x="0" y="335"/>
                    <a:pt x="92" y="669"/>
                  </a:cubicBezTo>
                  <a:cubicBezTo>
                    <a:pt x="152" y="1034"/>
                    <a:pt x="517" y="1247"/>
                    <a:pt x="517" y="1247"/>
                  </a:cubicBezTo>
                  <a:cubicBezTo>
                    <a:pt x="517" y="1247"/>
                    <a:pt x="699" y="912"/>
                    <a:pt x="608" y="578"/>
                  </a:cubicBezTo>
                  <a:cubicBezTo>
                    <a:pt x="517" y="213"/>
                    <a:pt x="213" y="0"/>
                    <a:pt x="21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9" name="Google Shape;2029;p20"/>
            <p:cNvSpPr/>
            <p:nvPr/>
          </p:nvSpPr>
          <p:spPr>
            <a:xfrm>
              <a:off x="2611629" y="4932320"/>
              <a:ext cx="43810" cy="73029"/>
            </a:xfrm>
            <a:custGeom>
              <a:rect b="b" l="l" r="r" t="t"/>
              <a:pathLst>
                <a:path extrusionOk="0" h="913" w="548">
                  <a:moveTo>
                    <a:pt x="396" y="1"/>
                  </a:moveTo>
                  <a:cubicBezTo>
                    <a:pt x="396" y="1"/>
                    <a:pt x="153" y="153"/>
                    <a:pt x="92" y="396"/>
                  </a:cubicBezTo>
                  <a:cubicBezTo>
                    <a:pt x="1" y="639"/>
                    <a:pt x="153" y="912"/>
                    <a:pt x="153" y="912"/>
                  </a:cubicBezTo>
                  <a:cubicBezTo>
                    <a:pt x="153" y="912"/>
                    <a:pt x="396" y="760"/>
                    <a:pt x="457" y="487"/>
                  </a:cubicBezTo>
                  <a:cubicBezTo>
                    <a:pt x="548" y="244"/>
                    <a:pt x="396" y="1"/>
                    <a:pt x="3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0" name="Google Shape;2030;p20"/>
            <p:cNvSpPr/>
            <p:nvPr/>
          </p:nvSpPr>
          <p:spPr>
            <a:xfrm>
              <a:off x="2524169" y="4937200"/>
              <a:ext cx="77866" cy="70629"/>
            </a:xfrm>
            <a:custGeom>
              <a:rect b="b" l="l" r="r" t="t"/>
              <a:pathLst>
                <a:path extrusionOk="0" h="883" w="974">
                  <a:moveTo>
                    <a:pt x="0" y="0"/>
                  </a:moveTo>
                  <a:cubicBezTo>
                    <a:pt x="0" y="0"/>
                    <a:pt x="31" y="426"/>
                    <a:pt x="304" y="639"/>
                  </a:cubicBezTo>
                  <a:cubicBezTo>
                    <a:pt x="528" y="862"/>
                    <a:pt x="833" y="883"/>
                    <a:pt x="937" y="883"/>
                  </a:cubicBezTo>
                  <a:cubicBezTo>
                    <a:pt x="960" y="883"/>
                    <a:pt x="973" y="882"/>
                    <a:pt x="973" y="882"/>
                  </a:cubicBezTo>
                  <a:cubicBezTo>
                    <a:pt x="973" y="882"/>
                    <a:pt x="943" y="456"/>
                    <a:pt x="669" y="244"/>
                  </a:cubicBezTo>
                  <a:cubicBezTo>
                    <a:pt x="426" y="0"/>
                    <a:pt x="1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31" name="Google Shape;2031;p20"/>
          <p:cNvGrpSpPr/>
          <p:nvPr/>
        </p:nvGrpSpPr>
        <p:grpSpPr>
          <a:xfrm>
            <a:off x="154919" y="4950158"/>
            <a:ext cx="609980" cy="157335"/>
            <a:chOff x="154919" y="4950158"/>
            <a:chExt cx="609980" cy="157335"/>
          </a:xfrm>
        </p:grpSpPr>
        <p:sp>
          <p:nvSpPr>
            <p:cNvPr id="2032" name="Google Shape;2032;p20"/>
            <p:cNvSpPr/>
            <p:nvPr/>
          </p:nvSpPr>
          <p:spPr>
            <a:xfrm>
              <a:off x="154919" y="4950158"/>
              <a:ext cx="609980" cy="157335"/>
            </a:xfrm>
            <a:custGeom>
              <a:rect b="b" l="l" r="r" t="t"/>
              <a:pathLst>
                <a:path extrusionOk="0" h="1967" w="7630">
                  <a:moveTo>
                    <a:pt x="4011" y="1"/>
                  </a:moveTo>
                  <a:cubicBezTo>
                    <a:pt x="3348" y="1"/>
                    <a:pt x="2667" y="427"/>
                    <a:pt x="2402" y="1206"/>
                  </a:cubicBezTo>
                  <a:cubicBezTo>
                    <a:pt x="2208" y="1146"/>
                    <a:pt x="2019" y="1118"/>
                    <a:pt x="1833" y="1118"/>
                  </a:cubicBezTo>
                  <a:cubicBezTo>
                    <a:pt x="1176" y="1118"/>
                    <a:pt x="570" y="1468"/>
                    <a:pt x="1" y="1966"/>
                  </a:cubicBezTo>
                  <a:lnTo>
                    <a:pt x="7630" y="1966"/>
                  </a:lnTo>
                  <a:cubicBezTo>
                    <a:pt x="7157" y="1295"/>
                    <a:pt x="6604" y="867"/>
                    <a:pt x="5885" y="867"/>
                  </a:cubicBezTo>
                  <a:cubicBezTo>
                    <a:pt x="5725" y="867"/>
                    <a:pt x="5558" y="888"/>
                    <a:pt x="5381" y="933"/>
                  </a:cubicBezTo>
                  <a:cubicBezTo>
                    <a:pt x="5104" y="297"/>
                    <a:pt x="4564" y="1"/>
                    <a:pt x="40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3" name="Google Shape;2033;p20"/>
            <p:cNvSpPr/>
            <p:nvPr/>
          </p:nvSpPr>
          <p:spPr>
            <a:xfrm>
              <a:off x="512113" y="5007669"/>
              <a:ext cx="72990" cy="70629"/>
            </a:xfrm>
            <a:custGeom>
              <a:rect b="b" l="l" r="r" t="t"/>
              <a:pathLst>
                <a:path extrusionOk="0" h="883" w="913">
                  <a:moveTo>
                    <a:pt x="822" y="1"/>
                  </a:moveTo>
                  <a:cubicBezTo>
                    <a:pt x="396" y="183"/>
                    <a:pt x="92" y="518"/>
                    <a:pt x="1" y="882"/>
                  </a:cubicBezTo>
                  <a:cubicBezTo>
                    <a:pt x="1" y="882"/>
                    <a:pt x="244" y="457"/>
                    <a:pt x="913" y="214"/>
                  </a:cubicBezTo>
                  <a:lnTo>
                    <a:pt x="82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4" name="Google Shape;2034;p20"/>
            <p:cNvSpPr/>
            <p:nvPr/>
          </p:nvSpPr>
          <p:spPr>
            <a:xfrm>
              <a:off x="346867" y="5034464"/>
              <a:ext cx="43890" cy="46233"/>
            </a:xfrm>
            <a:custGeom>
              <a:rect b="b" l="l" r="r" t="t"/>
              <a:pathLst>
                <a:path extrusionOk="0" h="578" w="549">
                  <a:moveTo>
                    <a:pt x="31" y="0"/>
                  </a:moveTo>
                  <a:lnTo>
                    <a:pt x="1" y="152"/>
                  </a:lnTo>
                  <a:cubicBezTo>
                    <a:pt x="1" y="152"/>
                    <a:pt x="396" y="335"/>
                    <a:pt x="548" y="578"/>
                  </a:cubicBezTo>
                  <a:cubicBezTo>
                    <a:pt x="396" y="304"/>
                    <a:pt x="244" y="122"/>
                    <a:pt x="3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35" name="Google Shape;2035;p20"/>
          <p:cNvGrpSpPr/>
          <p:nvPr/>
        </p:nvGrpSpPr>
        <p:grpSpPr>
          <a:xfrm>
            <a:off x="0" y="4752988"/>
            <a:ext cx="9144000" cy="354505"/>
            <a:chOff x="0" y="4689888"/>
            <a:chExt cx="9144000" cy="354505"/>
          </a:xfrm>
        </p:grpSpPr>
        <p:grpSp>
          <p:nvGrpSpPr>
            <p:cNvPr id="2036" name="Google Shape;2036;p20"/>
            <p:cNvGrpSpPr/>
            <p:nvPr/>
          </p:nvGrpSpPr>
          <p:grpSpPr>
            <a:xfrm>
              <a:off x="0" y="4793425"/>
              <a:ext cx="9144000" cy="194975"/>
              <a:chOff x="0" y="4789550"/>
              <a:chExt cx="9144000" cy="194975"/>
            </a:xfrm>
          </p:grpSpPr>
          <p:sp>
            <p:nvSpPr>
              <p:cNvPr id="2037" name="Google Shape;2037;p20"/>
              <p:cNvSpPr/>
              <p:nvPr/>
            </p:nvSpPr>
            <p:spPr>
              <a:xfrm>
                <a:off x="0" y="4789550"/>
                <a:ext cx="9144000" cy="360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8" name="Google Shape;2038;p20"/>
              <p:cNvSpPr/>
              <p:nvPr/>
            </p:nvSpPr>
            <p:spPr>
              <a:xfrm>
                <a:off x="0" y="4948525"/>
                <a:ext cx="9144000" cy="360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9" name="Google Shape;2039;p20"/>
            <p:cNvGrpSpPr/>
            <p:nvPr/>
          </p:nvGrpSpPr>
          <p:grpSpPr>
            <a:xfrm>
              <a:off x="28483" y="4689888"/>
              <a:ext cx="9087034" cy="354505"/>
              <a:chOff x="28483" y="4689888"/>
              <a:chExt cx="9087034" cy="354505"/>
            </a:xfrm>
          </p:grpSpPr>
          <p:sp>
            <p:nvSpPr>
              <p:cNvPr id="2040" name="Google Shape;2040;p20"/>
              <p:cNvSpPr/>
              <p:nvPr/>
            </p:nvSpPr>
            <p:spPr>
              <a:xfrm>
                <a:off x="64010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6" y="1"/>
                      <a:pt x="533" y="8"/>
                      <a:pt x="518" y="24"/>
                    </a:cubicBezTo>
                    <a:lnTo>
                      <a:pt x="62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34" y="4431"/>
                      <a:pt x="1065" y="4401"/>
                      <a:pt x="1156" y="4370"/>
                    </a:cubicBezTo>
                    <a:lnTo>
                      <a:pt x="1156" y="601"/>
                    </a:lnTo>
                    <a:lnTo>
                      <a:pt x="1126" y="571"/>
                    </a:lnTo>
                    <a:lnTo>
                      <a:pt x="670" y="24"/>
                    </a:lnTo>
                    <a:cubicBezTo>
                      <a:pt x="639" y="8"/>
                      <a:pt x="609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41" name="Google Shape;2041;p20"/>
              <p:cNvSpPr/>
              <p:nvPr/>
            </p:nvSpPr>
            <p:spPr>
              <a:xfrm>
                <a:off x="79301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3" y="8"/>
                      <a:pt x="517" y="24"/>
                    </a:cubicBezTo>
                    <a:lnTo>
                      <a:pt x="6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34" y="4431"/>
                      <a:pt x="1064" y="4401"/>
                      <a:pt x="1156" y="4370"/>
                    </a:cubicBezTo>
                    <a:lnTo>
                      <a:pt x="1156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9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42" name="Google Shape;2042;p20"/>
              <p:cNvSpPr/>
              <p:nvPr/>
            </p:nvSpPr>
            <p:spPr>
              <a:xfrm>
                <a:off x="94592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2" y="4431"/>
                      <a:pt x="122" y="4431"/>
                    </a:cubicBezTo>
                    <a:lnTo>
                      <a:pt x="1003" y="4431"/>
                    </a:lnTo>
                    <a:cubicBezTo>
                      <a:pt x="103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8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43" name="Google Shape;2043;p20"/>
              <p:cNvSpPr/>
              <p:nvPr/>
            </p:nvSpPr>
            <p:spPr>
              <a:xfrm>
                <a:off x="109882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1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1" y="4431"/>
                      <a:pt x="122" y="4431"/>
                    </a:cubicBezTo>
                    <a:lnTo>
                      <a:pt x="1003" y="4431"/>
                    </a:lnTo>
                    <a:cubicBezTo>
                      <a:pt x="106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8" y="8"/>
                      <a:pt x="608" y="1"/>
                      <a:pt x="58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44" name="Google Shape;2044;p20"/>
              <p:cNvSpPr/>
              <p:nvPr/>
            </p:nvSpPr>
            <p:spPr>
              <a:xfrm>
                <a:off x="1251735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04" y="4431"/>
                      <a:pt x="103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45" name="Google Shape;2045;p20"/>
              <p:cNvSpPr/>
              <p:nvPr/>
            </p:nvSpPr>
            <p:spPr>
              <a:xfrm>
                <a:off x="1402243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46" name="Google Shape;2046;p20"/>
              <p:cNvSpPr/>
              <p:nvPr/>
            </p:nvSpPr>
            <p:spPr>
              <a:xfrm>
                <a:off x="1552751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64" y="4431"/>
                      <a:pt x="109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47" name="Google Shape;2047;p20"/>
              <p:cNvSpPr/>
              <p:nvPr/>
            </p:nvSpPr>
            <p:spPr>
              <a:xfrm>
                <a:off x="751362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48" name="Google Shape;2048;p20"/>
              <p:cNvSpPr/>
              <p:nvPr/>
            </p:nvSpPr>
            <p:spPr>
              <a:xfrm>
                <a:off x="7666529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3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49" name="Google Shape;2049;p20"/>
              <p:cNvSpPr/>
              <p:nvPr/>
            </p:nvSpPr>
            <p:spPr>
              <a:xfrm>
                <a:off x="7816957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0" name="Google Shape;2050;p20"/>
              <p:cNvSpPr/>
              <p:nvPr/>
            </p:nvSpPr>
            <p:spPr>
              <a:xfrm>
                <a:off x="796738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2" y="4431"/>
                      <a:pt x="122" y="4431"/>
                    </a:cubicBezTo>
                    <a:lnTo>
                      <a:pt x="1003" y="4431"/>
                    </a:lnTo>
                    <a:cubicBezTo>
                      <a:pt x="103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8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1" name="Google Shape;2051;p20"/>
              <p:cNvSpPr/>
              <p:nvPr/>
            </p:nvSpPr>
            <p:spPr>
              <a:xfrm>
                <a:off x="812029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93" y="1"/>
                    </a:moveTo>
                    <a:cubicBezTo>
                      <a:pt x="562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1" y="4431"/>
                      <a:pt x="122" y="4431"/>
                    </a:cubicBezTo>
                    <a:lnTo>
                      <a:pt x="1003" y="4431"/>
                    </a:lnTo>
                    <a:cubicBezTo>
                      <a:pt x="106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54" y="8"/>
                      <a:pt x="623" y="1"/>
                      <a:pt x="59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2" name="Google Shape;2052;p20"/>
              <p:cNvSpPr/>
              <p:nvPr/>
            </p:nvSpPr>
            <p:spPr>
              <a:xfrm>
                <a:off x="8273198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1" y="4431"/>
                      <a:pt x="122" y="4431"/>
                    </a:cubicBezTo>
                    <a:lnTo>
                      <a:pt x="973" y="4431"/>
                    </a:lnTo>
                    <a:cubicBezTo>
                      <a:pt x="1034" y="4431"/>
                      <a:pt x="1065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3" name="Google Shape;2053;p20"/>
              <p:cNvSpPr/>
              <p:nvPr/>
            </p:nvSpPr>
            <p:spPr>
              <a:xfrm>
                <a:off x="8423706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34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4" name="Google Shape;2054;p20"/>
              <p:cNvSpPr/>
              <p:nvPr/>
            </p:nvSpPr>
            <p:spPr>
              <a:xfrm>
                <a:off x="8574214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64" y="4431"/>
                      <a:pt x="109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5" name="Google Shape;2055;p20"/>
              <p:cNvSpPr/>
              <p:nvPr/>
            </p:nvSpPr>
            <p:spPr>
              <a:xfrm>
                <a:off x="8724643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2" y="4431"/>
                      <a:pt x="122" y="4431"/>
                    </a:cubicBezTo>
                    <a:lnTo>
                      <a:pt x="974" y="4431"/>
                    </a:lnTo>
                    <a:cubicBezTo>
                      <a:pt x="1065" y="4431"/>
                      <a:pt x="1095" y="4401"/>
                      <a:pt x="1126" y="4370"/>
                    </a:cubicBezTo>
                    <a:lnTo>
                      <a:pt x="112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4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6" name="Google Shape;2056;p20"/>
              <p:cNvSpPr/>
              <p:nvPr/>
            </p:nvSpPr>
            <p:spPr>
              <a:xfrm>
                <a:off x="8875151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74" y="1"/>
                    </a:moveTo>
                    <a:cubicBezTo>
                      <a:pt x="547" y="1"/>
                      <a:pt x="517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122" y="4431"/>
                    </a:cubicBezTo>
                    <a:lnTo>
                      <a:pt x="1003" y="4431"/>
                    </a:lnTo>
                    <a:cubicBezTo>
                      <a:pt x="103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600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7" name="Google Shape;2057;p20"/>
              <p:cNvSpPr/>
              <p:nvPr/>
            </p:nvSpPr>
            <p:spPr>
              <a:xfrm>
                <a:off x="736071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8" name="Google Shape;2058;p20"/>
              <p:cNvSpPr/>
              <p:nvPr/>
            </p:nvSpPr>
            <p:spPr>
              <a:xfrm>
                <a:off x="720781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9" name="Google Shape;2059;p20"/>
              <p:cNvSpPr/>
              <p:nvPr/>
            </p:nvSpPr>
            <p:spPr>
              <a:xfrm>
                <a:off x="705490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0" name="Google Shape;2060;p20"/>
              <p:cNvSpPr/>
              <p:nvPr/>
            </p:nvSpPr>
            <p:spPr>
              <a:xfrm>
                <a:off x="690199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1" name="Google Shape;2061;p20"/>
              <p:cNvSpPr/>
              <p:nvPr/>
            </p:nvSpPr>
            <p:spPr>
              <a:xfrm>
                <a:off x="674909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2" name="Google Shape;2062;p20"/>
              <p:cNvSpPr/>
              <p:nvPr/>
            </p:nvSpPr>
            <p:spPr>
              <a:xfrm>
                <a:off x="659618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3" name="Google Shape;2063;p20"/>
              <p:cNvSpPr/>
              <p:nvPr/>
            </p:nvSpPr>
            <p:spPr>
              <a:xfrm>
                <a:off x="644327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4" name="Google Shape;2064;p20"/>
              <p:cNvSpPr/>
              <p:nvPr/>
            </p:nvSpPr>
            <p:spPr>
              <a:xfrm>
                <a:off x="629037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5" name="Google Shape;2065;p20"/>
              <p:cNvSpPr/>
              <p:nvPr/>
            </p:nvSpPr>
            <p:spPr>
              <a:xfrm>
                <a:off x="613746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6" name="Google Shape;2066;p20"/>
              <p:cNvSpPr/>
              <p:nvPr/>
            </p:nvSpPr>
            <p:spPr>
              <a:xfrm>
                <a:off x="598455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7" name="Google Shape;2067;p20"/>
              <p:cNvSpPr/>
              <p:nvPr/>
            </p:nvSpPr>
            <p:spPr>
              <a:xfrm>
                <a:off x="583165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8" name="Google Shape;2068;p20"/>
              <p:cNvSpPr/>
              <p:nvPr/>
            </p:nvSpPr>
            <p:spPr>
              <a:xfrm>
                <a:off x="567874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9" name="Google Shape;2069;p20"/>
              <p:cNvSpPr/>
              <p:nvPr/>
            </p:nvSpPr>
            <p:spPr>
              <a:xfrm>
                <a:off x="552583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0" name="Google Shape;2070;p20"/>
              <p:cNvSpPr/>
              <p:nvPr/>
            </p:nvSpPr>
            <p:spPr>
              <a:xfrm>
                <a:off x="537293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1" name="Google Shape;2071;p20"/>
              <p:cNvSpPr/>
              <p:nvPr/>
            </p:nvSpPr>
            <p:spPr>
              <a:xfrm>
                <a:off x="522002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2" name="Google Shape;2072;p20"/>
              <p:cNvSpPr/>
              <p:nvPr/>
            </p:nvSpPr>
            <p:spPr>
              <a:xfrm>
                <a:off x="506712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3" name="Google Shape;2073;p20"/>
              <p:cNvSpPr/>
              <p:nvPr/>
            </p:nvSpPr>
            <p:spPr>
              <a:xfrm>
                <a:off x="491421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4" name="Google Shape;2074;p20"/>
              <p:cNvSpPr/>
              <p:nvPr/>
            </p:nvSpPr>
            <p:spPr>
              <a:xfrm>
                <a:off x="476130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5" name="Google Shape;2075;p20"/>
              <p:cNvSpPr/>
              <p:nvPr/>
            </p:nvSpPr>
            <p:spPr>
              <a:xfrm>
                <a:off x="460840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6" name="Google Shape;2076;p20"/>
              <p:cNvSpPr/>
              <p:nvPr/>
            </p:nvSpPr>
            <p:spPr>
              <a:xfrm>
                <a:off x="445549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7" name="Google Shape;2077;p20"/>
              <p:cNvSpPr/>
              <p:nvPr/>
            </p:nvSpPr>
            <p:spPr>
              <a:xfrm>
                <a:off x="430258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8" name="Google Shape;2078;p20"/>
              <p:cNvSpPr/>
              <p:nvPr/>
            </p:nvSpPr>
            <p:spPr>
              <a:xfrm>
                <a:off x="414968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9" name="Google Shape;2079;p20"/>
              <p:cNvSpPr/>
              <p:nvPr/>
            </p:nvSpPr>
            <p:spPr>
              <a:xfrm>
                <a:off x="399677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0" name="Google Shape;2080;p20"/>
              <p:cNvSpPr/>
              <p:nvPr/>
            </p:nvSpPr>
            <p:spPr>
              <a:xfrm>
                <a:off x="384386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1" name="Google Shape;2081;p20"/>
              <p:cNvSpPr/>
              <p:nvPr/>
            </p:nvSpPr>
            <p:spPr>
              <a:xfrm>
                <a:off x="369096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2" name="Google Shape;2082;p20"/>
              <p:cNvSpPr/>
              <p:nvPr/>
            </p:nvSpPr>
            <p:spPr>
              <a:xfrm>
                <a:off x="353805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3" name="Google Shape;2083;p20"/>
              <p:cNvSpPr/>
              <p:nvPr/>
            </p:nvSpPr>
            <p:spPr>
              <a:xfrm>
                <a:off x="338514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4" name="Google Shape;2084;p20"/>
              <p:cNvSpPr/>
              <p:nvPr/>
            </p:nvSpPr>
            <p:spPr>
              <a:xfrm>
                <a:off x="323224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5" name="Google Shape;2085;p20"/>
              <p:cNvSpPr/>
              <p:nvPr/>
            </p:nvSpPr>
            <p:spPr>
              <a:xfrm>
                <a:off x="307933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6" name="Google Shape;2086;p20"/>
              <p:cNvSpPr/>
              <p:nvPr/>
            </p:nvSpPr>
            <p:spPr>
              <a:xfrm>
                <a:off x="292643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7" name="Google Shape;2087;p20"/>
              <p:cNvSpPr/>
              <p:nvPr/>
            </p:nvSpPr>
            <p:spPr>
              <a:xfrm>
                <a:off x="277352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8" name="Google Shape;2088;p20"/>
              <p:cNvSpPr/>
              <p:nvPr/>
            </p:nvSpPr>
            <p:spPr>
              <a:xfrm>
                <a:off x="262061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9" name="Google Shape;2089;p20"/>
              <p:cNvSpPr/>
              <p:nvPr/>
            </p:nvSpPr>
            <p:spPr>
              <a:xfrm>
                <a:off x="246771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0" name="Google Shape;2090;p20"/>
              <p:cNvSpPr/>
              <p:nvPr/>
            </p:nvSpPr>
            <p:spPr>
              <a:xfrm>
                <a:off x="231480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1" name="Google Shape;2091;p20"/>
              <p:cNvSpPr/>
              <p:nvPr/>
            </p:nvSpPr>
            <p:spPr>
              <a:xfrm>
                <a:off x="216189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2" name="Google Shape;2092;p20"/>
              <p:cNvSpPr/>
              <p:nvPr/>
            </p:nvSpPr>
            <p:spPr>
              <a:xfrm>
                <a:off x="200899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3" name="Google Shape;2093;p20"/>
              <p:cNvSpPr/>
              <p:nvPr/>
            </p:nvSpPr>
            <p:spPr>
              <a:xfrm>
                <a:off x="185608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4" name="Google Shape;2094;p20"/>
              <p:cNvSpPr/>
              <p:nvPr/>
            </p:nvSpPr>
            <p:spPr>
              <a:xfrm>
                <a:off x="170317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5" name="Google Shape;2095;p20"/>
              <p:cNvSpPr/>
              <p:nvPr/>
            </p:nvSpPr>
            <p:spPr>
              <a:xfrm>
                <a:off x="48720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6" name="Google Shape;2096;p20"/>
              <p:cNvSpPr/>
              <p:nvPr/>
            </p:nvSpPr>
            <p:spPr>
              <a:xfrm>
                <a:off x="33429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7" name="Google Shape;2097;p20"/>
              <p:cNvSpPr/>
              <p:nvPr/>
            </p:nvSpPr>
            <p:spPr>
              <a:xfrm>
                <a:off x="18139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8" name="Google Shape;2098;p20"/>
              <p:cNvSpPr/>
              <p:nvPr/>
            </p:nvSpPr>
            <p:spPr>
              <a:xfrm>
                <a:off x="2848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9" name="Google Shape;2099;p20"/>
              <p:cNvSpPr/>
              <p:nvPr/>
            </p:nvSpPr>
            <p:spPr>
              <a:xfrm>
                <a:off x="9025579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74" y="1"/>
                    </a:moveTo>
                    <a:cubicBezTo>
                      <a:pt x="547" y="1"/>
                      <a:pt x="517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122" y="4431"/>
                    </a:cubicBezTo>
                    <a:lnTo>
                      <a:pt x="1003" y="4431"/>
                    </a:lnTo>
                    <a:cubicBezTo>
                      <a:pt x="103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600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100" name="Google Shape;2100;p20"/>
          <p:cNvSpPr/>
          <p:nvPr/>
        </p:nvSpPr>
        <p:spPr>
          <a:xfrm>
            <a:off x="0" y="5107500"/>
            <a:ext cx="9144000" cy="36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1" name="Google Shape;2101;p20"/>
          <p:cNvSpPr/>
          <p:nvPr/>
        </p:nvSpPr>
        <p:spPr>
          <a:xfrm>
            <a:off x="719850" y="540000"/>
            <a:ext cx="7704300" cy="676800"/>
          </a:xfrm>
          <a:prstGeom prst="roundRect">
            <a:avLst>
              <a:gd fmla="val 17686" name="adj"/>
            </a:avLst>
          </a:prstGeom>
          <a:solidFill>
            <a:schemeClr val="lt1"/>
          </a:solidFill>
          <a:ln cap="flat" cmpd="sng" w="762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2" name="Google Shape;2102;p20"/>
          <p:cNvSpPr txBox="1"/>
          <p:nvPr>
            <p:ph type="title"/>
          </p:nvPr>
        </p:nvSpPr>
        <p:spPr>
          <a:xfrm>
            <a:off x="720000" y="1914600"/>
            <a:ext cx="2787000" cy="5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103" name="Google Shape;2103;p20"/>
          <p:cNvSpPr txBox="1"/>
          <p:nvPr>
            <p:ph idx="1" type="subTitle"/>
          </p:nvPr>
        </p:nvSpPr>
        <p:spPr>
          <a:xfrm>
            <a:off x="720000" y="2392500"/>
            <a:ext cx="27870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2104" name="Google Shape;2104;p20"/>
          <p:cNvSpPr txBox="1"/>
          <p:nvPr>
            <p:ph idx="2" type="title"/>
          </p:nvPr>
        </p:nvSpPr>
        <p:spPr>
          <a:xfrm>
            <a:off x="5637051" y="1914600"/>
            <a:ext cx="2787000" cy="5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105" name="Google Shape;2105;p20"/>
          <p:cNvSpPr txBox="1"/>
          <p:nvPr>
            <p:ph idx="3" type="subTitle"/>
          </p:nvPr>
        </p:nvSpPr>
        <p:spPr>
          <a:xfrm>
            <a:off x="5637051" y="2392500"/>
            <a:ext cx="27870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2106" name="Google Shape;2106;p20"/>
          <p:cNvSpPr txBox="1"/>
          <p:nvPr>
            <p:ph idx="4" type="title"/>
          </p:nvPr>
        </p:nvSpPr>
        <p:spPr>
          <a:xfrm>
            <a:off x="720000" y="3019800"/>
            <a:ext cx="2787000" cy="5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107" name="Google Shape;2107;p20"/>
          <p:cNvSpPr txBox="1"/>
          <p:nvPr>
            <p:ph idx="5" type="subTitle"/>
          </p:nvPr>
        </p:nvSpPr>
        <p:spPr>
          <a:xfrm>
            <a:off x="720000" y="3500400"/>
            <a:ext cx="27870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2108" name="Google Shape;2108;p20"/>
          <p:cNvSpPr txBox="1"/>
          <p:nvPr>
            <p:ph idx="6" type="title"/>
          </p:nvPr>
        </p:nvSpPr>
        <p:spPr>
          <a:xfrm>
            <a:off x="5637051" y="3019800"/>
            <a:ext cx="2787000" cy="5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109" name="Google Shape;2109;p20"/>
          <p:cNvSpPr txBox="1"/>
          <p:nvPr>
            <p:ph idx="7" type="subTitle"/>
          </p:nvPr>
        </p:nvSpPr>
        <p:spPr>
          <a:xfrm>
            <a:off x="5637051" y="3500400"/>
            <a:ext cx="27870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2110" name="Google Shape;2110;p20"/>
          <p:cNvSpPr txBox="1"/>
          <p:nvPr>
            <p:ph idx="8" type="title"/>
          </p:nvPr>
        </p:nvSpPr>
        <p:spPr>
          <a:xfrm>
            <a:off x="720000" y="540000"/>
            <a:ext cx="7704000" cy="6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5_1">
    <p:spTree>
      <p:nvGrpSpPr>
        <p:cNvPr id="2111" name="Shape 2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12" name="Google Shape;2112;p21"/>
          <p:cNvGrpSpPr/>
          <p:nvPr/>
        </p:nvGrpSpPr>
        <p:grpSpPr>
          <a:xfrm>
            <a:off x="-15975" y="-52"/>
            <a:ext cx="9175950" cy="5143406"/>
            <a:chOff x="-15975" y="-52"/>
            <a:chExt cx="9175950" cy="5143406"/>
          </a:xfrm>
        </p:grpSpPr>
        <p:sp>
          <p:nvSpPr>
            <p:cNvPr id="2113" name="Google Shape;2113;p21"/>
            <p:cNvSpPr/>
            <p:nvPr/>
          </p:nvSpPr>
          <p:spPr>
            <a:xfrm rot="5400000">
              <a:off x="4570450" y="-378255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4" name="Google Shape;2114;p21"/>
            <p:cNvSpPr/>
            <p:nvPr/>
          </p:nvSpPr>
          <p:spPr>
            <a:xfrm rot="5400000">
              <a:off x="4570450" y="-276311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5" name="Google Shape;2115;p21"/>
            <p:cNvSpPr/>
            <p:nvPr/>
          </p:nvSpPr>
          <p:spPr>
            <a:xfrm rot="5400000">
              <a:off x="4570450" y="-174368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6" name="Google Shape;2116;p21"/>
            <p:cNvSpPr/>
            <p:nvPr/>
          </p:nvSpPr>
          <p:spPr>
            <a:xfrm rot="5400000">
              <a:off x="4570450" y="-72425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7" name="Google Shape;2117;p21"/>
            <p:cNvSpPr/>
            <p:nvPr/>
          </p:nvSpPr>
          <p:spPr>
            <a:xfrm rot="5400000">
              <a:off x="4570450" y="295184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8" name="Google Shape;2118;p21"/>
            <p:cNvSpPr/>
            <p:nvPr/>
          </p:nvSpPr>
          <p:spPr>
            <a:xfrm rot="5400000">
              <a:off x="4570450" y="-429226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9" name="Google Shape;2119;p21"/>
            <p:cNvSpPr/>
            <p:nvPr/>
          </p:nvSpPr>
          <p:spPr>
            <a:xfrm rot="5400000">
              <a:off x="4570450" y="-327283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0" name="Google Shape;2120;p21"/>
            <p:cNvSpPr/>
            <p:nvPr/>
          </p:nvSpPr>
          <p:spPr>
            <a:xfrm rot="5400000">
              <a:off x="4570450" y="-225340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1" name="Google Shape;2121;p21"/>
            <p:cNvSpPr/>
            <p:nvPr/>
          </p:nvSpPr>
          <p:spPr>
            <a:xfrm rot="5400000">
              <a:off x="4570450" y="-123396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2" name="Google Shape;2122;p21"/>
            <p:cNvSpPr/>
            <p:nvPr/>
          </p:nvSpPr>
          <p:spPr>
            <a:xfrm rot="5400000">
              <a:off x="4570450" y="-21453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3" name="Google Shape;2123;p21"/>
            <p:cNvSpPr/>
            <p:nvPr/>
          </p:nvSpPr>
          <p:spPr>
            <a:xfrm>
              <a:off x="5081305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4" name="Google Shape;2124;p21"/>
            <p:cNvSpPr/>
            <p:nvPr/>
          </p:nvSpPr>
          <p:spPr>
            <a:xfrm>
              <a:off x="6100964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5" name="Google Shape;2125;p21"/>
            <p:cNvSpPr/>
            <p:nvPr/>
          </p:nvSpPr>
          <p:spPr>
            <a:xfrm>
              <a:off x="7120623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6" name="Google Shape;2126;p21"/>
            <p:cNvSpPr/>
            <p:nvPr/>
          </p:nvSpPr>
          <p:spPr>
            <a:xfrm>
              <a:off x="8140282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7" name="Google Shape;2127;p21"/>
            <p:cNvSpPr/>
            <p:nvPr/>
          </p:nvSpPr>
          <p:spPr>
            <a:xfrm>
              <a:off x="5591134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8" name="Google Shape;2128;p21"/>
            <p:cNvSpPr/>
            <p:nvPr/>
          </p:nvSpPr>
          <p:spPr>
            <a:xfrm>
              <a:off x="6610793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9" name="Google Shape;2129;p21"/>
            <p:cNvSpPr/>
            <p:nvPr/>
          </p:nvSpPr>
          <p:spPr>
            <a:xfrm>
              <a:off x="7630452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0" name="Google Shape;2130;p21"/>
            <p:cNvSpPr/>
            <p:nvPr/>
          </p:nvSpPr>
          <p:spPr>
            <a:xfrm>
              <a:off x="8650111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131" name="Google Shape;2131;p21"/>
            <p:cNvGrpSpPr/>
            <p:nvPr/>
          </p:nvGrpSpPr>
          <p:grpSpPr>
            <a:xfrm>
              <a:off x="-15975" y="-52"/>
              <a:ext cx="4587484" cy="5143406"/>
              <a:chOff x="-9275" y="-1994782"/>
              <a:chExt cx="4587484" cy="9140583"/>
            </a:xfrm>
          </p:grpSpPr>
          <p:sp>
            <p:nvSpPr>
              <p:cNvPr id="2132" name="Google Shape;2132;p21"/>
              <p:cNvSpPr/>
              <p:nvPr/>
            </p:nvSpPr>
            <p:spPr>
              <a:xfrm>
                <a:off x="50044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3" name="Google Shape;2133;p21"/>
              <p:cNvSpPr/>
              <p:nvPr/>
            </p:nvSpPr>
            <p:spPr>
              <a:xfrm>
                <a:off x="15198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4" name="Google Shape;2134;p21"/>
              <p:cNvSpPr/>
              <p:nvPr/>
            </p:nvSpPr>
            <p:spPr>
              <a:xfrm>
                <a:off x="253930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5" name="Google Shape;2135;p21"/>
              <p:cNvSpPr/>
              <p:nvPr/>
            </p:nvSpPr>
            <p:spPr>
              <a:xfrm>
                <a:off x="355874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6" name="Google Shape;2136;p21"/>
              <p:cNvSpPr/>
              <p:nvPr/>
            </p:nvSpPr>
            <p:spPr>
              <a:xfrm>
                <a:off x="45781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7" name="Google Shape;2137;p21"/>
              <p:cNvSpPr/>
              <p:nvPr/>
            </p:nvSpPr>
            <p:spPr>
              <a:xfrm>
                <a:off x="101015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8" name="Google Shape;2138;p21"/>
              <p:cNvSpPr/>
              <p:nvPr/>
            </p:nvSpPr>
            <p:spPr>
              <a:xfrm>
                <a:off x="202959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9" name="Google Shape;2139;p21"/>
              <p:cNvSpPr/>
              <p:nvPr/>
            </p:nvSpPr>
            <p:spPr>
              <a:xfrm>
                <a:off x="304902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40" name="Google Shape;2140;p21"/>
              <p:cNvSpPr/>
              <p:nvPr/>
            </p:nvSpPr>
            <p:spPr>
              <a:xfrm>
                <a:off x="406845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41" name="Google Shape;2141;p21"/>
              <p:cNvSpPr/>
              <p:nvPr/>
            </p:nvSpPr>
            <p:spPr>
              <a:xfrm>
                <a:off x="-92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142" name="Google Shape;2142;p21"/>
            <p:cNvSpPr/>
            <p:nvPr/>
          </p:nvSpPr>
          <p:spPr>
            <a:xfrm>
              <a:off x="9159941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43" name="Google Shape;2143;p21"/>
          <p:cNvSpPr/>
          <p:nvPr/>
        </p:nvSpPr>
        <p:spPr>
          <a:xfrm>
            <a:off x="0" y="-75"/>
            <a:ext cx="9144000" cy="5143500"/>
          </a:xfrm>
          <a:prstGeom prst="rect">
            <a:avLst/>
          </a:prstGeom>
          <a:solidFill>
            <a:srgbClr val="D6E3EA">
              <a:alpha val="398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4" name="Google Shape;2144;p21"/>
          <p:cNvSpPr/>
          <p:nvPr/>
        </p:nvSpPr>
        <p:spPr>
          <a:xfrm>
            <a:off x="719850" y="540000"/>
            <a:ext cx="7704300" cy="676800"/>
          </a:xfrm>
          <a:prstGeom prst="roundRect">
            <a:avLst>
              <a:gd fmla="val 17686" name="adj"/>
            </a:avLst>
          </a:prstGeom>
          <a:solidFill>
            <a:schemeClr val="lt1"/>
          </a:solidFill>
          <a:ln cap="flat" cmpd="sng" w="762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5" name="Google Shape;2145;p21"/>
          <p:cNvSpPr/>
          <p:nvPr/>
        </p:nvSpPr>
        <p:spPr>
          <a:xfrm>
            <a:off x="8423997" y="230400"/>
            <a:ext cx="627009" cy="570231"/>
          </a:xfrm>
          <a:custGeom>
            <a:rect b="b" l="l" r="r" t="t"/>
            <a:pathLst>
              <a:path extrusionOk="0" h="7129" w="7843">
                <a:moveTo>
                  <a:pt x="3921" y="1"/>
                </a:moveTo>
                <a:cubicBezTo>
                  <a:pt x="3010" y="1"/>
                  <a:pt x="2098" y="343"/>
                  <a:pt x="1399" y="1027"/>
                </a:cubicBezTo>
                <a:cubicBezTo>
                  <a:pt x="0" y="2425"/>
                  <a:pt x="0" y="4705"/>
                  <a:pt x="1399" y="6103"/>
                </a:cubicBezTo>
                <a:cubicBezTo>
                  <a:pt x="2098" y="6787"/>
                  <a:pt x="3010" y="7129"/>
                  <a:pt x="3921" y="7129"/>
                </a:cubicBezTo>
                <a:cubicBezTo>
                  <a:pt x="4833" y="7129"/>
                  <a:pt x="5745" y="6787"/>
                  <a:pt x="6444" y="6103"/>
                </a:cubicBezTo>
                <a:cubicBezTo>
                  <a:pt x="7843" y="4705"/>
                  <a:pt x="7843" y="2425"/>
                  <a:pt x="6444" y="1027"/>
                </a:cubicBezTo>
                <a:cubicBezTo>
                  <a:pt x="5745" y="343"/>
                  <a:pt x="4833" y="1"/>
                  <a:pt x="3921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46" name="Google Shape;2146;p21"/>
          <p:cNvGrpSpPr/>
          <p:nvPr/>
        </p:nvGrpSpPr>
        <p:grpSpPr>
          <a:xfrm>
            <a:off x="7647030" y="3998946"/>
            <a:ext cx="1496970" cy="1108547"/>
            <a:chOff x="7609470" y="3938246"/>
            <a:chExt cx="1496970" cy="1108547"/>
          </a:xfrm>
        </p:grpSpPr>
        <p:sp>
          <p:nvSpPr>
            <p:cNvPr id="2147" name="Google Shape;2147;p21"/>
            <p:cNvSpPr/>
            <p:nvPr/>
          </p:nvSpPr>
          <p:spPr>
            <a:xfrm flipH="1">
              <a:off x="7609470" y="3938246"/>
              <a:ext cx="1494572" cy="1108547"/>
            </a:xfrm>
            <a:custGeom>
              <a:rect b="b" l="l" r="r" t="t"/>
              <a:pathLst>
                <a:path extrusionOk="0" h="13859" w="18695">
                  <a:moveTo>
                    <a:pt x="1447" y="0"/>
                  </a:moveTo>
                  <a:cubicBezTo>
                    <a:pt x="1061" y="0"/>
                    <a:pt x="617" y="130"/>
                    <a:pt x="122" y="424"/>
                  </a:cubicBezTo>
                  <a:cubicBezTo>
                    <a:pt x="92" y="424"/>
                    <a:pt x="61" y="454"/>
                    <a:pt x="1" y="454"/>
                  </a:cubicBezTo>
                  <a:lnTo>
                    <a:pt x="1" y="13858"/>
                  </a:lnTo>
                  <a:lnTo>
                    <a:pt x="18694" y="13858"/>
                  </a:lnTo>
                  <a:cubicBezTo>
                    <a:pt x="18451" y="13038"/>
                    <a:pt x="17752" y="12339"/>
                    <a:pt x="16992" y="12035"/>
                  </a:cubicBezTo>
                  <a:cubicBezTo>
                    <a:pt x="16604" y="11877"/>
                    <a:pt x="16196" y="11814"/>
                    <a:pt x="15780" y="11814"/>
                  </a:cubicBezTo>
                  <a:cubicBezTo>
                    <a:pt x="15320" y="11814"/>
                    <a:pt x="14850" y="11891"/>
                    <a:pt x="14389" y="12002"/>
                  </a:cubicBezTo>
                  <a:lnTo>
                    <a:pt x="14389" y="12002"/>
                  </a:lnTo>
                  <a:cubicBezTo>
                    <a:pt x="14540" y="11959"/>
                    <a:pt x="14746" y="11667"/>
                    <a:pt x="14864" y="11548"/>
                  </a:cubicBezTo>
                  <a:cubicBezTo>
                    <a:pt x="15138" y="11244"/>
                    <a:pt x="15351" y="10940"/>
                    <a:pt x="15411" y="10576"/>
                  </a:cubicBezTo>
                  <a:cubicBezTo>
                    <a:pt x="15472" y="10120"/>
                    <a:pt x="15320" y="9664"/>
                    <a:pt x="15047" y="9299"/>
                  </a:cubicBezTo>
                  <a:cubicBezTo>
                    <a:pt x="14653" y="8827"/>
                    <a:pt x="14011" y="8581"/>
                    <a:pt x="13374" y="8581"/>
                  </a:cubicBezTo>
                  <a:cubicBezTo>
                    <a:pt x="13272" y="8581"/>
                    <a:pt x="13171" y="8588"/>
                    <a:pt x="13071" y="8600"/>
                  </a:cubicBezTo>
                  <a:lnTo>
                    <a:pt x="12980" y="8600"/>
                  </a:lnTo>
                  <a:cubicBezTo>
                    <a:pt x="12828" y="8630"/>
                    <a:pt x="12706" y="8630"/>
                    <a:pt x="12554" y="8691"/>
                  </a:cubicBezTo>
                  <a:cubicBezTo>
                    <a:pt x="12213" y="8835"/>
                    <a:pt x="11894" y="9021"/>
                    <a:pt x="11601" y="9243"/>
                  </a:cubicBezTo>
                  <a:lnTo>
                    <a:pt x="11601" y="9243"/>
                  </a:lnTo>
                  <a:cubicBezTo>
                    <a:pt x="11894" y="8923"/>
                    <a:pt x="12183" y="8555"/>
                    <a:pt x="12311" y="8235"/>
                  </a:cubicBezTo>
                  <a:cubicBezTo>
                    <a:pt x="13246" y="6312"/>
                    <a:pt x="11645" y="3636"/>
                    <a:pt x="9345" y="3636"/>
                  </a:cubicBezTo>
                  <a:cubicBezTo>
                    <a:pt x="9028" y="3636"/>
                    <a:pt x="8698" y="3687"/>
                    <a:pt x="8359" y="3798"/>
                  </a:cubicBezTo>
                  <a:cubicBezTo>
                    <a:pt x="7436" y="4182"/>
                    <a:pt x="6643" y="4956"/>
                    <a:pt x="6052" y="5864"/>
                  </a:cubicBezTo>
                  <a:lnTo>
                    <a:pt x="6052" y="5864"/>
                  </a:lnTo>
                  <a:cubicBezTo>
                    <a:pt x="7044" y="3936"/>
                    <a:pt x="6013" y="2566"/>
                    <a:pt x="4822" y="2566"/>
                  </a:cubicBezTo>
                  <a:cubicBezTo>
                    <a:pt x="4146" y="2566"/>
                    <a:pt x="3418" y="3008"/>
                    <a:pt x="2979" y="4041"/>
                  </a:cubicBezTo>
                  <a:cubicBezTo>
                    <a:pt x="3611" y="2050"/>
                    <a:pt x="2981" y="0"/>
                    <a:pt x="144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8" name="Google Shape;2148;p21"/>
            <p:cNvSpPr/>
            <p:nvPr/>
          </p:nvSpPr>
          <p:spPr>
            <a:xfrm flipH="1">
              <a:off x="8221849" y="4367699"/>
              <a:ext cx="884591" cy="679094"/>
            </a:xfrm>
            <a:custGeom>
              <a:rect b="b" l="l" r="r" t="t"/>
              <a:pathLst>
                <a:path extrusionOk="0" h="8490" w="11065">
                  <a:moveTo>
                    <a:pt x="486" y="1"/>
                  </a:moveTo>
                  <a:cubicBezTo>
                    <a:pt x="321" y="1"/>
                    <a:pt x="157" y="33"/>
                    <a:pt x="0" y="100"/>
                  </a:cubicBezTo>
                  <a:lnTo>
                    <a:pt x="0" y="8489"/>
                  </a:lnTo>
                  <a:lnTo>
                    <a:pt x="11064" y="8489"/>
                  </a:lnTo>
                  <a:cubicBezTo>
                    <a:pt x="10912" y="8003"/>
                    <a:pt x="10487" y="7578"/>
                    <a:pt x="10031" y="7426"/>
                  </a:cubicBezTo>
                  <a:cubicBezTo>
                    <a:pt x="9799" y="7339"/>
                    <a:pt x="9553" y="7300"/>
                    <a:pt x="9303" y="7300"/>
                  </a:cubicBezTo>
                  <a:cubicBezTo>
                    <a:pt x="9029" y="7300"/>
                    <a:pt x="8751" y="7346"/>
                    <a:pt x="8481" y="7426"/>
                  </a:cubicBezTo>
                  <a:cubicBezTo>
                    <a:pt x="8754" y="6939"/>
                    <a:pt x="8389" y="6271"/>
                    <a:pt x="7903" y="6058"/>
                  </a:cubicBezTo>
                  <a:cubicBezTo>
                    <a:pt x="7756" y="6003"/>
                    <a:pt x="7601" y="5978"/>
                    <a:pt x="7444" y="5978"/>
                  </a:cubicBezTo>
                  <a:cubicBezTo>
                    <a:pt x="7152" y="5978"/>
                    <a:pt x="6851" y="6063"/>
                    <a:pt x="6580" y="6195"/>
                  </a:cubicBezTo>
                  <a:lnTo>
                    <a:pt x="6580" y="6195"/>
                  </a:lnTo>
                  <a:cubicBezTo>
                    <a:pt x="6903" y="5981"/>
                    <a:pt x="7137" y="5620"/>
                    <a:pt x="7265" y="5237"/>
                  </a:cubicBezTo>
                  <a:cubicBezTo>
                    <a:pt x="7801" y="4084"/>
                    <a:pt x="6846" y="2504"/>
                    <a:pt x="5507" y="2504"/>
                  </a:cubicBezTo>
                  <a:cubicBezTo>
                    <a:pt x="5329" y="2504"/>
                    <a:pt x="5144" y="2532"/>
                    <a:pt x="4955" y="2593"/>
                  </a:cubicBezTo>
                  <a:cubicBezTo>
                    <a:pt x="4359" y="2836"/>
                    <a:pt x="3885" y="3321"/>
                    <a:pt x="3509" y="3896"/>
                  </a:cubicBezTo>
                  <a:lnTo>
                    <a:pt x="3509" y="3896"/>
                  </a:lnTo>
                  <a:cubicBezTo>
                    <a:pt x="4180" y="2709"/>
                    <a:pt x="3551" y="1867"/>
                    <a:pt x="2823" y="1867"/>
                  </a:cubicBezTo>
                  <a:cubicBezTo>
                    <a:pt x="2423" y="1867"/>
                    <a:pt x="1993" y="2122"/>
                    <a:pt x="1733" y="2714"/>
                  </a:cubicBezTo>
                  <a:cubicBezTo>
                    <a:pt x="2381" y="1081"/>
                    <a:pt x="1437" y="1"/>
                    <a:pt x="4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9" name="Google Shape;2149;p21"/>
            <p:cNvSpPr/>
            <p:nvPr/>
          </p:nvSpPr>
          <p:spPr>
            <a:xfrm flipH="1">
              <a:off x="8165967" y="4144614"/>
              <a:ext cx="82743" cy="75988"/>
            </a:xfrm>
            <a:custGeom>
              <a:rect b="b" l="l" r="r" t="t"/>
              <a:pathLst>
                <a:path extrusionOk="0" h="950" w="1035">
                  <a:moveTo>
                    <a:pt x="998" y="1"/>
                  </a:moveTo>
                  <a:cubicBezTo>
                    <a:pt x="894" y="1"/>
                    <a:pt x="584" y="21"/>
                    <a:pt x="335" y="245"/>
                  </a:cubicBezTo>
                  <a:cubicBezTo>
                    <a:pt x="31" y="488"/>
                    <a:pt x="1" y="944"/>
                    <a:pt x="1" y="944"/>
                  </a:cubicBezTo>
                  <a:cubicBezTo>
                    <a:pt x="1" y="944"/>
                    <a:pt x="38" y="950"/>
                    <a:pt x="99" y="950"/>
                  </a:cubicBezTo>
                  <a:cubicBezTo>
                    <a:pt x="235" y="950"/>
                    <a:pt x="490" y="921"/>
                    <a:pt x="700" y="731"/>
                  </a:cubicBezTo>
                  <a:cubicBezTo>
                    <a:pt x="1004" y="458"/>
                    <a:pt x="1034" y="2"/>
                    <a:pt x="1034" y="2"/>
                  </a:cubicBezTo>
                  <a:cubicBezTo>
                    <a:pt x="1034" y="2"/>
                    <a:pt x="1021" y="1"/>
                    <a:pt x="99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0" name="Google Shape;2150;p21"/>
            <p:cNvSpPr/>
            <p:nvPr/>
          </p:nvSpPr>
          <p:spPr>
            <a:xfrm flipH="1">
              <a:off x="8853654" y="4378097"/>
              <a:ext cx="82743" cy="116782"/>
            </a:xfrm>
            <a:custGeom>
              <a:rect b="b" l="l" r="r" t="t"/>
              <a:pathLst>
                <a:path extrusionOk="0" h="1460" w="1035">
                  <a:moveTo>
                    <a:pt x="913" y="1"/>
                  </a:moveTo>
                  <a:lnTo>
                    <a:pt x="913" y="1"/>
                  </a:lnTo>
                  <a:cubicBezTo>
                    <a:pt x="913" y="1"/>
                    <a:pt x="457" y="153"/>
                    <a:pt x="244" y="548"/>
                  </a:cubicBezTo>
                  <a:cubicBezTo>
                    <a:pt x="1" y="913"/>
                    <a:pt x="123" y="1460"/>
                    <a:pt x="123" y="1460"/>
                  </a:cubicBezTo>
                  <a:cubicBezTo>
                    <a:pt x="123" y="1460"/>
                    <a:pt x="578" y="1308"/>
                    <a:pt x="791" y="913"/>
                  </a:cubicBezTo>
                  <a:cubicBezTo>
                    <a:pt x="1034" y="548"/>
                    <a:pt x="913" y="1"/>
                    <a:pt x="9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1" name="Google Shape;2151;p21"/>
            <p:cNvSpPr/>
            <p:nvPr/>
          </p:nvSpPr>
          <p:spPr>
            <a:xfrm flipH="1">
              <a:off x="8255906" y="4047429"/>
              <a:ext cx="77786" cy="165414"/>
            </a:xfrm>
            <a:custGeom>
              <a:rect b="b" l="l" r="r" t="t"/>
              <a:pathLst>
                <a:path extrusionOk="0" h="2068" w="973">
                  <a:moveTo>
                    <a:pt x="243" y="1"/>
                  </a:moveTo>
                  <a:cubicBezTo>
                    <a:pt x="243" y="1"/>
                    <a:pt x="0" y="578"/>
                    <a:pt x="91" y="1156"/>
                  </a:cubicBezTo>
                  <a:cubicBezTo>
                    <a:pt x="213" y="1703"/>
                    <a:pt x="699" y="2068"/>
                    <a:pt x="699" y="2068"/>
                  </a:cubicBezTo>
                  <a:cubicBezTo>
                    <a:pt x="699" y="2068"/>
                    <a:pt x="973" y="1490"/>
                    <a:pt x="851" y="913"/>
                  </a:cubicBezTo>
                  <a:cubicBezTo>
                    <a:pt x="760" y="335"/>
                    <a:pt x="243" y="1"/>
                    <a:pt x="2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52" name="Google Shape;2152;p21"/>
          <p:cNvGrpSpPr/>
          <p:nvPr/>
        </p:nvGrpSpPr>
        <p:grpSpPr>
          <a:xfrm flipH="1">
            <a:off x="-518902" y="2809772"/>
            <a:ext cx="1496970" cy="2297721"/>
            <a:chOff x="243098" y="2746672"/>
            <a:chExt cx="1496970" cy="2297721"/>
          </a:xfrm>
        </p:grpSpPr>
        <p:sp>
          <p:nvSpPr>
            <p:cNvPr id="2153" name="Google Shape;2153;p21"/>
            <p:cNvSpPr/>
            <p:nvPr/>
          </p:nvSpPr>
          <p:spPr>
            <a:xfrm>
              <a:off x="789842" y="4086383"/>
              <a:ext cx="461762" cy="958010"/>
            </a:xfrm>
            <a:custGeom>
              <a:rect b="b" l="l" r="r" t="t"/>
              <a:pathLst>
                <a:path extrusionOk="0" h="11977" w="5776">
                  <a:moveTo>
                    <a:pt x="2888" y="0"/>
                  </a:moveTo>
                  <a:lnTo>
                    <a:pt x="2797" y="2219"/>
                  </a:lnTo>
                  <a:lnTo>
                    <a:pt x="1611" y="1307"/>
                  </a:lnTo>
                  <a:lnTo>
                    <a:pt x="1520" y="1429"/>
                  </a:lnTo>
                  <a:lnTo>
                    <a:pt x="2645" y="2797"/>
                  </a:lnTo>
                  <a:lnTo>
                    <a:pt x="2432" y="7082"/>
                  </a:lnTo>
                  <a:lnTo>
                    <a:pt x="1885" y="6535"/>
                  </a:lnTo>
                  <a:lnTo>
                    <a:pt x="1915" y="5076"/>
                  </a:lnTo>
                  <a:lnTo>
                    <a:pt x="1703" y="5015"/>
                  </a:lnTo>
                  <a:lnTo>
                    <a:pt x="1520" y="6201"/>
                  </a:lnTo>
                  <a:lnTo>
                    <a:pt x="152" y="5015"/>
                  </a:lnTo>
                  <a:lnTo>
                    <a:pt x="0" y="5137"/>
                  </a:lnTo>
                  <a:lnTo>
                    <a:pt x="2310" y="7812"/>
                  </a:lnTo>
                  <a:lnTo>
                    <a:pt x="2007" y="11976"/>
                  </a:lnTo>
                  <a:lnTo>
                    <a:pt x="3891" y="11976"/>
                  </a:lnTo>
                  <a:lnTo>
                    <a:pt x="3678" y="6748"/>
                  </a:lnTo>
                  <a:lnTo>
                    <a:pt x="4681" y="5107"/>
                  </a:lnTo>
                  <a:lnTo>
                    <a:pt x="5776" y="4955"/>
                  </a:lnTo>
                  <a:lnTo>
                    <a:pt x="5776" y="4772"/>
                  </a:lnTo>
                  <a:lnTo>
                    <a:pt x="4803" y="4803"/>
                  </a:lnTo>
                  <a:lnTo>
                    <a:pt x="5350" y="3921"/>
                  </a:lnTo>
                  <a:lnTo>
                    <a:pt x="5228" y="3800"/>
                  </a:lnTo>
                  <a:lnTo>
                    <a:pt x="3678" y="5471"/>
                  </a:lnTo>
                  <a:lnTo>
                    <a:pt x="3405" y="2736"/>
                  </a:lnTo>
                  <a:lnTo>
                    <a:pt x="319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4" name="Google Shape;2154;p21"/>
            <p:cNvSpPr/>
            <p:nvPr/>
          </p:nvSpPr>
          <p:spPr>
            <a:xfrm>
              <a:off x="274676" y="2746672"/>
              <a:ext cx="1465392" cy="1589112"/>
            </a:xfrm>
            <a:custGeom>
              <a:rect b="b" l="l" r="r" t="t"/>
              <a:pathLst>
                <a:path extrusionOk="0" h="19867" w="18330">
                  <a:moveTo>
                    <a:pt x="9682" y="1"/>
                  </a:moveTo>
                  <a:cubicBezTo>
                    <a:pt x="9666" y="1"/>
                    <a:pt x="9651" y="1"/>
                    <a:pt x="9636" y="1"/>
                  </a:cubicBezTo>
                  <a:cubicBezTo>
                    <a:pt x="8663" y="32"/>
                    <a:pt x="7873" y="731"/>
                    <a:pt x="7265" y="1460"/>
                  </a:cubicBezTo>
                  <a:cubicBezTo>
                    <a:pt x="6019" y="2980"/>
                    <a:pt x="5259" y="4865"/>
                    <a:pt x="5107" y="6840"/>
                  </a:cubicBezTo>
                  <a:cubicBezTo>
                    <a:pt x="4712" y="6354"/>
                    <a:pt x="4377" y="5868"/>
                    <a:pt x="3891" y="5472"/>
                  </a:cubicBezTo>
                  <a:cubicBezTo>
                    <a:pt x="3485" y="5168"/>
                    <a:pt x="2993" y="4926"/>
                    <a:pt x="2488" y="4926"/>
                  </a:cubicBezTo>
                  <a:cubicBezTo>
                    <a:pt x="2389" y="4926"/>
                    <a:pt x="2289" y="4936"/>
                    <a:pt x="2189" y="4956"/>
                  </a:cubicBezTo>
                  <a:cubicBezTo>
                    <a:pt x="1186" y="5108"/>
                    <a:pt x="548" y="6111"/>
                    <a:pt x="274" y="7114"/>
                  </a:cubicBezTo>
                  <a:cubicBezTo>
                    <a:pt x="1" y="8178"/>
                    <a:pt x="61" y="9272"/>
                    <a:pt x="396" y="10305"/>
                  </a:cubicBezTo>
                  <a:cubicBezTo>
                    <a:pt x="912" y="12007"/>
                    <a:pt x="2219" y="13375"/>
                    <a:pt x="3466" y="14622"/>
                  </a:cubicBezTo>
                  <a:cubicBezTo>
                    <a:pt x="3336" y="14567"/>
                    <a:pt x="3199" y="14541"/>
                    <a:pt x="3063" y="14541"/>
                  </a:cubicBezTo>
                  <a:cubicBezTo>
                    <a:pt x="2595" y="14541"/>
                    <a:pt x="2127" y="14843"/>
                    <a:pt x="1915" y="15290"/>
                  </a:cubicBezTo>
                  <a:cubicBezTo>
                    <a:pt x="1520" y="16050"/>
                    <a:pt x="1915" y="16901"/>
                    <a:pt x="2402" y="17509"/>
                  </a:cubicBezTo>
                  <a:cubicBezTo>
                    <a:pt x="2858" y="18026"/>
                    <a:pt x="3435" y="18391"/>
                    <a:pt x="4043" y="18695"/>
                  </a:cubicBezTo>
                  <a:cubicBezTo>
                    <a:pt x="5651" y="19498"/>
                    <a:pt x="7434" y="19866"/>
                    <a:pt x="9228" y="19866"/>
                  </a:cubicBezTo>
                  <a:cubicBezTo>
                    <a:pt x="11164" y="19866"/>
                    <a:pt x="13112" y="19437"/>
                    <a:pt x="14864" y="18664"/>
                  </a:cubicBezTo>
                  <a:cubicBezTo>
                    <a:pt x="16110" y="18117"/>
                    <a:pt x="16992" y="17205"/>
                    <a:pt x="17691" y="15989"/>
                  </a:cubicBezTo>
                  <a:cubicBezTo>
                    <a:pt x="18147" y="15290"/>
                    <a:pt x="18299" y="14439"/>
                    <a:pt x="18329" y="13649"/>
                  </a:cubicBezTo>
                  <a:cubicBezTo>
                    <a:pt x="18329" y="13102"/>
                    <a:pt x="18299" y="12585"/>
                    <a:pt x="18086" y="12129"/>
                  </a:cubicBezTo>
                  <a:cubicBezTo>
                    <a:pt x="17873" y="11673"/>
                    <a:pt x="17448" y="11248"/>
                    <a:pt x="16931" y="11187"/>
                  </a:cubicBezTo>
                  <a:cubicBezTo>
                    <a:pt x="16869" y="11174"/>
                    <a:pt x="16804" y="11168"/>
                    <a:pt x="16739" y="11168"/>
                  </a:cubicBezTo>
                  <a:cubicBezTo>
                    <a:pt x="16511" y="11168"/>
                    <a:pt x="16279" y="11244"/>
                    <a:pt x="16148" y="11384"/>
                  </a:cubicBezTo>
                  <a:lnTo>
                    <a:pt x="16148" y="11384"/>
                  </a:lnTo>
                  <a:cubicBezTo>
                    <a:pt x="16711" y="10695"/>
                    <a:pt x="17239" y="9890"/>
                    <a:pt x="17448" y="8998"/>
                  </a:cubicBezTo>
                  <a:cubicBezTo>
                    <a:pt x="17691" y="8086"/>
                    <a:pt x="17569" y="7083"/>
                    <a:pt x="16961" y="6384"/>
                  </a:cubicBezTo>
                  <a:cubicBezTo>
                    <a:pt x="16487" y="5810"/>
                    <a:pt x="15766" y="5523"/>
                    <a:pt x="15019" y="5523"/>
                  </a:cubicBezTo>
                  <a:cubicBezTo>
                    <a:pt x="14856" y="5523"/>
                    <a:pt x="14692" y="5536"/>
                    <a:pt x="14530" y="5564"/>
                  </a:cubicBezTo>
                  <a:cubicBezTo>
                    <a:pt x="13618" y="5716"/>
                    <a:pt x="12858" y="6202"/>
                    <a:pt x="12250" y="6871"/>
                  </a:cubicBezTo>
                  <a:cubicBezTo>
                    <a:pt x="12311" y="5472"/>
                    <a:pt x="12615" y="4074"/>
                    <a:pt x="12372" y="2706"/>
                  </a:cubicBezTo>
                  <a:cubicBezTo>
                    <a:pt x="12101" y="1354"/>
                    <a:pt x="11057" y="1"/>
                    <a:pt x="968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5" name="Google Shape;2155;p21"/>
            <p:cNvSpPr/>
            <p:nvPr/>
          </p:nvSpPr>
          <p:spPr>
            <a:xfrm>
              <a:off x="635228" y="4360980"/>
              <a:ext cx="324817" cy="282356"/>
            </a:xfrm>
            <a:custGeom>
              <a:rect b="b" l="l" r="r" t="t"/>
              <a:pathLst>
                <a:path extrusionOk="0" h="3530" w="4063">
                  <a:moveTo>
                    <a:pt x="1850" y="0"/>
                  </a:moveTo>
                  <a:cubicBezTo>
                    <a:pt x="1502" y="0"/>
                    <a:pt x="1195" y="373"/>
                    <a:pt x="1570" y="944"/>
                  </a:cubicBezTo>
                  <a:cubicBezTo>
                    <a:pt x="1296" y="663"/>
                    <a:pt x="1033" y="551"/>
                    <a:pt x="819" y="551"/>
                  </a:cubicBezTo>
                  <a:cubicBezTo>
                    <a:pt x="223" y="551"/>
                    <a:pt x="1" y="1409"/>
                    <a:pt x="962" y="1856"/>
                  </a:cubicBezTo>
                  <a:cubicBezTo>
                    <a:pt x="37" y="1881"/>
                    <a:pt x="304" y="2974"/>
                    <a:pt x="969" y="2974"/>
                  </a:cubicBezTo>
                  <a:cubicBezTo>
                    <a:pt x="1100" y="2974"/>
                    <a:pt x="1247" y="2931"/>
                    <a:pt x="1403" y="2829"/>
                  </a:cubicBezTo>
                  <a:lnTo>
                    <a:pt x="1403" y="2829"/>
                  </a:lnTo>
                  <a:cubicBezTo>
                    <a:pt x="1083" y="3075"/>
                    <a:pt x="1301" y="3529"/>
                    <a:pt x="1714" y="3529"/>
                  </a:cubicBezTo>
                  <a:cubicBezTo>
                    <a:pt x="1726" y="3529"/>
                    <a:pt x="1739" y="3529"/>
                    <a:pt x="1752" y="3528"/>
                  </a:cubicBezTo>
                  <a:cubicBezTo>
                    <a:pt x="2877" y="3315"/>
                    <a:pt x="4062" y="1491"/>
                    <a:pt x="3029" y="519"/>
                  </a:cubicBezTo>
                  <a:cubicBezTo>
                    <a:pt x="2955" y="430"/>
                    <a:pt x="2810" y="370"/>
                    <a:pt x="2680" y="370"/>
                  </a:cubicBezTo>
                  <a:cubicBezTo>
                    <a:pt x="2542" y="370"/>
                    <a:pt x="2421" y="438"/>
                    <a:pt x="2421" y="610"/>
                  </a:cubicBezTo>
                  <a:cubicBezTo>
                    <a:pt x="2358" y="184"/>
                    <a:pt x="2094" y="0"/>
                    <a:pt x="185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6" name="Google Shape;2156;p21"/>
            <p:cNvSpPr/>
            <p:nvPr/>
          </p:nvSpPr>
          <p:spPr>
            <a:xfrm>
              <a:off x="663449" y="3468479"/>
              <a:ext cx="794733" cy="858426"/>
            </a:xfrm>
            <a:custGeom>
              <a:rect b="b" l="l" r="r" t="t"/>
              <a:pathLst>
                <a:path extrusionOk="0" h="10732" w="9941">
                  <a:moveTo>
                    <a:pt x="3393" y="0"/>
                  </a:moveTo>
                  <a:cubicBezTo>
                    <a:pt x="3295" y="0"/>
                    <a:pt x="3197" y="11"/>
                    <a:pt x="3101" y="35"/>
                  </a:cubicBezTo>
                  <a:cubicBezTo>
                    <a:pt x="2341" y="217"/>
                    <a:pt x="1977" y="1129"/>
                    <a:pt x="2068" y="1889"/>
                  </a:cubicBezTo>
                  <a:cubicBezTo>
                    <a:pt x="2129" y="2649"/>
                    <a:pt x="2524" y="3379"/>
                    <a:pt x="2797" y="4078"/>
                  </a:cubicBezTo>
                  <a:cubicBezTo>
                    <a:pt x="2435" y="3871"/>
                    <a:pt x="2029" y="3730"/>
                    <a:pt x="1598" y="3730"/>
                  </a:cubicBezTo>
                  <a:cubicBezTo>
                    <a:pt x="1522" y="3730"/>
                    <a:pt x="1446" y="3734"/>
                    <a:pt x="1369" y="3743"/>
                  </a:cubicBezTo>
                  <a:cubicBezTo>
                    <a:pt x="882" y="3835"/>
                    <a:pt x="426" y="4139"/>
                    <a:pt x="244" y="4594"/>
                  </a:cubicBezTo>
                  <a:cubicBezTo>
                    <a:pt x="1" y="5081"/>
                    <a:pt x="122" y="5598"/>
                    <a:pt x="396" y="6053"/>
                  </a:cubicBezTo>
                  <a:cubicBezTo>
                    <a:pt x="670" y="6479"/>
                    <a:pt x="1065" y="6813"/>
                    <a:pt x="1490" y="7117"/>
                  </a:cubicBezTo>
                  <a:cubicBezTo>
                    <a:pt x="1414" y="7087"/>
                    <a:pt x="1331" y="7072"/>
                    <a:pt x="1247" y="7072"/>
                  </a:cubicBezTo>
                  <a:cubicBezTo>
                    <a:pt x="1163" y="7072"/>
                    <a:pt x="1080" y="7087"/>
                    <a:pt x="1004" y="7117"/>
                  </a:cubicBezTo>
                  <a:cubicBezTo>
                    <a:pt x="730" y="7239"/>
                    <a:pt x="578" y="7512"/>
                    <a:pt x="548" y="7816"/>
                  </a:cubicBezTo>
                  <a:cubicBezTo>
                    <a:pt x="518" y="8090"/>
                    <a:pt x="578" y="8394"/>
                    <a:pt x="670" y="8637"/>
                  </a:cubicBezTo>
                  <a:cubicBezTo>
                    <a:pt x="822" y="9093"/>
                    <a:pt x="1034" y="9519"/>
                    <a:pt x="1338" y="9701"/>
                  </a:cubicBezTo>
                  <a:cubicBezTo>
                    <a:pt x="1885" y="10248"/>
                    <a:pt x="2493" y="10582"/>
                    <a:pt x="3253" y="10674"/>
                  </a:cubicBezTo>
                  <a:cubicBezTo>
                    <a:pt x="3573" y="10712"/>
                    <a:pt x="3897" y="10731"/>
                    <a:pt x="4223" y="10731"/>
                  </a:cubicBezTo>
                  <a:cubicBezTo>
                    <a:pt x="5969" y="10731"/>
                    <a:pt x="7747" y="10171"/>
                    <a:pt x="9028" y="8941"/>
                  </a:cubicBezTo>
                  <a:cubicBezTo>
                    <a:pt x="9272" y="8728"/>
                    <a:pt x="9545" y="8424"/>
                    <a:pt x="9697" y="8060"/>
                  </a:cubicBezTo>
                  <a:cubicBezTo>
                    <a:pt x="9879" y="7695"/>
                    <a:pt x="9940" y="7148"/>
                    <a:pt x="9636" y="6813"/>
                  </a:cubicBezTo>
                  <a:cubicBezTo>
                    <a:pt x="9478" y="6690"/>
                    <a:pt x="9268" y="6607"/>
                    <a:pt x="9066" y="6607"/>
                  </a:cubicBezTo>
                  <a:cubicBezTo>
                    <a:pt x="8920" y="6607"/>
                    <a:pt x="8778" y="6650"/>
                    <a:pt x="8664" y="6753"/>
                  </a:cubicBezTo>
                  <a:cubicBezTo>
                    <a:pt x="9120" y="5841"/>
                    <a:pt x="9636" y="4929"/>
                    <a:pt x="9636" y="3926"/>
                  </a:cubicBezTo>
                  <a:cubicBezTo>
                    <a:pt x="9636" y="3348"/>
                    <a:pt x="9484" y="2740"/>
                    <a:pt x="9180" y="2224"/>
                  </a:cubicBezTo>
                  <a:cubicBezTo>
                    <a:pt x="8931" y="1807"/>
                    <a:pt x="8504" y="1391"/>
                    <a:pt x="7992" y="1391"/>
                  </a:cubicBezTo>
                  <a:cubicBezTo>
                    <a:pt x="7943" y="1391"/>
                    <a:pt x="7893" y="1395"/>
                    <a:pt x="7843" y="1403"/>
                  </a:cubicBezTo>
                  <a:cubicBezTo>
                    <a:pt x="7509" y="1464"/>
                    <a:pt x="7205" y="1707"/>
                    <a:pt x="6992" y="1950"/>
                  </a:cubicBezTo>
                  <a:cubicBezTo>
                    <a:pt x="6809" y="2254"/>
                    <a:pt x="6688" y="2558"/>
                    <a:pt x="6597" y="2923"/>
                  </a:cubicBezTo>
                  <a:cubicBezTo>
                    <a:pt x="6202" y="1889"/>
                    <a:pt x="5472" y="1008"/>
                    <a:pt x="4560" y="400"/>
                  </a:cubicBezTo>
                  <a:cubicBezTo>
                    <a:pt x="4194" y="180"/>
                    <a:pt x="3790" y="0"/>
                    <a:pt x="339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7" name="Google Shape;2157;p21"/>
            <p:cNvSpPr/>
            <p:nvPr/>
          </p:nvSpPr>
          <p:spPr>
            <a:xfrm>
              <a:off x="354861" y="3840821"/>
              <a:ext cx="72990" cy="104624"/>
            </a:xfrm>
            <a:custGeom>
              <a:rect b="b" l="l" r="r" t="t"/>
              <a:pathLst>
                <a:path extrusionOk="0" h="1308" w="913">
                  <a:moveTo>
                    <a:pt x="92" y="0"/>
                  </a:moveTo>
                  <a:cubicBezTo>
                    <a:pt x="92" y="0"/>
                    <a:pt x="1" y="456"/>
                    <a:pt x="183" y="791"/>
                  </a:cubicBezTo>
                  <a:cubicBezTo>
                    <a:pt x="365" y="1125"/>
                    <a:pt x="791" y="1307"/>
                    <a:pt x="791" y="1307"/>
                  </a:cubicBezTo>
                  <a:cubicBezTo>
                    <a:pt x="791" y="1307"/>
                    <a:pt x="912" y="851"/>
                    <a:pt x="700" y="487"/>
                  </a:cubicBezTo>
                  <a:cubicBezTo>
                    <a:pt x="487" y="152"/>
                    <a:pt x="92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8" name="Google Shape;2158;p21"/>
            <p:cNvSpPr/>
            <p:nvPr/>
          </p:nvSpPr>
          <p:spPr>
            <a:xfrm>
              <a:off x="243098" y="3940326"/>
              <a:ext cx="158051" cy="70869"/>
            </a:xfrm>
            <a:custGeom>
              <a:rect b="b" l="l" r="r" t="t"/>
              <a:pathLst>
                <a:path extrusionOk="0" h="886" w="1977">
                  <a:moveTo>
                    <a:pt x="996" y="1"/>
                  </a:moveTo>
                  <a:cubicBezTo>
                    <a:pt x="978" y="1"/>
                    <a:pt x="960" y="1"/>
                    <a:pt x="943" y="2"/>
                  </a:cubicBezTo>
                  <a:cubicBezTo>
                    <a:pt x="396" y="2"/>
                    <a:pt x="0" y="519"/>
                    <a:pt x="0" y="519"/>
                  </a:cubicBezTo>
                  <a:cubicBezTo>
                    <a:pt x="0" y="519"/>
                    <a:pt x="451" y="886"/>
                    <a:pt x="946" y="886"/>
                  </a:cubicBezTo>
                  <a:cubicBezTo>
                    <a:pt x="965" y="886"/>
                    <a:pt x="984" y="885"/>
                    <a:pt x="1003" y="884"/>
                  </a:cubicBezTo>
                  <a:cubicBezTo>
                    <a:pt x="1551" y="854"/>
                    <a:pt x="1976" y="398"/>
                    <a:pt x="1976" y="398"/>
                  </a:cubicBezTo>
                  <a:cubicBezTo>
                    <a:pt x="1976" y="398"/>
                    <a:pt x="1494" y="1"/>
                    <a:pt x="99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9" name="Google Shape;2159;p21"/>
            <p:cNvSpPr/>
            <p:nvPr/>
          </p:nvSpPr>
          <p:spPr>
            <a:xfrm>
              <a:off x="1256401" y="4479441"/>
              <a:ext cx="58360" cy="29755"/>
            </a:xfrm>
            <a:custGeom>
              <a:rect b="b" l="l" r="r" t="t"/>
              <a:pathLst>
                <a:path extrusionOk="0" h="372" w="730">
                  <a:moveTo>
                    <a:pt x="235" y="0"/>
                  </a:moveTo>
                  <a:cubicBezTo>
                    <a:pt x="108" y="0"/>
                    <a:pt x="0" y="41"/>
                    <a:pt x="0" y="41"/>
                  </a:cubicBezTo>
                  <a:cubicBezTo>
                    <a:pt x="0" y="41"/>
                    <a:pt x="122" y="253"/>
                    <a:pt x="304" y="345"/>
                  </a:cubicBezTo>
                  <a:cubicBezTo>
                    <a:pt x="365" y="365"/>
                    <a:pt x="433" y="372"/>
                    <a:pt x="496" y="372"/>
                  </a:cubicBezTo>
                  <a:cubicBezTo>
                    <a:pt x="622" y="372"/>
                    <a:pt x="730" y="345"/>
                    <a:pt x="730" y="345"/>
                  </a:cubicBezTo>
                  <a:cubicBezTo>
                    <a:pt x="730" y="345"/>
                    <a:pt x="608" y="101"/>
                    <a:pt x="426" y="41"/>
                  </a:cubicBezTo>
                  <a:cubicBezTo>
                    <a:pt x="365" y="10"/>
                    <a:pt x="298" y="0"/>
                    <a:pt x="23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0" name="Google Shape;2160;p21"/>
            <p:cNvSpPr/>
            <p:nvPr/>
          </p:nvSpPr>
          <p:spPr>
            <a:xfrm>
              <a:off x="1256401" y="4409692"/>
              <a:ext cx="60838" cy="58471"/>
            </a:xfrm>
            <a:custGeom>
              <a:rect b="b" l="l" r="r" t="t"/>
              <a:pathLst>
                <a:path extrusionOk="0" h="731" w="761">
                  <a:moveTo>
                    <a:pt x="760" y="1"/>
                  </a:moveTo>
                  <a:cubicBezTo>
                    <a:pt x="760" y="1"/>
                    <a:pt x="456" y="1"/>
                    <a:pt x="213" y="183"/>
                  </a:cubicBezTo>
                  <a:cubicBezTo>
                    <a:pt x="31" y="366"/>
                    <a:pt x="0" y="730"/>
                    <a:pt x="0" y="730"/>
                  </a:cubicBezTo>
                  <a:cubicBezTo>
                    <a:pt x="0" y="730"/>
                    <a:pt x="304" y="730"/>
                    <a:pt x="547" y="518"/>
                  </a:cubicBezTo>
                  <a:cubicBezTo>
                    <a:pt x="760" y="335"/>
                    <a:pt x="760" y="1"/>
                    <a:pt x="76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1" name="Google Shape;2161;p21"/>
            <p:cNvSpPr/>
            <p:nvPr/>
          </p:nvSpPr>
          <p:spPr>
            <a:xfrm>
              <a:off x="1217548" y="3476078"/>
              <a:ext cx="82663" cy="82787"/>
            </a:xfrm>
            <a:custGeom>
              <a:rect b="b" l="l" r="r" t="t"/>
              <a:pathLst>
                <a:path extrusionOk="0" h="1035" w="1034">
                  <a:moveTo>
                    <a:pt x="973" y="1"/>
                  </a:moveTo>
                  <a:lnTo>
                    <a:pt x="973" y="1"/>
                  </a:lnTo>
                  <a:cubicBezTo>
                    <a:pt x="973" y="1"/>
                    <a:pt x="517" y="1"/>
                    <a:pt x="274" y="305"/>
                  </a:cubicBezTo>
                  <a:cubicBezTo>
                    <a:pt x="0" y="578"/>
                    <a:pt x="0" y="1034"/>
                    <a:pt x="0" y="1034"/>
                  </a:cubicBezTo>
                  <a:cubicBezTo>
                    <a:pt x="0" y="1034"/>
                    <a:pt x="456" y="1034"/>
                    <a:pt x="730" y="730"/>
                  </a:cubicBezTo>
                  <a:cubicBezTo>
                    <a:pt x="1033" y="426"/>
                    <a:pt x="973" y="1"/>
                    <a:pt x="97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2" name="Google Shape;2162;p21"/>
            <p:cNvSpPr/>
            <p:nvPr/>
          </p:nvSpPr>
          <p:spPr>
            <a:xfrm>
              <a:off x="695027" y="3711641"/>
              <a:ext cx="72990" cy="37114"/>
            </a:xfrm>
            <a:custGeom>
              <a:rect b="b" l="l" r="r" t="t"/>
              <a:pathLst>
                <a:path extrusionOk="0" h="464" w="913">
                  <a:moveTo>
                    <a:pt x="318" y="1"/>
                  </a:moveTo>
                  <a:cubicBezTo>
                    <a:pt x="146" y="1"/>
                    <a:pt x="1" y="65"/>
                    <a:pt x="1" y="65"/>
                  </a:cubicBezTo>
                  <a:cubicBezTo>
                    <a:pt x="1" y="65"/>
                    <a:pt x="123" y="308"/>
                    <a:pt x="366" y="430"/>
                  </a:cubicBezTo>
                  <a:cubicBezTo>
                    <a:pt x="432" y="455"/>
                    <a:pt x="503" y="464"/>
                    <a:pt x="571" y="464"/>
                  </a:cubicBezTo>
                  <a:cubicBezTo>
                    <a:pt x="752" y="464"/>
                    <a:pt x="913" y="399"/>
                    <a:pt x="913" y="399"/>
                  </a:cubicBezTo>
                  <a:cubicBezTo>
                    <a:pt x="913" y="399"/>
                    <a:pt x="791" y="126"/>
                    <a:pt x="518" y="35"/>
                  </a:cubicBezTo>
                  <a:cubicBezTo>
                    <a:pt x="451" y="10"/>
                    <a:pt x="383" y="1"/>
                    <a:pt x="3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3" name="Google Shape;2163;p21"/>
            <p:cNvSpPr/>
            <p:nvPr/>
          </p:nvSpPr>
          <p:spPr>
            <a:xfrm>
              <a:off x="1113060" y="3398330"/>
              <a:ext cx="94815" cy="148377"/>
            </a:xfrm>
            <a:custGeom>
              <a:rect b="b" l="l" r="r" t="t"/>
              <a:pathLst>
                <a:path extrusionOk="0" h="1855" w="1186">
                  <a:moveTo>
                    <a:pt x="243" y="0"/>
                  </a:moveTo>
                  <a:cubicBezTo>
                    <a:pt x="243" y="0"/>
                    <a:pt x="0" y="517"/>
                    <a:pt x="213" y="1064"/>
                  </a:cubicBezTo>
                  <a:cubicBezTo>
                    <a:pt x="395" y="1581"/>
                    <a:pt x="973" y="1854"/>
                    <a:pt x="973" y="1854"/>
                  </a:cubicBezTo>
                  <a:cubicBezTo>
                    <a:pt x="973" y="1854"/>
                    <a:pt x="1185" y="1307"/>
                    <a:pt x="1003" y="791"/>
                  </a:cubicBezTo>
                  <a:cubicBezTo>
                    <a:pt x="821" y="304"/>
                    <a:pt x="243" y="0"/>
                    <a:pt x="24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4" name="Google Shape;2164;p21"/>
            <p:cNvSpPr/>
            <p:nvPr/>
          </p:nvSpPr>
          <p:spPr>
            <a:xfrm>
              <a:off x="758264" y="4468083"/>
              <a:ext cx="136146" cy="124061"/>
            </a:xfrm>
            <a:custGeom>
              <a:rect b="b" l="l" r="r" t="t"/>
              <a:pathLst>
                <a:path extrusionOk="0" h="1551" w="1703">
                  <a:moveTo>
                    <a:pt x="1277" y="0"/>
                  </a:moveTo>
                  <a:cubicBezTo>
                    <a:pt x="1094" y="0"/>
                    <a:pt x="1064" y="213"/>
                    <a:pt x="912" y="213"/>
                  </a:cubicBezTo>
                  <a:cubicBezTo>
                    <a:pt x="882" y="213"/>
                    <a:pt x="851" y="213"/>
                    <a:pt x="791" y="183"/>
                  </a:cubicBezTo>
                  <a:cubicBezTo>
                    <a:pt x="760" y="152"/>
                    <a:pt x="730" y="61"/>
                    <a:pt x="639" y="61"/>
                  </a:cubicBezTo>
                  <a:cubicBezTo>
                    <a:pt x="578" y="61"/>
                    <a:pt x="487" y="152"/>
                    <a:pt x="456" y="213"/>
                  </a:cubicBezTo>
                  <a:cubicBezTo>
                    <a:pt x="426" y="304"/>
                    <a:pt x="456" y="395"/>
                    <a:pt x="456" y="487"/>
                  </a:cubicBezTo>
                  <a:cubicBezTo>
                    <a:pt x="456" y="608"/>
                    <a:pt x="456" y="669"/>
                    <a:pt x="426" y="760"/>
                  </a:cubicBezTo>
                  <a:cubicBezTo>
                    <a:pt x="304" y="882"/>
                    <a:pt x="122" y="851"/>
                    <a:pt x="31" y="1003"/>
                  </a:cubicBezTo>
                  <a:cubicBezTo>
                    <a:pt x="0" y="1125"/>
                    <a:pt x="31" y="1277"/>
                    <a:pt x="122" y="1368"/>
                  </a:cubicBezTo>
                  <a:cubicBezTo>
                    <a:pt x="243" y="1459"/>
                    <a:pt x="335" y="1550"/>
                    <a:pt x="487" y="1550"/>
                  </a:cubicBezTo>
                  <a:lnTo>
                    <a:pt x="791" y="1550"/>
                  </a:lnTo>
                  <a:cubicBezTo>
                    <a:pt x="1064" y="1520"/>
                    <a:pt x="1307" y="1429"/>
                    <a:pt x="1490" y="1155"/>
                  </a:cubicBezTo>
                  <a:cubicBezTo>
                    <a:pt x="1672" y="943"/>
                    <a:pt x="1702" y="639"/>
                    <a:pt x="1642" y="365"/>
                  </a:cubicBezTo>
                  <a:cubicBezTo>
                    <a:pt x="1550" y="213"/>
                    <a:pt x="1490" y="31"/>
                    <a:pt x="127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65" name="Google Shape;2165;p21"/>
          <p:cNvSpPr/>
          <p:nvPr/>
        </p:nvSpPr>
        <p:spPr>
          <a:xfrm>
            <a:off x="0" y="5107500"/>
            <a:ext cx="9144000" cy="36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66" name="Google Shape;2166;p21"/>
          <p:cNvGrpSpPr/>
          <p:nvPr/>
        </p:nvGrpSpPr>
        <p:grpSpPr>
          <a:xfrm>
            <a:off x="0" y="4752988"/>
            <a:ext cx="9144000" cy="354505"/>
            <a:chOff x="0" y="4689888"/>
            <a:chExt cx="9144000" cy="354505"/>
          </a:xfrm>
        </p:grpSpPr>
        <p:grpSp>
          <p:nvGrpSpPr>
            <p:cNvPr id="2167" name="Google Shape;2167;p21"/>
            <p:cNvGrpSpPr/>
            <p:nvPr/>
          </p:nvGrpSpPr>
          <p:grpSpPr>
            <a:xfrm>
              <a:off x="0" y="4793425"/>
              <a:ext cx="9144000" cy="194975"/>
              <a:chOff x="0" y="4789550"/>
              <a:chExt cx="9144000" cy="194975"/>
            </a:xfrm>
          </p:grpSpPr>
          <p:sp>
            <p:nvSpPr>
              <p:cNvPr id="2168" name="Google Shape;2168;p21"/>
              <p:cNvSpPr/>
              <p:nvPr/>
            </p:nvSpPr>
            <p:spPr>
              <a:xfrm>
                <a:off x="0" y="4789550"/>
                <a:ext cx="9144000" cy="360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9" name="Google Shape;2169;p21"/>
              <p:cNvSpPr/>
              <p:nvPr/>
            </p:nvSpPr>
            <p:spPr>
              <a:xfrm>
                <a:off x="0" y="4948525"/>
                <a:ext cx="9144000" cy="360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70" name="Google Shape;2170;p21"/>
            <p:cNvGrpSpPr/>
            <p:nvPr/>
          </p:nvGrpSpPr>
          <p:grpSpPr>
            <a:xfrm>
              <a:off x="28483" y="4689888"/>
              <a:ext cx="9087034" cy="354505"/>
              <a:chOff x="28483" y="4689888"/>
              <a:chExt cx="9087034" cy="354505"/>
            </a:xfrm>
          </p:grpSpPr>
          <p:sp>
            <p:nvSpPr>
              <p:cNvPr id="2171" name="Google Shape;2171;p21"/>
              <p:cNvSpPr/>
              <p:nvPr/>
            </p:nvSpPr>
            <p:spPr>
              <a:xfrm>
                <a:off x="64010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6" y="1"/>
                      <a:pt x="533" y="8"/>
                      <a:pt x="518" y="24"/>
                    </a:cubicBezTo>
                    <a:lnTo>
                      <a:pt x="62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34" y="4431"/>
                      <a:pt x="1065" y="4401"/>
                      <a:pt x="1156" y="4370"/>
                    </a:cubicBezTo>
                    <a:lnTo>
                      <a:pt x="1156" y="601"/>
                    </a:lnTo>
                    <a:lnTo>
                      <a:pt x="1126" y="571"/>
                    </a:lnTo>
                    <a:lnTo>
                      <a:pt x="670" y="24"/>
                    </a:lnTo>
                    <a:cubicBezTo>
                      <a:pt x="639" y="8"/>
                      <a:pt x="609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2" name="Google Shape;2172;p21"/>
              <p:cNvSpPr/>
              <p:nvPr/>
            </p:nvSpPr>
            <p:spPr>
              <a:xfrm>
                <a:off x="79301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3" y="8"/>
                      <a:pt x="517" y="24"/>
                    </a:cubicBezTo>
                    <a:lnTo>
                      <a:pt x="6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34" y="4431"/>
                      <a:pt x="1064" y="4401"/>
                      <a:pt x="1156" y="4370"/>
                    </a:cubicBezTo>
                    <a:lnTo>
                      <a:pt x="1156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9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3" name="Google Shape;2173;p21"/>
              <p:cNvSpPr/>
              <p:nvPr/>
            </p:nvSpPr>
            <p:spPr>
              <a:xfrm>
                <a:off x="94592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2" y="4431"/>
                      <a:pt x="122" y="4431"/>
                    </a:cubicBezTo>
                    <a:lnTo>
                      <a:pt x="1003" y="4431"/>
                    </a:lnTo>
                    <a:cubicBezTo>
                      <a:pt x="103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8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4" name="Google Shape;2174;p21"/>
              <p:cNvSpPr/>
              <p:nvPr/>
            </p:nvSpPr>
            <p:spPr>
              <a:xfrm>
                <a:off x="109882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1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1" y="4431"/>
                      <a:pt x="122" y="4431"/>
                    </a:cubicBezTo>
                    <a:lnTo>
                      <a:pt x="1003" y="4431"/>
                    </a:lnTo>
                    <a:cubicBezTo>
                      <a:pt x="106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8" y="8"/>
                      <a:pt x="608" y="1"/>
                      <a:pt x="58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5" name="Google Shape;2175;p21"/>
              <p:cNvSpPr/>
              <p:nvPr/>
            </p:nvSpPr>
            <p:spPr>
              <a:xfrm>
                <a:off x="1251735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04" y="4431"/>
                      <a:pt x="103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6" name="Google Shape;2176;p21"/>
              <p:cNvSpPr/>
              <p:nvPr/>
            </p:nvSpPr>
            <p:spPr>
              <a:xfrm>
                <a:off x="1402243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7" name="Google Shape;2177;p21"/>
              <p:cNvSpPr/>
              <p:nvPr/>
            </p:nvSpPr>
            <p:spPr>
              <a:xfrm>
                <a:off x="1552751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64" y="4431"/>
                      <a:pt x="109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8" name="Google Shape;2178;p21"/>
              <p:cNvSpPr/>
              <p:nvPr/>
            </p:nvSpPr>
            <p:spPr>
              <a:xfrm>
                <a:off x="751362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9" name="Google Shape;2179;p21"/>
              <p:cNvSpPr/>
              <p:nvPr/>
            </p:nvSpPr>
            <p:spPr>
              <a:xfrm>
                <a:off x="7666529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3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0" name="Google Shape;2180;p21"/>
              <p:cNvSpPr/>
              <p:nvPr/>
            </p:nvSpPr>
            <p:spPr>
              <a:xfrm>
                <a:off x="7816957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1" name="Google Shape;2181;p21"/>
              <p:cNvSpPr/>
              <p:nvPr/>
            </p:nvSpPr>
            <p:spPr>
              <a:xfrm>
                <a:off x="796738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2" y="4431"/>
                      <a:pt x="122" y="4431"/>
                    </a:cubicBezTo>
                    <a:lnTo>
                      <a:pt x="1003" y="4431"/>
                    </a:lnTo>
                    <a:cubicBezTo>
                      <a:pt x="103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8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2" name="Google Shape;2182;p21"/>
              <p:cNvSpPr/>
              <p:nvPr/>
            </p:nvSpPr>
            <p:spPr>
              <a:xfrm>
                <a:off x="812029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93" y="1"/>
                    </a:moveTo>
                    <a:cubicBezTo>
                      <a:pt x="562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1" y="4431"/>
                      <a:pt x="122" y="4431"/>
                    </a:cubicBezTo>
                    <a:lnTo>
                      <a:pt x="1003" y="4431"/>
                    </a:lnTo>
                    <a:cubicBezTo>
                      <a:pt x="106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54" y="8"/>
                      <a:pt x="623" y="1"/>
                      <a:pt x="59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3" name="Google Shape;2183;p21"/>
              <p:cNvSpPr/>
              <p:nvPr/>
            </p:nvSpPr>
            <p:spPr>
              <a:xfrm>
                <a:off x="8273198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1" y="4431"/>
                      <a:pt x="122" y="4431"/>
                    </a:cubicBezTo>
                    <a:lnTo>
                      <a:pt x="973" y="4431"/>
                    </a:lnTo>
                    <a:cubicBezTo>
                      <a:pt x="1034" y="4431"/>
                      <a:pt x="1065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4" name="Google Shape;2184;p21"/>
              <p:cNvSpPr/>
              <p:nvPr/>
            </p:nvSpPr>
            <p:spPr>
              <a:xfrm>
                <a:off x="8423706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34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5" name="Google Shape;2185;p21"/>
              <p:cNvSpPr/>
              <p:nvPr/>
            </p:nvSpPr>
            <p:spPr>
              <a:xfrm>
                <a:off x="8574214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64" y="4431"/>
                      <a:pt x="109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6" name="Google Shape;2186;p21"/>
              <p:cNvSpPr/>
              <p:nvPr/>
            </p:nvSpPr>
            <p:spPr>
              <a:xfrm>
                <a:off x="8724643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2" y="4431"/>
                      <a:pt x="122" y="4431"/>
                    </a:cubicBezTo>
                    <a:lnTo>
                      <a:pt x="974" y="4431"/>
                    </a:lnTo>
                    <a:cubicBezTo>
                      <a:pt x="1065" y="4431"/>
                      <a:pt x="1095" y="4401"/>
                      <a:pt x="1126" y="4370"/>
                    </a:cubicBezTo>
                    <a:lnTo>
                      <a:pt x="112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4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7" name="Google Shape;2187;p21"/>
              <p:cNvSpPr/>
              <p:nvPr/>
            </p:nvSpPr>
            <p:spPr>
              <a:xfrm>
                <a:off x="8875151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74" y="1"/>
                    </a:moveTo>
                    <a:cubicBezTo>
                      <a:pt x="547" y="1"/>
                      <a:pt x="517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122" y="4431"/>
                    </a:cubicBezTo>
                    <a:lnTo>
                      <a:pt x="1003" y="4431"/>
                    </a:lnTo>
                    <a:cubicBezTo>
                      <a:pt x="103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600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8" name="Google Shape;2188;p21"/>
              <p:cNvSpPr/>
              <p:nvPr/>
            </p:nvSpPr>
            <p:spPr>
              <a:xfrm>
                <a:off x="736071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9" name="Google Shape;2189;p21"/>
              <p:cNvSpPr/>
              <p:nvPr/>
            </p:nvSpPr>
            <p:spPr>
              <a:xfrm>
                <a:off x="720781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0" name="Google Shape;2190;p21"/>
              <p:cNvSpPr/>
              <p:nvPr/>
            </p:nvSpPr>
            <p:spPr>
              <a:xfrm>
                <a:off x="705490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1" name="Google Shape;2191;p21"/>
              <p:cNvSpPr/>
              <p:nvPr/>
            </p:nvSpPr>
            <p:spPr>
              <a:xfrm>
                <a:off x="690199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2" name="Google Shape;2192;p21"/>
              <p:cNvSpPr/>
              <p:nvPr/>
            </p:nvSpPr>
            <p:spPr>
              <a:xfrm>
                <a:off x="674909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3" name="Google Shape;2193;p21"/>
              <p:cNvSpPr/>
              <p:nvPr/>
            </p:nvSpPr>
            <p:spPr>
              <a:xfrm>
                <a:off x="659618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4" name="Google Shape;2194;p21"/>
              <p:cNvSpPr/>
              <p:nvPr/>
            </p:nvSpPr>
            <p:spPr>
              <a:xfrm>
                <a:off x="644327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5" name="Google Shape;2195;p21"/>
              <p:cNvSpPr/>
              <p:nvPr/>
            </p:nvSpPr>
            <p:spPr>
              <a:xfrm>
                <a:off x="629037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6" name="Google Shape;2196;p21"/>
              <p:cNvSpPr/>
              <p:nvPr/>
            </p:nvSpPr>
            <p:spPr>
              <a:xfrm>
                <a:off x="613746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7" name="Google Shape;2197;p21"/>
              <p:cNvSpPr/>
              <p:nvPr/>
            </p:nvSpPr>
            <p:spPr>
              <a:xfrm>
                <a:off x="598455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8" name="Google Shape;2198;p21"/>
              <p:cNvSpPr/>
              <p:nvPr/>
            </p:nvSpPr>
            <p:spPr>
              <a:xfrm>
                <a:off x="583165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9" name="Google Shape;2199;p21"/>
              <p:cNvSpPr/>
              <p:nvPr/>
            </p:nvSpPr>
            <p:spPr>
              <a:xfrm>
                <a:off x="567874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00" name="Google Shape;2200;p21"/>
              <p:cNvSpPr/>
              <p:nvPr/>
            </p:nvSpPr>
            <p:spPr>
              <a:xfrm>
                <a:off x="552583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01" name="Google Shape;2201;p21"/>
              <p:cNvSpPr/>
              <p:nvPr/>
            </p:nvSpPr>
            <p:spPr>
              <a:xfrm>
                <a:off x="537293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02" name="Google Shape;2202;p21"/>
              <p:cNvSpPr/>
              <p:nvPr/>
            </p:nvSpPr>
            <p:spPr>
              <a:xfrm>
                <a:off x="522002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03" name="Google Shape;2203;p21"/>
              <p:cNvSpPr/>
              <p:nvPr/>
            </p:nvSpPr>
            <p:spPr>
              <a:xfrm>
                <a:off x="506712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04" name="Google Shape;2204;p21"/>
              <p:cNvSpPr/>
              <p:nvPr/>
            </p:nvSpPr>
            <p:spPr>
              <a:xfrm>
                <a:off x="491421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05" name="Google Shape;2205;p21"/>
              <p:cNvSpPr/>
              <p:nvPr/>
            </p:nvSpPr>
            <p:spPr>
              <a:xfrm>
                <a:off x="476130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06" name="Google Shape;2206;p21"/>
              <p:cNvSpPr/>
              <p:nvPr/>
            </p:nvSpPr>
            <p:spPr>
              <a:xfrm>
                <a:off x="460840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07" name="Google Shape;2207;p21"/>
              <p:cNvSpPr/>
              <p:nvPr/>
            </p:nvSpPr>
            <p:spPr>
              <a:xfrm>
                <a:off x="445549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08" name="Google Shape;2208;p21"/>
              <p:cNvSpPr/>
              <p:nvPr/>
            </p:nvSpPr>
            <p:spPr>
              <a:xfrm>
                <a:off x="430258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09" name="Google Shape;2209;p21"/>
              <p:cNvSpPr/>
              <p:nvPr/>
            </p:nvSpPr>
            <p:spPr>
              <a:xfrm>
                <a:off x="414968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0" name="Google Shape;2210;p21"/>
              <p:cNvSpPr/>
              <p:nvPr/>
            </p:nvSpPr>
            <p:spPr>
              <a:xfrm>
                <a:off x="399677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1" name="Google Shape;2211;p21"/>
              <p:cNvSpPr/>
              <p:nvPr/>
            </p:nvSpPr>
            <p:spPr>
              <a:xfrm>
                <a:off x="384386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2" name="Google Shape;2212;p21"/>
              <p:cNvSpPr/>
              <p:nvPr/>
            </p:nvSpPr>
            <p:spPr>
              <a:xfrm>
                <a:off x="369096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3" name="Google Shape;2213;p21"/>
              <p:cNvSpPr/>
              <p:nvPr/>
            </p:nvSpPr>
            <p:spPr>
              <a:xfrm>
                <a:off x="353805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4" name="Google Shape;2214;p21"/>
              <p:cNvSpPr/>
              <p:nvPr/>
            </p:nvSpPr>
            <p:spPr>
              <a:xfrm>
                <a:off x="338514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5" name="Google Shape;2215;p21"/>
              <p:cNvSpPr/>
              <p:nvPr/>
            </p:nvSpPr>
            <p:spPr>
              <a:xfrm>
                <a:off x="323224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6" name="Google Shape;2216;p21"/>
              <p:cNvSpPr/>
              <p:nvPr/>
            </p:nvSpPr>
            <p:spPr>
              <a:xfrm>
                <a:off x="307933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7" name="Google Shape;2217;p21"/>
              <p:cNvSpPr/>
              <p:nvPr/>
            </p:nvSpPr>
            <p:spPr>
              <a:xfrm>
                <a:off x="292643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8" name="Google Shape;2218;p21"/>
              <p:cNvSpPr/>
              <p:nvPr/>
            </p:nvSpPr>
            <p:spPr>
              <a:xfrm>
                <a:off x="277352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9" name="Google Shape;2219;p21"/>
              <p:cNvSpPr/>
              <p:nvPr/>
            </p:nvSpPr>
            <p:spPr>
              <a:xfrm>
                <a:off x="262061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0" name="Google Shape;2220;p21"/>
              <p:cNvSpPr/>
              <p:nvPr/>
            </p:nvSpPr>
            <p:spPr>
              <a:xfrm>
                <a:off x="246771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1" name="Google Shape;2221;p21"/>
              <p:cNvSpPr/>
              <p:nvPr/>
            </p:nvSpPr>
            <p:spPr>
              <a:xfrm>
                <a:off x="231480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2" name="Google Shape;2222;p21"/>
              <p:cNvSpPr/>
              <p:nvPr/>
            </p:nvSpPr>
            <p:spPr>
              <a:xfrm>
                <a:off x="216189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3" name="Google Shape;2223;p21"/>
              <p:cNvSpPr/>
              <p:nvPr/>
            </p:nvSpPr>
            <p:spPr>
              <a:xfrm>
                <a:off x="200899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4" name="Google Shape;2224;p21"/>
              <p:cNvSpPr/>
              <p:nvPr/>
            </p:nvSpPr>
            <p:spPr>
              <a:xfrm>
                <a:off x="185608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5" name="Google Shape;2225;p21"/>
              <p:cNvSpPr/>
              <p:nvPr/>
            </p:nvSpPr>
            <p:spPr>
              <a:xfrm>
                <a:off x="170317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6" name="Google Shape;2226;p21"/>
              <p:cNvSpPr/>
              <p:nvPr/>
            </p:nvSpPr>
            <p:spPr>
              <a:xfrm>
                <a:off x="48720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7" name="Google Shape;2227;p21"/>
              <p:cNvSpPr/>
              <p:nvPr/>
            </p:nvSpPr>
            <p:spPr>
              <a:xfrm>
                <a:off x="33429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8" name="Google Shape;2228;p21"/>
              <p:cNvSpPr/>
              <p:nvPr/>
            </p:nvSpPr>
            <p:spPr>
              <a:xfrm>
                <a:off x="18139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9" name="Google Shape;2229;p21"/>
              <p:cNvSpPr/>
              <p:nvPr/>
            </p:nvSpPr>
            <p:spPr>
              <a:xfrm>
                <a:off x="2848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0" name="Google Shape;2230;p21"/>
              <p:cNvSpPr/>
              <p:nvPr/>
            </p:nvSpPr>
            <p:spPr>
              <a:xfrm>
                <a:off x="9025579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74" y="1"/>
                    </a:moveTo>
                    <a:cubicBezTo>
                      <a:pt x="547" y="1"/>
                      <a:pt x="517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122" y="4431"/>
                    </a:cubicBezTo>
                    <a:lnTo>
                      <a:pt x="1003" y="4431"/>
                    </a:lnTo>
                    <a:cubicBezTo>
                      <a:pt x="103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600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231" name="Google Shape;2231;p21"/>
          <p:cNvSpPr txBox="1"/>
          <p:nvPr>
            <p:ph type="title"/>
          </p:nvPr>
        </p:nvSpPr>
        <p:spPr>
          <a:xfrm>
            <a:off x="2082008" y="1408913"/>
            <a:ext cx="2246400" cy="5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232" name="Google Shape;2232;p21"/>
          <p:cNvSpPr txBox="1"/>
          <p:nvPr>
            <p:ph idx="1" type="subTitle"/>
          </p:nvPr>
        </p:nvSpPr>
        <p:spPr>
          <a:xfrm>
            <a:off x="2082008" y="1886813"/>
            <a:ext cx="22464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2233" name="Google Shape;2233;p21"/>
          <p:cNvSpPr txBox="1"/>
          <p:nvPr>
            <p:ph idx="2" type="title"/>
          </p:nvPr>
        </p:nvSpPr>
        <p:spPr>
          <a:xfrm>
            <a:off x="5689200" y="1409213"/>
            <a:ext cx="2246400" cy="5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234" name="Google Shape;2234;p21"/>
          <p:cNvSpPr txBox="1"/>
          <p:nvPr>
            <p:ph idx="3" type="subTitle"/>
          </p:nvPr>
        </p:nvSpPr>
        <p:spPr>
          <a:xfrm>
            <a:off x="5689200" y="1887113"/>
            <a:ext cx="22464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2235" name="Google Shape;2235;p21"/>
          <p:cNvSpPr txBox="1"/>
          <p:nvPr>
            <p:ph idx="4" type="title"/>
          </p:nvPr>
        </p:nvSpPr>
        <p:spPr>
          <a:xfrm>
            <a:off x="2082008" y="2513500"/>
            <a:ext cx="2246400" cy="5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236" name="Google Shape;2236;p21"/>
          <p:cNvSpPr txBox="1"/>
          <p:nvPr>
            <p:ph idx="5" type="subTitle"/>
          </p:nvPr>
        </p:nvSpPr>
        <p:spPr>
          <a:xfrm>
            <a:off x="2082008" y="2991400"/>
            <a:ext cx="22464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2237" name="Google Shape;2237;p21"/>
          <p:cNvSpPr txBox="1"/>
          <p:nvPr>
            <p:ph idx="6" type="title"/>
          </p:nvPr>
        </p:nvSpPr>
        <p:spPr>
          <a:xfrm>
            <a:off x="2082008" y="3618900"/>
            <a:ext cx="2246400" cy="5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238" name="Google Shape;2238;p21"/>
          <p:cNvSpPr txBox="1"/>
          <p:nvPr>
            <p:ph idx="7" type="subTitle"/>
          </p:nvPr>
        </p:nvSpPr>
        <p:spPr>
          <a:xfrm>
            <a:off x="2082008" y="4096800"/>
            <a:ext cx="22464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2239" name="Google Shape;2239;p21"/>
          <p:cNvSpPr txBox="1"/>
          <p:nvPr>
            <p:ph idx="8" type="title"/>
          </p:nvPr>
        </p:nvSpPr>
        <p:spPr>
          <a:xfrm>
            <a:off x="5689200" y="2513500"/>
            <a:ext cx="2246400" cy="5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240" name="Google Shape;2240;p21"/>
          <p:cNvSpPr txBox="1"/>
          <p:nvPr>
            <p:ph idx="9" type="subTitle"/>
          </p:nvPr>
        </p:nvSpPr>
        <p:spPr>
          <a:xfrm>
            <a:off x="5689200" y="2991400"/>
            <a:ext cx="22464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2241" name="Google Shape;2241;p21"/>
          <p:cNvSpPr txBox="1"/>
          <p:nvPr>
            <p:ph idx="13" type="title"/>
          </p:nvPr>
        </p:nvSpPr>
        <p:spPr>
          <a:xfrm>
            <a:off x="5689200" y="3618900"/>
            <a:ext cx="2246400" cy="5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242" name="Google Shape;2242;p21"/>
          <p:cNvSpPr txBox="1"/>
          <p:nvPr>
            <p:ph idx="14" type="subTitle"/>
          </p:nvPr>
        </p:nvSpPr>
        <p:spPr>
          <a:xfrm>
            <a:off x="5689200" y="4096800"/>
            <a:ext cx="22464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2243" name="Google Shape;2243;p21"/>
          <p:cNvSpPr txBox="1"/>
          <p:nvPr>
            <p:ph idx="15" type="title"/>
          </p:nvPr>
        </p:nvSpPr>
        <p:spPr>
          <a:xfrm>
            <a:off x="720000" y="540000"/>
            <a:ext cx="7704000" cy="6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6_1_1">
    <p:spTree>
      <p:nvGrpSpPr>
        <p:cNvPr id="2244" name="Shape 2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45" name="Google Shape;2245;p22"/>
          <p:cNvGrpSpPr/>
          <p:nvPr/>
        </p:nvGrpSpPr>
        <p:grpSpPr>
          <a:xfrm>
            <a:off x="-15975" y="-52"/>
            <a:ext cx="9175950" cy="5143406"/>
            <a:chOff x="-15975" y="-52"/>
            <a:chExt cx="9175950" cy="5143406"/>
          </a:xfrm>
        </p:grpSpPr>
        <p:sp>
          <p:nvSpPr>
            <p:cNvPr id="2246" name="Google Shape;2246;p22"/>
            <p:cNvSpPr/>
            <p:nvPr/>
          </p:nvSpPr>
          <p:spPr>
            <a:xfrm rot="5400000">
              <a:off x="4570450" y="-378255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7" name="Google Shape;2247;p22"/>
            <p:cNvSpPr/>
            <p:nvPr/>
          </p:nvSpPr>
          <p:spPr>
            <a:xfrm rot="5400000">
              <a:off x="4570450" y="-276311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8" name="Google Shape;2248;p22"/>
            <p:cNvSpPr/>
            <p:nvPr/>
          </p:nvSpPr>
          <p:spPr>
            <a:xfrm rot="5400000">
              <a:off x="4570450" y="-174368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9" name="Google Shape;2249;p22"/>
            <p:cNvSpPr/>
            <p:nvPr/>
          </p:nvSpPr>
          <p:spPr>
            <a:xfrm rot="5400000">
              <a:off x="4570450" y="-72425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0" name="Google Shape;2250;p22"/>
            <p:cNvSpPr/>
            <p:nvPr/>
          </p:nvSpPr>
          <p:spPr>
            <a:xfrm rot="5400000">
              <a:off x="4570450" y="295184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1" name="Google Shape;2251;p22"/>
            <p:cNvSpPr/>
            <p:nvPr/>
          </p:nvSpPr>
          <p:spPr>
            <a:xfrm rot="5400000">
              <a:off x="4570450" y="-429226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2" name="Google Shape;2252;p22"/>
            <p:cNvSpPr/>
            <p:nvPr/>
          </p:nvSpPr>
          <p:spPr>
            <a:xfrm rot="5400000">
              <a:off x="4570450" y="-327283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3" name="Google Shape;2253;p22"/>
            <p:cNvSpPr/>
            <p:nvPr/>
          </p:nvSpPr>
          <p:spPr>
            <a:xfrm rot="5400000">
              <a:off x="4570450" y="-225340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4" name="Google Shape;2254;p22"/>
            <p:cNvSpPr/>
            <p:nvPr/>
          </p:nvSpPr>
          <p:spPr>
            <a:xfrm rot="5400000">
              <a:off x="4570450" y="-123396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5" name="Google Shape;2255;p22"/>
            <p:cNvSpPr/>
            <p:nvPr/>
          </p:nvSpPr>
          <p:spPr>
            <a:xfrm rot="5400000">
              <a:off x="4570450" y="-21453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6" name="Google Shape;2256;p22"/>
            <p:cNvSpPr/>
            <p:nvPr/>
          </p:nvSpPr>
          <p:spPr>
            <a:xfrm>
              <a:off x="5081305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7" name="Google Shape;2257;p22"/>
            <p:cNvSpPr/>
            <p:nvPr/>
          </p:nvSpPr>
          <p:spPr>
            <a:xfrm>
              <a:off x="6100964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8" name="Google Shape;2258;p22"/>
            <p:cNvSpPr/>
            <p:nvPr/>
          </p:nvSpPr>
          <p:spPr>
            <a:xfrm>
              <a:off x="7120623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9" name="Google Shape;2259;p22"/>
            <p:cNvSpPr/>
            <p:nvPr/>
          </p:nvSpPr>
          <p:spPr>
            <a:xfrm>
              <a:off x="8140282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0" name="Google Shape;2260;p22"/>
            <p:cNvSpPr/>
            <p:nvPr/>
          </p:nvSpPr>
          <p:spPr>
            <a:xfrm>
              <a:off x="5591134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1" name="Google Shape;2261;p22"/>
            <p:cNvSpPr/>
            <p:nvPr/>
          </p:nvSpPr>
          <p:spPr>
            <a:xfrm>
              <a:off x="6610793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2" name="Google Shape;2262;p22"/>
            <p:cNvSpPr/>
            <p:nvPr/>
          </p:nvSpPr>
          <p:spPr>
            <a:xfrm>
              <a:off x="7630452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3" name="Google Shape;2263;p22"/>
            <p:cNvSpPr/>
            <p:nvPr/>
          </p:nvSpPr>
          <p:spPr>
            <a:xfrm>
              <a:off x="8650111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264" name="Google Shape;2264;p22"/>
            <p:cNvGrpSpPr/>
            <p:nvPr/>
          </p:nvGrpSpPr>
          <p:grpSpPr>
            <a:xfrm>
              <a:off x="-15975" y="-52"/>
              <a:ext cx="4587484" cy="5143406"/>
              <a:chOff x="-9275" y="-1994782"/>
              <a:chExt cx="4587484" cy="9140583"/>
            </a:xfrm>
          </p:grpSpPr>
          <p:sp>
            <p:nvSpPr>
              <p:cNvPr id="2265" name="Google Shape;2265;p22"/>
              <p:cNvSpPr/>
              <p:nvPr/>
            </p:nvSpPr>
            <p:spPr>
              <a:xfrm>
                <a:off x="50044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6" name="Google Shape;2266;p22"/>
              <p:cNvSpPr/>
              <p:nvPr/>
            </p:nvSpPr>
            <p:spPr>
              <a:xfrm>
                <a:off x="15198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7" name="Google Shape;2267;p22"/>
              <p:cNvSpPr/>
              <p:nvPr/>
            </p:nvSpPr>
            <p:spPr>
              <a:xfrm>
                <a:off x="253930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8" name="Google Shape;2268;p22"/>
              <p:cNvSpPr/>
              <p:nvPr/>
            </p:nvSpPr>
            <p:spPr>
              <a:xfrm>
                <a:off x="355874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9" name="Google Shape;2269;p22"/>
              <p:cNvSpPr/>
              <p:nvPr/>
            </p:nvSpPr>
            <p:spPr>
              <a:xfrm>
                <a:off x="45781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0" name="Google Shape;2270;p22"/>
              <p:cNvSpPr/>
              <p:nvPr/>
            </p:nvSpPr>
            <p:spPr>
              <a:xfrm>
                <a:off x="101015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1" name="Google Shape;2271;p22"/>
              <p:cNvSpPr/>
              <p:nvPr/>
            </p:nvSpPr>
            <p:spPr>
              <a:xfrm>
                <a:off x="202959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2" name="Google Shape;2272;p22"/>
              <p:cNvSpPr/>
              <p:nvPr/>
            </p:nvSpPr>
            <p:spPr>
              <a:xfrm>
                <a:off x="304902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3" name="Google Shape;2273;p22"/>
              <p:cNvSpPr/>
              <p:nvPr/>
            </p:nvSpPr>
            <p:spPr>
              <a:xfrm>
                <a:off x="406845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4" name="Google Shape;2274;p22"/>
              <p:cNvSpPr/>
              <p:nvPr/>
            </p:nvSpPr>
            <p:spPr>
              <a:xfrm>
                <a:off x="-92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275" name="Google Shape;2275;p22"/>
            <p:cNvSpPr/>
            <p:nvPr/>
          </p:nvSpPr>
          <p:spPr>
            <a:xfrm>
              <a:off x="9159941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76" name="Google Shape;2276;p22"/>
          <p:cNvSpPr/>
          <p:nvPr/>
        </p:nvSpPr>
        <p:spPr>
          <a:xfrm>
            <a:off x="0" y="-75"/>
            <a:ext cx="9144000" cy="5143500"/>
          </a:xfrm>
          <a:prstGeom prst="rect">
            <a:avLst/>
          </a:prstGeom>
          <a:solidFill>
            <a:srgbClr val="D6E3EA">
              <a:alpha val="398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77" name="Google Shape;2277;p22"/>
          <p:cNvGrpSpPr/>
          <p:nvPr/>
        </p:nvGrpSpPr>
        <p:grpSpPr>
          <a:xfrm>
            <a:off x="0" y="4752988"/>
            <a:ext cx="9144000" cy="354505"/>
            <a:chOff x="0" y="4689888"/>
            <a:chExt cx="9144000" cy="354505"/>
          </a:xfrm>
        </p:grpSpPr>
        <p:grpSp>
          <p:nvGrpSpPr>
            <p:cNvPr id="2278" name="Google Shape;2278;p22"/>
            <p:cNvGrpSpPr/>
            <p:nvPr/>
          </p:nvGrpSpPr>
          <p:grpSpPr>
            <a:xfrm>
              <a:off x="0" y="4793425"/>
              <a:ext cx="9144000" cy="194975"/>
              <a:chOff x="0" y="4789550"/>
              <a:chExt cx="9144000" cy="194975"/>
            </a:xfrm>
          </p:grpSpPr>
          <p:sp>
            <p:nvSpPr>
              <p:cNvPr id="2279" name="Google Shape;2279;p22"/>
              <p:cNvSpPr/>
              <p:nvPr/>
            </p:nvSpPr>
            <p:spPr>
              <a:xfrm>
                <a:off x="0" y="4789550"/>
                <a:ext cx="9144000" cy="360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80" name="Google Shape;2280;p22"/>
              <p:cNvSpPr/>
              <p:nvPr/>
            </p:nvSpPr>
            <p:spPr>
              <a:xfrm>
                <a:off x="0" y="4948525"/>
                <a:ext cx="9144000" cy="360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1" name="Google Shape;2281;p22"/>
            <p:cNvGrpSpPr/>
            <p:nvPr/>
          </p:nvGrpSpPr>
          <p:grpSpPr>
            <a:xfrm>
              <a:off x="28483" y="4689888"/>
              <a:ext cx="9087034" cy="354505"/>
              <a:chOff x="28483" y="4689888"/>
              <a:chExt cx="9087034" cy="354505"/>
            </a:xfrm>
          </p:grpSpPr>
          <p:sp>
            <p:nvSpPr>
              <p:cNvPr id="2282" name="Google Shape;2282;p22"/>
              <p:cNvSpPr/>
              <p:nvPr/>
            </p:nvSpPr>
            <p:spPr>
              <a:xfrm>
                <a:off x="64010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6" y="1"/>
                      <a:pt x="533" y="8"/>
                      <a:pt x="518" y="24"/>
                    </a:cubicBezTo>
                    <a:lnTo>
                      <a:pt x="62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34" y="4431"/>
                      <a:pt x="1065" y="4401"/>
                      <a:pt x="1156" y="4370"/>
                    </a:cubicBezTo>
                    <a:lnTo>
                      <a:pt x="1156" y="601"/>
                    </a:lnTo>
                    <a:lnTo>
                      <a:pt x="1126" y="571"/>
                    </a:lnTo>
                    <a:lnTo>
                      <a:pt x="670" y="24"/>
                    </a:lnTo>
                    <a:cubicBezTo>
                      <a:pt x="639" y="8"/>
                      <a:pt x="609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83" name="Google Shape;2283;p22"/>
              <p:cNvSpPr/>
              <p:nvPr/>
            </p:nvSpPr>
            <p:spPr>
              <a:xfrm>
                <a:off x="79301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3" y="8"/>
                      <a:pt x="517" y="24"/>
                    </a:cubicBezTo>
                    <a:lnTo>
                      <a:pt x="6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34" y="4431"/>
                      <a:pt x="1064" y="4401"/>
                      <a:pt x="1156" y="4370"/>
                    </a:cubicBezTo>
                    <a:lnTo>
                      <a:pt x="1156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9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84" name="Google Shape;2284;p22"/>
              <p:cNvSpPr/>
              <p:nvPr/>
            </p:nvSpPr>
            <p:spPr>
              <a:xfrm>
                <a:off x="94592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2" y="4431"/>
                      <a:pt x="122" y="4431"/>
                    </a:cubicBezTo>
                    <a:lnTo>
                      <a:pt x="1003" y="4431"/>
                    </a:lnTo>
                    <a:cubicBezTo>
                      <a:pt x="103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8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85" name="Google Shape;2285;p22"/>
              <p:cNvSpPr/>
              <p:nvPr/>
            </p:nvSpPr>
            <p:spPr>
              <a:xfrm>
                <a:off x="109882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1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1" y="4431"/>
                      <a:pt x="122" y="4431"/>
                    </a:cubicBezTo>
                    <a:lnTo>
                      <a:pt x="1003" y="4431"/>
                    </a:lnTo>
                    <a:cubicBezTo>
                      <a:pt x="106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8" y="8"/>
                      <a:pt x="608" y="1"/>
                      <a:pt x="58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86" name="Google Shape;2286;p22"/>
              <p:cNvSpPr/>
              <p:nvPr/>
            </p:nvSpPr>
            <p:spPr>
              <a:xfrm>
                <a:off x="1251735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04" y="4431"/>
                      <a:pt x="103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87" name="Google Shape;2287;p22"/>
              <p:cNvSpPr/>
              <p:nvPr/>
            </p:nvSpPr>
            <p:spPr>
              <a:xfrm>
                <a:off x="1402243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88" name="Google Shape;2288;p22"/>
              <p:cNvSpPr/>
              <p:nvPr/>
            </p:nvSpPr>
            <p:spPr>
              <a:xfrm>
                <a:off x="1552751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64" y="4431"/>
                      <a:pt x="109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89" name="Google Shape;2289;p22"/>
              <p:cNvSpPr/>
              <p:nvPr/>
            </p:nvSpPr>
            <p:spPr>
              <a:xfrm>
                <a:off x="751362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90" name="Google Shape;2290;p22"/>
              <p:cNvSpPr/>
              <p:nvPr/>
            </p:nvSpPr>
            <p:spPr>
              <a:xfrm>
                <a:off x="7666529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3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91" name="Google Shape;2291;p22"/>
              <p:cNvSpPr/>
              <p:nvPr/>
            </p:nvSpPr>
            <p:spPr>
              <a:xfrm>
                <a:off x="7816957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92" name="Google Shape;2292;p22"/>
              <p:cNvSpPr/>
              <p:nvPr/>
            </p:nvSpPr>
            <p:spPr>
              <a:xfrm>
                <a:off x="796738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2" y="4431"/>
                      <a:pt x="122" y="4431"/>
                    </a:cubicBezTo>
                    <a:lnTo>
                      <a:pt x="1003" y="4431"/>
                    </a:lnTo>
                    <a:cubicBezTo>
                      <a:pt x="103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8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93" name="Google Shape;2293;p22"/>
              <p:cNvSpPr/>
              <p:nvPr/>
            </p:nvSpPr>
            <p:spPr>
              <a:xfrm>
                <a:off x="812029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93" y="1"/>
                    </a:moveTo>
                    <a:cubicBezTo>
                      <a:pt x="562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1" y="4431"/>
                      <a:pt x="122" y="4431"/>
                    </a:cubicBezTo>
                    <a:lnTo>
                      <a:pt x="1003" y="4431"/>
                    </a:lnTo>
                    <a:cubicBezTo>
                      <a:pt x="106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54" y="8"/>
                      <a:pt x="623" y="1"/>
                      <a:pt x="59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94" name="Google Shape;2294;p22"/>
              <p:cNvSpPr/>
              <p:nvPr/>
            </p:nvSpPr>
            <p:spPr>
              <a:xfrm>
                <a:off x="8273198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1" y="4431"/>
                      <a:pt x="122" y="4431"/>
                    </a:cubicBezTo>
                    <a:lnTo>
                      <a:pt x="973" y="4431"/>
                    </a:lnTo>
                    <a:cubicBezTo>
                      <a:pt x="1034" y="4431"/>
                      <a:pt x="1065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95" name="Google Shape;2295;p22"/>
              <p:cNvSpPr/>
              <p:nvPr/>
            </p:nvSpPr>
            <p:spPr>
              <a:xfrm>
                <a:off x="8423706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34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96" name="Google Shape;2296;p22"/>
              <p:cNvSpPr/>
              <p:nvPr/>
            </p:nvSpPr>
            <p:spPr>
              <a:xfrm>
                <a:off x="8574214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64" y="4431"/>
                      <a:pt x="109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97" name="Google Shape;2297;p22"/>
              <p:cNvSpPr/>
              <p:nvPr/>
            </p:nvSpPr>
            <p:spPr>
              <a:xfrm>
                <a:off x="8724643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2" y="4431"/>
                      <a:pt x="122" y="4431"/>
                    </a:cubicBezTo>
                    <a:lnTo>
                      <a:pt x="974" y="4431"/>
                    </a:lnTo>
                    <a:cubicBezTo>
                      <a:pt x="1065" y="4431"/>
                      <a:pt x="1095" y="4401"/>
                      <a:pt x="1126" y="4370"/>
                    </a:cubicBezTo>
                    <a:lnTo>
                      <a:pt x="112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4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98" name="Google Shape;2298;p22"/>
              <p:cNvSpPr/>
              <p:nvPr/>
            </p:nvSpPr>
            <p:spPr>
              <a:xfrm>
                <a:off x="8875151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74" y="1"/>
                    </a:moveTo>
                    <a:cubicBezTo>
                      <a:pt x="547" y="1"/>
                      <a:pt x="517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122" y="4431"/>
                    </a:cubicBezTo>
                    <a:lnTo>
                      <a:pt x="1003" y="4431"/>
                    </a:lnTo>
                    <a:cubicBezTo>
                      <a:pt x="103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600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99" name="Google Shape;2299;p22"/>
              <p:cNvSpPr/>
              <p:nvPr/>
            </p:nvSpPr>
            <p:spPr>
              <a:xfrm>
                <a:off x="736071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0" name="Google Shape;2300;p22"/>
              <p:cNvSpPr/>
              <p:nvPr/>
            </p:nvSpPr>
            <p:spPr>
              <a:xfrm>
                <a:off x="720781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1" name="Google Shape;2301;p22"/>
              <p:cNvSpPr/>
              <p:nvPr/>
            </p:nvSpPr>
            <p:spPr>
              <a:xfrm>
                <a:off x="705490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2" name="Google Shape;2302;p22"/>
              <p:cNvSpPr/>
              <p:nvPr/>
            </p:nvSpPr>
            <p:spPr>
              <a:xfrm>
                <a:off x="690199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3" name="Google Shape;2303;p22"/>
              <p:cNvSpPr/>
              <p:nvPr/>
            </p:nvSpPr>
            <p:spPr>
              <a:xfrm>
                <a:off x="674909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4" name="Google Shape;2304;p22"/>
              <p:cNvSpPr/>
              <p:nvPr/>
            </p:nvSpPr>
            <p:spPr>
              <a:xfrm>
                <a:off x="659618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5" name="Google Shape;2305;p22"/>
              <p:cNvSpPr/>
              <p:nvPr/>
            </p:nvSpPr>
            <p:spPr>
              <a:xfrm>
                <a:off x="644327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6" name="Google Shape;2306;p22"/>
              <p:cNvSpPr/>
              <p:nvPr/>
            </p:nvSpPr>
            <p:spPr>
              <a:xfrm>
                <a:off x="629037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7" name="Google Shape;2307;p22"/>
              <p:cNvSpPr/>
              <p:nvPr/>
            </p:nvSpPr>
            <p:spPr>
              <a:xfrm>
                <a:off x="613746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8" name="Google Shape;2308;p22"/>
              <p:cNvSpPr/>
              <p:nvPr/>
            </p:nvSpPr>
            <p:spPr>
              <a:xfrm>
                <a:off x="598455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9" name="Google Shape;2309;p22"/>
              <p:cNvSpPr/>
              <p:nvPr/>
            </p:nvSpPr>
            <p:spPr>
              <a:xfrm>
                <a:off x="583165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0" name="Google Shape;2310;p22"/>
              <p:cNvSpPr/>
              <p:nvPr/>
            </p:nvSpPr>
            <p:spPr>
              <a:xfrm>
                <a:off x="567874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1" name="Google Shape;2311;p22"/>
              <p:cNvSpPr/>
              <p:nvPr/>
            </p:nvSpPr>
            <p:spPr>
              <a:xfrm>
                <a:off x="552583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2" name="Google Shape;2312;p22"/>
              <p:cNvSpPr/>
              <p:nvPr/>
            </p:nvSpPr>
            <p:spPr>
              <a:xfrm>
                <a:off x="537293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3" name="Google Shape;2313;p22"/>
              <p:cNvSpPr/>
              <p:nvPr/>
            </p:nvSpPr>
            <p:spPr>
              <a:xfrm>
                <a:off x="522002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4" name="Google Shape;2314;p22"/>
              <p:cNvSpPr/>
              <p:nvPr/>
            </p:nvSpPr>
            <p:spPr>
              <a:xfrm>
                <a:off x="506712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5" name="Google Shape;2315;p22"/>
              <p:cNvSpPr/>
              <p:nvPr/>
            </p:nvSpPr>
            <p:spPr>
              <a:xfrm>
                <a:off x="491421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6" name="Google Shape;2316;p22"/>
              <p:cNvSpPr/>
              <p:nvPr/>
            </p:nvSpPr>
            <p:spPr>
              <a:xfrm>
                <a:off x="476130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7" name="Google Shape;2317;p22"/>
              <p:cNvSpPr/>
              <p:nvPr/>
            </p:nvSpPr>
            <p:spPr>
              <a:xfrm>
                <a:off x="460840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8" name="Google Shape;2318;p22"/>
              <p:cNvSpPr/>
              <p:nvPr/>
            </p:nvSpPr>
            <p:spPr>
              <a:xfrm>
                <a:off x="445549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9" name="Google Shape;2319;p22"/>
              <p:cNvSpPr/>
              <p:nvPr/>
            </p:nvSpPr>
            <p:spPr>
              <a:xfrm>
                <a:off x="430258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0" name="Google Shape;2320;p22"/>
              <p:cNvSpPr/>
              <p:nvPr/>
            </p:nvSpPr>
            <p:spPr>
              <a:xfrm>
                <a:off x="414968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1" name="Google Shape;2321;p22"/>
              <p:cNvSpPr/>
              <p:nvPr/>
            </p:nvSpPr>
            <p:spPr>
              <a:xfrm>
                <a:off x="399677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2" name="Google Shape;2322;p22"/>
              <p:cNvSpPr/>
              <p:nvPr/>
            </p:nvSpPr>
            <p:spPr>
              <a:xfrm>
                <a:off x="384386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3" name="Google Shape;2323;p22"/>
              <p:cNvSpPr/>
              <p:nvPr/>
            </p:nvSpPr>
            <p:spPr>
              <a:xfrm>
                <a:off x="369096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4" name="Google Shape;2324;p22"/>
              <p:cNvSpPr/>
              <p:nvPr/>
            </p:nvSpPr>
            <p:spPr>
              <a:xfrm>
                <a:off x="353805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5" name="Google Shape;2325;p22"/>
              <p:cNvSpPr/>
              <p:nvPr/>
            </p:nvSpPr>
            <p:spPr>
              <a:xfrm>
                <a:off x="338514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6" name="Google Shape;2326;p22"/>
              <p:cNvSpPr/>
              <p:nvPr/>
            </p:nvSpPr>
            <p:spPr>
              <a:xfrm>
                <a:off x="323224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7" name="Google Shape;2327;p22"/>
              <p:cNvSpPr/>
              <p:nvPr/>
            </p:nvSpPr>
            <p:spPr>
              <a:xfrm>
                <a:off x="307933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8" name="Google Shape;2328;p22"/>
              <p:cNvSpPr/>
              <p:nvPr/>
            </p:nvSpPr>
            <p:spPr>
              <a:xfrm>
                <a:off x="292643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9" name="Google Shape;2329;p22"/>
              <p:cNvSpPr/>
              <p:nvPr/>
            </p:nvSpPr>
            <p:spPr>
              <a:xfrm>
                <a:off x="277352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0" name="Google Shape;2330;p22"/>
              <p:cNvSpPr/>
              <p:nvPr/>
            </p:nvSpPr>
            <p:spPr>
              <a:xfrm>
                <a:off x="262061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1" name="Google Shape;2331;p22"/>
              <p:cNvSpPr/>
              <p:nvPr/>
            </p:nvSpPr>
            <p:spPr>
              <a:xfrm>
                <a:off x="246771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2" name="Google Shape;2332;p22"/>
              <p:cNvSpPr/>
              <p:nvPr/>
            </p:nvSpPr>
            <p:spPr>
              <a:xfrm>
                <a:off x="231480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3" name="Google Shape;2333;p22"/>
              <p:cNvSpPr/>
              <p:nvPr/>
            </p:nvSpPr>
            <p:spPr>
              <a:xfrm>
                <a:off x="216189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4" name="Google Shape;2334;p22"/>
              <p:cNvSpPr/>
              <p:nvPr/>
            </p:nvSpPr>
            <p:spPr>
              <a:xfrm>
                <a:off x="200899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5" name="Google Shape;2335;p22"/>
              <p:cNvSpPr/>
              <p:nvPr/>
            </p:nvSpPr>
            <p:spPr>
              <a:xfrm>
                <a:off x="185608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6" name="Google Shape;2336;p22"/>
              <p:cNvSpPr/>
              <p:nvPr/>
            </p:nvSpPr>
            <p:spPr>
              <a:xfrm>
                <a:off x="170317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7" name="Google Shape;2337;p22"/>
              <p:cNvSpPr/>
              <p:nvPr/>
            </p:nvSpPr>
            <p:spPr>
              <a:xfrm>
                <a:off x="48720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8" name="Google Shape;2338;p22"/>
              <p:cNvSpPr/>
              <p:nvPr/>
            </p:nvSpPr>
            <p:spPr>
              <a:xfrm>
                <a:off x="33429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9" name="Google Shape;2339;p22"/>
              <p:cNvSpPr/>
              <p:nvPr/>
            </p:nvSpPr>
            <p:spPr>
              <a:xfrm>
                <a:off x="18139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40" name="Google Shape;2340;p22"/>
              <p:cNvSpPr/>
              <p:nvPr/>
            </p:nvSpPr>
            <p:spPr>
              <a:xfrm>
                <a:off x="2848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41" name="Google Shape;2341;p22"/>
              <p:cNvSpPr/>
              <p:nvPr/>
            </p:nvSpPr>
            <p:spPr>
              <a:xfrm>
                <a:off x="9025579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74" y="1"/>
                    </a:moveTo>
                    <a:cubicBezTo>
                      <a:pt x="547" y="1"/>
                      <a:pt x="517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122" y="4431"/>
                    </a:cubicBezTo>
                    <a:lnTo>
                      <a:pt x="1003" y="4431"/>
                    </a:lnTo>
                    <a:cubicBezTo>
                      <a:pt x="103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600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342" name="Google Shape;2342;p22"/>
          <p:cNvSpPr/>
          <p:nvPr/>
        </p:nvSpPr>
        <p:spPr>
          <a:xfrm>
            <a:off x="0" y="5107500"/>
            <a:ext cx="9144000" cy="36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43" name="Google Shape;2343;p22"/>
          <p:cNvGrpSpPr/>
          <p:nvPr/>
        </p:nvGrpSpPr>
        <p:grpSpPr>
          <a:xfrm>
            <a:off x="8500193" y="4148281"/>
            <a:ext cx="592952" cy="967689"/>
            <a:chOff x="8071153" y="3759204"/>
            <a:chExt cx="592952" cy="967689"/>
          </a:xfrm>
        </p:grpSpPr>
        <p:sp>
          <p:nvSpPr>
            <p:cNvPr id="2344" name="Google Shape;2344;p22"/>
            <p:cNvSpPr/>
            <p:nvPr/>
          </p:nvSpPr>
          <p:spPr>
            <a:xfrm>
              <a:off x="8350560" y="4196816"/>
              <a:ext cx="43890" cy="282116"/>
            </a:xfrm>
            <a:custGeom>
              <a:rect b="b" l="l" r="r" t="t"/>
              <a:pathLst>
                <a:path extrusionOk="0" h="3527" w="549">
                  <a:moveTo>
                    <a:pt x="153" y="0"/>
                  </a:moveTo>
                  <a:lnTo>
                    <a:pt x="1" y="3526"/>
                  </a:lnTo>
                  <a:lnTo>
                    <a:pt x="548" y="3435"/>
                  </a:lnTo>
                  <a:lnTo>
                    <a:pt x="39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5" name="Google Shape;2345;p22"/>
            <p:cNvSpPr/>
            <p:nvPr/>
          </p:nvSpPr>
          <p:spPr>
            <a:xfrm>
              <a:off x="8263101" y="4478852"/>
              <a:ext cx="221208" cy="248041"/>
            </a:xfrm>
            <a:custGeom>
              <a:rect b="b" l="l" r="r" t="t"/>
              <a:pathLst>
                <a:path extrusionOk="0" h="3101" w="2767">
                  <a:moveTo>
                    <a:pt x="1" y="0"/>
                  </a:moveTo>
                  <a:lnTo>
                    <a:pt x="396" y="3101"/>
                  </a:lnTo>
                  <a:lnTo>
                    <a:pt x="2402" y="3101"/>
                  </a:lnTo>
                  <a:lnTo>
                    <a:pt x="276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6" name="Google Shape;2346;p22"/>
            <p:cNvSpPr/>
            <p:nvPr/>
          </p:nvSpPr>
          <p:spPr>
            <a:xfrm>
              <a:off x="8248551" y="4435099"/>
              <a:ext cx="255184" cy="94865"/>
            </a:xfrm>
            <a:custGeom>
              <a:rect b="b" l="l" r="r" t="t"/>
              <a:pathLst>
                <a:path extrusionOk="0" h="1186" w="3192">
                  <a:moveTo>
                    <a:pt x="3192" y="0"/>
                  </a:moveTo>
                  <a:lnTo>
                    <a:pt x="0" y="61"/>
                  </a:lnTo>
                  <a:lnTo>
                    <a:pt x="61" y="1155"/>
                  </a:lnTo>
                  <a:lnTo>
                    <a:pt x="3040" y="1186"/>
                  </a:lnTo>
                  <a:lnTo>
                    <a:pt x="319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7" name="Google Shape;2347;p22"/>
            <p:cNvSpPr/>
            <p:nvPr/>
          </p:nvSpPr>
          <p:spPr>
            <a:xfrm>
              <a:off x="8265579" y="4527484"/>
              <a:ext cx="213853" cy="34075"/>
            </a:xfrm>
            <a:custGeom>
              <a:rect b="b" l="l" r="r" t="t"/>
              <a:pathLst>
                <a:path extrusionOk="0" h="426" w="2675">
                  <a:moveTo>
                    <a:pt x="0" y="0"/>
                  </a:moveTo>
                  <a:lnTo>
                    <a:pt x="91" y="426"/>
                  </a:lnTo>
                  <a:lnTo>
                    <a:pt x="2645" y="122"/>
                  </a:lnTo>
                  <a:lnTo>
                    <a:pt x="2675" y="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48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8" name="Google Shape;2348;p22"/>
            <p:cNvSpPr/>
            <p:nvPr/>
          </p:nvSpPr>
          <p:spPr>
            <a:xfrm>
              <a:off x="8318982" y="3766483"/>
              <a:ext cx="36535" cy="58391"/>
            </a:xfrm>
            <a:custGeom>
              <a:rect b="b" l="l" r="r" t="t"/>
              <a:pathLst>
                <a:path extrusionOk="0" h="730" w="457">
                  <a:moveTo>
                    <a:pt x="366" y="0"/>
                  </a:moveTo>
                  <a:cubicBezTo>
                    <a:pt x="366" y="0"/>
                    <a:pt x="122" y="122"/>
                    <a:pt x="62" y="304"/>
                  </a:cubicBezTo>
                  <a:cubicBezTo>
                    <a:pt x="1" y="517"/>
                    <a:pt x="62" y="730"/>
                    <a:pt x="62" y="730"/>
                  </a:cubicBezTo>
                  <a:cubicBezTo>
                    <a:pt x="62" y="730"/>
                    <a:pt x="305" y="608"/>
                    <a:pt x="366" y="426"/>
                  </a:cubicBezTo>
                  <a:cubicBezTo>
                    <a:pt x="457" y="244"/>
                    <a:pt x="366" y="0"/>
                    <a:pt x="36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9" name="Google Shape;2349;p22"/>
            <p:cNvSpPr/>
            <p:nvPr/>
          </p:nvSpPr>
          <p:spPr>
            <a:xfrm>
              <a:off x="8248551" y="3759204"/>
              <a:ext cx="58360" cy="65670"/>
            </a:xfrm>
            <a:custGeom>
              <a:rect b="b" l="l" r="r" t="t"/>
              <a:pathLst>
                <a:path extrusionOk="0" h="821" w="730">
                  <a:moveTo>
                    <a:pt x="0" y="0"/>
                  </a:moveTo>
                  <a:cubicBezTo>
                    <a:pt x="0" y="0"/>
                    <a:pt x="0" y="335"/>
                    <a:pt x="183" y="547"/>
                  </a:cubicBezTo>
                  <a:cubicBezTo>
                    <a:pt x="365" y="790"/>
                    <a:pt x="730" y="821"/>
                    <a:pt x="730" y="821"/>
                  </a:cubicBezTo>
                  <a:cubicBezTo>
                    <a:pt x="730" y="821"/>
                    <a:pt x="730" y="487"/>
                    <a:pt x="517" y="243"/>
                  </a:cubicBezTo>
                  <a:cubicBezTo>
                    <a:pt x="335" y="61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0" name="Google Shape;2350;p22"/>
            <p:cNvSpPr/>
            <p:nvPr/>
          </p:nvSpPr>
          <p:spPr>
            <a:xfrm>
              <a:off x="8532835" y="4167621"/>
              <a:ext cx="65715" cy="29275"/>
            </a:xfrm>
            <a:custGeom>
              <a:rect b="b" l="l" r="r" t="t"/>
              <a:pathLst>
                <a:path extrusionOk="0" h="366" w="822">
                  <a:moveTo>
                    <a:pt x="396" y="1"/>
                  </a:moveTo>
                  <a:cubicBezTo>
                    <a:pt x="153" y="1"/>
                    <a:pt x="1" y="213"/>
                    <a:pt x="1" y="213"/>
                  </a:cubicBezTo>
                  <a:cubicBezTo>
                    <a:pt x="1" y="213"/>
                    <a:pt x="183" y="365"/>
                    <a:pt x="426" y="365"/>
                  </a:cubicBezTo>
                  <a:cubicBezTo>
                    <a:pt x="669" y="365"/>
                    <a:pt x="821" y="153"/>
                    <a:pt x="821" y="153"/>
                  </a:cubicBezTo>
                  <a:cubicBezTo>
                    <a:pt x="821" y="153"/>
                    <a:pt x="609" y="1"/>
                    <a:pt x="396" y="1"/>
                  </a:cubicBezTo>
                  <a:close/>
                </a:path>
              </a:pathLst>
            </a:custGeom>
            <a:solidFill>
              <a:srgbClr val="7BBFB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1" name="Google Shape;2351;p22"/>
            <p:cNvSpPr/>
            <p:nvPr/>
          </p:nvSpPr>
          <p:spPr>
            <a:xfrm>
              <a:off x="8518285" y="4092272"/>
              <a:ext cx="48687" cy="80307"/>
            </a:xfrm>
            <a:custGeom>
              <a:rect b="b" l="l" r="r" t="t"/>
              <a:pathLst>
                <a:path extrusionOk="0" h="1004" w="609">
                  <a:moveTo>
                    <a:pt x="487" y="0"/>
                  </a:moveTo>
                  <a:cubicBezTo>
                    <a:pt x="487" y="0"/>
                    <a:pt x="183" y="152"/>
                    <a:pt x="61" y="426"/>
                  </a:cubicBezTo>
                  <a:cubicBezTo>
                    <a:pt x="0" y="699"/>
                    <a:pt x="122" y="1003"/>
                    <a:pt x="122" y="1003"/>
                  </a:cubicBezTo>
                  <a:cubicBezTo>
                    <a:pt x="122" y="1003"/>
                    <a:pt x="426" y="851"/>
                    <a:pt x="547" y="578"/>
                  </a:cubicBezTo>
                  <a:cubicBezTo>
                    <a:pt x="608" y="304"/>
                    <a:pt x="487" y="0"/>
                    <a:pt x="487" y="0"/>
                  </a:cubicBezTo>
                  <a:close/>
                </a:path>
              </a:pathLst>
            </a:custGeom>
            <a:solidFill>
              <a:srgbClr val="7BBFB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2" name="Google Shape;2352;p22"/>
            <p:cNvSpPr/>
            <p:nvPr/>
          </p:nvSpPr>
          <p:spPr>
            <a:xfrm>
              <a:off x="8071153" y="3827914"/>
              <a:ext cx="592952" cy="566871"/>
            </a:xfrm>
            <a:custGeom>
              <a:rect b="b" l="l" r="r" t="t"/>
              <a:pathLst>
                <a:path extrusionOk="0" h="7087" w="7417">
                  <a:moveTo>
                    <a:pt x="3931" y="0"/>
                  </a:moveTo>
                  <a:cubicBezTo>
                    <a:pt x="3624" y="0"/>
                    <a:pt x="3315" y="31"/>
                    <a:pt x="3010" y="83"/>
                  </a:cubicBezTo>
                  <a:cubicBezTo>
                    <a:pt x="1672" y="296"/>
                    <a:pt x="578" y="965"/>
                    <a:pt x="244" y="2363"/>
                  </a:cubicBezTo>
                  <a:cubicBezTo>
                    <a:pt x="0" y="3275"/>
                    <a:pt x="61" y="4430"/>
                    <a:pt x="426" y="5312"/>
                  </a:cubicBezTo>
                  <a:cubicBezTo>
                    <a:pt x="760" y="6132"/>
                    <a:pt x="1520" y="6770"/>
                    <a:pt x="2402" y="6953"/>
                  </a:cubicBezTo>
                  <a:cubicBezTo>
                    <a:pt x="2775" y="7038"/>
                    <a:pt x="3182" y="7086"/>
                    <a:pt x="3592" y="7086"/>
                  </a:cubicBezTo>
                  <a:cubicBezTo>
                    <a:pt x="4351" y="7086"/>
                    <a:pt x="5123" y="6922"/>
                    <a:pt x="5715" y="6527"/>
                  </a:cubicBezTo>
                  <a:cubicBezTo>
                    <a:pt x="6049" y="6315"/>
                    <a:pt x="6353" y="6071"/>
                    <a:pt x="6657" y="5767"/>
                  </a:cubicBezTo>
                  <a:cubicBezTo>
                    <a:pt x="7022" y="5342"/>
                    <a:pt x="7235" y="4825"/>
                    <a:pt x="7295" y="4308"/>
                  </a:cubicBezTo>
                  <a:cubicBezTo>
                    <a:pt x="7417" y="3640"/>
                    <a:pt x="7417" y="3032"/>
                    <a:pt x="7265" y="2515"/>
                  </a:cubicBezTo>
                  <a:cubicBezTo>
                    <a:pt x="7022" y="1634"/>
                    <a:pt x="6505" y="874"/>
                    <a:pt x="5593" y="387"/>
                  </a:cubicBezTo>
                  <a:cubicBezTo>
                    <a:pt x="5077" y="109"/>
                    <a:pt x="4509" y="0"/>
                    <a:pt x="393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53" name="Google Shape;2353;p22"/>
          <p:cNvGrpSpPr/>
          <p:nvPr/>
        </p:nvGrpSpPr>
        <p:grpSpPr>
          <a:xfrm>
            <a:off x="50855" y="4148281"/>
            <a:ext cx="592952" cy="967689"/>
            <a:chOff x="8071153" y="3759204"/>
            <a:chExt cx="592952" cy="967689"/>
          </a:xfrm>
        </p:grpSpPr>
        <p:sp>
          <p:nvSpPr>
            <p:cNvPr id="2354" name="Google Shape;2354;p22"/>
            <p:cNvSpPr/>
            <p:nvPr/>
          </p:nvSpPr>
          <p:spPr>
            <a:xfrm>
              <a:off x="8350560" y="4196816"/>
              <a:ext cx="43890" cy="282116"/>
            </a:xfrm>
            <a:custGeom>
              <a:rect b="b" l="l" r="r" t="t"/>
              <a:pathLst>
                <a:path extrusionOk="0" h="3527" w="549">
                  <a:moveTo>
                    <a:pt x="153" y="0"/>
                  </a:moveTo>
                  <a:lnTo>
                    <a:pt x="1" y="3526"/>
                  </a:lnTo>
                  <a:lnTo>
                    <a:pt x="548" y="3435"/>
                  </a:lnTo>
                  <a:lnTo>
                    <a:pt x="39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5" name="Google Shape;2355;p22"/>
            <p:cNvSpPr/>
            <p:nvPr/>
          </p:nvSpPr>
          <p:spPr>
            <a:xfrm>
              <a:off x="8263101" y="4478852"/>
              <a:ext cx="221208" cy="248041"/>
            </a:xfrm>
            <a:custGeom>
              <a:rect b="b" l="l" r="r" t="t"/>
              <a:pathLst>
                <a:path extrusionOk="0" h="3101" w="2767">
                  <a:moveTo>
                    <a:pt x="1" y="0"/>
                  </a:moveTo>
                  <a:lnTo>
                    <a:pt x="396" y="3101"/>
                  </a:lnTo>
                  <a:lnTo>
                    <a:pt x="2402" y="3101"/>
                  </a:lnTo>
                  <a:lnTo>
                    <a:pt x="276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6" name="Google Shape;2356;p22"/>
            <p:cNvSpPr/>
            <p:nvPr/>
          </p:nvSpPr>
          <p:spPr>
            <a:xfrm>
              <a:off x="8248551" y="4435099"/>
              <a:ext cx="255184" cy="94865"/>
            </a:xfrm>
            <a:custGeom>
              <a:rect b="b" l="l" r="r" t="t"/>
              <a:pathLst>
                <a:path extrusionOk="0" h="1186" w="3192">
                  <a:moveTo>
                    <a:pt x="3192" y="0"/>
                  </a:moveTo>
                  <a:lnTo>
                    <a:pt x="0" y="61"/>
                  </a:lnTo>
                  <a:lnTo>
                    <a:pt x="61" y="1155"/>
                  </a:lnTo>
                  <a:lnTo>
                    <a:pt x="3040" y="1186"/>
                  </a:lnTo>
                  <a:lnTo>
                    <a:pt x="319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7" name="Google Shape;2357;p22"/>
            <p:cNvSpPr/>
            <p:nvPr/>
          </p:nvSpPr>
          <p:spPr>
            <a:xfrm>
              <a:off x="8265579" y="4527484"/>
              <a:ext cx="213853" cy="34075"/>
            </a:xfrm>
            <a:custGeom>
              <a:rect b="b" l="l" r="r" t="t"/>
              <a:pathLst>
                <a:path extrusionOk="0" h="426" w="2675">
                  <a:moveTo>
                    <a:pt x="0" y="0"/>
                  </a:moveTo>
                  <a:lnTo>
                    <a:pt x="91" y="426"/>
                  </a:lnTo>
                  <a:lnTo>
                    <a:pt x="2645" y="122"/>
                  </a:lnTo>
                  <a:lnTo>
                    <a:pt x="2675" y="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48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8" name="Google Shape;2358;p22"/>
            <p:cNvSpPr/>
            <p:nvPr/>
          </p:nvSpPr>
          <p:spPr>
            <a:xfrm>
              <a:off x="8318982" y="3766483"/>
              <a:ext cx="36535" cy="58391"/>
            </a:xfrm>
            <a:custGeom>
              <a:rect b="b" l="l" r="r" t="t"/>
              <a:pathLst>
                <a:path extrusionOk="0" h="730" w="457">
                  <a:moveTo>
                    <a:pt x="366" y="0"/>
                  </a:moveTo>
                  <a:cubicBezTo>
                    <a:pt x="366" y="0"/>
                    <a:pt x="122" y="122"/>
                    <a:pt x="62" y="304"/>
                  </a:cubicBezTo>
                  <a:cubicBezTo>
                    <a:pt x="1" y="517"/>
                    <a:pt x="62" y="730"/>
                    <a:pt x="62" y="730"/>
                  </a:cubicBezTo>
                  <a:cubicBezTo>
                    <a:pt x="62" y="730"/>
                    <a:pt x="305" y="608"/>
                    <a:pt x="366" y="426"/>
                  </a:cubicBezTo>
                  <a:cubicBezTo>
                    <a:pt x="457" y="244"/>
                    <a:pt x="366" y="0"/>
                    <a:pt x="36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9" name="Google Shape;2359;p22"/>
            <p:cNvSpPr/>
            <p:nvPr/>
          </p:nvSpPr>
          <p:spPr>
            <a:xfrm>
              <a:off x="8248551" y="3759204"/>
              <a:ext cx="58360" cy="65670"/>
            </a:xfrm>
            <a:custGeom>
              <a:rect b="b" l="l" r="r" t="t"/>
              <a:pathLst>
                <a:path extrusionOk="0" h="821" w="730">
                  <a:moveTo>
                    <a:pt x="0" y="0"/>
                  </a:moveTo>
                  <a:cubicBezTo>
                    <a:pt x="0" y="0"/>
                    <a:pt x="0" y="335"/>
                    <a:pt x="183" y="547"/>
                  </a:cubicBezTo>
                  <a:cubicBezTo>
                    <a:pt x="365" y="790"/>
                    <a:pt x="730" y="821"/>
                    <a:pt x="730" y="821"/>
                  </a:cubicBezTo>
                  <a:cubicBezTo>
                    <a:pt x="730" y="821"/>
                    <a:pt x="730" y="487"/>
                    <a:pt x="517" y="243"/>
                  </a:cubicBezTo>
                  <a:cubicBezTo>
                    <a:pt x="335" y="61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0" name="Google Shape;2360;p22"/>
            <p:cNvSpPr/>
            <p:nvPr/>
          </p:nvSpPr>
          <p:spPr>
            <a:xfrm>
              <a:off x="8532835" y="4167621"/>
              <a:ext cx="65715" cy="29275"/>
            </a:xfrm>
            <a:custGeom>
              <a:rect b="b" l="l" r="r" t="t"/>
              <a:pathLst>
                <a:path extrusionOk="0" h="366" w="822">
                  <a:moveTo>
                    <a:pt x="396" y="1"/>
                  </a:moveTo>
                  <a:cubicBezTo>
                    <a:pt x="153" y="1"/>
                    <a:pt x="1" y="213"/>
                    <a:pt x="1" y="213"/>
                  </a:cubicBezTo>
                  <a:cubicBezTo>
                    <a:pt x="1" y="213"/>
                    <a:pt x="183" y="365"/>
                    <a:pt x="426" y="365"/>
                  </a:cubicBezTo>
                  <a:cubicBezTo>
                    <a:pt x="669" y="365"/>
                    <a:pt x="821" y="153"/>
                    <a:pt x="821" y="153"/>
                  </a:cubicBezTo>
                  <a:cubicBezTo>
                    <a:pt x="821" y="153"/>
                    <a:pt x="609" y="1"/>
                    <a:pt x="396" y="1"/>
                  </a:cubicBezTo>
                  <a:close/>
                </a:path>
              </a:pathLst>
            </a:custGeom>
            <a:solidFill>
              <a:srgbClr val="7BBFB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1" name="Google Shape;2361;p22"/>
            <p:cNvSpPr/>
            <p:nvPr/>
          </p:nvSpPr>
          <p:spPr>
            <a:xfrm>
              <a:off x="8518285" y="4092272"/>
              <a:ext cx="48687" cy="80307"/>
            </a:xfrm>
            <a:custGeom>
              <a:rect b="b" l="l" r="r" t="t"/>
              <a:pathLst>
                <a:path extrusionOk="0" h="1004" w="609">
                  <a:moveTo>
                    <a:pt x="487" y="0"/>
                  </a:moveTo>
                  <a:cubicBezTo>
                    <a:pt x="487" y="0"/>
                    <a:pt x="183" y="152"/>
                    <a:pt x="61" y="426"/>
                  </a:cubicBezTo>
                  <a:cubicBezTo>
                    <a:pt x="0" y="699"/>
                    <a:pt x="122" y="1003"/>
                    <a:pt x="122" y="1003"/>
                  </a:cubicBezTo>
                  <a:cubicBezTo>
                    <a:pt x="122" y="1003"/>
                    <a:pt x="426" y="851"/>
                    <a:pt x="547" y="578"/>
                  </a:cubicBezTo>
                  <a:cubicBezTo>
                    <a:pt x="608" y="304"/>
                    <a:pt x="487" y="0"/>
                    <a:pt x="487" y="0"/>
                  </a:cubicBezTo>
                  <a:close/>
                </a:path>
              </a:pathLst>
            </a:custGeom>
            <a:solidFill>
              <a:srgbClr val="7BBFB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2" name="Google Shape;2362;p22"/>
            <p:cNvSpPr/>
            <p:nvPr/>
          </p:nvSpPr>
          <p:spPr>
            <a:xfrm>
              <a:off x="8071153" y="3827914"/>
              <a:ext cx="592952" cy="566871"/>
            </a:xfrm>
            <a:custGeom>
              <a:rect b="b" l="l" r="r" t="t"/>
              <a:pathLst>
                <a:path extrusionOk="0" h="7087" w="7417">
                  <a:moveTo>
                    <a:pt x="3931" y="0"/>
                  </a:moveTo>
                  <a:cubicBezTo>
                    <a:pt x="3624" y="0"/>
                    <a:pt x="3315" y="31"/>
                    <a:pt x="3010" y="83"/>
                  </a:cubicBezTo>
                  <a:cubicBezTo>
                    <a:pt x="1672" y="296"/>
                    <a:pt x="578" y="965"/>
                    <a:pt x="244" y="2363"/>
                  </a:cubicBezTo>
                  <a:cubicBezTo>
                    <a:pt x="0" y="3275"/>
                    <a:pt x="61" y="4430"/>
                    <a:pt x="426" y="5312"/>
                  </a:cubicBezTo>
                  <a:cubicBezTo>
                    <a:pt x="760" y="6132"/>
                    <a:pt x="1520" y="6770"/>
                    <a:pt x="2402" y="6953"/>
                  </a:cubicBezTo>
                  <a:cubicBezTo>
                    <a:pt x="2775" y="7038"/>
                    <a:pt x="3182" y="7086"/>
                    <a:pt x="3592" y="7086"/>
                  </a:cubicBezTo>
                  <a:cubicBezTo>
                    <a:pt x="4351" y="7086"/>
                    <a:pt x="5123" y="6922"/>
                    <a:pt x="5715" y="6527"/>
                  </a:cubicBezTo>
                  <a:cubicBezTo>
                    <a:pt x="6049" y="6315"/>
                    <a:pt x="6353" y="6071"/>
                    <a:pt x="6657" y="5767"/>
                  </a:cubicBezTo>
                  <a:cubicBezTo>
                    <a:pt x="7022" y="5342"/>
                    <a:pt x="7235" y="4825"/>
                    <a:pt x="7295" y="4308"/>
                  </a:cubicBezTo>
                  <a:cubicBezTo>
                    <a:pt x="7417" y="3640"/>
                    <a:pt x="7417" y="3032"/>
                    <a:pt x="7265" y="2515"/>
                  </a:cubicBezTo>
                  <a:cubicBezTo>
                    <a:pt x="7022" y="1634"/>
                    <a:pt x="6505" y="874"/>
                    <a:pt x="5593" y="387"/>
                  </a:cubicBezTo>
                  <a:cubicBezTo>
                    <a:pt x="5077" y="109"/>
                    <a:pt x="4509" y="0"/>
                    <a:pt x="393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63" name="Google Shape;2363;p22"/>
          <p:cNvSpPr/>
          <p:nvPr/>
        </p:nvSpPr>
        <p:spPr>
          <a:xfrm>
            <a:off x="4547726" y="49970"/>
            <a:ext cx="1851686" cy="342426"/>
          </a:xfrm>
          <a:custGeom>
            <a:rect b="b" l="l" r="r" t="t"/>
            <a:pathLst>
              <a:path extrusionOk="0" h="4281" w="23162">
                <a:moveTo>
                  <a:pt x="12634" y="0"/>
                </a:moveTo>
                <a:cubicBezTo>
                  <a:pt x="11685" y="0"/>
                  <a:pt x="10826" y="596"/>
                  <a:pt x="10153" y="1849"/>
                </a:cubicBezTo>
                <a:cubicBezTo>
                  <a:pt x="8810" y="1477"/>
                  <a:pt x="7539" y="1314"/>
                  <a:pt x="6378" y="1314"/>
                </a:cubicBezTo>
                <a:cubicBezTo>
                  <a:pt x="2992" y="1314"/>
                  <a:pt x="544" y="2696"/>
                  <a:pt x="0" y="4281"/>
                </a:cubicBezTo>
                <a:lnTo>
                  <a:pt x="23162" y="4281"/>
                </a:lnTo>
                <a:cubicBezTo>
                  <a:pt x="22864" y="3777"/>
                  <a:pt x="20924" y="2045"/>
                  <a:pt x="18685" y="2045"/>
                </a:cubicBezTo>
                <a:cubicBezTo>
                  <a:pt x="17954" y="2045"/>
                  <a:pt x="17192" y="2229"/>
                  <a:pt x="16445" y="2700"/>
                </a:cubicBezTo>
                <a:cubicBezTo>
                  <a:pt x="15158" y="940"/>
                  <a:pt x="13825" y="0"/>
                  <a:pt x="12634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4" name="Google Shape;2364;p22"/>
          <p:cNvSpPr/>
          <p:nvPr/>
        </p:nvSpPr>
        <p:spPr>
          <a:xfrm>
            <a:off x="719850" y="540000"/>
            <a:ext cx="7704300" cy="676800"/>
          </a:xfrm>
          <a:prstGeom prst="roundRect">
            <a:avLst>
              <a:gd fmla="val 17686" name="adj"/>
            </a:avLst>
          </a:prstGeom>
          <a:solidFill>
            <a:schemeClr val="lt1"/>
          </a:solidFill>
          <a:ln cap="flat" cmpd="sng" w="762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5" name="Google Shape;2365;p22"/>
          <p:cNvSpPr txBox="1"/>
          <p:nvPr>
            <p:ph type="title"/>
          </p:nvPr>
        </p:nvSpPr>
        <p:spPr>
          <a:xfrm>
            <a:off x="720000" y="3621600"/>
            <a:ext cx="2246400" cy="5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366" name="Google Shape;2366;p22"/>
          <p:cNvSpPr txBox="1"/>
          <p:nvPr>
            <p:ph idx="1" type="subTitle"/>
          </p:nvPr>
        </p:nvSpPr>
        <p:spPr>
          <a:xfrm>
            <a:off x="720000" y="4099500"/>
            <a:ext cx="22464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2367" name="Google Shape;2367;p22"/>
          <p:cNvSpPr txBox="1"/>
          <p:nvPr>
            <p:ph idx="2" type="title"/>
          </p:nvPr>
        </p:nvSpPr>
        <p:spPr>
          <a:xfrm>
            <a:off x="3448800" y="3621600"/>
            <a:ext cx="2246400" cy="5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368" name="Google Shape;2368;p22"/>
          <p:cNvSpPr txBox="1"/>
          <p:nvPr>
            <p:ph idx="3" type="subTitle"/>
          </p:nvPr>
        </p:nvSpPr>
        <p:spPr>
          <a:xfrm>
            <a:off x="3448800" y="4099500"/>
            <a:ext cx="22464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2369" name="Google Shape;2369;p22"/>
          <p:cNvSpPr txBox="1"/>
          <p:nvPr>
            <p:ph idx="4" type="title"/>
          </p:nvPr>
        </p:nvSpPr>
        <p:spPr>
          <a:xfrm>
            <a:off x="6177595" y="3621600"/>
            <a:ext cx="2246400" cy="5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370" name="Google Shape;2370;p22"/>
          <p:cNvSpPr txBox="1"/>
          <p:nvPr>
            <p:ph idx="5" type="subTitle"/>
          </p:nvPr>
        </p:nvSpPr>
        <p:spPr>
          <a:xfrm>
            <a:off x="6177595" y="4099500"/>
            <a:ext cx="22464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2371" name="Google Shape;2371;p22"/>
          <p:cNvSpPr txBox="1"/>
          <p:nvPr>
            <p:ph idx="6" type="title"/>
          </p:nvPr>
        </p:nvSpPr>
        <p:spPr>
          <a:xfrm>
            <a:off x="720000" y="540000"/>
            <a:ext cx="7704000" cy="6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500"/>
              <a:buNone/>
              <a:defRPr>
                <a:solidFill>
                  <a:schemeClr val="accent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372" name="Google Shape;2372;p22"/>
          <p:cNvSpPr txBox="1"/>
          <p:nvPr>
            <p:ph hasCustomPrompt="1" idx="7" type="title"/>
          </p:nvPr>
        </p:nvSpPr>
        <p:spPr>
          <a:xfrm>
            <a:off x="1281600" y="2364575"/>
            <a:ext cx="1123200" cy="55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1" sz="24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b="1" sz="3000">
                <a:latin typeface="Archivo Black"/>
                <a:ea typeface="Archivo Black"/>
                <a:cs typeface="Archivo Black"/>
                <a:sym typeface="Archivo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b="1" sz="3000">
                <a:latin typeface="Archivo Black"/>
                <a:ea typeface="Archivo Black"/>
                <a:cs typeface="Archivo Black"/>
                <a:sym typeface="Archivo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b="1" sz="3000">
                <a:latin typeface="Archivo Black"/>
                <a:ea typeface="Archivo Black"/>
                <a:cs typeface="Archivo Black"/>
                <a:sym typeface="Archivo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b="1" sz="3000">
                <a:latin typeface="Archivo Black"/>
                <a:ea typeface="Archivo Black"/>
                <a:cs typeface="Archivo Black"/>
                <a:sym typeface="Archivo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b="1" sz="3000">
                <a:latin typeface="Archivo Black"/>
                <a:ea typeface="Archivo Black"/>
                <a:cs typeface="Archivo Black"/>
                <a:sym typeface="Archivo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b="1" sz="3000">
                <a:latin typeface="Archivo Black"/>
                <a:ea typeface="Archivo Black"/>
                <a:cs typeface="Archivo Black"/>
                <a:sym typeface="Archivo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b="1" sz="3000">
                <a:latin typeface="Archivo Black"/>
                <a:ea typeface="Archivo Black"/>
                <a:cs typeface="Archivo Black"/>
                <a:sym typeface="Archivo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b="1" sz="3000">
                <a:latin typeface="Archivo Black"/>
                <a:ea typeface="Archivo Black"/>
                <a:cs typeface="Archivo Black"/>
                <a:sym typeface="Archivo Black"/>
              </a:defRPr>
            </a:lvl9pPr>
          </a:lstStyle>
          <a:p>
            <a:r>
              <a:t>xx%</a:t>
            </a:r>
          </a:p>
        </p:txBody>
      </p:sp>
      <p:sp>
        <p:nvSpPr>
          <p:cNvPr id="2373" name="Google Shape;2373;p22"/>
          <p:cNvSpPr txBox="1"/>
          <p:nvPr>
            <p:ph hasCustomPrompt="1" idx="8" type="title"/>
          </p:nvPr>
        </p:nvSpPr>
        <p:spPr>
          <a:xfrm>
            <a:off x="4010400" y="2364575"/>
            <a:ext cx="1123200" cy="55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1" sz="24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b="1" sz="3000">
                <a:latin typeface="Archivo Black"/>
                <a:ea typeface="Archivo Black"/>
                <a:cs typeface="Archivo Black"/>
                <a:sym typeface="Archivo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b="1" sz="3000">
                <a:latin typeface="Archivo Black"/>
                <a:ea typeface="Archivo Black"/>
                <a:cs typeface="Archivo Black"/>
                <a:sym typeface="Archivo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b="1" sz="3000">
                <a:latin typeface="Archivo Black"/>
                <a:ea typeface="Archivo Black"/>
                <a:cs typeface="Archivo Black"/>
                <a:sym typeface="Archivo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b="1" sz="3000">
                <a:latin typeface="Archivo Black"/>
                <a:ea typeface="Archivo Black"/>
                <a:cs typeface="Archivo Black"/>
                <a:sym typeface="Archivo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b="1" sz="3000">
                <a:latin typeface="Archivo Black"/>
                <a:ea typeface="Archivo Black"/>
                <a:cs typeface="Archivo Black"/>
                <a:sym typeface="Archivo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b="1" sz="3000">
                <a:latin typeface="Archivo Black"/>
                <a:ea typeface="Archivo Black"/>
                <a:cs typeface="Archivo Black"/>
                <a:sym typeface="Archivo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b="1" sz="3000">
                <a:latin typeface="Archivo Black"/>
                <a:ea typeface="Archivo Black"/>
                <a:cs typeface="Archivo Black"/>
                <a:sym typeface="Archivo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b="1" sz="3000">
                <a:latin typeface="Archivo Black"/>
                <a:ea typeface="Archivo Black"/>
                <a:cs typeface="Archivo Black"/>
                <a:sym typeface="Archivo Black"/>
              </a:defRPr>
            </a:lvl9pPr>
          </a:lstStyle>
          <a:p>
            <a:r>
              <a:t>xx%</a:t>
            </a:r>
          </a:p>
        </p:txBody>
      </p:sp>
      <p:sp>
        <p:nvSpPr>
          <p:cNvPr id="2374" name="Google Shape;2374;p22"/>
          <p:cNvSpPr txBox="1"/>
          <p:nvPr>
            <p:ph hasCustomPrompt="1" idx="9" type="title"/>
          </p:nvPr>
        </p:nvSpPr>
        <p:spPr>
          <a:xfrm>
            <a:off x="6739195" y="2364575"/>
            <a:ext cx="1123200" cy="55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1" sz="24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b="1" sz="3000">
                <a:latin typeface="Archivo Black"/>
                <a:ea typeface="Archivo Black"/>
                <a:cs typeface="Archivo Black"/>
                <a:sym typeface="Archivo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b="1" sz="3000">
                <a:latin typeface="Archivo Black"/>
                <a:ea typeface="Archivo Black"/>
                <a:cs typeface="Archivo Black"/>
                <a:sym typeface="Archivo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b="1" sz="3000">
                <a:latin typeface="Archivo Black"/>
                <a:ea typeface="Archivo Black"/>
                <a:cs typeface="Archivo Black"/>
                <a:sym typeface="Archivo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b="1" sz="3000">
                <a:latin typeface="Archivo Black"/>
                <a:ea typeface="Archivo Black"/>
                <a:cs typeface="Archivo Black"/>
                <a:sym typeface="Archivo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b="1" sz="3000">
                <a:latin typeface="Archivo Black"/>
                <a:ea typeface="Archivo Black"/>
                <a:cs typeface="Archivo Black"/>
                <a:sym typeface="Archivo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b="1" sz="3000">
                <a:latin typeface="Archivo Black"/>
                <a:ea typeface="Archivo Black"/>
                <a:cs typeface="Archivo Black"/>
                <a:sym typeface="Archivo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b="1" sz="3000">
                <a:latin typeface="Archivo Black"/>
                <a:ea typeface="Archivo Black"/>
                <a:cs typeface="Archivo Black"/>
                <a:sym typeface="Archivo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b="1" sz="3000">
                <a:latin typeface="Archivo Black"/>
                <a:ea typeface="Archivo Black"/>
                <a:cs typeface="Archivo Black"/>
                <a:sym typeface="Archivo Black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7">
    <p:spTree>
      <p:nvGrpSpPr>
        <p:cNvPr id="2375" name="Shape 2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76" name="Google Shape;2376;p23"/>
          <p:cNvGrpSpPr/>
          <p:nvPr/>
        </p:nvGrpSpPr>
        <p:grpSpPr>
          <a:xfrm>
            <a:off x="-15975" y="-52"/>
            <a:ext cx="9175950" cy="5143406"/>
            <a:chOff x="-15975" y="-52"/>
            <a:chExt cx="9175950" cy="5143406"/>
          </a:xfrm>
        </p:grpSpPr>
        <p:sp>
          <p:nvSpPr>
            <p:cNvPr id="2377" name="Google Shape;2377;p23"/>
            <p:cNvSpPr/>
            <p:nvPr/>
          </p:nvSpPr>
          <p:spPr>
            <a:xfrm rot="5400000">
              <a:off x="4570450" y="-378255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8" name="Google Shape;2378;p23"/>
            <p:cNvSpPr/>
            <p:nvPr/>
          </p:nvSpPr>
          <p:spPr>
            <a:xfrm rot="5400000">
              <a:off x="4570450" y="-276311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9" name="Google Shape;2379;p23"/>
            <p:cNvSpPr/>
            <p:nvPr/>
          </p:nvSpPr>
          <p:spPr>
            <a:xfrm rot="5400000">
              <a:off x="4570450" y="-174368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0" name="Google Shape;2380;p23"/>
            <p:cNvSpPr/>
            <p:nvPr/>
          </p:nvSpPr>
          <p:spPr>
            <a:xfrm rot="5400000">
              <a:off x="4570450" y="-72425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1" name="Google Shape;2381;p23"/>
            <p:cNvSpPr/>
            <p:nvPr/>
          </p:nvSpPr>
          <p:spPr>
            <a:xfrm rot="5400000">
              <a:off x="4570450" y="295184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2" name="Google Shape;2382;p23"/>
            <p:cNvSpPr/>
            <p:nvPr/>
          </p:nvSpPr>
          <p:spPr>
            <a:xfrm rot="5400000">
              <a:off x="4570450" y="-429226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3" name="Google Shape;2383;p23"/>
            <p:cNvSpPr/>
            <p:nvPr/>
          </p:nvSpPr>
          <p:spPr>
            <a:xfrm rot="5400000">
              <a:off x="4570450" y="-327283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4" name="Google Shape;2384;p23"/>
            <p:cNvSpPr/>
            <p:nvPr/>
          </p:nvSpPr>
          <p:spPr>
            <a:xfrm rot="5400000">
              <a:off x="4570450" y="-225340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5" name="Google Shape;2385;p23"/>
            <p:cNvSpPr/>
            <p:nvPr/>
          </p:nvSpPr>
          <p:spPr>
            <a:xfrm rot="5400000">
              <a:off x="4570450" y="-123396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6" name="Google Shape;2386;p23"/>
            <p:cNvSpPr/>
            <p:nvPr/>
          </p:nvSpPr>
          <p:spPr>
            <a:xfrm rot="5400000">
              <a:off x="4570450" y="-21453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7" name="Google Shape;2387;p23"/>
            <p:cNvSpPr/>
            <p:nvPr/>
          </p:nvSpPr>
          <p:spPr>
            <a:xfrm>
              <a:off x="5081305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8" name="Google Shape;2388;p23"/>
            <p:cNvSpPr/>
            <p:nvPr/>
          </p:nvSpPr>
          <p:spPr>
            <a:xfrm>
              <a:off x="6100964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9" name="Google Shape;2389;p23"/>
            <p:cNvSpPr/>
            <p:nvPr/>
          </p:nvSpPr>
          <p:spPr>
            <a:xfrm>
              <a:off x="7120623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0" name="Google Shape;2390;p23"/>
            <p:cNvSpPr/>
            <p:nvPr/>
          </p:nvSpPr>
          <p:spPr>
            <a:xfrm>
              <a:off x="8140282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1" name="Google Shape;2391;p23"/>
            <p:cNvSpPr/>
            <p:nvPr/>
          </p:nvSpPr>
          <p:spPr>
            <a:xfrm>
              <a:off x="5591134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2" name="Google Shape;2392;p23"/>
            <p:cNvSpPr/>
            <p:nvPr/>
          </p:nvSpPr>
          <p:spPr>
            <a:xfrm>
              <a:off x="6610793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3" name="Google Shape;2393;p23"/>
            <p:cNvSpPr/>
            <p:nvPr/>
          </p:nvSpPr>
          <p:spPr>
            <a:xfrm>
              <a:off x="7630452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4" name="Google Shape;2394;p23"/>
            <p:cNvSpPr/>
            <p:nvPr/>
          </p:nvSpPr>
          <p:spPr>
            <a:xfrm>
              <a:off x="8650111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395" name="Google Shape;2395;p23"/>
            <p:cNvGrpSpPr/>
            <p:nvPr/>
          </p:nvGrpSpPr>
          <p:grpSpPr>
            <a:xfrm>
              <a:off x="-15975" y="-52"/>
              <a:ext cx="4587484" cy="5143406"/>
              <a:chOff x="-9275" y="-1994782"/>
              <a:chExt cx="4587484" cy="9140583"/>
            </a:xfrm>
          </p:grpSpPr>
          <p:sp>
            <p:nvSpPr>
              <p:cNvPr id="2396" name="Google Shape;2396;p23"/>
              <p:cNvSpPr/>
              <p:nvPr/>
            </p:nvSpPr>
            <p:spPr>
              <a:xfrm>
                <a:off x="50044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7" name="Google Shape;2397;p23"/>
              <p:cNvSpPr/>
              <p:nvPr/>
            </p:nvSpPr>
            <p:spPr>
              <a:xfrm>
                <a:off x="15198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8" name="Google Shape;2398;p23"/>
              <p:cNvSpPr/>
              <p:nvPr/>
            </p:nvSpPr>
            <p:spPr>
              <a:xfrm>
                <a:off x="253930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9" name="Google Shape;2399;p23"/>
              <p:cNvSpPr/>
              <p:nvPr/>
            </p:nvSpPr>
            <p:spPr>
              <a:xfrm>
                <a:off x="355874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00" name="Google Shape;2400;p23"/>
              <p:cNvSpPr/>
              <p:nvPr/>
            </p:nvSpPr>
            <p:spPr>
              <a:xfrm>
                <a:off x="45781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01" name="Google Shape;2401;p23"/>
              <p:cNvSpPr/>
              <p:nvPr/>
            </p:nvSpPr>
            <p:spPr>
              <a:xfrm>
                <a:off x="101015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02" name="Google Shape;2402;p23"/>
              <p:cNvSpPr/>
              <p:nvPr/>
            </p:nvSpPr>
            <p:spPr>
              <a:xfrm>
                <a:off x="202959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03" name="Google Shape;2403;p23"/>
              <p:cNvSpPr/>
              <p:nvPr/>
            </p:nvSpPr>
            <p:spPr>
              <a:xfrm>
                <a:off x="304902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04" name="Google Shape;2404;p23"/>
              <p:cNvSpPr/>
              <p:nvPr/>
            </p:nvSpPr>
            <p:spPr>
              <a:xfrm>
                <a:off x="406845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05" name="Google Shape;2405;p23"/>
              <p:cNvSpPr/>
              <p:nvPr/>
            </p:nvSpPr>
            <p:spPr>
              <a:xfrm>
                <a:off x="-92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406" name="Google Shape;2406;p23"/>
            <p:cNvSpPr/>
            <p:nvPr/>
          </p:nvSpPr>
          <p:spPr>
            <a:xfrm>
              <a:off x="9159941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07" name="Google Shape;2407;p23"/>
          <p:cNvSpPr/>
          <p:nvPr/>
        </p:nvSpPr>
        <p:spPr>
          <a:xfrm>
            <a:off x="0" y="-75"/>
            <a:ext cx="9144000" cy="5143500"/>
          </a:xfrm>
          <a:prstGeom prst="rect">
            <a:avLst/>
          </a:prstGeom>
          <a:solidFill>
            <a:srgbClr val="D6E3EA">
              <a:alpha val="398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408" name="Google Shape;2408;p23"/>
          <p:cNvGrpSpPr/>
          <p:nvPr/>
        </p:nvGrpSpPr>
        <p:grpSpPr>
          <a:xfrm>
            <a:off x="0" y="4752988"/>
            <a:ext cx="9144000" cy="354505"/>
            <a:chOff x="0" y="4689888"/>
            <a:chExt cx="9144000" cy="354505"/>
          </a:xfrm>
        </p:grpSpPr>
        <p:grpSp>
          <p:nvGrpSpPr>
            <p:cNvPr id="2409" name="Google Shape;2409;p23"/>
            <p:cNvGrpSpPr/>
            <p:nvPr/>
          </p:nvGrpSpPr>
          <p:grpSpPr>
            <a:xfrm>
              <a:off x="0" y="4793425"/>
              <a:ext cx="9144000" cy="194975"/>
              <a:chOff x="0" y="4789550"/>
              <a:chExt cx="9144000" cy="194975"/>
            </a:xfrm>
          </p:grpSpPr>
          <p:sp>
            <p:nvSpPr>
              <p:cNvPr id="2410" name="Google Shape;2410;p23"/>
              <p:cNvSpPr/>
              <p:nvPr/>
            </p:nvSpPr>
            <p:spPr>
              <a:xfrm>
                <a:off x="0" y="4789550"/>
                <a:ext cx="9144000" cy="360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1" name="Google Shape;2411;p23"/>
              <p:cNvSpPr/>
              <p:nvPr/>
            </p:nvSpPr>
            <p:spPr>
              <a:xfrm>
                <a:off x="0" y="4948525"/>
                <a:ext cx="9144000" cy="360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12" name="Google Shape;2412;p23"/>
            <p:cNvGrpSpPr/>
            <p:nvPr/>
          </p:nvGrpSpPr>
          <p:grpSpPr>
            <a:xfrm>
              <a:off x="28483" y="4689888"/>
              <a:ext cx="9087034" cy="354505"/>
              <a:chOff x="28483" y="4689888"/>
              <a:chExt cx="9087034" cy="354505"/>
            </a:xfrm>
          </p:grpSpPr>
          <p:sp>
            <p:nvSpPr>
              <p:cNvPr id="2413" name="Google Shape;2413;p23"/>
              <p:cNvSpPr/>
              <p:nvPr/>
            </p:nvSpPr>
            <p:spPr>
              <a:xfrm>
                <a:off x="64010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6" y="1"/>
                      <a:pt x="533" y="8"/>
                      <a:pt x="518" y="24"/>
                    </a:cubicBezTo>
                    <a:lnTo>
                      <a:pt x="62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34" y="4431"/>
                      <a:pt x="1065" y="4401"/>
                      <a:pt x="1156" y="4370"/>
                    </a:cubicBezTo>
                    <a:lnTo>
                      <a:pt x="1156" y="601"/>
                    </a:lnTo>
                    <a:lnTo>
                      <a:pt x="1126" y="571"/>
                    </a:lnTo>
                    <a:lnTo>
                      <a:pt x="670" y="24"/>
                    </a:lnTo>
                    <a:cubicBezTo>
                      <a:pt x="639" y="8"/>
                      <a:pt x="609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4" name="Google Shape;2414;p23"/>
              <p:cNvSpPr/>
              <p:nvPr/>
            </p:nvSpPr>
            <p:spPr>
              <a:xfrm>
                <a:off x="79301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3" y="8"/>
                      <a:pt x="517" y="24"/>
                    </a:cubicBezTo>
                    <a:lnTo>
                      <a:pt x="6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34" y="4431"/>
                      <a:pt x="1064" y="4401"/>
                      <a:pt x="1156" y="4370"/>
                    </a:cubicBezTo>
                    <a:lnTo>
                      <a:pt x="1156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9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5" name="Google Shape;2415;p23"/>
              <p:cNvSpPr/>
              <p:nvPr/>
            </p:nvSpPr>
            <p:spPr>
              <a:xfrm>
                <a:off x="94592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2" y="4431"/>
                      <a:pt x="122" y="4431"/>
                    </a:cubicBezTo>
                    <a:lnTo>
                      <a:pt x="1003" y="4431"/>
                    </a:lnTo>
                    <a:cubicBezTo>
                      <a:pt x="103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8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6" name="Google Shape;2416;p23"/>
              <p:cNvSpPr/>
              <p:nvPr/>
            </p:nvSpPr>
            <p:spPr>
              <a:xfrm>
                <a:off x="109882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1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1" y="4431"/>
                      <a:pt x="122" y="4431"/>
                    </a:cubicBezTo>
                    <a:lnTo>
                      <a:pt x="1003" y="4431"/>
                    </a:lnTo>
                    <a:cubicBezTo>
                      <a:pt x="106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8" y="8"/>
                      <a:pt x="608" y="1"/>
                      <a:pt x="58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7" name="Google Shape;2417;p23"/>
              <p:cNvSpPr/>
              <p:nvPr/>
            </p:nvSpPr>
            <p:spPr>
              <a:xfrm>
                <a:off x="1251735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04" y="4431"/>
                      <a:pt x="103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8" name="Google Shape;2418;p23"/>
              <p:cNvSpPr/>
              <p:nvPr/>
            </p:nvSpPr>
            <p:spPr>
              <a:xfrm>
                <a:off x="1402243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9" name="Google Shape;2419;p23"/>
              <p:cNvSpPr/>
              <p:nvPr/>
            </p:nvSpPr>
            <p:spPr>
              <a:xfrm>
                <a:off x="1552751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64" y="4431"/>
                      <a:pt x="109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0" name="Google Shape;2420;p23"/>
              <p:cNvSpPr/>
              <p:nvPr/>
            </p:nvSpPr>
            <p:spPr>
              <a:xfrm>
                <a:off x="751362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1" name="Google Shape;2421;p23"/>
              <p:cNvSpPr/>
              <p:nvPr/>
            </p:nvSpPr>
            <p:spPr>
              <a:xfrm>
                <a:off x="7666529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3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2" name="Google Shape;2422;p23"/>
              <p:cNvSpPr/>
              <p:nvPr/>
            </p:nvSpPr>
            <p:spPr>
              <a:xfrm>
                <a:off x="7816957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3" name="Google Shape;2423;p23"/>
              <p:cNvSpPr/>
              <p:nvPr/>
            </p:nvSpPr>
            <p:spPr>
              <a:xfrm>
                <a:off x="796738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2" y="4431"/>
                      <a:pt x="122" y="4431"/>
                    </a:cubicBezTo>
                    <a:lnTo>
                      <a:pt x="1003" y="4431"/>
                    </a:lnTo>
                    <a:cubicBezTo>
                      <a:pt x="103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8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4" name="Google Shape;2424;p23"/>
              <p:cNvSpPr/>
              <p:nvPr/>
            </p:nvSpPr>
            <p:spPr>
              <a:xfrm>
                <a:off x="812029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93" y="1"/>
                    </a:moveTo>
                    <a:cubicBezTo>
                      <a:pt x="562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1" y="4431"/>
                      <a:pt x="122" y="4431"/>
                    </a:cubicBezTo>
                    <a:lnTo>
                      <a:pt x="1003" y="4431"/>
                    </a:lnTo>
                    <a:cubicBezTo>
                      <a:pt x="106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54" y="8"/>
                      <a:pt x="623" y="1"/>
                      <a:pt x="59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5" name="Google Shape;2425;p23"/>
              <p:cNvSpPr/>
              <p:nvPr/>
            </p:nvSpPr>
            <p:spPr>
              <a:xfrm>
                <a:off x="8273198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1" y="4431"/>
                      <a:pt x="122" y="4431"/>
                    </a:cubicBezTo>
                    <a:lnTo>
                      <a:pt x="973" y="4431"/>
                    </a:lnTo>
                    <a:cubicBezTo>
                      <a:pt x="1034" y="4431"/>
                      <a:pt x="1065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6" name="Google Shape;2426;p23"/>
              <p:cNvSpPr/>
              <p:nvPr/>
            </p:nvSpPr>
            <p:spPr>
              <a:xfrm>
                <a:off x="8423706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34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7" name="Google Shape;2427;p23"/>
              <p:cNvSpPr/>
              <p:nvPr/>
            </p:nvSpPr>
            <p:spPr>
              <a:xfrm>
                <a:off x="8574214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64" y="4431"/>
                      <a:pt x="109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8" name="Google Shape;2428;p23"/>
              <p:cNvSpPr/>
              <p:nvPr/>
            </p:nvSpPr>
            <p:spPr>
              <a:xfrm>
                <a:off x="8724643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2" y="4431"/>
                      <a:pt x="122" y="4431"/>
                    </a:cubicBezTo>
                    <a:lnTo>
                      <a:pt x="974" y="4431"/>
                    </a:lnTo>
                    <a:cubicBezTo>
                      <a:pt x="1065" y="4431"/>
                      <a:pt x="1095" y="4401"/>
                      <a:pt x="1126" y="4370"/>
                    </a:cubicBezTo>
                    <a:lnTo>
                      <a:pt x="112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4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9" name="Google Shape;2429;p23"/>
              <p:cNvSpPr/>
              <p:nvPr/>
            </p:nvSpPr>
            <p:spPr>
              <a:xfrm>
                <a:off x="8875151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74" y="1"/>
                    </a:moveTo>
                    <a:cubicBezTo>
                      <a:pt x="547" y="1"/>
                      <a:pt x="517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122" y="4431"/>
                    </a:cubicBezTo>
                    <a:lnTo>
                      <a:pt x="1003" y="4431"/>
                    </a:lnTo>
                    <a:cubicBezTo>
                      <a:pt x="103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600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30" name="Google Shape;2430;p23"/>
              <p:cNvSpPr/>
              <p:nvPr/>
            </p:nvSpPr>
            <p:spPr>
              <a:xfrm>
                <a:off x="736071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31" name="Google Shape;2431;p23"/>
              <p:cNvSpPr/>
              <p:nvPr/>
            </p:nvSpPr>
            <p:spPr>
              <a:xfrm>
                <a:off x="720781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32" name="Google Shape;2432;p23"/>
              <p:cNvSpPr/>
              <p:nvPr/>
            </p:nvSpPr>
            <p:spPr>
              <a:xfrm>
                <a:off x="705490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33" name="Google Shape;2433;p23"/>
              <p:cNvSpPr/>
              <p:nvPr/>
            </p:nvSpPr>
            <p:spPr>
              <a:xfrm>
                <a:off x="690199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34" name="Google Shape;2434;p23"/>
              <p:cNvSpPr/>
              <p:nvPr/>
            </p:nvSpPr>
            <p:spPr>
              <a:xfrm>
                <a:off x="674909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35" name="Google Shape;2435;p23"/>
              <p:cNvSpPr/>
              <p:nvPr/>
            </p:nvSpPr>
            <p:spPr>
              <a:xfrm>
                <a:off x="659618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36" name="Google Shape;2436;p23"/>
              <p:cNvSpPr/>
              <p:nvPr/>
            </p:nvSpPr>
            <p:spPr>
              <a:xfrm>
                <a:off x="644327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37" name="Google Shape;2437;p23"/>
              <p:cNvSpPr/>
              <p:nvPr/>
            </p:nvSpPr>
            <p:spPr>
              <a:xfrm>
                <a:off x="629037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38" name="Google Shape;2438;p23"/>
              <p:cNvSpPr/>
              <p:nvPr/>
            </p:nvSpPr>
            <p:spPr>
              <a:xfrm>
                <a:off x="613746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39" name="Google Shape;2439;p23"/>
              <p:cNvSpPr/>
              <p:nvPr/>
            </p:nvSpPr>
            <p:spPr>
              <a:xfrm>
                <a:off x="598455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40" name="Google Shape;2440;p23"/>
              <p:cNvSpPr/>
              <p:nvPr/>
            </p:nvSpPr>
            <p:spPr>
              <a:xfrm>
                <a:off x="583165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41" name="Google Shape;2441;p23"/>
              <p:cNvSpPr/>
              <p:nvPr/>
            </p:nvSpPr>
            <p:spPr>
              <a:xfrm>
                <a:off x="567874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42" name="Google Shape;2442;p23"/>
              <p:cNvSpPr/>
              <p:nvPr/>
            </p:nvSpPr>
            <p:spPr>
              <a:xfrm>
                <a:off x="552583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43" name="Google Shape;2443;p23"/>
              <p:cNvSpPr/>
              <p:nvPr/>
            </p:nvSpPr>
            <p:spPr>
              <a:xfrm>
                <a:off x="537293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44" name="Google Shape;2444;p23"/>
              <p:cNvSpPr/>
              <p:nvPr/>
            </p:nvSpPr>
            <p:spPr>
              <a:xfrm>
                <a:off x="522002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45" name="Google Shape;2445;p23"/>
              <p:cNvSpPr/>
              <p:nvPr/>
            </p:nvSpPr>
            <p:spPr>
              <a:xfrm>
                <a:off x="506712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46" name="Google Shape;2446;p23"/>
              <p:cNvSpPr/>
              <p:nvPr/>
            </p:nvSpPr>
            <p:spPr>
              <a:xfrm>
                <a:off x="491421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47" name="Google Shape;2447;p23"/>
              <p:cNvSpPr/>
              <p:nvPr/>
            </p:nvSpPr>
            <p:spPr>
              <a:xfrm>
                <a:off x="476130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48" name="Google Shape;2448;p23"/>
              <p:cNvSpPr/>
              <p:nvPr/>
            </p:nvSpPr>
            <p:spPr>
              <a:xfrm>
                <a:off x="460840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49" name="Google Shape;2449;p23"/>
              <p:cNvSpPr/>
              <p:nvPr/>
            </p:nvSpPr>
            <p:spPr>
              <a:xfrm>
                <a:off x="445549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0" name="Google Shape;2450;p23"/>
              <p:cNvSpPr/>
              <p:nvPr/>
            </p:nvSpPr>
            <p:spPr>
              <a:xfrm>
                <a:off x="430258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1" name="Google Shape;2451;p23"/>
              <p:cNvSpPr/>
              <p:nvPr/>
            </p:nvSpPr>
            <p:spPr>
              <a:xfrm>
                <a:off x="414968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2" name="Google Shape;2452;p23"/>
              <p:cNvSpPr/>
              <p:nvPr/>
            </p:nvSpPr>
            <p:spPr>
              <a:xfrm>
                <a:off x="399677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3" name="Google Shape;2453;p23"/>
              <p:cNvSpPr/>
              <p:nvPr/>
            </p:nvSpPr>
            <p:spPr>
              <a:xfrm>
                <a:off x="384386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4" name="Google Shape;2454;p23"/>
              <p:cNvSpPr/>
              <p:nvPr/>
            </p:nvSpPr>
            <p:spPr>
              <a:xfrm>
                <a:off x="369096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5" name="Google Shape;2455;p23"/>
              <p:cNvSpPr/>
              <p:nvPr/>
            </p:nvSpPr>
            <p:spPr>
              <a:xfrm>
                <a:off x="353805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6" name="Google Shape;2456;p23"/>
              <p:cNvSpPr/>
              <p:nvPr/>
            </p:nvSpPr>
            <p:spPr>
              <a:xfrm>
                <a:off x="338514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7" name="Google Shape;2457;p23"/>
              <p:cNvSpPr/>
              <p:nvPr/>
            </p:nvSpPr>
            <p:spPr>
              <a:xfrm>
                <a:off x="323224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8" name="Google Shape;2458;p23"/>
              <p:cNvSpPr/>
              <p:nvPr/>
            </p:nvSpPr>
            <p:spPr>
              <a:xfrm>
                <a:off x="307933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9" name="Google Shape;2459;p23"/>
              <p:cNvSpPr/>
              <p:nvPr/>
            </p:nvSpPr>
            <p:spPr>
              <a:xfrm>
                <a:off x="292643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0" name="Google Shape;2460;p23"/>
              <p:cNvSpPr/>
              <p:nvPr/>
            </p:nvSpPr>
            <p:spPr>
              <a:xfrm>
                <a:off x="277352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1" name="Google Shape;2461;p23"/>
              <p:cNvSpPr/>
              <p:nvPr/>
            </p:nvSpPr>
            <p:spPr>
              <a:xfrm>
                <a:off x="262061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2" name="Google Shape;2462;p23"/>
              <p:cNvSpPr/>
              <p:nvPr/>
            </p:nvSpPr>
            <p:spPr>
              <a:xfrm>
                <a:off x="246771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3" name="Google Shape;2463;p23"/>
              <p:cNvSpPr/>
              <p:nvPr/>
            </p:nvSpPr>
            <p:spPr>
              <a:xfrm>
                <a:off x="231480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4" name="Google Shape;2464;p23"/>
              <p:cNvSpPr/>
              <p:nvPr/>
            </p:nvSpPr>
            <p:spPr>
              <a:xfrm>
                <a:off x="216189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5" name="Google Shape;2465;p23"/>
              <p:cNvSpPr/>
              <p:nvPr/>
            </p:nvSpPr>
            <p:spPr>
              <a:xfrm>
                <a:off x="200899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6" name="Google Shape;2466;p23"/>
              <p:cNvSpPr/>
              <p:nvPr/>
            </p:nvSpPr>
            <p:spPr>
              <a:xfrm>
                <a:off x="185608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7" name="Google Shape;2467;p23"/>
              <p:cNvSpPr/>
              <p:nvPr/>
            </p:nvSpPr>
            <p:spPr>
              <a:xfrm>
                <a:off x="170317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8" name="Google Shape;2468;p23"/>
              <p:cNvSpPr/>
              <p:nvPr/>
            </p:nvSpPr>
            <p:spPr>
              <a:xfrm>
                <a:off x="48720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9" name="Google Shape;2469;p23"/>
              <p:cNvSpPr/>
              <p:nvPr/>
            </p:nvSpPr>
            <p:spPr>
              <a:xfrm>
                <a:off x="33429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0" name="Google Shape;2470;p23"/>
              <p:cNvSpPr/>
              <p:nvPr/>
            </p:nvSpPr>
            <p:spPr>
              <a:xfrm>
                <a:off x="18139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1" name="Google Shape;2471;p23"/>
              <p:cNvSpPr/>
              <p:nvPr/>
            </p:nvSpPr>
            <p:spPr>
              <a:xfrm>
                <a:off x="2848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2" name="Google Shape;2472;p23"/>
              <p:cNvSpPr/>
              <p:nvPr/>
            </p:nvSpPr>
            <p:spPr>
              <a:xfrm>
                <a:off x="9025579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74" y="1"/>
                    </a:moveTo>
                    <a:cubicBezTo>
                      <a:pt x="547" y="1"/>
                      <a:pt x="517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122" y="4431"/>
                    </a:cubicBezTo>
                    <a:lnTo>
                      <a:pt x="1003" y="4431"/>
                    </a:lnTo>
                    <a:cubicBezTo>
                      <a:pt x="103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600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473" name="Google Shape;2473;p23"/>
          <p:cNvGrpSpPr/>
          <p:nvPr/>
        </p:nvGrpSpPr>
        <p:grpSpPr>
          <a:xfrm>
            <a:off x="8500193" y="4148281"/>
            <a:ext cx="592952" cy="967689"/>
            <a:chOff x="8071153" y="3759204"/>
            <a:chExt cx="592952" cy="967689"/>
          </a:xfrm>
        </p:grpSpPr>
        <p:sp>
          <p:nvSpPr>
            <p:cNvPr id="2474" name="Google Shape;2474;p23"/>
            <p:cNvSpPr/>
            <p:nvPr/>
          </p:nvSpPr>
          <p:spPr>
            <a:xfrm>
              <a:off x="8350560" y="4196816"/>
              <a:ext cx="43890" cy="282116"/>
            </a:xfrm>
            <a:custGeom>
              <a:rect b="b" l="l" r="r" t="t"/>
              <a:pathLst>
                <a:path extrusionOk="0" h="3527" w="549">
                  <a:moveTo>
                    <a:pt x="153" y="0"/>
                  </a:moveTo>
                  <a:lnTo>
                    <a:pt x="1" y="3526"/>
                  </a:lnTo>
                  <a:lnTo>
                    <a:pt x="548" y="3435"/>
                  </a:lnTo>
                  <a:lnTo>
                    <a:pt x="39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5" name="Google Shape;2475;p23"/>
            <p:cNvSpPr/>
            <p:nvPr/>
          </p:nvSpPr>
          <p:spPr>
            <a:xfrm>
              <a:off x="8263101" y="4478852"/>
              <a:ext cx="221208" cy="248041"/>
            </a:xfrm>
            <a:custGeom>
              <a:rect b="b" l="l" r="r" t="t"/>
              <a:pathLst>
                <a:path extrusionOk="0" h="3101" w="2767">
                  <a:moveTo>
                    <a:pt x="1" y="0"/>
                  </a:moveTo>
                  <a:lnTo>
                    <a:pt x="396" y="3101"/>
                  </a:lnTo>
                  <a:lnTo>
                    <a:pt x="2402" y="3101"/>
                  </a:lnTo>
                  <a:lnTo>
                    <a:pt x="276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6" name="Google Shape;2476;p23"/>
            <p:cNvSpPr/>
            <p:nvPr/>
          </p:nvSpPr>
          <p:spPr>
            <a:xfrm>
              <a:off x="8248551" y="4435099"/>
              <a:ext cx="255184" cy="94865"/>
            </a:xfrm>
            <a:custGeom>
              <a:rect b="b" l="l" r="r" t="t"/>
              <a:pathLst>
                <a:path extrusionOk="0" h="1186" w="3192">
                  <a:moveTo>
                    <a:pt x="3192" y="0"/>
                  </a:moveTo>
                  <a:lnTo>
                    <a:pt x="0" y="61"/>
                  </a:lnTo>
                  <a:lnTo>
                    <a:pt x="61" y="1155"/>
                  </a:lnTo>
                  <a:lnTo>
                    <a:pt x="3040" y="1186"/>
                  </a:lnTo>
                  <a:lnTo>
                    <a:pt x="319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7" name="Google Shape;2477;p23"/>
            <p:cNvSpPr/>
            <p:nvPr/>
          </p:nvSpPr>
          <p:spPr>
            <a:xfrm>
              <a:off x="8265579" y="4527484"/>
              <a:ext cx="213853" cy="34075"/>
            </a:xfrm>
            <a:custGeom>
              <a:rect b="b" l="l" r="r" t="t"/>
              <a:pathLst>
                <a:path extrusionOk="0" h="426" w="2675">
                  <a:moveTo>
                    <a:pt x="0" y="0"/>
                  </a:moveTo>
                  <a:lnTo>
                    <a:pt x="91" y="426"/>
                  </a:lnTo>
                  <a:lnTo>
                    <a:pt x="2645" y="122"/>
                  </a:lnTo>
                  <a:lnTo>
                    <a:pt x="2675" y="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48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8" name="Google Shape;2478;p23"/>
            <p:cNvSpPr/>
            <p:nvPr/>
          </p:nvSpPr>
          <p:spPr>
            <a:xfrm>
              <a:off x="8318982" y="3766483"/>
              <a:ext cx="36535" cy="58391"/>
            </a:xfrm>
            <a:custGeom>
              <a:rect b="b" l="l" r="r" t="t"/>
              <a:pathLst>
                <a:path extrusionOk="0" h="730" w="457">
                  <a:moveTo>
                    <a:pt x="366" y="0"/>
                  </a:moveTo>
                  <a:cubicBezTo>
                    <a:pt x="366" y="0"/>
                    <a:pt x="122" y="122"/>
                    <a:pt x="62" y="304"/>
                  </a:cubicBezTo>
                  <a:cubicBezTo>
                    <a:pt x="1" y="517"/>
                    <a:pt x="62" y="730"/>
                    <a:pt x="62" y="730"/>
                  </a:cubicBezTo>
                  <a:cubicBezTo>
                    <a:pt x="62" y="730"/>
                    <a:pt x="305" y="608"/>
                    <a:pt x="366" y="426"/>
                  </a:cubicBezTo>
                  <a:cubicBezTo>
                    <a:pt x="457" y="244"/>
                    <a:pt x="366" y="0"/>
                    <a:pt x="36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9" name="Google Shape;2479;p23"/>
            <p:cNvSpPr/>
            <p:nvPr/>
          </p:nvSpPr>
          <p:spPr>
            <a:xfrm>
              <a:off x="8248551" y="3759204"/>
              <a:ext cx="58360" cy="65670"/>
            </a:xfrm>
            <a:custGeom>
              <a:rect b="b" l="l" r="r" t="t"/>
              <a:pathLst>
                <a:path extrusionOk="0" h="821" w="730">
                  <a:moveTo>
                    <a:pt x="0" y="0"/>
                  </a:moveTo>
                  <a:cubicBezTo>
                    <a:pt x="0" y="0"/>
                    <a:pt x="0" y="335"/>
                    <a:pt x="183" y="547"/>
                  </a:cubicBezTo>
                  <a:cubicBezTo>
                    <a:pt x="365" y="790"/>
                    <a:pt x="730" y="821"/>
                    <a:pt x="730" y="821"/>
                  </a:cubicBezTo>
                  <a:cubicBezTo>
                    <a:pt x="730" y="821"/>
                    <a:pt x="730" y="487"/>
                    <a:pt x="517" y="243"/>
                  </a:cubicBezTo>
                  <a:cubicBezTo>
                    <a:pt x="335" y="61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0" name="Google Shape;2480;p23"/>
            <p:cNvSpPr/>
            <p:nvPr/>
          </p:nvSpPr>
          <p:spPr>
            <a:xfrm>
              <a:off x="8532835" y="4167621"/>
              <a:ext cx="65715" cy="29275"/>
            </a:xfrm>
            <a:custGeom>
              <a:rect b="b" l="l" r="r" t="t"/>
              <a:pathLst>
                <a:path extrusionOk="0" h="366" w="822">
                  <a:moveTo>
                    <a:pt x="396" y="1"/>
                  </a:moveTo>
                  <a:cubicBezTo>
                    <a:pt x="153" y="1"/>
                    <a:pt x="1" y="213"/>
                    <a:pt x="1" y="213"/>
                  </a:cubicBezTo>
                  <a:cubicBezTo>
                    <a:pt x="1" y="213"/>
                    <a:pt x="183" y="365"/>
                    <a:pt x="426" y="365"/>
                  </a:cubicBezTo>
                  <a:cubicBezTo>
                    <a:pt x="669" y="365"/>
                    <a:pt x="821" y="153"/>
                    <a:pt x="821" y="153"/>
                  </a:cubicBezTo>
                  <a:cubicBezTo>
                    <a:pt x="821" y="153"/>
                    <a:pt x="609" y="1"/>
                    <a:pt x="396" y="1"/>
                  </a:cubicBezTo>
                  <a:close/>
                </a:path>
              </a:pathLst>
            </a:custGeom>
            <a:solidFill>
              <a:srgbClr val="7BBFB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1" name="Google Shape;2481;p23"/>
            <p:cNvSpPr/>
            <p:nvPr/>
          </p:nvSpPr>
          <p:spPr>
            <a:xfrm>
              <a:off x="8518285" y="4092272"/>
              <a:ext cx="48687" cy="80307"/>
            </a:xfrm>
            <a:custGeom>
              <a:rect b="b" l="l" r="r" t="t"/>
              <a:pathLst>
                <a:path extrusionOk="0" h="1004" w="609">
                  <a:moveTo>
                    <a:pt x="487" y="0"/>
                  </a:moveTo>
                  <a:cubicBezTo>
                    <a:pt x="487" y="0"/>
                    <a:pt x="183" y="152"/>
                    <a:pt x="61" y="426"/>
                  </a:cubicBezTo>
                  <a:cubicBezTo>
                    <a:pt x="0" y="699"/>
                    <a:pt x="122" y="1003"/>
                    <a:pt x="122" y="1003"/>
                  </a:cubicBezTo>
                  <a:cubicBezTo>
                    <a:pt x="122" y="1003"/>
                    <a:pt x="426" y="851"/>
                    <a:pt x="547" y="578"/>
                  </a:cubicBezTo>
                  <a:cubicBezTo>
                    <a:pt x="608" y="304"/>
                    <a:pt x="487" y="0"/>
                    <a:pt x="487" y="0"/>
                  </a:cubicBezTo>
                  <a:close/>
                </a:path>
              </a:pathLst>
            </a:custGeom>
            <a:solidFill>
              <a:srgbClr val="7BBFB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2" name="Google Shape;2482;p23"/>
            <p:cNvSpPr/>
            <p:nvPr/>
          </p:nvSpPr>
          <p:spPr>
            <a:xfrm>
              <a:off x="8071153" y="3827914"/>
              <a:ext cx="592952" cy="566871"/>
            </a:xfrm>
            <a:custGeom>
              <a:rect b="b" l="l" r="r" t="t"/>
              <a:pathLst>
                <a:path extrusionOk="0" h="7087" w="7417">
                  <a:moveTo>
                    <a:pt x="3931" y="0"/>
                  </a:moveTo>
                  <a:cubicBezTo>
                    <a:pt x="3624" y="0"/>
                    <a:pt x="3315" y="31"/>
                    <a:pt x="3010" y="83"/>
                  </a:cubicBezTo>
                  <a:cubicBezTo>
                    <a:pt x="1672" y="296"/>
                    <a:pt x="578" y="965"/>
                    <a:pt x="244" y="2363"/>
                  </a:cubicBezTo>
                  <a:cubicBezTo>
                    <a:pt x="0" y="3275"/>
                    <a:pt x="61" y="4430"/>
                    <a:pt x="426" y="5312"/>
                  </a:cubicBezTo>
                  <a:cubicBezTo>
                    <a:pt x="760" y="6132"/>
                    <a:pt x="1520" y="6770"/>
                    <a:pt x="2402" y="6953"/>
                  </a:cubicBezTo>
                  <a:cubicBezTo>
                    <a:pt x="2775" y="7038"/>
                    <a:pt x="3182" y="7086"/>
                    <a:pt x="3592" y="7086"/>
                  </a:cubicBezTo>
                  <a:cubicBezTo>
                    <a:pt x="4351" y="7086"/>
                    <a:pt x="5123" y="6922"/>
                    <a:pt x="5715" y="6527"/>
                  </a:cubicBezTo>
                  <a:cubicBezTo>
                    <a:pt x="6049" y="6315"/>
                    <a:pt x="6353" y="6071"/>
                    <a:pt x="6657" y="5767"/>
                  </a:cubicBezTo>
                  <a:cubicBezTo>
                    <a:pt x="7022" y="5342"/>
                    <a:pt x="7235" y="4825"/>
                    <a:pt x="7295" y="4308"/>
                  </a:cubicBezTo>
                  <a:cubicBezTo>
                    <a:pt x="7417" y="3640"/>
                    <a:pt x="7417" y="3032"/>
                    <a:pt x="7265" y="2515"/>
                  </a:cubicBezTo>
                  <a:cubicBezTo>
                    <a:pt x="7022" y="1634"/>
                    <a:pt x="6505" y="874"/>
                    <a:pt x="5593" y="387"/>
                  </a:cubicBezTo>
                  <a:cubicBezTo>
                    <a:pt x="5077" y="109"/>
                    <a:pt x="4509" y="0"/>
                    <a:pt x="393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83" name="Google Shape;2483;p23"/>
          <p:cNvGrpSpPr/>
          <p:nvPr/>
        </p:nvGrpSpPr>
        <p:grpSpPr>
          <a:xfrm>
            <a:off x="50855" y="4148281"/>
            <a:ext cx="592952" cy="967689"/>
            <a:chOff x="8071153" y="3759204"/>
            <a:chExt cx="592952" cy="967689"/>
          </a:xfrm>
        </p:grpSpPr>
        <p:sp>
          <p:nvSpPr>
            <p:cNvPr id="2484" name="Google Shape;2484;p23"/>
            <p:cNvSpPr/>
            <p:nvPr/>
          </p:nvSpPr>
          <p:spPr>
            <a:xfrm>
              <a:off x="8350560" y="4196816"/>
              <a:ext cx="43890" cy="282116"/>
            </a:xfrm>
            <a:custGeom>
              <a:rect b="b" l="l" r="r" t="t"/>
              <a:pathLst>
                <a:path extrusionOk="0" h="3527" w="549">
                  <a:moveTo>
                    <a:pt x="153" y="0"/>
                  </a:moveTo>
                  <a:lnTo>
                    <a:pt x="1" y="3526"/>
                  </a:lnTo>
                  <a:lnTo>
                    <a:pt x="548" y="3435"/>
                  </a:lnTo>
                  <a:lnTo>
                    <a:pt x="39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5" name="Google Shape;2485;p23"/>
            <p:cNvSpPr/>
            <p:nvPr/>
          </p:nvSpPr>
          <p:spPr>
            <a:xfrm>
              <a:off x="8263101" y="4478852"/>
              <a:ext cx="221208" cy="248041"/>
            </a:xfrm>
            <a:custGeom>
              <a:rect b="b" l="l" r="r" t="t"/>
              <a:pathLst>
                <a:path extrusionOk="0" h="3101" w="2767">
                  <a:moveTo>
                    <a:pt x="1" y="0"/>
                  </a:moveTo>
                  <a:lnTo>
                    <a:pt x="396" y="3101"/>
                  </a:lnTo>
                  <a:lnTo>
                    <a:pt x="2402" y="3101"/>
                  </a:lnTo>
                  <a:lnTo>
                    <a:pt x="276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6" name="Google Shape;2486;p23"/>
            <p:cNvSpPr/>
            <p:nvPr/>
          </p:nvSpPr>
          <p:spPr>
            <a:xfrm>
              <a:off x="8248551" y="4435099"/>
              <a:ext cx="255184" cy="94865"/>
            </a:xfrm>
            <a:custGeom>
              <a:rect b="b" l="l" r="r" t="t"/>
              <a:pathLst>
                <a:path extrusionOk="0" h="1186" w="3192">
                  <a:moveTo>
                    <a:pt x="3192" y="0"/>
                  </a:moveTo>
                  <a:lnTo>
                    <a:pt x="0" y="61"/>
                  </a:lnTo>
                  <a:lnTo>
                    <a:pt x="61" y="1155"/>
                  </a:lnTo>
                  <a:lnTo>
                    <a:pt x="3040" y="1186"/>
                  </a:lnTo>
                  <a:lnTo>
                    <a:pt x="319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7" name="Google Shape;2487;p23"/>
            <p:cNvSpPr/>
            <p:nvPr/>
          </p:nvSpPr>
          <p:spPr>
            <a:xfrm>
              <a:off x="8265579" y="4527484"/>
              <a:ext cx="213853" cy="34075"/>
            </a:xfrm>
            <a:custGeom>
              <a:rect b="b" l="l" r="r" t="t"/>
              <a:pathLst>
                <a:path extrusionOk="0" h="426" w="2675">
                  <a:moveTo>
                    <a:pt x="0" y="0"/>
                  </a:moveTo>
                  <a:lnTo>
                    <a:pt x="91" y="426"/>
                  </a:lnTo>
                  <a:lnTo>
                    <a:pt x="2645" y="122"/>
                  </a:lnTo>
                  <a:lnTo>
                    <a:pt x="2675" y="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48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8" name="Google Shape;2488;p23"/>
            <p:cNvSpPr/>
            <p:nvPr/>
          </p:nvSpPr>
          <p:spPr>
            <a:xfrm>
              <a:off x="8318982" y="3766483"/>
              <a:ext cx="36535" cy="58391"/>
            </a:xfrm>
            <a:custGeom>
              <a:rect b="b" l="l" r="r" t="t"/>
              <a:pathLst>
                <a:path extrusionOk="0" h="730" w="457">
                  <a:moveTo>
                    <a:pt x="366" y="0"/>
                  </a:moveTo>
                  <a:cubicBezTo>
                    <a:pt x="366" y="0"/>
                    <a:pt x="122" y="122"/>
                    <a:pt x="62" y="304"/>
                  </a:cubicBezTo>
                  <a:cubicBezTo>
                    <a:pt x="1" y="517"/>
                    <a:pt x="62" y="730"/>
                    <a:pt x="62" y="730"/>
                  </a:cubicBezTo>
                  <a:cubicBezTo>
                    <a:pt x="62" y="730"/>
                    <a:pt x="305" y="608"/>
                    <a:pt x="366" y="426"/>
                  </a:cubicBezTo>
                  <a:cubicBezTo>
                    <a:pt x="457" y="244"/>
                    <a:pt x="366" y="0"/>
                    <a:pt x="36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9" name="Google Shape;2489;p23"/>
            <p:cNvSpPr/>
            <p:nvPr/>
          </p:nvSpPr>
          <p:spPr>
            <a:xfrm>
              <a:off x="8248551" y="3759204"/>
              <a:ext cx="58360" cy="65670"/>
            </a:xfrm>
            <a:custGeom>
              <a:rect b="b" l="l" r="r" t="t"/>
              <a:pathLst>
                <a:path extrusionOk="0" h="821" w="730">
                  <a:moveTo>
                    <a:pt x="0" y="0"/>
                  </a:moveTo>
                  <a:cubicBezTo>
                    <a:pt x="0" y="0"/>
                    <a:pt x="0" y="335"/>
                    <a:pt x="183" y="547"/>
                  </a:cubicBezTo>
                  <a:cubicBezTo>
                    <a:pt x="365" y="790"/>
                    <a:pt x="730" y="821"/>
                    <a:pt x="730" y="821"/>
                  </a:cubicBezTo>
                  <a:cubicBezTo>
                    <a:pt x="730" y="821"/>
                    <a:pt x="730" y="487"/>
                    <a:pt x="517" y="243"/>
                  </a:cubicBezTo>
                  <a:cubicBezTo>
                    <a:pt x="335" y="61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0" name="Google Shape;2490;p23"/>
            <p:cNvSpPr/>
            <p:nvPr/>
          </p:nvSpPr>
          <p:spPr>
            <a:xfrm>
              <a:off x="8532835" y="4167621"/>
              <a:ext cx="65715" cy="29275"/>
            </a:xfrm>
            <a:custGeom>
              <a:rect b="b" l="l" r="r" t="t"/>
              <a:pathLst>
                <a:path extrusionOk="0" h="366" w="822">
                  <a:moveTo>
                    <a:pt x="396" y="1"/>
                  </a:moveTo>
                  <a:cubicBezTo>
                    <a:pt x="153" y="1"/>
                    <a:pt x="1" y="213"/>
                    <a:pt x="1" y="213"/>
                  </a:cubicBezTo>
                  <a:cubicBezTo>
                    <a:pt x="1" y="213"/>
                    <a:pt x="183" y="365"/>
                    <a:pt x="426" y="365"/>
                  </a:cubicBezTo>
                  <a:cubicBezTo>
                    <a:pt x="669" y="365"/>
                    <a:pt x="821" y="153"/>
                    <a:pt x="821" y="153"/>
                  </a:cubicBezTo>
                  <a:cubicBezTo>
                    <a:pt x="821" y="153"/>
                    <a:pt x="609" y="1"/>
                    <a:pt x="396" y="1"/>
                  </a:cubicBezTo>
                  <a:close/>
                </a:path>
              </a:pathLst>
            </a:custGeom>
            <a:solidFill>
              <a:srgbClr val="7BBFB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1" name="Google Shape;2491;p23"/>
            <p:cNvSpPr/>
            <p:nvPr/>
          </p:nvSpPr>
          <p:spPr>
            <a:xfrm>
              <a:off x="8518285" y="4092272"/>
              <a:ext cx="48687" cy="80307"/>
            </a:xfrm>
            <a:custGeom>
              <a:rect b="b" l="l" r="r" t="t"/>
              <a:pathLst>
                <a:path extrusionOk="0" h="1004" w="609">
                  <a:moveTo>
                    <a:pt x="487" y="0"/>
                  </a:moveTo>
                  <a:cubicBezTo>
                    <a:pt x="487" y="0"/>
                    <a:pt x="183" y="152"/>
                    <a:pt x="61" y="426"/>
                  </a:cubicBezTo>
                  <a:cubicBezTo>
                    <a:pt x="0" y="699"/>
                    <a:pt x="122" y="1003"/>
                    <a:pt x="122" y="1003"/>
                  </a:cubicBezTo>
                  <a:cubicBezTo>
                    <a:pt x="122" y="1003"/>
                    <a:pt x="426" y="851"/>
                    <a:pt x="547" y="578"/>
                  </a:cubicBezTo>
                  <a:cubicBezTo>
                    <a:pt x="608" y="304"/>
                    <a:pt x="487" y="0"/>
                    <a:pt x="487" y="0"/>
                  </a:cubicBezTo>
                  <a:close/>
                </a:path>
              </a:pathLst>
            </a:custGeom>
            <a:solidFill>
              <a:srgbClr val="7BBFB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2" name="Google Shape;2492;p23"/>
            <p:cNvSpPr/>
            <p:nvPr/>
          </p:nvSpPr>
          <p:spPr>
            <a:xfrm>
              <a:off x="8071153" y="3827914"/>
              <a:ext cx="592952" cy="566871"/>
            </a:xfrm>
            <a:custGeom>
              <a:rect b="b" l="l" r="r" t="t"/>
              <a:pathLst>
                <a:path extrusionOk="0" h="7087" w="7417">
                  <a:moveTo>
                    <a:pt x="3931" y="0"/>
                  </a:moveTo>
                  <a:cubicBezTo>
                    <a:pt x="3624" y="0"/>
                    <a:pt x="3315" y="31"/>
                    <a:pt x="3010" y="83"/>
                  </a:cubicBezTo>
                  <a:cubicBezTo>
                    <a:pt x="1672" y="296"/>
                    <a:pt x="578" y="965"/>
                    <a:pt x="244" y="2363"/>
                  </a:cubicBezTo>
                  <a:cubicBezTo>
                    <a:pt x="0" y="3275"/>
                    <a:pt x="61" y="4430"/>
                    <a:pt x="426" y="5312"/>
                  </a:cubicBezTo>
                  <a:cubicBezTo>
                    <a:pt x="760" y="6132"/>
                    <a:pt x="1520" y="6770"/>
                    <a:pt x="2402" y="6953"/>
                  </a:cubicBezTo>
                  <a:cubicBezTo>
                    <a:pt x="2775" y="7038"/>
                    <a:pt x="3182" y="7086"/>
                    <a:pt x="3592" y="7086"/>
                  </a:cubicBezTo>
                  <a:cubicBezTo>
                    <a:pt x="4351" y="7086"/>
                    <a:pt x="5123" y="6922"/>
                    <a:pt x="5715" y="6527"/>
                  </a:cubicBezTo>
                  <a:cubicBezTo>
                    <a:pt x="6049" y="6315"/>
                    <a:pt x="6353" y="6071"/>
                    <a:pt x="6657" y="5767"/>
                  </a:cubicBezTo>
                  <a:cubicBezTo>
                    <a:pt x="7022" y="5342"/>
                    <a:pt x="7235" y="4825"/>
                    <a:pt x="7295" y="4308"/>
                  </a:cubicBezTo>
                  <a:cubicBezTo>
                    <a:pt x="7417" y="3640"/>
                    <a:pt x="7417" y="3032"/>
                    <a:pt x="7265" y="2515"/>
                  </a:cubicBezTo>
                  <a:cubicBezTo>
                    <a:pt x="7022" y="1634"/>
                    <a:pt x="6505" y="874"/>
                    <a:pt x="5593" y="387"/>
                  </a:cubicBezTo>
                  <a:cubicBezTo>
                    <a:pt x="5077" y="109"/>
                    <a:pt x="4509" y="0"/>
                    <a:pt x="393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93" name="Google Shape;2493;p23"/>
          <p:cNvSpPr txBox="1"/>
          <p:nvPr>
            <p:ph type="ctrTitle"/>
          </p:nvPr>
        </p:nvSpPr>
        <p:spPr>
          <a:xfrm>
            <a:off x="1692000" y="587850"/>
            <a:ext cx="5760000" cy="129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7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494" name="Google Shape;2494;p23"/>
          <p:cNvSpPr txBox="1"/>
          <p:nvPr>
            <p:ph idx="1" type="subTitle"/>
          </p:nvPr>
        </p:nvSpPr>
        <p:spPr>
          <a:xfrm>
            <a:off x="1692000" y="1728450"/>
            <a:ext cx="5760000" cy="7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2495" name="Google Shape;2495;p23"/>
          <p:cNvSpPr txBox="1"/>
          <p:nvPr/>
        </p:nvSpPr>
        <p:spPr>
          <a:xfrm>
            <a:off x="2041200" y="3756300"/>
            <a:ext cx="5061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0000" spcFirstLastPara="1" rIns="90000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CREDITS: </a:t>
            </a: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This presentation template was created by </a:t>
            </a:r>
            <a:r>
              <a:rPr b="1" lang="en" sz="1200">
                <a:solidFill>
                  <a:schemeClr val="dk1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, including icons by </a:t>
            </a:r>
            <a:r>
              <a:rPr b="1" lang="en" sz="1200">
                <a:solidFill>
                  <a:schemeClr val="dk1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, infographics &amp; images by </a:t>
            </a:r>
            <a:r>
              <a:rPr b="1" lang="en" sz="1200">
                <a:solidFill>
                  <a:schemeClr val="dk1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96" name="Google Shape;2496;p23"/>
          <p:cNvSpPr/>
          <p:nvPr/>
        </p:nvSpPr>
        <p:spPr>
          <a:xfrm>
            <a:off x="0" y="5107500"/>
            <a:ext cx="9144000" cy="36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8">
    <p:spTree>
      <p:nvGrpSpPr>
        <p:cNvPr id="2497" name="Shape 2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98" name="Google Shape;2498;p24"/>
          <p:cNvGrpSpPr/>
          <p:nvPr/>
        </p:nvGrpSpPr>
        <p:grpSpPr>
          <a:xfrm>
            <a:off x="-15975" y="-52"/>
            <a:ext cx="9175950" cy="5143406"/>
            <a:chOff x="-15975" y="-52"/>
            <a:chExt cx="9175950" cy="5143406"/>
          </a:xfrm>
        </p:grpSpPr>
        <p:sp>
          <p:nvSpPr>
            <p:cNvPr id="2499" name="Google Shape;2499;p24"/>
            <p:cNvSpPr/>
            <p:nvPr/>
          </p:nvSpPr>
          <p:spPr>
            <a:xfrm rot="5400000">
              <a:off x="4570450" y="-378255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0" name="Google Shape;2500;p24"/>
            <p:cNvSpPr/>
            <p:nvPr/>
          </p:nvSpPr>
          <p:spPr>
            <a:xfrm rot="5400000">
              <a:off x="4570450" y="-276311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1" name="Google Shape;2501;p24"/>
            <p:cNvSpPr/>
            <p:nvPr/>
          </p:nvSpPr>
          <p:spPr>
            <a:xfrm rot="5400000">
              <a:off x="4570450" y="-174368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2" name="Google Shape;2502;p24"/>
            <p:cNvSpPr/>
            <p:nvPr/>
          </p:nvSpPr>
          <p:spPr>
            <a:xfrm rot="5400000">
              <a:off x="4570450" y="-72425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3" name="Google Shape;2503;p24"/>
            <p:cNvSpPr/>
            <p:nvPr/>
          </p:nvSpPr>
          <p:spPr>
            <a:xfrm rot="5400000">
              <a:off x="4570450" y="295184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4" name="Google Shape;2504;p24"/>
            <p:cNvSpPr/>
            <p:nvPr/>
          </p:nvSpPr>
          <p:spPr>
            <a:xfrm rot="5400000">
              <a:off x="4570450" y="-429226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5" name="Google Shape;2505;p24"/>
            <p:cNvSpPr/>
            <p:nvPr/>
          </p:nvSpPr>
          <p:spPr>
            <a:xfrm rot="5400000">
              <a:off x="4570450" y="-327283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6" name="Google Shape;2506;p24"/>
            <p:cNvSpPr/>
            <p:nvPr/>
          </p:nvSpPr>
          <p:spPr>
            <a:xfrm rot="5400000">
              <a:off x="4570450" y="-225340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7" name="Google Shape;2507;p24"/>
            <p:cNvSpPr/>
            <p:nvPr/>
          </p:nvSpPr>
          <p:spPr>
            <a:xfrm rot="5400000">
              <a:off x="4570450" y="-123396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8" name="Google Shape;2508;p24"/>
            <p:cNvSpPr/>
            <p:nvPr/>
          </p:nvSpPr>
          <p:spPr>
            <a:xfrm rot="5400000">
              <a:off x="4570450" y="-21453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9" name="Google Shape;2509;p24"/>
            <p:cNvSpPr/>
            <p:nvPr/>
          </p:nvSpPr>
          <p:spPr>
            <a:xfrm>
              <a:off x="5081305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0" name="Google Shape;2510;p24"/>
            <p:cNvSpPr/>
            <p:nvPr/>
          </p:nvSpPr>
          <p:spPr>
            <a:xfrm>
              <a:off x="6100964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1" name="Google Shape;2511;p24"/>
            <p:cNvSpPr/>
            <p:nvPr/>
          </p:nvSpPr>
          <p:spPr>
            <a:xfrm>
              <a:off x="7120623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2" name="Google Shape;2512;p24"/>
            <p:cNvSpPr/>
            <p:nvPr/>
          </p:nvSpPr>
          <p:spPr>
            <a:xfrm>
              <a:off x="8140282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3" name="Google Shape;2513;p24"/>
            <p:cNvSpPr/>
            <p:nvPr/>
          </p:nvSpPr>
          <p:spPr>
            <a:xfrm>
              <a:off x="5591134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4" name="Google Shape;2514;p24"/>
            <p:cNvSpPr/>
            <p:nvPr/>
          </p:nvSpPr>
          <p:spPr>
            <a:xfrm>
              <a:off x="6610793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5" name="Google Shape;2515;p24"/>
            <p:cNvSpPr/>
            <p:nvPr/>
          </p:nvSpPr>
          <p:spPr>
            <a:xfrm>
              <a:off x="7630452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6" name="Google Shape;2516;p24"/>
            <p:cNvSpPr/>
            <p:nvPr/>
          </p:nvSpPr>
          <p:spPr>
            <a:xfrm>
              <a:off x="8650111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517" name="Google Shape;2517;p24"/>
            <p:cNvGrpSpPr/>
            <p:nvPr/>
          </p:nvGrpSpPr>
          <p:grpSpPr>
            <a:xfrm>
              <a:off x="-15975" y="-52"/>
              <a:ext cx="4587484" cy="5143406"/>
              <a:chOff x="-9275" y="-1994782"/>
              <a:chExt cx="4587484" cy="9140583"/>
            </a:xfrm>
          </p:grpSpPr>
          <p:sp>
            <p:nvSpPr>
              <p:cNvPr id="2518" name="Google Shape;2518;p24"/>
              <p:cNvSpPr/>
              <p:nvPr/>
            </p:nvSpPr>
            <p:spPr>
              <a:xfrm>
                <a:off x="50044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9" name="Google Shape;2519;p24"/>
              <p:cNvSpPr/>
              <p:nvPr/>
            </p:nvSpPr>
            <p:spPr>
              <a:xfrm>
                <a:off x="15198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0" name="Google Shape;2520;p24"/>
              <p:cNvSpPr/>
              <p:nvPr/>
            </p:nvSpPr>
            <p:spPr>
              <a:xfrm>
                <a:off x="253930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1" name="Google Shape;2521;p24"/>
              <p:cNvSpPr/>
              <p:nvPr/>
            </p:nvSpPr>
            <p:spPr>
              <a:xfrm>
                <a:off x="355874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2" name="Google Shape;2522;p24"/>
              <p:cNvSpPr/>
              <p:nvPr/>
            </p:nvSpPr>
            <p:spPr>
              <a:xfrm>
                <a:off x="45781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3" name="Google Shape;2523;p24"/>
              <p:cNvSpPr/>
              <p:nvPr/>
            </p:nvSpPr>
            <p:spPr>
              <a:xfrm>
                <a:off x="101015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4" name="Google Shape;2524;p24"/>
              <p:cNvSpPr/>
              <p:nvPr/>
            </p:nvSpPr>
            <p:spPr>
              <a:xfrm>
                <a:off x="202959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5" name="Google Shape;2525;p24"/>
              <p:cNvSpPr/>
              <p:nvPr/>
            </p:nvSpPr>
            <p:spPr>
              <a:xfrm>
                <a:off x="304902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6" name="Google Shape;2526;p24"/>
              <p:cNvSpPr/>
              <p:nvPr/>
            </p:nvSpPr>
            <p:spPr>
              <a:xfrm>
                <a:off x="406845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7" name="Google Shape;2527;p24"/>
              <p:cNvSpPr/>
              <p:nvPr/>
            </p:nvSpPr>
            <p:spPr>
              <a:xfrm>
                <a:off x="-92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528" name="Google Shape;2528;p24"/>
            <p:cNvSpPr/>
            <p:nvPr/>
          </p:nvSpPr>
          <p:spPr>
            <a:xfrm>
              <a:off x="9159941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29" name="Google Shape;2529;p24"/>
          <p:cNvSpPr/>
          <p:nvPr/>
        </p:nvSpPr>
        <p:spPr>
          <a:xfrm>
            <a:off x="0" y="-75"/>
            <a:ext cx="9144000" cy="5143500"/>
          </a:xfrm>
          <a:prstGeom prst="rect">
            <a:avLst/>
          </a:prstGeom>
          <a:solidFill>
            <a:srgbClr val="D6E3EA">
              <a:alpha val="398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30" name="Google Shape;2530;p24"/>
          <p:cNvGrpSpPr/>
          <p:nvPr/>
        </p:nvGrpSpPr>
        <p:grpSpPr>
          <a:xfrm>
            <a:off x="0" y="4752988"/>
            <a:ext cx="9144000" cy="354505"/>
            <a:chOff x="0" y="4689888"/>
            <a:chExt cx="9144000" cy="354505"/>
          </a:xfrm>
        </p:grpSpPr>
        <p:grpSp>
          <p:nvGrpSpPr>
            <p:cNvPr id="2531" name="Google Shape;2531;p24"/>
            <p:cNvGrpSpPr/>
            <p:nvPr/>
          </p:nvGrpSpPr>
          <p:grpSpPr>
            <a:xfrm>
              <a:off x="0" y="4793425"/>
              <a:ext cx="9144000" cy="194975"/>
              <a:chOff x="0" y="4789550"/>
              <a:chExt cx="9144000" cy="194975"/>
            </a:xfrm>
          </p:grpSpPr>
          <p:sp>
            <p:nvSpPr>
              <p:cNvPr id="2532" name="Google Shape;2532;p24"/>
              <p:cNvSpPr/>
              <p:nvPr/>
            </p:nvSpPr>
            <p:spPr>
              <a:xfrm>
                <a:off x="0" y="4789550"/>
                <a:ext cx="9144000" cy="360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3" name="Google Shape;2533;p24"/>
              <p:cNvSpPr/>
              <p:nvPr/>
            </p:nvSpPr>
            <p:spPr>
              <a:xfrm>
                <a:off x="0" y="4948525"/>
                <a:ext cx="9144000" cy="360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34" name="Google Shape;2534;p24"/>
            <p:cNvGrpSpPr/>
            <p:nvPr/>
          </p:nvGrpSpPr>
          <p:grpSpPr>
            <a:xfrm>
              <a:off x="28483" y="4689888"/>
              <a:ext cx="9087034" cy="354505"/>
              <a:chOff x="28483" y="4689888"/>
              <a:chExt cx="9087034" cy="354505"/>
            </a:xfrm>
          </p:grpSpPr>
          <p:sp>
            <p:nvSpPr>
              <p:cNvPr id="2535" name="Google Shape;2535;p24"/>
              <p:cNvSpPr/>
              <p:nvPr/>
            </p:nvSpPr>
            <p:spPr>
              <a:xfrm>
                <a:off x="64010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6" y="1"/>
                      <a:pt x="533" y="8"/>
                      <a:pt x="518" y="24"/>
                    </a:cubicBezTo>
                    <a:lnTo>
                      <a:pt x="62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34" y="4431"/>
                      <a:pt x="1065" y="4401"/>
                      <a:pt x="1156" y="4370"/>
                    </a:cubicBezTo>
                    <a:lnTo>
                      <a:pt x="1156" y="601"/>
                    </a:lnTo>
                    <a:lnTo>
                      <a:pt x="1126" y="571"/>
                    </a:lnTo>
                    <a:lnTo>
                      <a:pt x="670" y="24"/>
                    </a:lnTo>
                    <a:cubicBezTo>
                      <a:pt x="639" y="8"/>
                      <a:pt x="609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6" name="Google Shape;2536;p24"/>
              <p:cNvSpPr/>
              <p:nvPr/>
            </p:nvSpPr>
            <p:spPr>
              <a:xfrm>
                <a:off x="79301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3" y="8"/>
                      <a:pt x="517" y="24"/>
                    </a:cubicBezTo>
                    <a:lnTo>
                      <a:pt x="6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34" y="4431"/>
                      <a:pt x="1064" y="4401"/>
                      <a:pt x="1156" y="4370"/>
                    </a:cubicBezTo>
                    <a:lnTo>
                      <a:pt x="1156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9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7" name="Google Shape;2537;p24"/>
              <p:cNvSpPr/>
              <p:nvPr/>
            </p:nvSpPr>
            <p:spPr>
              <a:xfrm>
                <a:off x="94592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2" y="4431"/>
                      <a:pt x="122" y="4431"/>
                    </a:cubicBezTo>
                    <a:lnTo>
                      <a:pt x="1003" y="4431"/>
                    </a:lnTo>
                    <a:cubicBezTo>
                      <a:pt x="103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8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8" name="Google Shape;2538;p24"/>
              <p:cNvSpPr/>
              <p:nvPr/>
            </p:nvSpPr>
            <p:spPr>
              <a:xfrm>
                <a:off x="109882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1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1" y="4431"/>
                      <a:pt x="122" y="4431"/>
                    </a:cubicBezTo>
                    <a:lnTo>
                      <a:pt x="1003" y="4431"/>
                    </a:lnTo>
                    <a:cubicBezTo>
                      <a:pt x="106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8" y="8"/>
                      <a:pt x="608" y="1"/>
                      <a:pt x="58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9" name="Google Shape;2539;p24"/>
              <p:cNvSpPr/>
              <p:nvPr/>
            </p:nvSpPr>
            <p:spPr>
              <a:xfrm>
                <a:off x="1251735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04" y="4431"/>
                      <a:pt x="103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40" name="Google Shape;2540;p24"/>
              <p:cNvSpPr/>
              <p:nvPr/>
            </p:nvSpPr>
            <p:spPr>
              <a:xfrm>
                <a:off x="1402243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41" name="Google Shape;2541;p24"/>
              <p:cNvSpPr/>
              <p:nvPr/>
            </p:nvSpPr>
            <p:spPr>
              <a:xfrm>
                <a:off x="1552751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64" y="4431"/>
                      <a:pt x="109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42" name="Google Shape;2542;p24"/>
              <p:cNvSpPr/>
              <p:nvPr/>
            </p:nvSpPr>
            <p:spPr>
              <a:xfrm>
                <a:off x="751362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43" name="Google Shape;2543;p24"/>
              <p:cNvSpPr/>
              <p:nvPr/>
            </p:nvSpPr>
            <p:spPr>
              <a:xfrm>
                <a:off x="7666529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3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44" name="Google Shape;2544;p24"/>
              <p:cNvSpPr/>
              <p:nvPr/>
            </p:nvSpPr>
            <p:spPr>
              <a:xfrm>
                <a:off x="7816957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45" name="Google Shape;2545;p24"/>
              <p:cNvSpPr/>
              <p:nvPr/>
            </p:nvSpPr>
            <p:spPr>
              <a:xfrm>
                <a:off x="796738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2" y="4431"/>
                      <a:pt x="122" y="4431"/>
                    </a:cubicBezTo>
                    <a:lnTo>
                      <a:pt x="1003" y="4431"/>
                    </a:lnTo>
                    <a:cubicBezTo>
                      <a:pt x="103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8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46" name="Google Shape;2546;p24"/>
              <p:cNvSpPr/>
              <p:nvPr/>
            </p:nvSpPr>
            <p:spPr>
              <a:xfrm>
                <a:off x="812029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93" y="1"/>
                    </a:moveTo>
                    <a:cubicBezTo>
                      <a:pt x="562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1" y="4431"/>
                      <a:pt x="122" y="4431"/>
                    </a:cubicBezTo>
                    <a:lnTo>
                      <a:pt x="1003" y="4431"/>
                    </a:lnTo>
                    <a:cubicBezTo>
                      <a:pt x="106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54" y="8"/>
                      <a:pt x="623" y="1"/>
                      <a:pt x="59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47" name="Google Shape;2547;p24"/>
              <p:cNvSpPr/>
              <p:nvPr/>
            </p:nvSpPr>
            <p:spPr>
              <a:xfrm>
                <a:off x="8273198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1" y="4431"/>
                      <a:pt x="122" y="4431"/>
                    </a:cubicBezTo>
                    <a:lnTo>
                      <a:pt x="973" y="4431"/>
                    </a:lnTo>
                    <a:cubicBezTo>
                      <a:pt x="1034" y="4431"/>
                      <a:pt x="1065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48" name="Google Shape;2548;p24"/>
              <p:cNvSpPr/>
              <p:nvPr/>
            </p:nvSpPr>
            <p:spPr>
              <a:xfrm>
                <a:off x="8423706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34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49" name="Google Shape;2549;p24"/>
              <p:cNvSpPr/>
              <p:nvPr/>
            </p:nvSpPr>
            <p:spPr>
              <a:xfrm>
                <a:off x="8574214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64" y="4431"/>
                      <a:pt x="109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50" name="Google Shape;2550;p24"/>
              <p:cNvSpPr/>
              <p:nvPr/>
            </p:nvSpPr>
            <p:spPr>
              <a:xfrm>
                <a:off x="8724643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2" y="4431"/>
                      <a:pt x="122" y="4431"/>
                    </a:cubicBezTo>
                    <a:lnTo>
                      <a:pt x="974" y="4431"/>
                    </a:lnTo>
                    <a:cubicBezTo>
                      <a:pt x="1065" y="4431"/>
                      <a:pt x="1095" y="4401"/>
                      <a:pt x="1126" y="4370"/>
                    </a:cubicBezTo>
                    <a:lnTo>
                      <a:pt x="112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4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51" name="Google Shape;2551;p24"/>
              <p:cNvSpPr/>
              <p:nvPr/>
            </p:nvSpPr>
            <p:spPr>
              <a:xfrm>
                <a:off x="8875151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74" y="1"/>
                    </a:moveTo>
                    <a:cubicBezTo>
                      <a:pt x="547" y="1"/>
                      <a:pt x="517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122" y="4431"/>
                    </a:cubicBezTo>
                    <a:lnTo>
                      <a:pt x="1003" y="4431"/>
                    </a:lnTo>
                    <a:cubicBezTo>
                      <a:pt x="103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600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52" name="Google Shape;2552;p24"/>
              <p:cNvSpPr/>
              <p:nvPr/>
            </p:nvSpPr>
            <p:spPr>
              <a:xfrm>
                <a:off x="736071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53" name="Google Shape;2553;p24"/>
              <p:cNvSpPr/>
              <p:nvPr/>
            </p:nvSpPr>
            <p:spPr>
              <a:xfrm>
                <a:off x="720781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54" name="Google Shape;2554;p24"/>
              <p:cNvSpPr/>
              <p:nvPr/>
            </p:nvSpPr>
            <p:spPr>
              <a:xfrm>
                <a:off x="705490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55" name="Google Shape;2555;p24"/>
              <p:cNvSpPr/>
              <p:nvPr/>
            </p:nvSpPr>
            <p:spPr>
              <a:xfrm>
                <a:off x="690199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56" name="Google Shape;2556;p24"/>
              <p:cNvSpPr/>
              <p:nvPr/>
            </p:nvSpPr>
            <p:spPr>
              <a:xfrm>
                <a:off x="674909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57" name="Google Shape;2557;p24"/>
              <p:cNvSpPr/>
              <p:nvPr/>
            </p:nvSpPr>
            <p:spPr>
              <a:xfrm>
                <a:off x="659618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58" name="Google Shape;2558;p24"/>
              <p:cNvSpPr/>
              <p:nvPr/>
            </p:nvSpPr>
            <p:spPr>
              <a:xfrm>
                <a:off x="644327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59" name="Google Shape;2559;p24"/>
              <p:cNvSpPr/>
              <p:nvPr/>
            </p:nvSpPr>
            <p:spPr>
              <a:xfrm>
                <a:off x="629037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0" name="Google Shape;2560;p24"/>
              <p:cNvSpPr/>
              <p:nvPr/>
            </p:nvSpPr>
            <p:spPr>
              <a:xfrm>
                <a:off x="613746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1" name="Google Shape;2561;p24"/>
              <p:cNvSpPr/>
              <p:nvPr/>
            </p:nvSpPr>
            <p:spPr>
              <a:xfrm>
                <a:off x="598455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2" name="Google Shape;2562;p24"/>
              <p:cNvSpPr/>
              <p:nvPr/>
            </p:nvSpPr>
            <p:spPr>
              <a:xfrm>
                <a:off x="583165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3" name="Google Shape;2563;p24"/>
              <p:cNvSpPr/>
              <p:nvPr/>
            </p:nvSpPr>
            <p:spPr>
              <a:xfrm>
                <a:off x="567874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4" name="Google Shape;2564;p24"/>
              <p:cNvSpPr/>
              <p:nvPr/>
            </p:nvSpPr>
            <p:spPr>
              <a:xfrm>
                <a:off x="552583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5" name="Google Shape;2565;p24"/>
              <p:cNvSpPr/>
              <p:nvPr/>
            </p:nvSpPr>
            <p:spPr>
              <a:xfrm>
                <a:off x="537293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6" name="Google Shape;2566;p24"/>
              <p:cNvSpPr/>
              <p:nvPr/>
            </p:nvSpPr>
            <p:spPr>
              <a:xfrm>
                <a:off x="522002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7" name="Google Shape;2567;p24"/>
              <p:cNvSpPr/>
              <p:nvPr/>
            </p:nvSpPr>
            <p:spPr>
              <a:xfrm>
                <a:off x="506712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8" name="Google Shape;2568;p24"/>
              <p:cNvSpPr/>
              <p:nvPr/>
            </p:nvSpPr>
            <p:spPr>
              <a:xfrm>
                <a:off x="491421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9" name="Google Shape;2569;p24"/>
              <p:cNvSpPr/>
              <p:nvPr/>
            </p:nvSpPr>
            <p:spPr>
              <a:xfrm>
                <a:off x="476130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0" name="Google Shape;2570;p24"/>
              <p:cNvSpPr/>
              <p:nvPr/>
            </p:nvSpPr>
            <p:spPr>
              <a:xfrm>
                <a:off x="460840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1" name="Google Shape;2571;p24"/>
              <p:cNvSpPr/>
              <p:nvPr/>
            </p:nvSpPr>
            <p:spPr>
              <a:xfrm>
                <a:off x="445549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2" name="Google Shape;2572;p24"/>
              <p:cNvSpPr/>
              <p:nvPr/>
            </p:nvSpPr>
            <p:spPr>
              <a:xfrm>
                <a:off x="430258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3" name="Google Shape;2573;p24"/>
              <p:cNvSpPr/>
              <p:nvPr/>
            </p:nvSpPr>
            <p:spPr>
              <a:xfrm>
                <a:off x="414968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4" name="Google Shape;2574;p24"/>
              <p:cNvSpPr/>
              <p:nvPr/>
            </p:nvSpPr>
            <p:spPr>
              <a:xfrm>
                <a:off x="399677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5" name="Google Shape;2575;p24"/>
              <p:cNvSpPr/>
              <p:nvPr/>
            </p:nvSpPr>
            <p:spPr>
              <a:xfrm>
                <a:off x="384386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6" name="Google Shape;2576;p24"/>
              <p:cNvSpPr/>
              <p:nvPr/>
            </p:nvSpPr>
            <p:spPr>
              <a:xfrm>
                <a:off x="369096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7" name="Google Shape;2577;p24"/>
              <p:cNvSpPr/>
              <p:nvPr/>
            </p:nvSpPr>
            <p:spPr>
              <a:xfrm>
                <a:off x="353805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8" name="Google Shape;2578;p24"/>
              <p:cNvSpPr/>
              <p:nvPr/>
            </p:nvSpPr>
            <p:spPr>
              <a:xfrm>
                <a:off x="338514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9" name="Google Shape;2579;p24"/>
              <p:cNvSpPr/>
              <p:nvPr/>
            </p:nvSpPr>
            <p:spPr>
              <a:xfrm>
                <a:off x="323224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0" name="Google Shape;2580;p24"/>
              <p:cNvSpPr/>
              <p:nvPr/>
            </p:nvSpPr>
            <p:spPr>
              <a:xfrm>
                <a:off x="307933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1" name="Google Shape;2581;p24"/>
              <p:cNvSpPr/>
              <p:nvPr/>
            </p:nvSpPr>
            <p:spPr>
              <a:xfrm>
                <a:off x="292643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2" name="Google Shape;2582;p24"/>
              <p:cNvSpPr/>
              <p:nvPr/>
            </p:nvSpPr>
            <p:spPr>
              <a:xfrm>
                <a:off x="277352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3" name="Google Shape;2583;p24"/>
              <p:cNvSpPr/>
              <p:nvPr/>
            </p:nvSpPr>
            <p:spPr>
              <a:xfrm>
                <a:off x="262061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4" name="Google Shape;2584;p24"/>
              <p:cNvSpPr/>
              <p:nvPr/>
            </p:nvSpPr>
            <p:spPr>
              <a:xfrm>
                <a:off x="246771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5" name="Google Shape;2585;p24"/>
              <p:cNvSpPr/>
              <p:nvPr/>
            </p:nvSpPr>
            <p:spPr>
              <a:xfrm>
                <a:off x="231480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6" name="Google Shape;2586;p24"/>
              <p:cNvSpPr/>
              <p:nvPr/>
            </p:nvSpPr>
            <p:spPr>
              <a:xfrm>
                <a:off x="216189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7" name="Google Shape;2587;p24"/>
              <p:cNvSpPr/>
              <p:nvPr/>
            </p:nvSpPr>
            <p:spPr>
              <a:xfrm>
                <a:off x="200899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8" name="Google Shape;2588;p24"/>
              <p:cNvSpPr/>
              <p:nvPr/>
            </p:nvSpPr>
            <p:spPr>
              <a:xfrm>
                <a:off x="185608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9" name="Google Shape;2589;p24"/>
              <p:cNvSpPr/>
              <p:nvPr/>
            </p:nvSpPr>
            <p:spPr>
              <a:xfrm>
                <a:off x="170317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90" name="Google Shape;2590;p24"/>
              <p:cNvSpPr/>
              <p:nvPr/>
            </p:nvSpPr>
            <p:spPr>
              <a:xfrm>
                <a:off x="48720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91" name="Google Shape;2591;p24"/>
              <p:cNvSpPr/>
              <p:nvPr/>
            </p:nvSpPr>
            <p:spPr>
              <a:xfrm>
                <a:off x="33429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92" name="Google Shape;2592;p24"/>
              <p:cNvSpPr/>
              <p:nvPr/>
            </p:nvSpPr>
            <p:spPr>
              <a:xfrm>
                <a:off x="18139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93" name="Google Shape;2593;p24"/>
              <p:cNvSpPr/>
              <p:nvPr/>
            </p:nvSpPr>
            <p:spPr>
              <a:xfrm>
                <a:off x="2848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94" name="Google Shape;2594;p24"/>
              <p:cNvSpPr/>
              <p:nvPr/>
            </p:nvSpPr>
            <p:spPr>
              <a:xfrm>
                <a:off x="9025579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74" y="1"/>
                    </a:moveTo>
                    <a:cubicBezTo>
                      <a:pt x="547" y="1"/>
                      <a:pt x="517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122" y="4431"/>
                    </a:cubicBezTo>
                    <a:lnTo>
                      <a:pt x="1003" y="4431"/>
                    </a:lnTo>
                    <a:cubicBezTo>
                      <a:pt x="103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600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595" name="Google Shape;2595;p24"/>
          <p:cNvGrpSpPr/>
          <p:nvPr/>
        </p:nvGrpSpPr>
        <p:grpSpPr>
          <a:xfrm>
            <a:off x="8500193" y="4148281"/>
            <a:ext cx="592952" cy="967689"/>
            <a:chOff x="8071153" y="3759204"/>
            <a:chExt cx="592952" cy="967689"/>
          </a:xfrm>
        </p:grpSpPr>
        <p:sp>
          <p:nvSpPr>
            <p:cNvPr id="2596" name="Google Shape;2596;p24"/>
            <p:cNvSpPr/>
            <p:nvPr/>
          </p:nvSpPr>
          <p:spPr>
            <a:xfrm>
              <a:off x="8350560" y="4196816"/>
              <a:ext cx="43890" cy="282116"/>
            </a:xfrm>
            <a:custGeom>
              <a:rect b="b" l="l" r="r" t="t"/>
              <a:pathLst>
                <a:path extrusionOk="0" h="3527" w="549">
                  <a:moveTo>
                    <a:pt x="153" y="0"/>
                  </a:moveTo>
                  <a:lnTo>
                    <a:pt x="1" y="3526"/>
                  </a:lnTo>
                  <a:lnTo>
                    <a:pt x="548" y="3435"/>
                  </a:lnTo>
                  <a:lnTo>
                    <a:pt x="39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7" name="Google Shape;2597;p24"/>
            <p:cNvSpPr/>
            <p:nvPr/>
          </p:nvSpPr>
          <p:spPr>
            <a:xfrm>
              <a:off x="8263101" y="4478852"/>
              <a:ext cx="221208" cy="248041"/>
            </a:xfrm>
            <a:custGeom>
              <a:rect b="b" l="l" r="r" t="t"/>
              <a:pathLst>
                <a:path extrusionOk="0" h="3101" w="2767">
                  <a:moveTo>
                    <a:pt x="1" y="0"/>
                  </a:moveTo>
                  <a:lnTo>
                    <a:pt x="396" y="3101"/>
                  </a:lnTo>
                  <a:lnTo>
                    <a:pt x="2402" y="3101"/>
                  </a:lnTo>
                  <a:lnTo>
                    <a:pt x="276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8" name="Google Shape;2598;p24"/>
            <p:cNvSpPr/>
            <p:nvPr/>
          </p:nvSpPr>
          <p:spPr>
            <a:xfrm>
              <a:off x="8248551" y="4435099"/>
              <a:ext cx="255184" cy="94865"/>
            </a:xfrm>
            <a:custGeom>
              <a:rect b="b" l="l" r="r" t="t"/>
              <a:pathLst>
                <a:path extrusionOk="0" h="1186" w="3192">
                  <a:moveTo>
                    <a:pt x="3192" y="0"/>
                  </a:moveTo>
                  <a:lnTo>
                    <a:pt x="0" y="61"/>
                  </a:lnTo>
                  <a:lnTo>
                    <a:pt x="61" y="1155"/>
                  </a:lnTo>
                  <a:lnTo>
                    <a:pt x="3040" y="1186"/>
                  </a:lnTo>
                  <a:lnTo>
                    <a:pt x="319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9" name="Google Shape;2599;p24"/>
            <p:cNvSpPr/>
            <p:nvPr/>
          </p:nvSpPr>
          <p:spPr>
            <a:xfrm>
              <a:off x="8265579" y="4527484"/>
              <a:ext cx="213853" cy="34075"/>
            </a:xfrm>
            <a:custGeom>
              <a:rect b="b" l="l" r="r" t="t"/>
              <a:pathLst>
                <a:path extrusionOk="0" h="426" w="2675">
                  <a:moveTo>
                    <a:pt x="0" y="0"/>
                  </a:moveTo>
                  <a:lnTo>
                    <a:pt x="91" y="426"/>
                  </a:lnTo>
                  <a:lnTo>
                    <a:pt x="2645" y="122"/>
                  </a:lnTo>
                  <a:lnTo>
                    <a:pt x="2675" y="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48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0" name="Google Shape;2600;p24"/>
            <p:cNvSpPr/>
            <p:nvPr/>
          </p:nvSpPr>
          <p:spPr>
            <a:xfrm>
              <a:off x="8318982" y="3766483"/>
              <a:ext cx="36535" cy="58391"/>
            </a:xfrm>
            <a:custGeom>
              <a:rect b="b" l="l" r="r" t="t"/>
              <a:pathLst>
                <a:path extrusionOk="0" h="730" w="457">
                  <a:moveTo>
                    <a:pt x="366" y="0"/>
                  </a:moveTo>
                  <a:cubicBezTo>
                    <a:pt x="366" y="0"/>
                    <a:pt x="122" y="122"/>
                    <a:pt x="62" y="304"/>
                  </a:cubicBezTo>
                  <a:cubicBezTo>
                    <a:pt x="1" y="517"/>
                    <a:pt x="62" y="730"/>
                    <a:pt x="62" y="730"/>
                  </a:cubicBezTo>
                  <a:cubicBezTo>
                    <a:pt x="62" y="730"/>
                    <a:pt x="305" y="608"/>
                    <a:pt x="366" y="426"/>
                  </a:cubicBezTo>
                  <a:cubicBezTo>
                    <a:pt x="457" y="244"/>
                    <a:pt x="366" y="0"/>
                    <a:pt x="36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1" name="Google Shape;2601;p24"/>
            <p:cNvSpPr/>
            <p:nvPr/>
          </p:nvSpPr>
          <p:spPr>
            <a:xfrm>
              <a:off x="8248551" y="3759204"/>
              <a:ext cx="58360" cy="65670"/>
            </a:xfrm>
            <a:custGeom>
              <a:rect b="b" l="l" r="r" t="t"/>
              <a:pathLst>
                <a:path extrusionOk="0" h="821" w="730">
                  <a:moveTo>
                    <a:pt x="0" y="0"/>
                  </a:moveTo>
                  <a:cubicBezTo>
                    <a:pt x="0" y="0"/>
                    <a:pt x="0" y="335"/>
                    <a:pt x="183" y="547"/>
                  </a:cubicBezTo>
                  <a:cubicBezTo>
                    <a:pt x="365" y="790"/>
                    <a:pt x="730" y="821"/>
                    <a:pt x="730" y="821"/>
                  </a:cubicBezTo>
                  <a:cubicBezTo>
                    <a:pt x="730" y="821"/>
                    <a:pt x="730" y="487"/>
                    <a:pt x="517" y="243"/>
                  </a:cubicBezTo>
                  <a:cubicBezTo>
                    <a:pt x="335" y="61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2" name="Google Shape;2602;p24"/>
            <p:cNvSpPr/>
            <p:nvPr/>
          </p:nvSpPr>
          <p:spPr>
            <a:xfrm>
              <a:off x="8532835" y="4167621"/>
              <a:ext cx="65715" cy="29275"/>
            </a:xfrm>
            <a:custGeom>
              <a:rect b="b" l="l" r="r" t="t"/>
              <a:pathLst>
                <a:path extrusionOk="0" h="366" w="822">
                  <a:moveTo>
                    <a:pt x="396" y="1"/>
                  </a:moveTo>
                  <a:cubicBezTo>
                    <a:pt x="153" y="1"/>
                    <a:pt x="1" y="213"/>
                    <a:pt x="1" y="213"/>
                  </a:cubicBezTo>
                  <a:cubicBezTo>
                    <a:pt x="1" y="213"/>
                    <a:pt x="183" y="365"/>
                    <a:pt x="426" y="365"/>
                  </a:cubicBezTo>
                  <a:cubicBezTo>
                    <a:pt x="669" y="365"/>
                    <a:pt x="821" y="153"/>
                    <a:pt x="821" y="153"/>
                  </a:cubicBezTo>
                  <a:cubicBezTo>
                    <a:pt x="821" y="153"/>
                    <a:pt x="609" y="1"/>
                    <a:pt x="396" y="1"/>
                  </a:cubicBezTo>
                  <a:close/>
                </a:path>
              </a:pathLst>
            </a:custGeom>
            <a:solidFill>
              <a:srgbClr val="7BBFB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3" name="Google Shape;2603;p24"/>
            <p:cNvSpPr/>
            <p:nvPr/>
          </p:nvSpPr>
          <p:spPr>
            <a:xfrm>
              <a:off x="8518285" y="4092272"/>
              <a:ext cx="48687" cy="80307"/>
            </a:xfrm>
            <a:custGeom>
              <a:rect b="b" l="l" r="r" t="t"/>
              <a:pathLst>
                <a:path extrusionOk="0" h="1004" w="609">
                  <a:moveTo>
                    <a:pt x="487" y="0"/>
                  </a:moveTo>
                  <a:cubicBezTo>
                    <a:pt x="487" y="0"/>
                    <a:pt x="183" y="152"/>
                    <a:pt x="61" y="426"/>
                  </a:cubicBezTo>
                  <a:cubicBezTo>
                    <a:pt x="0" y="699"/>
                    <a:pt x="122" y="1003"/>
                    <a:pt x="122" y="1003"/>
                  </a:cubicBezTo>
                  <a:cubicBezTo>
                    <a:pt x="122" y="1003"/>
                    <a:pt x="426" y="851"/>
                    <a:pt x="547" y="578"/>
                  </a:cubicBezTo>
                  <a:cubicBezTo>
                    <a:pt x="608" y="304"/>
                    <a:pt x="487" y="0"/>
                    <a:pt x="487" y="0"/>
                  </a:cubicBezTo>
                  <a:close/>
                </a:path>
              </a:pathLst>
            </a:custGeom>
            <a:solidFill>
              <a:srgbClr val="7BBFB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4" name="Google Shape;2604;p24"/>
            <p:cNvSpPr/>
            <p:nvPr/>
          </p:nvSpPr>
          <p:spPr>
            <a:xfrm>
              <a:off x="8071153" y="3827914"/>
              <a:ext cx="592952" cy="566871"/>
            </a:xfrm>
            <a:custGeom>
              <a:rect b="b" l="l" r="r" t="t"/>
              <a:pathLst>
                <a:path extrusionOk="0" h="7087" w="7417">
                  <a:moveTo>
                    <a:pt x="3931" y="0"/>
                  </a:moveTo>
                  <a:cubicBezTo>
                    <a:pt x="3624" y="0"/>
                    <a:pt x="3315" y="31"/>
                    <a:pt x="3010" y="83"/>
                  </a:cubicBezTo>
                  <a:cubicBezTo>
                    <a:pt x="1672" y="296"/>
                    <a:pt x="578" y="965"/>
                    <a:pt x="244" y="2363"/>
                  </a:cubicBezTo>
                  <a:cubicBezTo>
                    <a:pt x="0" y="3275"/>
                    <a:pt x="61" y="4430"/>
                    <a:pt x="426" y="5312"/>
                  </a:cubicBezTo>
                  <a:cubicBezTo>
                    <a:pt x="760" y="6132"/>
                    <a:pt x="1520" y="6770"/>
                    <a:pt x="2402" y="6953"/>
                  </a:cubicBezTo>
                  <a:cubicBezTo>
                    <a:pt x="2775" y="7038"/>
                    <a:pt x="3182" y="7086"/>
                    <a:pt x="3592" y="7086"/>
                  </a:cubicBezTo>
                  <a:cubicBezTo>
                    <a:pt x="4351" y="7086"/>
                    <a:pt x="5123" y="6922"/>
                    <a:pt x="5715" y="6527"/>
                  </a:cubicBezTo>
                  <a:cubicBezTo>
                    <a:pt x="6049" y="6315"/>
                    <a:pt x="6353" y="6071"/>
                    <a:pt x="6657" y="5767"/>
                  </a:cubicBezTo>
                  <a:cubicBezTo>
                    <a:pt x="7022" y="5342"/>
                    <a:pt x="7235" y="4825"/>
                    <a:pt x="7295" y="4308"/>
                  </a:cubicBezTo>
                  <a:cubicBezTo>
                    <a:pt x="7417" y="3640"/>
                    <a:pt x="7417" y="3032"/>
                    <a:pt x="7265" y="2515"/>
                  </a:cubicBezTo>
                  <a:cubicBezTo>
                    <a:pt x="7022" y="1634"/>
                    <a:pt x="6505" y="874"/>
                    <a:pt x="5593" y="387"/>
                  </a:cubicBezTo>
                  <a:cubicBezTo>
                    <a:pt x="5077" y="109"/>
                    <a:pt x="4509" y="0"/>
                    <a:pt x="393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05" name="Google Shape;2605;p24"/>
          <p:cNvGrpSpPr/>
          <p:nvPr/>
        </p:nvGrpSpPr>
        <p:grpSpPr>
          <a:xfrm>
            <a:off x="50855" y="4148281"/>
            <a:ext cx="592952" cy="967689"/>
            <a:chOff x="8071153" y="3759204"/>
            <a:chExt cx="592952" cy="967689"/>
          </a:xfrm>
        </p:grpSpPr>
        <p:sp>
          <p:nvSpPr>
            <p:cNvPr id="2606" name="Google Shape;2606;p24"/>
            <p:cNvSpPr/>
            <p:nvPr/>
          </p:nvSpPr>
          <p:spPr>
            <a:xfrm>
              <a:off x="8350560" y="4196816"/>
              <a:ext cx="43890" cy="282116"/>
            </a:xfrm>
            <a:custGeom>
              <a:rect b="b" l="l" r="r" t="t"/>
              <a:pathLst>
                <a:path extrusionOk="0" h="3527" w="549">
                  <a:moveTo>
                    <a:pt x="153" y="0"/>
                  </a:moveTo>
                  <a:lnTo>
                    <a:pt x="1" y="3526"/>
                  </a:lnTo>
                  <a:lnTo>
                    <a:pt x="548" y="3435"/>
                  </a:lnTo>
                  <a:lnTo>
                    <a:pt x="39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7" name="Google Shape;2607;p24"/>
            <p:cNvSpPr/>
            <p:nvPr/>
          </p:nvSpPr>
          <p:spPr>
            <a:xfrm>
              <a:off x="8263101" y="4478852"/>
              <a:ext cx="221208" cy="248041"/>
            </a:xfrm>
            <a:custGeom>
              <a:rect b="b" l="l" r="r" t="t"/>
              <a:pathLst>
                <a:path extrusionOk="0" h="3101" w="2767">
                  <a:moveTo>
                    <a:pt x="1" y="0"/>
                  </a:moveTo>
                  <a:lnTo>
                    <a:pt x="396" y="3101"/>
                  </a:lnTo>
                  <a:lnTo>
                    <a:pt x="2402" y="3101"/>
                  </a:lnTo>
                  <a:lnTo>
                    <a:pt x="276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8" name="Google Shape;2608;p24"/>
            <p:cNvSpPr/>
            <p:nvPr/>
          </p:nvSpPr>
          <p:spPr>
            <a:xfrm>
              <a:off x="8248551" y="4435099"/>
              <a:ext cx="255184" cy="94865"/>
            </a:xfrm>
            <a:custGeom>
              <a:rect b="b" l="l" r="r" t="t"/>
              <a:pathLst>
                <a:path extrusionOk="0" h="1186" w="3192">
                  <a:moveTo>
                    <a:pt x="3192" y="0"/>
                  </a:moveTo>
                  <a:lnTo>
                    <a:pt x="0" y="61"/>
                  </a:lnTo>
                  <a:lnTo>
                    <a:pt x="61" y="1155"/>
                  </a:lnTo>
                  <a:lnTo>
                    <a:pt x="3040" y="1186"/>
                  </a:lnTo>
                  <a:lnTo>
                    <a:pt x="319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9" name="Google Shape;2609;p24"/>
            <p:cNvSpPr/>
            <p:nvPr/>
          </p:nvSpPr>
          <p:spPr>
            <a:xfrm>
              <a:off x="8265579" y="4527484"/>
              <a:ext cx="213853" cy="34075"/>
            </a:xfrm>
            <a:custGeom>
              <a:rect b="b" l="l" r="r" t="t"/>
              <a:pathLst>
                <a:path extrusionOk="0" h="426" w="2675">
                  <a:moveTo>
                    <a:pt x="0" y="0"/>
                  </a:moveTo>
                  <a:lnTo>
                    <a:pt x="91" y="426"/>
                  </a:lnTo>
                  <a:lnTo>
                    <a:pt x="2645" y="122"/>
                  </a:lnTo>
                  <a:lnTo>
                    <a:pt x="2675" y="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48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0" name="Google Shape;2610;p24"/>
            <p:cNvSpPr/>
            <p:nvPr/>
          </p:nvSpPr>
          <p:spPr>
            <a:xfrm>
              <a:off x="8318982" y="3766483"/>
              <a:ext cx="36535" cy="58391"/>
            </a:xfrm>
            <a:custGeom>
              <a:rect b="b" l="l" r="r" t="t"/>
              <a:pathLst>
                <a:path extrusionOk="0" h="730" w="457">
                  <a:moveTo>
                    <a:pt x="366" y="0"/>
                  </a:moveTo>
                  <a:cubicBezTo>
                    <a:pt x="366" y="0"/>
                    <a:pt x="122" y="122"/>
                    <a:pt x="62" y="304"/>
                  </a:cubicBezTo>
                  <a:cubicBezTo>
                    <a:pt x="1" y="517"/>
                    <a:pt x="62" y="730"/>
                    <a:pt x="62" y="730"/>
                  </a:cubicBezTo>
                  <a:cubicBezTo>
                    <a:pt x="62" y="730"/>
                    <a:pt x="305" y="608"/>
                    <a:pt x="366" y="426"/>
                  </a:cubicBezTo>
                  <a:cubicBezTo>
                    <a:pt x="457" y="244"/>
                    <a:pt x="366" y="0"/>
                    <a:pt x="36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1" name="Google Shape;2611;p24"/>
            <p:cNvSpPr/>
            <p:nvPr/>
          </p:nvSpPr>
          <p:spPr>
            <a:xfrm>
              <a:off x="8248551" y="3759204"/>
              <a:ext cx="58360" cy="65670"/>
            </a:xfrm>
            <a:custGeom>
              <a:rect b="b" l="l" r="r" t="t"/>
              <a:pathLst>
                <a:path extrusionOk="0" h="821" w="730">
                  <a:moveTo>
                    <a:pt x="0" y="0"/>
                  </a:moveTo>
                  <a:cubicBezTo>
                    <a:pt x="0" y="0"/>
                    <a:pt x="0" y="335"/>
                    <a:pt x="183" y="547"/>
                  </a:cubicBezTo>
                  <a:cubicBezTo>
                    <a:pt x="365" y="790"/>
                    <a:pt x="730" y="821"/>
                    <a:pt x="730" y="821"/>
                  </a:cubicBezTo>
                  <a:cubicBezTo>
                    <a:pt x="730" y="821"/>
                    <a:pt x="730" y="487"/>
                    <a:pt x="517" y="243"/>
                  </a:cubicBezTo>
                  <a:cubicBezTo>
                    <a:pt x="335" y="61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2" name="Google Shape;2612;p24"/>
            <p:cNvSpPr/>
            <p:nvPr/>
          </p:nvSpPr>
          <p:spPr>
            <a:xfrm>
              <a:off x="8532835" y="4167621"/>
              <a:ext cx="65715" cy="29275"/>
            </a:xfrm>
            <a:custGeom>
              <a:rect b="b" l="l" r="r" t="t"/>
              <a:pathLst>
                <a:path extrusionOk="0" h="366" w="822">
                  <a:moveTo>
                    <a:pt x="396" y="1"/>
                  </a:moveTo>
                  <a:cubicBezTo>
                    <a:pt x="153" y="1"/>
                    <a:pt x="1" y="213"/>
                    <a:pt x="1" y="213"/>
                  </a:cubicBezTo>
                  <a:cubicBezTo>
                    <a:pt x="1" y="213"/>
                    <a:pt x="183" y="365"/>
                    <a:pt x="426" y="365"/>
                  </a:cubicBezTo>
                  <a:cubicBezTo>
                    <a:pt x="669" y="365"/>
                    <a:pt x="821" y="153"/>
                    <a:pt x="821" y="153"/>
                  </a:cubicBezTo>
                  <a:cubicBezTo>
                    <a:pt x="821" y="153"/>
                    <a:pt x="609" y="1"/>
                    <a:pt x="396" y="1"/>
                  </a:cubicBezTo>
                  <a:close/>
                </a:path>
              </a:pathLst>
            </a:custGeom>
            <a:solidFill>
              <a:srgbClr val="7BBFB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3" name="Google Shape;2613;p24"/>
            <p:cNvSpPr/>
            <p:nvPr/>
          </p:nvSpPr>
          <p:spPr>
            <a:xfrm>
              <a:off x="8518285" y="4092272"/>
              <a:ext cx="48687" cy="80307"/>
            </a:xfrm>
            <a:custGeom>
              <a:rect b="b" l="l" r="r" t="t"/>
              <a:pathLst>
                <a:path extrusionOk="0" h="1004" w="609">
                  <a:moveTo>
                    <a:pt x="487" y="0"/>
                  </a:moveTo>
                  <a:cubicBezTo>
                    <a:pt x="487" y="0"/>
                    <a:pt x="183" y="152"/>
                    <a:pt x="61" y="426"/>
                  </a:cubicBezTo>
                  <a:cubicBezTo>
                    <a:pt x="0" y="699"/>
                    <a:pt x="122" y="1003"/>
                    <a:pt x="122" y="1003"/>
                  </a:cubicBezTo>
                  <a:cubicBezTo>
                    <a:pt x="122" y="1003"/>
                    <a:pt x="426" y="851"/>
                    <a:pt x="547" y="578"/>
                  </a:cubicBezTo>
                  <a:cubicBezTo>
                    <a:pt x="608" y="304"/>
                    <a:pt x="487" y="0"/>
                    <a:pt x="487" y="0"/>
                  </a:cubicBezTo>
                  <a:close/>
                </a:path>
              </a:pathLst>
            </a:custGeom>
            <a:solidFill>
              <a:srgbClr val="7BBFB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4" name="Google Shape;2614;p24"/>
            <p:cNvSpPr/>
            <p:nvPr/>
          </p:nvSpPr>
          <p:spPr>
            <a:xfrm>
              <a:off x="8071153" y="3827914"/>
              <a:ext cx="592952" cy="566871"/>
            </a:xfrm>
            <a:custGeom>
              <a:rect b="b" l="l" r="r" t="t"/>
              <a:pathLst>
                <a:path extrusionOk="0" h="7087" w="7417">
                  <a:moveTo>
                    <a:pt x="3931" y="0"/>
                  </a:moveTo>
                  <a:cubicBezTo>
                    <a:pt x="3624" y="0"/>
                    <a:pt x="3315" y="31"/>
                    <a:pt x="3010" y="83"/>
                  </a:cubicBezTo>
                  <a:cubicBezTo>
                    <a:pt x="1672" y="296"/>
                    <a:pt x="578" y="965"/>
                    <a:pt x="244" y="2363"/>
                  </a:cubicBezTo>
                  <a:cubicBezTo>
                    <a:pt x="0" y="3275"/>
                    <a:pt x="61" y="4430"/>
                    <a:pt x="426" y="5312"/>
                  </a:cubicBezTo>
                  <a:cubicBezTo>
                    <a:pt x="760" y="6132"/>
                    <a:pt x="1520" y="6770"/>
                    <a:pt x="2402" y="6953"/>
                  </a:cubicBezTo>
                  <a:cubicBezTo>
                    <a:pt x="2775" y="7038"/>
                    <a:pt x="3182" y="7086"/>
                    <a:pt x="3592" y="7086"/>
                  </a:cubicBezTo>
                  <a:cubicBezTo>
                    <a:pt x="4351" y="7086"/>
                    <a:pt x="5123" y="6922"/>
                    <a:pt x="5715" y="6527"/>
                  </a:cubicBezTo>
                  <a:cubicBezTo>
                    <a:pt x="6049" y="6315"/>
                    <a:pt x="6353" y="6071"/>
                    <a:pt x="6657" y="5767"/>
                  </a:cubicBezTo>
                  <a:cubicBezTo>
                    <a:pt x="7022" y="5342"/>
                    <a:pt x="7235" y="4825"/>
                    <a:pt x="7295" y="4308"/>
                  </a:cubicBezTo>
                  <a:cubicBezTo>
                    <a:pt x="7417" y="3640"/>
                    <a:pt x="7417" y="3032"/>
                    <a:pt x="7265" y="2515"/>
                  </a:cubicBezTo>
                  <a:cubicBezTo>
                    <a:pt x="7022" y="1634"/>
                    <a:pt x="6505" y="874"/>
                    <a:pt x="5593" y="387"/>
                  </a:cubicBezTo>
                  <a:cubicBezTo>
                    <a:pt x="5077" y="109"/>
                    <a:pt x="4509" y="0"/>
                    <a:pt x="393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15" name="Google Shape;2615;p24"/>
          <p:cNvSpPr/>
          <p:nvPr/>
        </p:nvSpPr>
        <p:spPr>
          <a:xfrm>
            <a:off x="0" y="5107500"/>
            <a:ext cx="9144000" cy="36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8_1">
    <p:spTree>
      <p:nvGrpSpPr>
        <p:cNvPr id="2616" name="Shape 2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17" name="Google Shape;2617;p25"/>
          <p:cNvGrpSpPr/>
          <p:nvPr/>
        </p:nvGrpSpPr>
        <p:grpSpPr>
          <a:xfrm>
            <a:off x="-15975" y="-52"/>
            <a:ext cx="9175950" cy="5143406"/>
            <a:chOff x="-15975" y="-52"/>
            <a:chExt cx="9175950" cy="5143406"/>
          </a:xfrm>
        </p:grpSpPr>
        <p:sp>
          <p:nvSpPr>
            <p:cNvPr id="2618" name="Google Shape;2618;p25"/>
            <p:cNvSpPr/>
            <p:nvPr/>
          </p:nvSpPr>
          <p:spPr>
            <a:xfrm rot="5400000">
              <a:off x="4570450" y="-378255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9" name="Google Shape;2619;p25"/>
            <p:cNvSpPr/>
            <p:nvPr/>
          </p:nvSpPr>
          <p:spPr>
            <a:xfrm rot="5400000">
              <a:off x="4570450" y="-276311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0" name="Google Shape;2620;p25"/>
            <p:cNvSpPr/>
            <p:nvPr/>
          </p:nvSpPr>
          <p:spPr>
            <a:xfrm rot="5400000">
              <a:off x="4570450" y="-174368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1" name="Google Shape;2621;p25"/>
            <p:cNvSpPr/>
            <p:nvPr/>
          </p:nvSpPr>
          <p:spPr>
            <a:xfrm rot="5400000">
              <a:off x="4570450" y="-72425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2" name="Google Shape;2622;p25"/>
            <p:cNvSpPr/>
            <p:nvPr/>
          </p:nvSpPr>
          <p:spPr>
            <a:xfrm rot="5400000">
              <a:off x="4570450" y="295184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3" name="Google Shape;2623;p25"/>
            <p:cNvSpPr/>
            <p:nvPr/>
          </p:nvSpPr>
          <p:spPr>
            <a:xfrm rot="5400000">
              <a:off x="4570450" y="-429226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4" name="Google Shape;2624;p25"/>
            <p:cNvSpPr/>
            <p:nvPr/>
          </p:nvSpPr>
          <p:spPr>
            <a:xfrm rot="5400000">
              <a:off x="4570450" y="-327283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5" name="Google Shape;2625;p25"/>
            <p:cNvSpPr/>
            <p:nvPr/>
          </p:nvSpPr>
          <p:spPr>
            <a:xfrm rot="5400000">
              <a:off x="4570450" y="-225340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6" name="Google Shape;2626;p25"/>
            <p:cNvSpPr/>
            <p:nvPr/>
          </p:nvSpPr>
          <p:spPr>
            <a:xfrm rot="5400000">
              <a:off x="4570450" y="-123396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7" name="Google Shape;2627;p25"/>
            <p:cNvSpPr/>
            <p:nvPr/>
          </p:nvSpPr>
          <p:spPr>
            <a:xfrm rot="5400000">
              <a:off x="4570450" y="-21453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8" name="Google Shape;2628;p25"/>
            <p:cNvSpPr/>
            <p:nvPr/>
          </p:nvSpPr>
          <p:spPr>
            <a:xfrm>
              <a:off x="5081305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9" name="Google Shape;2629;p25"/>
            <p:cNvSpPr/>
            <p:nvPr/>
          </p:nvSpPr>
          <p:spPr>
            <a:xfrm>
              <a:off x="6100964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0" name="Google Shape;2630;p25"/>
            <p:cNvSpPr/>
            <p:nvPr/>
          </p:nvSpPr>
          <p:spPr>
            <a:xfrm>
              <a:off x="7120623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1" name="Google Shape;2631;p25"/>
            <p:cNvSpPr/>
            <p:nvPr/>
          </p:nvSpPr>
          <p:spPr>
            <a:xfrm>
              <a:off x="8140282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2" name="Google Shape;2632;p25"/>
            <p:cNvSpPr/>
            <p:nvPr/>
          </p:nvSpPr>
          <p:spPr>
            <a:xfrm>
              <a:off x="5591134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3" name="Google Shape;2633;p25"/>
            <p:cNvSpPr/>
            <p:nvPr/>
          </p:nvSpPr>
          <p:spPr>
            <a:xfrm>
              <a:off x="6610793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4" name="Google Shape;2634;p25"/>
            <p:cNvSpPr/>
            <p:nvPr/>
          </p:nvSpPr>
          <p:spPr>
            <a:xfrm>
              <a:off x="7630452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5" name="Google Shape;2635;p25"/>
            <p:cNvSpPr/>
            <p:nvPr/>
          </p:nvSpPr>
          <p:spPr>
            <a:xfrm>
              <a:off x="8650111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636" name="Google Shape;2636;p25"/>
            <p:cNvGrpSpPr/>
            <p:nvPr/>
          </p:nvGrpSpPr>
          <p:grpSpPr>
            <a:xfrm>
              <a:off x="-15975" y="-52"/>
              <a:ext cx="4587484" cy="5143406"/>
              <a:chOff x="-9275" y="-1994782"/>
              <a:chExt cx="4587484" cy="9140583"/>
            </a:xfrm>
          </p:grpSpPr>
          <p:sp>
            <p:nvSpPr>
              <p:cNvPr id="2637" name="Google Shape;2637;p25"/>
              <p:cNvSpPr/>
              <p:nvPr/>
            </p:nvSpPr>
            <p:spPr>
              <a:xfrm>
                <a:off x="50044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38" name="Google Shape;2638;p25"/>
              <p:cNvSpPr/>
              <p:nvPr/>
            </p:nvSpPr>
            <p:spPr>
              <a:xfrm>
                <a:off x="15198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39" name="Google Shape;2639;p25"/>
              <p:cNvSpPr/>
              <p:nvPr/>
            </p:nvSpPr>
            <p:spPr>
              <a:xfrm>
                <a:off x="253930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40" name="Google Shape;2640;p25"/>
              <p:cNvSpPr/>
              <p:nvPr/>
            </p:nvSpPr>
            <p:spPr>
              <a:xfrm>
                <a:off x="355874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41" name="Google Shape;2641;p25"/>
              <p:cNvSpPr/>
              <p:nvPr/>
            </p:nvSpPr>
            <p:spPr>
              <a:xfrm>
                <a:off x="45781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42" name="Google Shape;2642;p25"/>
              <p:cNvSpPr/>
              <p:nvPr/>
            </p:nvSpPr>
            <p:spPr>
              <a:xfrm>
                <a:off x="101015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43" name="Google Shape;2643;p25"/>
              <p:cNvSpPr/>
              <p:nvPr/>
            </p:nvSpPr>
            <p:spPr>
              <a:xfrm>
                <a:off x="202959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44" name="Google Shape;2644;p25"/>
              <p:cNvSpPr/>
              <p:nvPr/>
            </p:nvSpPr>
            <p:spPr>
              <a:xfrm>
                <a:off x="304902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45" name="Google Shape;2645;p25"/>
              <p:cNvSpPr/>
              <p:nvPr/>
            </p:nvSpPr>
            <p:spPr>
              <a:xfrm>
                <a:off x="406845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46" name="Google Shape;2646;p25"/>
              <p:cNvSpPr/>
              <p:nvPr/>
            </p:nvSpPr>
            <p:spPr>
              <a:xfrm>
                <a:off x="-92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647" name="Google Shape;2647;p25"/>
            <p:cNvSpPr/>
            <p:nvPr/>
          </p:nvSpPr>
          <p:spPr>
            <a:xfrm>
              <a:off x="9159941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48" name="Google Shape;2648;p25"/>
          <p:cNvSpPr/>
          <p:nvPr/>
        </p:nvSpPr>
        <p:spPr>
          <a:xfrm>
            <a:off x="0" y="-75"/>
            <a:ext cx="9144000" cy="5143500"/>
          </a:xfrm>
          <a:prstGeom prst="rect">
            <a:avLst/>
          </a:prstGeom>
          <a:solidFill>
            <a:srgbClr val="D6E3EA">
              <a:alpha val="398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9" name="Google Shape;2649;p25"/>
          <p:cNvSpPr/>
          <p:nvPr/>
        </p:nvSpPr>
        <p:spPr>
          <a:xfrm>
            <a:off x="8423997" y="230400"/>
            <a:ext cx="627009" cy="570231"/>
          </a:xfrm>
          <a:custGeom>
            <a:rect b="b" l="l" r="r" t="t"/>
            <a:pathLst>
              <a:path extrusionOk="0" h="7129" w="7843">
                <a:moveTo>
                  <a:pt x="3921" y="1"/>
                </a:moveTo>
                <a:cubicBezTo>
                  <a:pt x="3010" y="1"/>
                  <a:pt x="2098" y="343"/>
                  <a:pt x="1399" y="1027"/>
                </a:cubicBezTo>
                <a:cubicBezTo>
                  <a:pt x="0" y="2425"/>
                  <a:pt x="0" y="4705"/>
                  <a:pt x="1399" y="6103"/>
                </a:cubicBezTo>
                <a:cubicBezTo>
                  <a:pt x="2098" y="6787"/>
                  <a:pt x="3010" y="7129"/>
                  <a:pt x="3921" y="7129"/>
                </a:cubicBezTo>
                <a:cubicBezTo>
                  <a:pt x="4833" y="7129"/>
                  <a:pt x="5745" y="6787"/>
                  <a:pt x="6444" y="6103"/>
                </a:cubicBezTo>
                <a:cubicBezTo>
                  <a:pt x="7843" y="4705"/>
                  <a:pt x="7843" y="2425"/>
                  <a:pt x="6444" y="1027"/>
                </a:cubicBezTo>
                <a:cubicBezTo>
                  <a:pt x="5745" y="343"/>
                  <a:pt x="4833" y="1"/>
                  <a:pt x="3921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650" name="Google Shape;2650;p25"/>
          <p:cNvGrpSpPr/>
          <p:nvPr/>
        </p:nvGrpSpPr>
        <p:grpSpPr>
          <a:xfrm>
            <a:off x="7647030" y="3998946"/>
            <a:ext cx="1496970" cy="1108547"/>
            <a:chOff x="7609470" y="3938246"/>
            <a:chExt cx="1496970" cy="1108547"/>
          </a:xfrm>
        </p:grpSpPr>
        <p:sp>
          <p:nvSpPr>
            <p:cNvPr id="2651" name="Google Shape;2651;p25"/>
            <p:cNvSpPr/>
            <p:nvPr/>
          </p:nvSpPr>
          <p:spPr>
            <a:xfrm flipH="1">
              <a:off x="7609470" y="3938246"/>
              <a:ext cx="1494572" cy="1108547"/>
            </a:xfrm>
            <a:custGeom>
              <a:rect b="b" l="l" r="r" t="t"/>
              <a:pathLst>
                <a:path extrusionOk="0" h="13859" w="18695">
                  <a:moveTo>
                    <a:pt x="1447" y="0"/>
                  </a:moveTo>
                  <a:cubicBezTo>
                    <a:pt x="1061" y="0"/>
                    <a:pt x="617" y="130"/>
                    <a:pt x="122" y="424"/>
                  </a:cubicBezTo>
                  <a:cubicBezTo>
                    <a:pt x="92" y="424"/>
                    <a:pt x="61" y="454"/>
                    <a:pt x="1" y="454"/>
                  </a:cubicBezTo>
                  <a:lnTo>
                    <a:pt x="1" y="13858"/>
                  </a:lnTo>
                  <a:lnTo>
                    <a:pt x="18694" y="13858"/>
                  </a:lnTo>
                  <a:cubicBezTo>
                    <a:pt x="18451" y="13038"/>
                    <a:pt x="17752" y="12339"/>
                    <a:pt x="16992" y="12035"/>
                  </a:cubicBezTo>
                  <a:cubicBezTo>
                    <a:pt x="16604" y="11877"/>
                    <a:pt x="16196" y="11814"/>
                    <a:pt x="15780" y="11814"/>
                  </a:cubicBezTo>
                  <a:cubicBezTo>
                    <a:pt x="15320" y="11814"/>
                    <a:pt x="14850" y="11891"/>
                    <a:pt x="14389" y="12002"/>
                  </a:cubicBezTo>
                  <a:lnTo>
                    <a:pt x="14389" y="12002"/>
                  </a:lnTo>
                  <a:cubicBezTo>
                    <a:pt x="14540" y="11959"/>
                    <a:pt x="14746" y="11667"/>
                    <a:pt x="14864" y="11548"/>
                  </a:cubicBezTo>
                  <a:cubicBezTo>
                    <a:pt x="15138" y="11244"/>
                    <a:pt x="15351" y="10940"/>
                    <a:pt x="15411" y="10576"/>
                  </a:cubicBezTo>
                  <a:cubicBezTo>
                    <a:pt x="15472" y="10120"/>
                    <a:pt x="15320" y="9664"/>
                    <a:pt x="15047" y="9299"/>
                  </a:cubicBezTo>
                  <a:cubicBezTo>
                    <a:pt x="14653" y="8827"/>
                    <a:pt x="14011" y="8581"/>
                    <a:pt x="13374" y="8581"/>
                  </a:cubicBezTo>
                  <a:cubicBezTo>
                    <a:pt x="13272" y="8581"/>
                    <a:pt x="13171" y="8588"/>
                    <a:pt x="13071" y="8600"/>
                  </a:cubicBezTo>
                  <a:lnTo>
                    <a:pt x="12980" y="8600"/>
                  </a:lnTo>
                  <a:cubicBezTo>
                    <a:pt x="12828" y="8630"/>
                    <a:pt x="12706" y="8630"/>
                    <a:pt x="12554" y="8691"/>
                  </a:cubicBezTo>
                  <a:cubicBezTo>
                    <a:pt x="12213" y="8835"/>
                    <a:pt x="11894" y="9021"/>
                    <a:pt x="11601" y="9243"/>
                  </a:cubicBezTo>
                  <a:lnTo>
                    <a:pt x="11601" y="9243"/>
                  </a:lnTo>
                  <a:cubicBezTo>
                    <a:pt x="11894" y="8923"/>
                    <a:pt x="12183" y="8555"/>
                    <a:pt x="12311" y="8235"/>
                  </a:cubicBezTo>
                  <a:cubicBezTo>
                    <a:pt x="13246" y="6312"/>
                    <a:pt x="11645" y="3636"/>
                    <a:pt x="9345" y="3636"/>
                  </a:cubicBezTo>
                  <a:cubicBezTo>
                    <a:pt x="9028" y="3636"/>
                    <a:pt x="8698" y="3687"/>
                    <a:pt x="8359" y="3798"/>
                  </a:cubicBezTo>
                  <a:cubicBezTo>
                    <a:pt x="7436" y="4182"/>
                    <a:pt x="6643" y="4956"/>
                    <a:pt x="6052" y="5864"/>
                  </a:cubicBezTo>
                  <a:lnTo>
                    <a:pt x="6052" y="5864"/>
                  </a:lnTo>
                  <a:cubicBezTo>
                    <a:pt x="7044" y="3936"/>
                    <a:pt x="6013" y="2566"/>
                    <a:pt x="4822" y="2566"/>
                  </a:cubicBezTo>
                  <a:cubicBezTo>
                    <a:pt x="4146" y="2566"/>
                    <a:pt x="3418" y="3008"/>
                    <a:pt x="2979" y="4041"/>
                  </a:cubicBezTo>
                  <a:cubicBezTo>
                    <a:pt x="3611" y="2050"/>
                    <a:pt x="2981" y="0"/>
                    <a:pt x="144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2" name="Google Shape;2652;p25"/>
            <p:cNvSpPr/>
            <p:nvPr/>
          </p:nvSpPr>
          <p:spPr>
            <a:xfrm flipH="1">
              <a:off x="8221849" y="4367699"/>
              <a:ext cx="884591" cy="679094"/>
            </a:xfrm>
            <a:custGeom>
              <a:rect b="b" l="l" r="r" t="t"/>
              <a:pathLst>
                <a:path extrusionOk="0" h="8490" w="11065">
                  <a:moveTo>
                    <a:pt x="486" y="1"/>
                  </a:moveTo>
                  <a:cubicBezTo>
                    <a:pt x="321" y="1"/>
                    <a:pt x="157" y="33"/>
                    <a:pt x="0" y="100"/>
                  </a:cubicBezTo>
                  <a:lnTo>
                    <a:pt x="0" y="8489"/>
                  </a:lnTo>
                  <a:lnTo>
                    <a:pt x="11064" y="8489"/>
                  </a:lnTo>
                  <a:cubicBezTo>
                    <a:pt x="10912" y="8003"/>
                    <a:pt x="10487" y="7578"/>
                    <a:pt x="10031" y="7426"/>
                  </a:cubicBezTo>
                  <a:cubicBezTo>
                    <a:pt x="9799" y="7339"/>
                    <a:pt x="9553" y="7300"/>
                    <a:pt x="9303" y="7300"/>
                  </a:cubicBezTo>
                  <a:cubicBezTo>
                    <a:pt x="9029" y="7300"/>
                    <a:pt x="8751" y="7346"/>
                    <a:pt x="8481" y="7426"/>
                  </a:cubicBezTo>
                  <a:cubicBezTo>
                    <a:pt x="8754" y="6939"/>
                    <a:pt x="8389" y="6271"/>
                    <a:pt x="7903" y="6058"/>
                  </a:cubicBezTo>
                  <a:cubicBezTo>
                    <a:pt x="7756" y="6003"/>
                    <a:pt x="7601" y="5978"/>
                    <a:pt x="7444" y="5978"/>
                  </a:cubicBezTo>
                  <a:cubicBezTo>
                    <a:pt x="7152" y="5978"/>
                    <a:pt x="6851" y="6063"/>
                    <a:pt x="6580" y="6195"/>
                  </a:cubicBezTo>
                  <a:lnTo>
                    <a:pt x="6580" y="6195"/>
                  </a:lnTo>
                  <a:cubicBezTo>
                    <a:pt x="6903" y="5981"/>
                    <a:pt x="7137" y="5620"/>
                    <a:pt x="7265" y="5237"/>
                  </a:cubicBezTo>
                  <a:cubicBezTo>
                    <a:pt x="7801" y="4084"/>
                    <a:pt x="6846" y="2504"/>
                    <a:pt x="5507" y="2504"/>
                  </a:cubicBezTo>
                  <a:cubicBezTo>
                    <a:pt x="5329" y="2504"/>
                    <a:pt x="5144" y="2532"/>
                    <a:pt x="4955" y="2593"/>
                  </a:cubicBezTo>
                  <a:cubicBezTo>
                    <a:pt x="4359" y="2836"/>
                    <a:pt x="3885" y="3321"/>
                    <a:pt x="3509" y="3896"/>
                  </a:cubicBezTo>
                  <a:lnTo>
                    <a:pt x="3509" y="3896"/>
                  </a:lnTo>
                  <a:cubicBezTo>
                    <a:pt x="4180" y="2709"/>
                    <a:pt x="3551" y="1867"/>
                    <a:pt x="2823" y="1867"/>
                  </a:cubicBezTo>
                  <a:cubicBezTo>
                    <a:pt x="2423" y="1867"/>
                    <a:pt x="1993" y="2122"/>
                    <a:pt x="1733" y="2714"/>
                  </a:cubicBezTo>
                  <a:cubicBezTo>
                    <a:pt x="2381" y="1081"/>
                    <a:pt x="1437" y="1"/>
                    <a:pt x="4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3" name="Google Shape;2653;p25"/>
            <p:cNvSpPr/>
            <p:nvPr/>
          </p:nvSpPr>
          <p:spPr>
            <a:xfrm flipH="1">
              <a:off x="8165967" y="4144614"/>
              <a:ext cx="82743" cy="75988"/>
            </a:xfrm>
            <a:custGeom>
              <a:rect b="b" l="l" r="r" t="t"/>
              <a:pathLst>
                <a:path extrusionOk="0" h="950" w="1035">
                  <a:moveTo>
                    <a:pt x="998" y="1"/>
                  </a:moveTo>
                  <a:cubicBezTo>
                    <a:pt x="894" y="1"/>
                    <a:pt x="584" y="21"/>
                    <a:pt x="335" y="245"/>
                  </a:cubicBezTo>
                  <a:cubicBezTo>
                    <a:pt x="31" y="488"/>
                    <a:pt x="1" y="944"/>
                    <a:pt x="1" y="944"/>
                  </a:cubicBezTo>
                  <a:cubicBezTo>
                    <a:pt x="1" y="944"/>
                    <a:pt x="38" y="950"/>
                    <a:pt x="99" y="950"/>
                  </a:cubicBezTo>
                  <a:cubicBezTo>
                    <a:pt x="235" y="950"/>
                    <a:pt x="490" y="921"/>
                    <a:pt x="700" y="731"/>
                  </a:cubicBezTo>
                  <a:cubicBezTo>
                    <a:pt x="1004" y="458"/>
                    <a:pt x="1034" y="2"/>
                    <a:pt x="1034" y="2"/>
                  </a:cubicBezTo>
                  <a:cubicBezTo>
                    <a:pt x="1034" y="2"/>
                    <a:pt x="1021" y="1"/>
                    <a:pt x="99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4" name="Google Shape;2654;p25"/>
            <p:cNvSpPr/>
            <p:nvPr/>
          </p:nvSpPr>
          <p:spPr>
            <a:xfrm flipH="1">
              <a:off x="8853654" y="4378097"/>
              <a:ext cx="82743" cy="116782"/>
            </a:xfrm>
            <a:custGeom>
              <a:rect b="b" l="l" r="r" t="t"/>
              <a:pathLst>
                <a:path extrusionOk="0" h="1460" w="1035">
                  <a:moveTo>
                    <a:pt x="913" y="1"/>
                  </a:moveTo>
                  <a:lnTo>
                    <a:pt x="913" y="1"/>
                  </a:lnTo>
                  <a:cubicBezTo>
                    <a:pt x="913" y="1"/>
                    <a:pt x="457" y="153"/>
                    <a:pt x="244" y="548"/>
                  </a:cubicBezTo>
                  <a:cubicBezTo>
                    <a:pt x="1" y="913"/>
                    <a:pt x="123" y="1460"/>
                    <a:pt x="123" y="1460"/>
                  </a:cubicBezTo>
                  <a:cubicBezTo>
                    <a:pt x="123" y="1460"/>
                    <a:pt x="578" y="1308"/>
                    <a:pt x="791" y="913"/>
                  </a:cubicBezTo>
                  <a:cubicBezTo>
                    <a:pt x="1034" y="548"/>
                    <a:pt x="913" y="1"/>
                    <a:pt x="9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5" name="Google Shape;2655;p25"/>
            <p:cNvSpPr/>
            <p:nvPr/>
          </p:nvSpPr>
          <p:spPr>
            <a:xfrm flipH="1">
              <a:off x="8255906" y="4047429"/>
              <a:ext cx="77786" cy="165414"/>
            </a:xfrm>
            <a:custGeom>
              <a:rect b="b" l="l" r="r" t="t"/>
              <a:pathLst>
                <a:path extrusionOk="0" h="2068" w="973">
                  <a:moveTo>
                    <a:pt x="243" y="1"/>
                  </a:moveTo>
                  <a:cubicBezTo>
                    <a:pt x="243" y="1"/>
                    <a:pt x="0" y="578"/>
                    <a:pt x="91" y="1156"/>
                  </a:cubicBezTo>
                  <a:cubicBezTo>
                    <a:pt x="213" y="1703"/>
                    <a:pt x="699" y="2068"/>
                    <a:pt x="699" y="2068"/>
                  </a:cubicBezTo>
                  <a:cubicBezTo>
                    <a:pt x="699" y="2068"/>
                    <a:pt x="973" y="1490"/>
                    <a:pt x="851" y="913"/>
                  </a:cubicBezTo>
                  <a:cubicBezTo>
                    <a:pt x="760" y="335"/>
                    <a:pt x="243" y="1"/>
                    <a:pt x="2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56" name="Google Shape;2656;p25"/>
          <p:cNvGrpSpPr/>
          <p:nvPr/>
        </p:nvGrpSpPr>
        <p:grpSpPr>
          <a:xfrm flipH="1">
            <a:off x="-518902" y="2809772"/>
            <a:ext cx="1496970" cy="2297721"/>
            <a:chOff x="243098" y="2746672"/>
            <a:chExt cx="1496970" cy="2297721"/>
          </a:xfrm>
        </p:grpSpPr>
        <p:sp>
          <p:nvSpPr>
            <p:cNvPr id="2657" name="Google Shape;2657;p25"/>
            <p:cNvSpPr/>
            <p:nvPr/>
          </p:nvSpPr>
          <p:spPr>
            <a:xfrm>
              <a:off x="789842" y="4086383"/>
              <a:ext cx="461762" cy="958010"/>
            </a:xfrm>
            <a:custGeom>
              <a:rect b="b" l="l" r="r" t="t"/>
              <a:pathLst>
                <a:path extrusionOk="0" h="11977" w="5776">
                  <a:moveTo>
                    <a:pt x="2888" y="0"/>
                  </a:moveTo>
                  <a:lnTo>
                    <a:pt x="2797" y="2219"/>
                  </a:lnTo>
                  <a:lnTo>
                    <a:pt x="1611" y="1307"/>
                  </a:lnTo>
                  <a:lnTo>
                    <a:pt x="1520" y="1429"/>
                  </a:lnTo>
                  <a:lnTo>
                    <a:pt x="2645" y="2797"/>
                  </a:lnTo>
                  <a:lnTo>
                    <a:pt x="2432" y="7082"/>
                  </a:lnTo>
                  <a:lnTo>
                    <a:pt x="1885" y="6535"/>
                  </a:lnTo>
                  <a:lnTo>
                    <a:pt x="1915" y="5076"/>
                  </a:lnTo>
                  <a:lnTo>
                    <a:pt x="1703" y="5015"/>
                  </a:lnTo>
                  <a:lnTo>
                    <a:pt x="1520" y="6201"/>
                  </a:lnTo>
                  <a:lnTo>
                    <a:pt x="152" y="5015"/>
                  </a:lnTo>
                  <a:lnTo>
                    <a:pt x="0" y="5137"/>
                  </a:lnTo>
                  <a:lnTo>
                    <a:pt x="2310" y="7812"/>
                  </a:lnTo>
                  <a:lnTo>
                    <a:pt x="2007" y="11976"/>
                  </a:lnTo>
                  <a:lnTo>
                    <a:pt x="3891" y="11976"/>
                  </a:lnTo>
                  <a:lnTo>
                    <a:pt x="3678" y="6748"/>
                  </a:lnTo>
                  <a:lnTo>
                    <a:pt x="4681" y="5107"/>
                  </a:lnTo>
                  <a:lnTo>
                    <a:pt x="5776" y="4955"/>
                  </a:lnTo>
                  <a:lnTo>
                    <a:pt x="5776" y="4772"/>
                  </a:lnTo>
                  <a:lnTo>
                    <a:pt x="4803" y="4803"/>
                  </a:lnTo>
                  <a:lnTo>
                    <a:pt x="5350" y="3921"/>
                  </a:lnTo>
                  <a:lnTo>
                    <a:pt x="5228" y="3800"/>
                  </a:lnTo>
                  <a:lnTo>
                    <a:pt x="3678" y="5471"/>
                  </a:lnTo>
                  <a:lnTo>
                    <a:pt x="3405" y="2736"/>
                  </a:lnTo>
                  <a:lnTo>
                    <a:pt x="319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8" name="Google Shape;2658;p25"/>
            <p:cNvSpPr/>
            <p:nvPr/>
          </p:nvSpPr>
          <p:spPr>
            <a:xfrm>
              <a:off x="274676" y="2746672"/>
              <a:ext cx="1465392" cy="1589112"/>
            </a:xfrm>
            <a:custGeom>
              <a:rect b="b" l="l" r="r" t="t"/>
              <a:pathLst>
                <a:path extrusionOk="0" h="19867" w="18330">
                  <a:moveTo>
                    <a:pt x="9682" y="1"/>
                  </a:moveTo>
                  <a:cubicBezTo>
                    <a:pt x="9666" y="1"/>
                    <a:pt x="9651" y="1"/>
                    <a:pt x="9636" y="1"/>
                  </a:cubicBezTo>
                  <a:cubicBezTo>
                    <a:pt x="8663" y="32"/>
                    <a:pt x="7873" y="731"/>
                    <a:pt x="7265" y="1460"/>
                  </a:cubicBezTo>
                  <a:cubicBezTo>
                    <a:pt x="6019" y="2980"/>
                    <a:pt x="5259" y="4865"/>
                    <a:pt x="5107" y="6840"/>
                  </a:cubicBezTo>
                  <a:cubicBezTo>
                    <a:pt x="4712" y="6354"/>
                    <a:pt x="4377" y="5868"/>
                    <a:pt x="3891" y="5472"/>
                  </a:cubicBezTo>
                  <a:cubicBezTo>
                    <a:pt x="3485" y="5168"/>
                    <a:pt x="2993" y="4926"/>
                    <a:pt x="2488" y="4926"/>
                  </a:cubicBezTo>
                  <a:cubicBezTo>
                    <a:pt x="2389" y="4926"/>
                    <a:pt x="2289" y="4936"/>
                    <a:pt x="2189" y="4956"/>
                  </a:cubicBezTo>
                  <a:cubicBezTo>
                    <a:pt x="1186" y="5108"/>
                    <a:pt x="548" y="6111"/>
                    <a:pt x="274" y="7114"/>
                  </a:cubicBezTo>
                  <a:cubicBezTo>
                    <a:pt x="1" y="8178"/>
                    <a:pt x="61" y="9272"/>
                    <a:pt x="396" y="10305"/>
                  </a:cubicBezTo>
                  <a:cubicBezTo>
                    <a:pt x="912" y="12007"/>
                    <a:pt x="2219" y="13375"/>
                    <a:pt x="3466" y="14622"/>
                  </a:cubicBezTo>
                  <a:cubicBezTo>
                    <a:pt x="3336" y="14567"/>
                    <a:pt x="3199" y="14541"/>
                    <a:pt x="3063" y="14541"/>
                  </a:cubicBezTo>
                  <a:cubicBezTo>
                    <a:pt x="2595" y="14541"/>
                    <a:pt x="2127" y="14843"/>
                    <a:pt x="1915" y="15290"/>
                  </a:cubicBezTo>
                  <a:cubicBezTo>
                    <a:pt x="1520" y="16050"/>
                    <a:pt x="1915" y="16901"/>
                    <a:pt x="2402" y="17509"/>
                  </a:cubicBezTo>
                  <a:cubicBezTo>
                    <a:pt x="2858" y="18026"/>
                    <a:pt x="3435" y="18391"/>
                    <a:pt x="4043" y="18695"/>
                  </a:cubicBezTo>
                  <a:cubicBezTo>
                    <a:pt x="5651" y="19498"/>
                    <a:pt x="7434" y="19866"/>
                    <a:pt x="9228" y="19866"/>
                  </a:cubicBezTo>
                  <a:cubicBezTo>
                    <a:pt x="11164" y="19866"/>
                    <a:pt x="13112" y="19437"/>
                    <a:pt x="14864" y="18664"/>
                  </a:cubicBezTo>
                  <a:cubicBezTo>
                    <a:pt x="16110" y="18117"/>
                    <a:pt x="16992" y="17205"/>
                    <a:pt x="17691" y="15989"/>
                  </a:cubicBezTo>
                  <a:cubicBezTo>
                    <a:pt x="18147" y="15290"/>
                    <a:pt x="18299" y="14439"/>
                    <a:pt x="18329" y="13649"/>
                  </a:cubicBezTo>
                  <a:cubicBezTo>
                    <a:pt x="18329" y="13102"/>
                    <a:pt x="18299" y="12585"/>
                    <a:pt x="18086" y="12129"/>
                  </a:cubicBezTo>
                  <a:cubicBezTo>
                    <a:pt x="17873" y="11673"/>
                    <a:pt x="17448" y="11248"/>
                    <a:pt x="16931" y="11187"/>
                  </a:cubicBezTo>
                  <a:cubicBezTo>
                    <a:pt x="16869" y="11174"/>
                    <a:pt x="16804" y="11168"/>
                    <a:pt x="16739" y="11168"/>
                  </a:cubicBezTo>
                  <a:cubicBezTo>
                    <a:pt x="16511" y="11168"/>
                    <a:pt x="16279" y="11244"/>
                    <a:pt x="16148" y="11384"/>
                  </a:cubicBezTo>
                  <a:lnTo>
                    <a:pt x="16148" y="11384"/>
                  </a:lnTo>
                  <a:cubicBezTo>
                    <a:pt x="16711" y="10695"/>
                    <a:pt x="17239" y="9890"/>
                    <a:pt x="17448" y="8998"/>
                  </a:cubicBezTo>
                  <a:cubicBezTo>
                    <a:pt x="17691" y="8086"/>
                    <a:pt x="17569" y="7083"/>
                    <a:pt x="16961" y="6384"/>
                  </a:cubicBezTo>
                  <a:cubicBezTo>
                    <a:pt x="16487" y="5810"/>
                    <a:pt x="15766" y="5523"/>
                    <a:pt x="15019" y="5523"/>
                  </a:cubicBezTo>
                  <a:cubicBezTo>
                    <a:pt x="14856" y="5523"/>
                    <a:pt x="14692" y="5536"/>
                    <a:pt x="14530" y="5564"/>
                  </a:cubicBezTo>
                  <a:cubicBezTo>
                    <a:pt x="13618" y="5716"/>
                    <a:pt x="12858" y="6202"/>
                    <a:pt x="12250" y="6871"/>
                  </a:cubicBezTo>
                  <a:cubicBezTo>
                    <a:pt x="12311" y="5472"/>
                    <a:pt x="12615" y="4074"/>
                    <a:pt x="12372" y="2706"/>
                  </a:cubicBezTo>
                  <a:cubicBezTo>
                    <a:pt x="12101" y="1354"/>
                    <a:pt x="11057" y="1"/>
                    <a:pt x="968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9" name="Google Shape;2659;p25"/>
            <p:cNvSpPr/>
            <p:nvPr/>
          </p:nvSpPr>
          <p:spPr>
            <a:xfrm>
              <a:off x="635228" y="4360980"/>
              <a:ext cx="324817" cy="282356"/>
            </a:xfrm>
            <a:custGeom>
              <a:rect b="b" l="l" r="r" t="t"/>
              <a:pathLst>
                <a:path extrusionOk="0" h="3530" w="4063">
                  <a:moveTo>
                    <a:pt x="1850" y="0"/>
                  </a:moveTo>
                  <a:cubicBezTo>
                    <a:pt x="1502" y="0"/>
                    <a:pt x="1195" y="373"/>
                    <a:pt x="1570" y="944"/>
                  </a:cubicBezTo>
                  <a:cubicBezTo>
                    <a:pt x="1296" y="663"/>
                    <a:pt x="1033" y="551"/>
                    <a:pt x="819" y="551"/>
                  </a:cubicBezTo>
                  <a:cubicBezTo>
                    <a:pt x="223" y="551"/>
                    <a:pt x="1" y="1409"/>
                    <a:pt x="962" y="1856"/>
                  </a:cubicBezTo>
                  <a:cubicBezTo>
                    <a:pt x="37" y="1881"/>
                    <a:pt x="304" y="2974"/>
                    <a:pt x="969" y="2974"/>
                  </a:cubicBezTo>
                  <a:cubicBezTo>
                    <a:pt x="1100" y="2974"/>
                    <a:pt x="1247" y="2931"/>
                    <a:pt x="1403" y="2829"/>
                  </a:cubicBezTo>
                  <a:lnTo>
                    <a:pt x="1403" y="2829"/>
                  </a:lnTo>
                  <a:cubicBezTo>
                    <a:pt x="1083" y="3075"/>
                    <a:pt x="1301" y="3529"/>
                    <a:pt x="1714" y="3529"/>
                  </a:cubicBezTo>
                  <a:cubicBezTo>
                    <a:pt x="1726" y="3529"/>
                    <a:pt x="1739" y="3529"/>
                    <a:pt x="1752" y="3528"/>
                  </a:cubicBezTo>
                  <a:cubicBezTo>
                    <a:pt x="2877" y="3315"/>
                    <a:pt x="4062" y="1491"/>
                    <a:pt x="3029" y="519"/>
                  </a:cubicBezTo>
                  <a:cubicBezTo>
                    <a:pt x="2955" y="430"/>
                    <a:pt x="2810" y="370"/>
                    <a:pt x="2680" y="370"/>
                  </a:cubicBezTo>
                  <a:cubicBezTo>
                    <a:pt x="2542" y="370"/>
                    <a:pt x="2421" y="438"/>
                    <a:pt x="2421" y="610"/>
                  </a:cubicBezTo>
                  <a:cubicBezTo>
                    <a:pt x="2358" y="184"/>
                    <a:pt x="2094" y="0"/>
                    <a:pt x="185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0" name="Google Shape;2660;p25"/>
            <p:cNvSpPr/>
            <p:nvPr/>
          </p:nvSpPr>
          <p:spPr>
            <a:xfrm>
              <a:off x="663449" y="3468479"/>
              <a:ext cx="794733" cy="858426"/>
            </a:xfrm>
            <a:custGeom>
              <a:rect b="b" l="l" r="r" t="t"/>
              <a:pathLst>
                <a:path extrusionOk="0" h="10732" w="9941">
                  <a:moveTo>
                    <a:pt x="3393" y="0"/>
                  </a:moveTo>
                  <a:cubicBezTo>
                    <a:pt x="3295" y="0"/>
                    <a:pt x="3197" y="11"/>
                    <a:pt x="3101" y="35"/>
                  </a:cubicBezTo>
                  <a:cubicBezTo>
                    <a:pt x="2341" y="217"/>
                    <a:pt x="1977" y="1129"/>
                    <a:pt x="2068" y="1889"/>
                  </a:cubicBezTo>
                  <a:cubicBezTo>
                    <a:pt x="2129" y="2649"/>
                    <a:pt x="2524" y="3379"/>
                    <a:pt x="2797" y="4078"/>
                  </a:cubicBezTo>
                  <a:cubicBezTo>
                    <a:pt x="2435" y="3871"/>
                    <a:pt x="2029" y="3730"/>
                    <a:pt x="1598" y="3730"/>
                  </a:cubicBezTo>
                  <a:cubicBezTo>
                    <a:pt x="1522" y="3730"/>
                    <a:pt x="1446" y="3734"/>
                    <a:pt x="1369" y="3743"/>
                  </a:cubicBezTo>
                  <a:cubicBezTo>
                    <a:pt x="882" y="3835"/>
                    <a:pt x="426" y="4139"/>
                    <a:pt x="244" y="4594"/>
                  </a:cubicBezTo>
                  <a:cubicBezTo>
                    <a:pt x="1" y="5081"/>
                    <a:pt x="122" y="5598"/>
                    <a:pt x="396" y="6053"/>
                  </a:cubicBezTo>
                  <a:cubicBezTo>
                    <a:pt x="670" y="6479"/>
                    <a:pt x="1065" y="6813"/>
                    <a:pt x="1490" y="7117"/>
                  </a:cubicBezTo>
                  <a:cubicBezTo>
                    <a:pt x="1414" y="7087"/>
                    <a:pt x="1331" y="7072"/>
                    <a:pt x="1247" y="7072"/>
                  </a:cubicBezTo>
                  <a:cubicBezTo>
                    <a:pt x="1163" y="7072"/>
                    <a:pt x="1080" y="7087"/>
                    <a:pt x="1004" y="7117"/>
                  </a:cubicBezTo>
                  <a:cubicBezTo>
                    <a:pt x="730" y="7239"/>
                    <a:pt x="578" y="7512"/>
                    <a:pt x="548" y="7816"/>
                  </a:cubicBezTo>
                  <a:cubicBezTo>
                    <a:pt x="518" y="8090"/>
                    <a:pt x="578" y="8394"/>
                    <a:pt x="670" y="8637"/>
                  </a:cubicBezTo>
                  <a:cubicBezTo>
                    <a:pt x="822" y="9093"/>
                    <a:pt x="1034" y="9519"/>
                    <a:pt x="1338" y="9701"/>
                  </a:cubicBezTo>
                  <a:cubicBezTo>
                    <a:pt x="1885" y="10248"/>
                    <a:pt x="2493" y="10582"/>
                    <a:pt x="3253" y="10674"/>
                  </a:cubicBezTo>
                  <a:cubicBezTo>
                    <a:pt x="3573" y="10712"/>
                    <a:pt x="3897" y="10731"/>
                    <a:pt x="4223" y="10731"/>
                  </a:cubicBezTo>
                  <a:cubicBezTo>
                    <a:pt x="5969" y="10731"/>
                    <a:pt x="7747" y="10171"/>
                    <a:pt x="9028" y="8941"/>
                  </a:cubicBezTo>
                  <a:cubicBezTo>
                    <a:pt x="9272" y="8728"/>
                    <a:pt x="9545" y="8424"/>
                    <a:pt x="9697" y="8060"/>
                  </a:cubicBezTo>
                  <a:cubicBezTo>
                    <a:pt x="9879" y="7695"/>
                    <a:pt x="9940" y="7148"/>
                    <a:pt x="9636" y="6813"/>
                  </a:cubicBezTo>
                  <a:cubicBezTo>
                    <a:pt x="9478" y="6690"/>
                    <a:pt x="9268" y="6607"/>
                    <a:pt x="9066" y="6607"/>
                  </a:cubicBezTo>
                  <a:cubicBezTo>
                    <a:pt x="8920" y="6607"/>
                    <a:pt x="8778" y="6650"/>
                    <a:pt x="8664" y="6753"/>
                  </a:cubicBezTo>
                  <a:cubicBezTo>
                    <a:pt x="9120" y="5841"/>
                    <a:pt x="9636" y="4929"/>
                    <a:pt x="9636" y="3926"/>
                  </a:cubicBezTo>
                  <a:cubicBezTo>
                    <a:pt x="9636" y="3348"/>
                    <a:pt x="9484" y="2740"/>
                    <a:pt x="9180" y="2224"/>
                  </a:cubicBezTo>
                  <a:cubicBezTo>
                    <a:pt x="8931" y="1807"/>
                    <a:pt x="8504" y="1391"/>
                    <a:pt x="7992" y="1391"/>
                  </a:cubicBezTo>
                  <a:cubicBezTo>
                    <a:pt x="7943" y="1391"/>
                    <a:pt x="7893" y="1395"/>
                    <a:pt x="7843" y="1403"/>
                  </a:cubicBezTo>
                  <a:cubicBezTo>
                    <a:pt x="7509" y="1464"/>
                    <a:pt x="7205" y="1707"/>
                    <a:pt x="6992" y="1950"/>
                  </a:cubicBezTo>
                  <a:cubicBezTo>
                    <a:pt x="6809" y="2254"/>
                    <a:pt x="6688" y="2558"/>
                    <a:pt x="6597" y="2923"/>
                  </a:cubicBezTo>
                  <a:cubicBezTo>
                    <a:pt x="6202" y="1889"/>
                    <a:pt x="5472" y="1008"/>
                    <a:pt x="4560" y="400"/>
                  </a:cubicBezTo>
                  <a:cubicBezTo>
                    <a:pt x="4194" y="180"/>
                    <a:pt x="3790" y="0"/>
                    <a:pt x="339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1" name="Google Shape;2661;p25"/>
            <p:cNvSpPr/>
            <p:nvPr/>
          </p:nvSpPr>
          <p:spPr>
            <a:xfrm>
              <a:off x="354861" y="3840821"/>
              <a:ext cx="72990" cy="104624"/>
            </a:xfrm>
            <a:custGeom>
              <a:rect b="b" l="l" r="r" t="t"/>
              <a:pathLst>
                <a:path extrusionOk="0" h="1308" w="913">
                  <a:moveTo>
                    <a:pt x="92" y="0"/>
                  </a:moveTo>
                  <a:cubicBezTo>
                    <a:pt x="92" y="0"/>
                    <a:pt x="1" y="456"/>
                    <a:pt x="183" y="791"/>
                  </a:cubicBezTo>
                  <a:cubicBezTo>
                    <a:pt x="365" y="1125"/>
                    <a:pt x="791" y="1307"/>
                    <a:pt x="791" y="1307"/>
                  </a:cubicBezTo>
                  <a:cubicBezTo>
                    <a:pt x="791" y="1307"/>
                    <a:pt x="912" y="851"/>
                    <a:pt x="700" y="487"/>
                  </a:cubicBezTo>
                  <a:cubicBezTo>
                    <a:pt x="487" y="152"/>
                    <a:pt x="92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2" name="Google Shape;2662;p25"/>
            <p:cNvSpPr/>
            <p:nvPr/>
          </p:nvSpPr>
          <p:spPr>
            <a:xfrm>
              <a:off x="243098" y="3940326"/>
              <a:ext cx="158051" cy="70869"/>
            </a:xfrm>
            <a:custGeom>
              <a:rect b="b" l="l" r="r" t="t"/>
              <a:pathLst>
                <a:path extrusionOk="0" h="886" w="1977">
                  <a:moveTo>
                    <a:pt x="996" y="1"/>
                  </a:moveTo>
                  <a:cubicBezTo>
                    <a:pt x="978" y="1"/>
                    <a:pt x="960" y="1"/>
                    <a:pt x="943" y="2"/>
                  </a:cubicBezTo>
                  <a:cubicBezTo>
                    <a:pt x="396" y="2"/>
                    <a:pt x="0" y="519"/>
                    <a:pt x="0" y="519"/>
                  </a:cubicBezTo>
                  <a:cubicBezTo>
                    <a:pt x="0" y="519"/>
                    <a:pt x="451" y="886"/>
                    <a:pt x="946" y="886"/>
                  </a:cubicBezTo>
                  <a:cubicBezTo>
                    <a:pt x="965" y="886"/>
                    <a:pt x="984" y="885"/>
                    <a:pt x="1003" y="884"/>
                  </a:cubicBezTo>
                  <a:cubicBezTo>
                    <a:pt x="1551" y="854"/>
                    <a:pt x="1976" y="398"/>
                    <a:pt x="1976" y="398"/>
                  </a:cubicBezTo>
                  <a:cubicBezTo>
                    <a:pt x="1976" y="398"/>
                    <a:pt x="1494" y="1"/>
                    <a:pt x="99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3" name="Google Shape;2663;p25"/>
            <p:cNvSpPr/>
            <p:nvPr/>
          </p:nvSpPr>
          <p:spPr>
            <a:xfrm>
              <a:off x="1256401" y="4479441"/>
              <a:ext cx="58360" cy="29755"/>
            </a:xfrm>
            <a:custGeom>
              <a:rect b="b" l="l" r="r" t="t"/>
              <a:pathLst>
                <a:path extrusionOk="0" h="372" w="730">
                  <a:moveTo>
                    <a:pt x="235" y="0"/>
                  </a:moveTo>
                  <a:cubicBezTo>
                    <a:pt x="108" y="0"/>
                    <a:pt x="0" y="41"/>
                    <a:pt x="0" y="41"/>
                  </a:cubicBezTo>
                  <a:cubicBezTo>
                    <a:pt x="0" y="41"/>
                    <a:pt x="122" y="253"/>
                    <a:pt x="304" y="345"/>
                  </a:cubicBezTo>
                  <a:cubicBezTo>
                    <a:pt x="365" y="365"/>
                    <a:pt x="433" y="372"/>
                    <a:pt x="496" y="372"/>
                  </a:cubicBezTo>
                  <a:cubicBezTo>
                    <a:pt x="622" y="372"/>
                    <a:pt x="730" y="345"/>
                    <a:pt x="730" y="345"/>
                  </a:cubicBezTo>
                  <a:cubicBezTo>
                    <a:pt x="730" y="345"/>
                    <a:pt x="608" y="101"/>
                    <a:pt x="426" y="41"/>
                  </a:cubicBezTo>
                  <a:cubicBezTo>
                    <a:pt x="365" y="10"/>
                    <a:pt x="298" y="0"/>
                    <a:pt x="23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4" name="Google Shape;2664;p25"/>
            <p:cNvSpPr/>
            <p:nvPr/>
          </p:nvSpPr>
          <p:spPr>
            <a:xfrm>
              <a:off x="1256401" y="4409692"/>
              <a:ext cx="60838" cy="58471"/>
            </a:xfrm>
            <a:custGeom>
              <a:rect b="b" l="l" r="r" t="t"/>
              <a:pathLst>
                <a:path extrusionOk="0" h="731" w="761">
                  <a:moveTo>
                    <a:pt x="760" y="1"/>
                  </a:moveTo>
                  <a:cubicBezTo>
                    <a:pt x="760" y="1"/>
                    <a:pt x="456" y="1"/>
                    <a:pt x="213" y="183"/>
                  </a:cubicBezTo>
                  <a:cubicBezTo>
                    <a:pt x="31" y="366"/>
                    <a:pt x="0" y="730"/>
                    <a:pt x="0" y="730"/>
                  </a:cubicBezTo>
                  <a:cubicBezTo>
                    <a:pt x="0" y="730"/>
                    <a:pt x="304" y="730"/>
                    <a:pt x="547" y="518"/>
                  </a:cubicBezTo>
                  <a:cubicBezTo>
                    <a:pt x="760" y="335"/>
                    <a:pt x="760" y="1"/>
                    <a:pt x="76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5" name="Google Shape;2665;p25"/>
            <p:cNvSpPr/>
            <p:nvPr/>
          </p:nvSpPr>
          <p:spPr>
            <a:xfrm>
              <a:off x="1217548" y="3476078"/>
              <a:ext cx="82663" cy="82787"/>
            </a:xfrm>
            <a:custGeom>
              <a:rect b="b" l="l" r="r" t="t"/>
              <a:pathLst>
                <a:path extrusionOk="0" h="1035" w="1034">
                  <a:moveTo>
                    <a:pt x="973" y="1"/>
                  </a:moveTo>
                  <a:lnTo>
                    <a:pt x="973" y="1"/>
                  </a:lnTo>
                  <a:cubicBezTo>
                    <a:pt x="973" y="1"/>
                    <a:pt x="517" y="1"/>
                    <a:pt x="274" y="305"/>
                  </a:cubicBezTo>
                  <a:cubicBezTo>
                    <a:pt x="0" y="578"/>
                    <a:pt x="0" y="1034"/>
                    <a:pt x="0" y="1034"/>
                  </a:cubicBezTo>
                  <a:cubicBezTo>
                    <a:pt x="0" y="1034"/>
                    <a:pt x="456" y="1034"/>
                    <a:pt x="730" y="730"/>
                  </a:cubicBezTo>
                  <a:cubicBezTo>
                    <a:pt x="1033" y="426"/>
                    <a:pt x="973" y="1"/>
                    <a:pt x="97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6" name="Google Shape;2666;p25"/>
            <p:cNvSpPr/>
            <p:nvPr/>
          </p:nvSpPr>
          <p:spPr>
            <a:xfrm>
              <a:off x="695027" y="3711641"/>
              <a:ext cx="72990" cy="37114"/>
            </a:xfrm>
            <a:custGeom>
              <a:rect b="b" l="l" r="r" t="t"/>
              <a:pathLst>
                <a:path extrusionOk="0" h="464" w="913">
                  <a:moveTo>
                    <a:pt x="318" y="1"/>
                  </a:moveTo>
                  <a:cubicBezTo>
                    <a:pt x="146" y="1"/>
                    <a:pt x="1" y="65"/>
                    <a:pt x="1" y="65"/>
                  </a:cubicBezTo>
                  <a:cubicBezTo>
                    <a:pt x="1" y="65"/>
                    <a:pt x="123" y="308"/>
                    <a:pt x="366" y="430"/>
                  </a:cubicBezTo>
                  <a:cubicBezTo>
                    <a:pt x="432" y="455"/>
                    <a:pt x="503" y="464"/>
                    <a:pt x="571" y="464"/>
                  </a:cubicBezTo>
                  <a:cubicBezTo>
                    <a:pt x="752" y="464"/>
                    <a:pt x="913" y="399"/>
                    <a:pt x="913" y="399"/>
                  </a:cubicBezTo>
                  <a:cubicBezTo>
                    <a:pt x="913" y="399"/>
                    <a:pt x="791" y="126"/>
                    <a:pt x="518" y="35"/>
                  </a:cubicBezTo>
                  <a:cubicBezTo>
                    <a:pt x="451" y="10"/>
                    <a:pt x="383" y="1"/>
                    <a:pt x="3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7" name="Google Shape;2667;p25"/>
            <p:cNvSpPr/>
            <p:nvPr/>
          </p:nvSpPr>
          <p:spPr>
            <a:xfrm>
              <a:off x="1113060" y="3398330"/>
              <a:ext cx="94815" cy="148377"/>
            </a:xfrm>
            <a:custGeom>
              <a:rect b="b" l="l" r="r" t="t"/>
              <a:pathLst>
                <a:path extrusionOk="0" h="1855" w="1186">
                  <a:moveTo>
                    <a:pt x="243" y="0"/>
                  </a:moveTo>
                  <a:cubicBezTo>
                    <a:pt x="243" y="0"/>
                    <a:pt x="0" y="517"/>
                    <a:pt x="213" y="1064"/>
                  </a:cubicBezTo>
                  <a:cubicBezTo>
                    <a:pt x="395" y="1581"/>
                    <a:pt x="973" y="1854"/>
                    <a:pt x="973" y="1854"/>
                  </a:cubicBezTo>
                  <a:cubicBezTo>
                    <a:pt x="973" y="1854"/>
                    <a:pt x="1185" y="1307"/>
                    <a:pt x="1003" y="791"/>
                  </a:cubicBezTo>
                  <a:cubicBezTo>
                    <a:pt x="821" y="304"/>
                    <a:pt x="243" y="0"/>
                    <a:pt x="24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8" name="Google Shape;2668;p25"/>
            <p:cNvSpPr/>
            <p:nvPr/>
          </p:nvSpPr>
          <p:spPr>
            <a:xfrm>
              <a:off x="758264" y="4468083"/>
              <a:ext cx="136146" cy="124061"/>
            </a:xfrm>
            <a:custGeom>
              <a:rect b="b" l="l" r="r" t="t"/>
              <a:pathLst>
                <a:path extrusionOk="0" h="1551" w="1703">
                  <a:moveTo>
                    <a:pt x="1277" y="0"/>
                  </a:moveTo>
                  <a:cubicBezTo>
                    <a:pt x="1094" y="0"/>
                    <a:pt x="1064" y="213"/>
                    <a:pt x="912" y="213"/>
                  </a:cubicBezTo>
                  <a:cubicBezTo>
                    <a:pt x="882" y="213"/>
                    <a:pt x="851" y="213"/>
                    <a:pt x="791" y="183"/>
                  </a:cubicBezTo>
                  <a:cubicBezTo>
                    <a:pt x="760" y="152"/>
                    <a:pt x="730" y="61"/>
                    <a:pt x="639" y="61"/>
                  </a:cubicBezTo>
                  <a:cubicBezTo>
                    <a:pt x="578" y="61"/>
                    <a:pt x="487" y="152"/>
                    <a:pt x="456" y="213"/>
                  </a:cubicBezTo>
                  <a:cubicBezTo>
                    <a:pt x="426" y="304"/>
                    <a:pt x="456" y="395"/>
                    <a:pt x="456" y="487"/>
                  </a:cubicBezTo>
                  <a:cubicBezTo>
                    <a:pt x="456" y="608"/>
                    <a:pt x="456" y="669"/>
                    <a:pt x="426" y="760"/>
                  </a:cubicBezTo>
                  <a:cubicBezTo>
                    <a:pt x="304" y="882"/>
                    <a:pt x="122" y="851"/>
                    <a:pt x="31" y="1003"/>
                  </a:cubicBezTo>
                  <a:cubicBezTo>
                    <a:pt x="0" y="1125"/>
                    <a:pt x="31" y="1277"/>
                    <a:pt x="122" y="1368"/>
                  </a:cubicBezTo>
                  <a:cubicBezTo>
                    <a:pt x="243" y="1459"/>
                    <a:pt x="335" y="1550"/>
                    <a:pt x="487" y="1550"/>
                  </a:cubicBezTo>
                  <a:lnTo>
                    <a:pt x="791" y="1550"/>
                  </a:lnTo>
                  <a:cubicBezTo>
                    <a:pt x="1064" y="1520"/>
                    <a:pt x="1307" y="1429"/>
                    <a:pt x="1490" y="1155"/>
                  </a:cubicBezTo>
                  <a:cubicBezTo>
                    <a:pt x="1672" y="943"/>
                    <a:pt x="1702" y="639"/>
                    <a:pt x="1642" y="365"/>
                  </a:cubicBezTo>
                  <a:cubicBezTo>
                    <a:pt x="1550" y="213"/>
                    <a:pt x="1490" y="31"/>
                    <a:pt x="127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69" name="Google Shape;2669;p25"/>
          <p:cNvSpPr/>
          <p:nvPr/>
        </p:nvSpPr>
        <p:spPr>
          <a:xfrm>
            <a:off x="0" y="5107500"/>
            <a:ext cx="9144000" cy="36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670" name="Google Shape;2670;p25"/>
          <p:cNvGrpSpPr/>
          <p:nvPr/>
        </p:nvGrpSpPr>
        <p:grpSpPr>
          <a:xfrm>
            <a:off x="0" y="4752988"/>
            <a:ext cx="9144000" cy="354505"/>
            <a:chOff x="0" y="4689888"/>
            <a:chExt cx="9144000" cy="354505"/>
          </a:xfrm>
        </p:grpSpPr>
        <p:grpSp>
          <p:nvGrpSpPr>
            <p:cNvPr id="2671" name="Google Shape;2671;p25"/>
            <p:cNvGrpSpPr/>
            <p:nvPr/>
          </p:nvGrpSpPr>
          <p:grpSpPr>
            <a:xfrm>
              <a:off x="0" y="4793425"/>
              <a:ext cx="9144000" cy="194975"/>
              <a:chOff x="0" y="4789550"/>
              <a:chExt cx="9144000" cy="194975"/>
            </a:xfrm>
          </p:grpSpPr>
          <p:sp>
            <p:nvSpPr>
              <p:cNvPr id="2672" name="Google Shape;2672;p25"/>
              <p:cNvSpPr/>
              <p:nvPr/>
            </p:nvSpPr>
            <p:spPr>
              <a:xfrm>
                <a:off x="0" y="4789550"/>
                <a:ext cx="9144000" cy="360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3" name="Google Shape;2673;p25"/>
              <p:cNvSpPr/>
              <p:nvPr/>
            </p:nvSpPr>
            <p:spPr>
              <a:xfrm>
                <a:off x="0" y="4948525"/>
                <a:ext cx="9144000" cy="360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74" name="Google Shape;2674;p25"/>
            <p:cNvGrpSpPr/>
            <p:nvPr/>
          </p:nvGrpSpPr>
          <p:grpSpPr>
            <a:xfrm>
              <a:off x="28483" y="4689888"/>
              <a:ext cx="9087034" cy="354505"/>
              <a:chOff x="28483" y="4689888"/>
              <a:chExt cx="9087034" cy="354505"/>
            </a:xfrm>
          </p:grpSpPr>
          <p:sp>
            <p:nvSpPr>
              <p:cNvPr id="2675" name="Google Shape;2675;p25"/>
              <p:cNvSpPr/>
              <p:nvPr/>
            </p:nvSpPr>
            <p:spPr>
              <a:xfrm>
                <a:off x="64010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6" y="1"/>
                      <a:pt x="533" y="8"/>
                      <a:pt x="518" y="24"/>
                    </a:cubicBezTo>
                    <a:lnTo>
                      <a:pt x="62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34" y="4431"/>
                      <a:pt x="1065" y="4401"/>
                      <a:pt x="1156" y="4370"/>
                    </a:cubicBezTo>
                    <a:lnTo>
                      <a:pt x="1156" y="601"/>
                    </a:lnTo>
                    <a:lnTo>
                      <a:pt x="1126" y="571"/>
                    </a:lnTo>
                    <a:lnTo>
                      <a:pt x="670" y="24"/>
                    </a:lnTo>
                    <a:cubicBezTo>
                      <a:pt x="639" y="8"/>
                      <a:pt x="609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6" name="Google Shape;2676;p25"/>
              <p:cNvSpPr/>
              <p:nvPr/>
            </p:nvSpPr>
            <p:spPr>
              <a:xfrm>
                <a:off x="79301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3" y="8"/>
                      <a:pt x="517" y="24"/>
                    </a:cubicBezTo>
                    <a:lnTo>
                      <a:pt x="6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34" y="4431"/>
                      <a:pt x="1064" y="4401"/>
                      <a:pt x="1156" y="4370"/>
                    </a:cubicBezTo>
                    <a:lnTo>
                      <a:pt x="1156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9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7" name="Google Shape;2677;p25"/>
              <p:cNvSpPr/>
              <p:nvPr/>
            </p:nvSpPr>
            <p:spPr>
              <a:xfrm>
                <a:off x="94592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2" y="4431"/>
                      <a:pt x="122" y="4431"/>
                    </a:cubicBezTo>
                    <a:lnTo>
                      <a:pt x="1003" y="4431"/>
                    </a:lnTo>
                    <a:cubicBezTo>
                      <a:pt x="103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8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8" name="Google Shape;2678;p25"/>
              <p:cNvSpPr/>
              <p:nvPr/>
            </p:nvSpPr>
            <p:spPr>
              <a:xfrm>
                <a:off x="109882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1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1" y="4431"/>
                      <a:pt x="122" y="4431"/>
                    </a:cubicBezTo>
                    <a:lnTo>
                      <a:pt x="1003" y="4431"/>
                    </a:lnTo>
                    <a:cubicBezTo>
                      <a:pt x="106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8" y="8"/>
                      <a:pt x="608" y="1"/>
                      <a:pt x="58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9" name="Google Shape;2679;p25"/>
              <p:cNvSpPr/>
              <p:nvPr/>
            </p:nvSpPr>
            <p:spPr>
              <a:xfrm>
                <a:off x="1251735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04" y="4431"/>
                      <a:pt x="103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80" name="Google Shape;2680;p25"/>
              <p:cNvSpPr/>
              <p:nvPr/>
            </p:nvSpPr>
            <p:spPr>
              <a:xfrm>
                <a:off x="1402243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81" name="Google Shape;2681;p25"/>
              <p:cNvSpPr/>
              <p:nvPr/>
            </p:nvSpPr>
            <p:spPr>
              <a:xfrm>
                <a:off x="1552751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64" y="4431"/>
                      <a:pt x="109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82" name="Google Shape;2682;p25"/>
              <p:cNvSpPr/>
              <p:nvPr/>
            </p:nvSpPr>
            <p:spPr>
              <a:xfrm>
                <a:off x="751362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83" name="Google Shape;2683;p25"/>
              <p:cNvSpPr/>
              <p:nvPr/>
            </p:nvSpPr>
            <p:spPr>
              <a:xfrm>
                <a:off x="7666529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3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84" name="Google Shape;2684;p25"/>
              <p:cNvSpPr/>
              <p:nvPr/>
            </p:nvSpPr>
            <p:spPr>
              <a:xfrm>
                <a:off x="7816957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85" name="Google Shape;2685;p25"/>
              <p:cNvSpPr/>
              <p:nvPr/>
            </p:nvSpPr>
            <p:spPr>
              <a:xfrm>
                <a:off x="796738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2" y="4431"/>
                      <a:pt x="122" y="4431"/>
                    </a:cubicBezTo>
                    <a:lnTo>
                      <a:pt x="1003" y="4431"/>
                    </a:lnTo>
                    <a:cubicBezTo>
                      <a:pt x="103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8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86" name="Google Shape;2686;p25"/>
              <p:cNvSpPr/>
              <p:nvPr/>
            </p:nvSpPr>
            <p:spPr>
              <a:xfrm>
                <a:off x="812029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93" y="1"/>
                    </a:moveTo>
                    <a:cubicBezTo>
                      <a:pt x="562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1" y="4431"/>
                      <a:pt x="122" y="4431"/>
                    </a:cubicBezTo>
                    <a:lnTo>
                      <a:pt x="1003" y="4431"/>
                    </a:lnTo>
                    <a:cubicBezTo>
                      <a:pt x="106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54" y="8"/>
                      <a:pt x="623" y="1"/>
                      <a:pt x="59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87" name="Google Shape;2687;p25"/>
              <p:cNvSpPr/>
              <p:nvPr/>
            </p:nvSpPr>
            <p:spPr>
              <a:xfrm>
                <a:off x="8273198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1" y="4431"/>
                      <a:pt x="122" y="4431"/>
                    </a:cubicBezTo>
                    <a:lnTo>
                      <a:pt x="973" y="4431"/>
                    </a:lnTo>
                    <a:cubicBezTo>
                      <a:pt x="1034" y="4431"/>
                      <a:pt x="1065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88" name="Google Shape;2688;p25"/>
              <p:cNvSpPr/>
              <p:nvPr/>
            </p:nvSpPr>
            <p:spPr>
              <a:xfrm>
                <a:off x="8423706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34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89" name="Google Shape;2689;p25"/>
              <p:cNvSpPr/>
              <p:nvPr/>
            </p:nvSpPr>
            <p:spPr>
              <a:xfrm>
                <a:off x="8574214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64" y="4431"/>
                      <a:pt x="109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90" name="Google Shape;2690;p25"/>
              <p:cNvSpPr/>
              <p:nvPr/>
            </p:nvSpPr>
            <p:spPr>
              <a:xfrm>
                <a:off x="8724643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2" y="4431"/>
                      <a:pt x="122" y="4431"/>
                    </a:cubicBezTo>
                    <a:lnTo>
                      <a:pt x="974" y="4431"/>
                    </a:lnTo>
                    <a:cubicBezTo>
                      <a:pt x="1065" y="4431"/>
                      <a:pt x="1095" y="4401"/>
                      <a:pt x="1126" y="4370"/>
                    </a:cubicBezTo>
                    <a:lnTo>
                      <a:pt x="112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4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91" name="Google Shape;2691;p25"/>
              <p:cNvSpPr/>
              <p:nvPr/>
            </p:nvSpPr>
            <p:spPr>
              <a:xfrm>
                <a:off x="8875151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74" y="1"/>
                    </a:moveTo>
                    <a:cubicBezTo>
                      <a:pt x="547" y="1"/>
                      <a:pt x="517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122" y="4431"/>
                    </a:cubicBezTo>
                    <a:lnTo>
                      <a:pt x="1003" y="4431"/>
                    </a:lnTo>
                    <a:cubicBezTo>
                      <a:pt x="103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600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92" name="Google Shape;2692;p25"/>
              <p:cNvSpPr/>
              <p:nvPr/>
            </p:nvSpPr>
            <p:spPr>
              <a:xfrm>
                <a:off x="736071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93" name="Google Shape;2693;p25"/>
              <p:cNvSpPr/>
              <p:nvPr/>
            </p:nvSpPr>
            <p:spPr>
              <a:xfrm>
                <a:off x="720781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94" name="Google Shape;2694;p25"/>
              <p:cNvSpPr/>
              <p:nvPr/>
            </p:nvSpPr>
            <p:spPr>
              <a:xfrm>
                <a:off x="705490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95" name="Google Shape;2695;p25"/>
              <p:cNvSpPr/>
              <p:nvPr/>
            </p:nvSpPr>
            <p:spPr>
              <a:xfrm>
                <a:off x="690199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96" name="Google Shape;2696;p25"/>
              <p:cNvSpPr/>
              <p:nvPr/>
            </p:nvSpPr>
            <p:spPr>
              <a:xfrm>
                <a:off x="674909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97" name="Google Shape;2697;p25"/>
              <p:cNvSpPr/>
              <p:nvPr/>
            </p:nvSpPr>
            <p:spPr>
              <a:xfrm>
                <a:off x="659618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98" name="Google Shape;2698;p25"/>
              <p:cNvSpPr/>
              <p:nvPr/>
            </p:nvSpPr>
            <p:spPr>
              <a:xfrm>
                <a:off x="644327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99" name="Google Shape;2699;p25"/>
              <p:cNvSpPr/>
              <p:nvPr/>
            </p:nvSpPr>
            <p:spPr>
              <a:xfrm>
                <a:off x="629037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00" name="Google Shape;2700;p25"/>
              <p:cNvSpPr/>
              <p:nvPr/>
            </p:nvSpPr>
            <p:spPr>
              <a:xfrm>
                <a:off x="613746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01" name="Google Shape;2701;p25"/>
              <p:cNvSpPr/>
              <p:nvPr/>
            </p:nvSpPr>
            <p:spPr>
              <a:xfrm>
                <a:off x="598455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02" name="Google Shape;2702;p25"/>
              <p:cNvSpPr/>
              <p:nvPr/>
            </p:nvSpPr>
            <p:spPr>
              <a:xfrm>
                <a:off x="583165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03" name="Google Shape;2703;p25"/>
              <p:cNvSpPr/>
              <p:nvPr/>
            </p:nvSpPr>
            <p:spPr>
              <a:xfrm>
                <a:off x="567874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04" name="Google Shape;2704;p25"/>
              <p:cNvSpPr/>
              <p:nvPr/>
            </p:nvSpPr>
            <p:spPr>
              <a:xfrm>
                <a:off x="552583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05" name="Google Shape;2705;p25"/>
              <p:cNvSpPr/>
              <p:nvPr/>
            </p:nvSpPr>
            <p:spPr>
              <a:xfrm>
                <a:off x="537293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06" name="Google Shape;2706;p25"/>
              <p:cNvSpPr/>
              <p:nvPr/>
            </p:nvSpPr>
            <p:spPr>
              <a:xfrm>
                <a:off x="522002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07" name="Google Shape;2707;p25"/>
              <p:cNvSpPr/>
              <p:nvPr/>
            </p:nvSpPr>
            <p:spPr>
              <a:xfrm>
                <a:off x="506712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08" name="Google Shape;2708;p25"/>
              <p:cNvSpPr/>
              <p:nvPr/>
            </p:nvSpPr>
            <p:spPr>
              <a:xfrm>
                <a:off x="491421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09" name="Google Shape;2709;p25"/>
              <p:cNvSpPr/>
              <p:nvPr/>
            </p:nvSpPr>
            <p:spPr>
              <a:xfrm>
                <a:off x="476130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10" name="Google Shape;2710;p25"/>
              <p:cNvSpPr/>
              <p:nvPr/>
            </p:nvSpPr>
            <p:spPr>
              <a:xfrm>
                <a:off x="460840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11" name="Google Shape;2711;p25"/>
              <p:cNvSpPr/>
              <p:nvPr/>
            </p:nvSpPr>
            <p:spPr>
              <a:xfrm>
                <a:off x="445549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12" name="Google Shape;2712;p25"/>
              <p:cNvSpPr/>
              <p:nvPr/>
            </p:nvSpPr>
            <p:spPr>
              <a:xfrm>
                <a:off x="430258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13" name="Google Shape;2713;p25"/>
              <p:cNvSpPr/>
              <p:nvPr/>
            </p:nvSpPr>
            <p:spPr>
              <a:xfrm>
                <a:off x="414968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14" name="Google Shape;2714;p25"/>
              <p:cNvSpPr/>
              <p:nvPr/>
            </p:nvSpPr>
            <p:spPr>
              <a:xfrm>
                <a:off x="399677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15" name="Google Shape;2715;p25"/>
              <p:cNvSpPr/>
              <p:nvPr/>
            </p:nvSpPr>
            <p:spPr>
              <a:xfrm>
                <a:off x="384386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16" name="Google Shape;2716;p25"/>
              <p:cNvSpPr/>
              <p:nvPr/>
            </p:nvSpPr>
            <p:spPr>
              <a:xfrm>
                <a:off x="369096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17" name="Google Shape;2717;p25"/>
              <p:cNvSpPr/>
              <p:nvPr/>
            </p:nvSpPr>
            <p:spPr>
              <a:xfrm>
                <a:off x="353805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18" name="Google Shape;2718;p25"/>
              <p:cNvSpPr/>
              <p:nvPr/>
            </p:nvSpPr>
            <p:spPr>
              <a:xfrm>
                <a:off x="338514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19" name="Google Shape;2719;p25"/>
              <p:cNvSpPr/>
              <p:nvPr/>
            </p:nvSpPr>
            <p:spPr>
              <a:xfrm>
                <a:off x="323224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20" name="Google Shape;2720;p25"/>
              <p:cNvSpPr/>
              <p:nvPr/>
            </p:nvSpPr>
            <p:spPr>
              <a:xfrm>
                <a:off x="307933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21" name="Google Shape;2721;p25"/>
              <p:cNvSpPr/>
              <p:nvPr/>
            </p:nvSpPr>
            <p:spPr>
              <a:xfrm>
                <a:off x="292643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22" name="Google Shape;2722;p25"/>
              <p:cNvSpPr/>
              <p:nvPr/>
            </p:nvSpPr>
            <p:spPr>
              <a:xfrm>
                <a:off x="277352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23" name="Google Shape;2723;p25"/>
              <p:cNvSpPr/>
              <p:nvPr/>
            </p:nvSpPr>
            <p:spPr>
              <a:xfrm>
                <a:off x="262061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24" name="Google Shape;2724;p25"/>
              <p:cNvSpPr/>
              <p:nvPr/>
            </p:nvSpPr>
            <p:spPr>
              <a:xfrm>
                <a:off x="246771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25" name="Google Shape;2725;p25"/>
              <p:cNvSpPr/>
              <p:nvPr/>
            </p:nvSpPr>
            <p:spPr>
              <a:xfrm>
                <a:off x="231480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26" name="Google Shape;2726;p25"/>
              <p:cNvSpPr/>
              <p:nvPr/>
            </p:nvSpPr>
            <p:spPr>
              <a:xfrm>
                <a:off x="216189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27" name="Google Shape;2727;p25"/>
              <p:cNvSpPr/>
              <p:nvPr/>
            </p:nvSpPr>
            <p:spPr>
              <a:xfrm>
                <a:off x="200899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28" name="Google Shape;2728;p25"/>
              <p:cNvSpPr/>
              <p:nvPr/>
            </p:nvSpPr>
            <p:spPr>
              <a:xfrm>
                <a:off x="185608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29" name="Google Shape;2729;p25"/>
              <p:cNvSpPr/>
              <p:nvPr/>
            </p:nvSpPr>
            <p:spPr>
              <a:xfrm>
                <a:off x="170317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0" name="Google Shape;2730;p25"/>
              <p:cNvSpPr/>
              <p:nvPr/>
            </p:nvSpPr>
            <p:spPr>
              <a:xfrm>
                <a:off x="48720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1" name="Google Shape;2731;p25"/>
              <p:cNvSpPr/>
              <p:nvPr/>
            </p:nvSpPr>
            <p:spPr>
              <a:xfrm>
                <a:off x="33429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2" name="Google Shape;2732;p25"/>
              <p:cNvSpPr/>
              <p:nvPr/>
            </p:nvSpPr>
            <p:spPr>
              <a:xfrm>
                <a:off x="18139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3" name="Google Shape;2733;p25"/>
              <p:cNvSpPr/>
              <p:nvPr/>
            </p:nvSpPr>
            <p:spPr>
              <a:xfrm>
                <a:off x="2848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4" name="Google Shape;2734;p25"/>
              <p:cNvSpPr/>
              <p:nvPr/>
            </p:nvSpPr>
            <p:spPr>
              <a:xfrm>
                <a:off x="9025579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74" y="1"/>
                    </a:moveTo>
                    <a:cubicBezTo>
                      <a:pt x="547" y="1"/>
                      <a:pt x="517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122" y="4431"/>
                    </a:cubicBezTo>
                    <a:lnTo>
                      <a:pt x="1003" y="4431"/>
                    </a:lnTo>
                    <a:cubicBezTo>
                      <a:pt x="103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600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738" name="Shape 2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39" name="Google Shape;2739;p27"/>
          <p:cNvGrpSpPr/>
          <p:nvPr/>
        </p:nvGrpSpPr>
        <p:grpSpPr>
          <a:xfrm>
            <a:off x="-15975" y="-52"/>
            <a:ext cx="9175950" cy="5143406"/>
            <a:chOff x="-15975" y="-52"/>
            <a:chExt cx="9175950" cy="5143406"/>
          </a:xfrm>
        </p:grpSpPr>
        <p:sp>
          <p:nvSpPr>
            <p:cNvPr id="2740" name="Google Shape;2740;p27"/>
            <p:cNvSpPr/>
            <p:nvPr/>
          </p:nvSpPr>
          <p:spPr>
            <a:xfrm rot="5400000">
              <a:off x="4570450" y="-378255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1" name="Google Shape;2741;p27"/>
            <p:cNvSpPr/>
            <p:nvPr/>
          </p:nvSpPr>
          <p:spPr>
            <a:xfrm rot="5400000">
              <a:off x="4570450" y="-276311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2" name="Google Shape;2742;p27"/>
            <p:cNvSpPr/>
            <p:nvPr/>
          </p:nvSpPr>
          <p:spPr>
            <a:xfrm rot="5400000">
              <a:off x="4570450" y="-174368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3" name="Google Shape;2743;p27"/>
            <p:cNvSpPr/>
            <p:nvPr/>
          </p:nvSpPr>
          <p:spPr>
            <a:xfrm rot="5400000">
              <a:off x="4570450" y="-72425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4" name="Google Shape;2744;p27"/>
            <p:cNvSpPr/>
            <p:nvPr/>
          </p:nvSpPr>
          <p:spPr>
            <a:xfrm rot="5400000">
              <a:off x="4570450" y="295184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5" name="Google Shape;2745;p27"/>
            <p:cNvSpPr/>
            <p:nvPr/>
          </p:nvSpPr>
          <p:spPr>
            <a:xfrm rot="5400000">
              <a:off x="4570450" y="-429226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6" name="Google Shape;2746;p27"/>
            <p:cNvSpPr/>
            <p:nvPr/>
          </p:nvSpPr>
          <p:spPr>
            <a:xfrm rot="5400000">
              <a:off x="4570450" y="-327283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7" name="Google Shape;2747;p27"/>
            <p:cNvSpPr/>
            <p:nvPr/>
          </p:nvSpPr>
          <p:spPr>
            <a:xfrm rot="5400000">
              <a:off x="4570450" y="-225340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8" name="Google Shape;2748;p27"/>
            <p:cNvSpPr/>
            <p:nvPr/>
          </p:nvSpPr>
          <p:spPr>
            <a:xfrm rot="5400000">
              <a:off x="4570450" y="-123396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9" name="Google Shape;2749;p27"/>
            <p:cNvSpPr/>
            <p:nvPr/>
          </p:nvSpPr>
          <p:spPr>
            <a:xfrm rot="5400000">
              <a:off x="4570450" y="-21453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0" name="Google Shape;2750;p27"/>
            <p:cNvSpPr/>
            <p:nvPr/>
          </p:nvSpPr>
          <p:spPr>
            <a:xfrm>
              <a:off x="5081305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1" name="Google Shape;2751;p27"/>
            <p:cNvSpPr/>
            <p:nvPr/>
          </p:nvSpPr>
          <p:spPr>
            <a:xfrm>
              <a:off x="6100964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2" name="Google Shape;2752;p27"/>
            <p:cNvSpPr/>
            <p:nvPr/>
          </p:nvSpPr>
          <p:spPr>
            <a:xfrm>
              <a:off x="7120623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3" name="Google Shape;2753;p27"/>
            <p:cNvSpPr/>
            <p:nvPr/>
          </p:nvSpPr>
          <p:spPr>
            <a:xfrm>
              <a:off x="8140282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4" name="Google Shape;2754;p27"/>
            <p:cNvSpPr/>
            <p:nvPr/>
          </p:nvSpPr>
          <p:spPr>
            <a:xfrm>
              <a:off x="5591134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5" name="Google Shape;2755;p27"/>
            <p:cNvSpPr/>
            <p:nvPr/>
          </p:nvSpPr>
          <p:spPr>
            <a:xfrm>
              <a:off x="6610793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6" name="Google Shape;2756;p27"/>
            <p:cNvSpPr/>
            <p:nvPr/>
          </p:nvSpPr>
          <p:spPr>
            <a:xfrm>
              <a:off x="7630452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7" name="Google Shape;2757;p27"/>
            <p:cNvSpPr/>
            <p:nvPr/>
          </p:nvSpPr>
          <p:spPr>
            <a:xfrm>
              <a:off x="8650111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758" name="Google Shape;2758;p27"/>
            <p:cNvGrpSpPr/>
            <p:nvPr/>
          </p:nvGrpSpPr>
          <p:grpSpPr>
            <a:xfrm>
              <a:off x="-15975" y="-52"/>
              <a:ext cx="4587484" cy="5143406"/>
              <a:chOff x="-9275" y="-1994782"/>
              <a:chExt cx="4587484" cy="9140583"/>
            </a:xfrm>
          </p:grpSpPr>
          <p:sp>
            <p:nvSpPr>
              <p:cNvPr id="2759" name="Google Shape;2759;p27"/>
              <p:cNvSpPr/>
              <p:nvPr/>
            </p:nvSpPr>
            <p:spPr>
              <a:xfrm>
                <a:off x="50044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60" name="Google Shape;2760;p27"/>
              <p:cNvSpPr/>
              <p:nvPr/>
            </p:nvSpPr>
            <p:spPr>
              <a:xfrm>
                <a:off x="15198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61" name="Google Shape;2761;p27"/>
              <p:cNvSpPr/>
              <p:nvPr/>
            </p:nvSpPr>
            <p:spPr>
              <a:xfrm>
                <a:off x="253930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62" name="Google Shape;2762;p27"/>
              <p:cNvSpPr/>
              <p:nvPr/>
            </p:nvSpPr>
            <p:spPr>
              <a:xfrm>
                <a:off x="355874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63" name="Google Shape;2763;p27"/>
              <p:cNvSpPr/>
              <p:nvPr/>
            </p:nvSpPr>
            <p:spPr>
              <a:xfrm>
                <a:off x="45781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64" name="Google Shape;2764;p27"/>
              <p:cNvSpPr/>
              <p:nvPr/>
            </p:nvSpPr>
            <p:spPr>
              <a:xfrm>
                <a:off x="101015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65" name="Google Shape;2765;p27"/>
              <p:cNvSpPr/>
              <p:nvPr/>
            </p:nvSpPr>
            <p:spPr>
              <a:xfrm>
                <a:off x="202959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66" name="Google Shape;2766;p27"/>
              <p:cNvSpPr/>
              <p:nvPr/>
            </p:nvSpPr>
            <p:spPr>
              <a:xfrm>
                <a:off x="304902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67" name="Google Shape;2767;p27"/>
              <p:cNvSpPr/>
              <p:nvPr/>
            </p:nvSpPr>
            <p:spPr>
              <a:xfrm>
                <a:off x="406845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68" name="Google Shape;2768;p27"/>
              <p:cNvSpPr/>
              <p:nvPr/>
            </p:nvSpPr>
            <p:spPr>
              <a:xfrm>
                <a:off x="-92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769" name="Google Shape;2769;p27"/>
            <p:cNvSpPr/>
            <p:nvPr/>
          </p:nvSpPr>
          <p:spPr>
            <a:xfrm>
              <a:off x="9159941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70" name="Google Shape;2770;p27"/>
          <p:cNvSpPr/>
          <p:nvPr/>
        </p:nvSpPr>
        <p:spPr>
          <a:xfrm>
            <a:off x="0" y="-100"/>
            <a:ext cx="9144000" cy="5143500"/>
          </a:xfrm>
          <a:prstGeom prst="rect">
            <a:avLst/>
          </a:prstGeom>
          <a:solidFill>
            <a:srgbClr val="D6E3EA">
              <a:alpha val="398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771" name="Google Shape;2771;p27"/>
          <p:cNvGrpSpPr/>
          <p:nvPr/>
        </p:nvGrpSpPr>
        <p:grpSpPr>
          <a:xfrm flipH="1">
            <a:off x="0" y="3998946"/>
            <a:ext cx="1496970" cy="1108547"/>
            <a:chOff x="7609470" y="3938246"/>
            <a:chExt cx="1496970" cy="1108547"/>
          </a:xfrm>
        </p:grpSpPr>
        <p:sp>
          <p:nvSpPr>
            <p:cNvPr id="2772" name="Google Shape;2772;p27"/>
            <p:cNvSpPr/>
            <p:nvPr/>
          </p:nvSpPr>
          <p:spPr>
            <a:xfrm flipH="1">
              <a:off x="7609470" y="3938246"/>
              <a:ext cx="1494572" cy="1108547"/>
            </a:xfrm>
            <a:custGeom>
              <a:rect b="b" l="l" r="r" t="t"/>
              <a:pathLst>
                <a:path extrusionOk="0" h="13859" w="18695">
                  <a:moveTo>
                    <a:pt x="1447" y="0"/>
                  </a:moveTo>
                  <a:cubicBezTo>
                    <a:pt x="1061" y="0"/>
                    <a:pt x="617" y="130"/>
                    <a:pt x="122" y="424"/>
                  </a:cubicBezTo>
                  <a:cubicBezTo>
                    <a:pt x="92" y="424"/>
                    <a:pt x="61" y="454"/>
                    <a:pt x="1" y="454"/>
                  </a:cubicBezTo>
                  <a:lnTo>
                    <a:pt x="1" y="13858"/>
                  </a:lnTo>
                  <a:lnTo>
                    <a:pt x="18694" y="13858"/>
                  </a:lnTo>
                  <a:cubicBezTo>
                    <a:pt x="18451" y="13038"/>
                    <a:pt x="17752" y="12339"/>
                    <a:pt x="16992" y="12035"/>
                  </a:cubicBezTo>
                  <a:cubicBezTo>
                    <a:pt x="16604" y="11877"/>
                    <a:pt x="16196" y="11814"/>
                    <a:pt x="15780" y="11814"/>
                  </a:cubicBezTo>
                  <a:cubicBezTo>
                    <a:pt x="15320" y="11814"/>
                    <a:pt x="14850" y="11891"/>
                    <a:pt x="14389" y="12002"/>
                  </a:cubicBezTo>
                  <a:lnTo>
                    <a:pt x="14389" y="12002"/>
                  </a:lnTo>
                  <a:cubicBezTo>
                    <a:pt x="14540" y="11959"/>
                    <a:pt x="14746" y="11667"/>
                    <a:pt x="14864" y="11548"/>
                  </a:cubicBezTo>
                  <a:cubicBezTo>
                    <a:pt x="15138" y="11244"/>
                    <a:pt x="15351" y="10940"/>
                    <a:pt x="15411" y="10576"/>
                  </a:cubicBezTo>
                  <a:cubicBezTo>
                    <a:pt x="15472" y="10120"/>
                    <a:pt x="15320" y="9664"/>
                    <a:pt x="15047" y="9299"/>
                  </a:cubicBezTo>
                  <a:cubicBezTo>
                    <a:pt x="14653" y="8827"/>
                    <a:pt x="14011" y="8581"/>
                    <a:pt x="13374" y="8581"/>
                  </a:cubicBezTo>
                  <a:cubicBezTo>
                    <a:pt x="13272" y="8581"/>
                    <a:pt x="13171" y="8588"/>
                    <a:pt x="13071" y="8600"/>
                  </a:cubicBezTo>
                  <a:lnTo>
                    <a:pt x="12980" y="8600"/>
                  </a:lnTo>
                  <a:cubicBezTo>
                    <a:pt x="12828" y="8630"/>
                    <a:pt x="12706" y="8630"/>
                    <a:pt x="12554" y="8691"/>
                  </a:cubicBezTo>
                  <a:cubicBezTo>
                    <a:pt x="12213" y="8835"/>
                    <a:pt x="11894" y="9021"/>
                    <a:pt x="11601" y="9243"/>
                  </a:cubicBezTo>
                  <a:lnTo>
                    <a:pt x="11601" y="9243"/>
                  </a:lnTo>
                  <a:cubicBezTo>
                    <a:pt x="11894" y="8923"/>
                    <a:pt x="12183" y="8555"/>
                    <a:pt x="12311" y="8235"/>
                  </a:cubicBezTo>
                  <a:cubicBezTo>
                    <a:pt x="13246" y="6312"/>
                    <a:pt x="11645" y="3636"/>
                    <a:pt x="9345" y="3636"/>
                  </a:cubicBezTo>
                  <a:cubicBezTo>
                    <a:pt x="9028" y="3636"/>
                    <a:pt x="8698" y="3687"/>
                    <a:pt x="8359" y="3798"/>
                  </a:cubicBezTo>
                  <a:cubicBezTo>
                    <a:pt x="7436" y="4182"/>
                    <a:pt x="6643" y="4956"/>
                    <a:pt x="6052" y="5864"/>
                  </a:cubicBezTo>
                  <a:lnTo>
                    <a:pt x="6052" y="5864"/>
                  </a:lnTo>
                  <a:cubicBezTo>
                    <a:pt x="7044" y="3936"/>
                    <a:pt x="6013" y="2566"/>
                    <a:pt x="4822" y="2566"/>
                  </a:cubicBezTo>
                  <a:cubicBezTo>
                    <a:pt x="4146" y="2566"/>
                    <a:pt x="3418" y="3008"/>
                    <a:pt x="2979" y="4041"/>
                  </a:cubicBezTo>
                  <a:cubicBezTo>
                    <a:pt x="3611" y="2050"/>
                    <a:pt x="2981" y="0"/>
                    <a:pt x="144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3" name="Google Shape;2773;p27"/>
            <p:cNvSpPr/>
            <p:nvPr/>
          </p:nvSpPr>
          <p:spPr>
            <a:xfrm flipH="1">
              <a:off x="8221849" y="4367699"/>
              <a:ext cx="884591" cy="679094"/>
            </a:xfrm>
            <a:custGeom>
              <a:rect b="b" l="l" r="r" t="t"/>
              <a:pathLst>
                <a:path extrusionOk="0" h="8490" w="11065">
                  <a:moveTo>
                    <a:pt x="486" y="1"/>
                  </a:moveTo>
                  <a:cubicBezTo>
                    <a:pt x="321" y="1"/>
                    <a:pt x="157" y="33"/>
                    <a:pt x="0" y="100"/>
                  </a:cubicBezTo>
                  <a:lnTo>
                    <a:pt x="0" y="8489"/>
                  </a:lnTo>
                  <a:lnTo>
                    <a:pt x="11064" y="8489"/>
                  </a:lnTo>
                  <a:cubicBezTo>
                    <a:pt x="10912" y="8003"/>
                    <a:pt x="10487" y="7578"/>
                    <a:pt x="10031" y="7426"/>
                  </a:cubicBezTo>
                  <a:cubicBezTo>
                    <a:pt x="9799" y="7339"/>
                    <a:pt x="9553" y="7300"/>
                    <a:pt x="9303" y="7300"/>
                  </a:cubicBezTo>
                  <a:cubicBezTo>
                    <a:pt x="9029" y="7300"/>
                    <a:pt x="8751" y="7346"/>
                    <a:pt x="8481" y="7426"/>
                  </a:cubicBezTo>
                  <a:cubicBezTo>
                    <a:pt x="8754" y="6939"/>
                    <a:pt x="8389" y="6271"/>
                    <a:pt x="7903" y="6058"/>
                  </a:cubicBezTo>
                  <a:cubicBezTo>
                    <a:pt x="7756" y="6003"/>
                    <a:pt x="7601" y="5978"/>
                    <a:pt x="7444" y="5978"/>
                  </a:cubicBezTo>
                  <a:cubicBezTo>
                    <a:pt x="7152" y="5978"/>
                    <a:pt x="6851" y="6063"/>
                    <a:pt x="6580" y="6195"/>
                  </a:cubicBezTo>
                  <a:lnTo>
                    <a:pt x="6580" y="6195"/>
                  </a:lnTo>
                  <a:cubicBezTo>
                    <a:pt x="6903" y="5981"/>
                    <a:pt x="7137" y="5620"/>
                    <a:pt x="7265" y="5237"/>
                  </a:cubicBezTo>
                  <a:cubicBezTo>
                    <a:pt x="7801" y="4084"/>
                    <a:pt x="6846" y="2504"/>
                    <a:pt x="5507" y="2504"/>
                  </a:cubicBezTo>
                  <a:cubicBezTo>
                    <a:pt x="5329" y="2504"/>
                    <a:pt x="5144" y="2532"/>
                    <a:pt x="4955" y="2593"/>
                  </a:cubicBezTo>
                  <a:cubicBezTo>
                    <a:pt x="4359" y="2836"/>
                    <a:pt x="3885" y="3321"/>
                    <a:pt x="3509" y="3896"/>
                  </a:cubicBezTo>
                  <a:lnTo>
                    <a:pt x="3509" y="3896"/>
                  </a:lnTo>
                  <a:cubicBezTo>
                    <a:pt x="4180" y="2709"/>
                    <a:pt x="3551" y="1867"/>
                    <a:pt x="2823" y="1867"/>
                  </a:cubicBezTo>
                  <a:cubicBezTo>
                    <a:pt x="2423" y="1867"/>
                    <a:pt x="1993" y="2122"/>
                    <a:pt x="1733" y="2714"/>
                  </a:cubicBezTo>
                  <a:cubicBezTo>
                    <a:pt x="2381" y="1081"/>
                    <a:pt x="1437" y="1"/>
                    <a:pt x="4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4" name="Google Shape;2774;p27"/>
            <p:cNvSpPr/>
            <p:nvPr/>
          </p:nvSpPr>
          <p:spPr>
            <a:xfrm flipH="1">
              <a:off x="8165967" y="4144614"/>
              <a:ext cx="82743" cy="75988"/>
            </a:xfrm>
            <a:custGeom>
              <a:rect b="b" l="l" r="r" t="t"/>
              <a:pathLst>
                <a:path extrusionOk="0" h="950" w="1035">
                  <a:moveTo>
                    <a:pt x="998" y="1"/>
                  </a:moveTo>
                  <a:cubicBezTo>
                    <a:pt x="894" y="1"/>
                    <a:pt x="584" y="21"/>
                    <a:pt x="335" y="245"/>
                  </a:cubicBezTo>
                  <a:cubicBezTo>
                    <a:pt x="31" y="488"/>
                    <a:pt x="1" y="944"/>
                    <a:pt x="1" y="944"/>
                  </a:cubicBezTo>
                  <a:cubicBezTo>
                    <a:pt x="1" y="944"/>
                    <a:pt x="38" y="950"/>
                    <a:pt x="99" y="950"/>
                  </a:cubicBezTo>
                  <a:cubicBezTo>
                    <a:pt x="235" y="950"/>
                    <a:pt x="490" y="921"/>
                    <a:pt x="700" y="731"/>
                  </a:cubicBezTo>
                  <a:cubicBezTo>
                    <a:pt x="1004" y="458"/>
                    <a:pt x="1034" y="2"/>
                    <a:pt x="1034" y="2"/>
                  </a:cubicBezTo>
                  <a:cubicBezTo>
                    <a:pt x="1034" y="2"/>
                    <a:pt x="1021" y="1"/>
                    <a:pt x="99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5" name="Google Shape;2775;p27"/>
            <p:cNvSpPr/>
            <p:nvPr/>
          </p:nvSpPr>
          <p:spPr>
            <a:xfrm flipH="1">
              <a:off x="8853654" y="4378097"/>
              <a:ext cx="82743" cy="116782"/>
            </a:xfrm>
            <a:custGeom>
              <a:rect b="b" l="l" r="r" t="t"/>
              <a:pathLst>
                <a:path extrusionOk="0" h="1460" w="1035">
                  <a:moveTo>
                    <a:pt x="913" y="1"/>
                  </a:moveTo>
                  <a:lnTo>
                    <a:pt x="913" y="1"/>
                  </a:lnTo>
                  <a:cubicBezTo>
                    <a:pt x="913" y="1"/>
                    <a:pt x="457" y="153"/>
                    <a:pt x="244" y="548"/>
                  </a:cubicBezTo>
                  <a:cubicBezTo>
                    <a:pt x="1" y="913"/>
                    <a:pt x="123" y="1460"/>
                    <a:pt x="123" y="1460"/>
                  </a:cubicBezTo>
                  <a:cubicBezTo>
                    <a:pt x="123" y="1460"/>
                    <a:pt x="578" y="1308"/>
                    <a:pt x="791" y="913"/>
                  </a:cubicBezTo>
                  <a:cubicBezTo>
                    <a:pt x="1034" y="548"/>
                    <a:pt x="913" y="1"/>
                    <a:pt x="9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6" name="Google Shape;2776;p27"/>
            <p:cNvSpPr/>
            <p:nvPr/>
          </p:nvSpPr>
          <p:spPr>
            <a:xfrm flipH="1">
              <a:off x="8255906" y="4047429"/>
              <a:ext cx="77786" cy="165414"/>
            </a:xfrm>
            <a:custGeom>
              <a:rect b="b" l="l" r="r" t="t"/>
              <a:pathLst>
                <a:path extrusionOk="0" h="2068" w="973">
                  <a:moveTo>
                    <a:pt x="243" y="1"/>
                  </a:moveTo>
                  <a:cubicBezTo>
                    <a:pt x="243" y="1"/>
                    <a:pt x="0" y="578"/>
                    <a:pt x="91" y="1156"/>
                  </a:cubicBezTo>
                  <a:cubicBezTo>
                    <a:pt x="213" y="1703"/>
                    <a:pt x="699" y="2068"/>
                    <a:pt x="699" y="2068"/>
                  </a:cubicBezTo>
                  <a:cubicBezTo>
                    <a:pt x="699" y="2068"/>
                    <a:pt x="973" y="1490"/>
                    <a:pt x="851" y="913"/>
                  </a:cubicBezTo>
                  <a:cubicBezTo>
                    <a:pt x="760" y="335"/>
                    <a:pt x="243" y="1"/>
                    <a:pt x="2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777" name="Google Shape;2777;p27"/>
          <p:cNvGrpSpPr/>
          <p:nvPr/>
        </p:nvGrpSpPr>
        <p:grpSpPr>
          <a:xfrm>
            <a:off x="0" y="4752988"/>
            <a:ext cx="9144000" cy="354505"/>
            <a:chOff x="0" y="4689888"/>
            <a:chExt cx="9144000" cy="354505"/>
          </a:xfrm>
        </p:grpSpPr>
        <p:grpSp>
          <p:nvGrpSpPr>
            <p:cNvPr id="2778" name="Google Shape;2778;p27"/>
            <p:cNvGrpSpPr/>
            <p:nvPr/>
          </p:nvGrpSpPr>
          <p:grpSpPr>
            <a:xfrm>
              <a:off x="0" y="4793425"/>
              <a:ext cx="9144000" cy="194975"/>
              <a:chOff x="0" y="4789550"/>
              <a:chExt cx="9144000" cy="194975"/>
            </a:xfrm>
          </p:grpSpPr>
          <p:sp>
            <p:nvSpPr>
              <p:cNvPr id="2779" name="Google Shape;2779;p27"/>
              <p:cNvSpPr/>
              <p:nvPr/>
            </p:nvSpPr>
            <p:spPr>
              <a:xfrm>
                <a:off x="0" y="4789550"/>
                <a:ext cx="9144000" cy="360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80" name="Google Shape;2780;p27"/>
              <p:cNvSpPr/>
              <p:nvPr/>
            </p:nvSpPr>
            <p:spPr>
              <a:xfrm>
                <a:off x="0" y="4948525"/>
                <a:ext cx="9144000" cy="360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781" name="Google Shape;2781;p27"/>
            <p:cNvGrpSpPr/>
            <p:nvPr/>
          </p:nvGrpSpPr>
          <p:grpSpPr>
            <a:xfrm>
              <a:off x="28483" y="4689888"/>
              <a:ext cx="9087034" cy="354505"/>
              <a:chOff x="28483" y="4689888"/>
              <a:chExt cx="9087034" cy="354505"/>
            </a:xfrm>
          </p:grpSpPr>
          <p:sp>
            <p:nvSpPr>
              <p:cNvPr id="2782" name="Google Shape;2782;p27"/>
              <p:cNvSpPr/>
              <p:nvPr/>
            </p:nvSpPr>
            <p:spPr>
              <a:xfrm>
                <a:off x="64010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6" y="1"/>
                      <a:pt x="533" y="8"/>
                      <a:pt x="518" y="24"/>
                    </a:cubicBezTo>
                    <a:lnTo>
                      <a:pt x="62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34" y="4431"/>
                      <a:pt x="1065" y="4401"/>
                      <a:pt x="1156" y="4370"/>
                    </a:cubicBezTo>
                    <a:lnTo>
                      <a:pt x="1156" y="601"/>
                    </a:lnTo>
                    <a:lnTo>
                      <a:pt x="1126" y="571"/>
                    </a:lnTo>
                    <a:lnTo>
                      <a:pt x="670" y="24"/>
                    </a:lnTo>
                    <a:cubicBezTo>
                      <a:pt x="639" y="8"/>
                      <a:pt x="609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83" name="Google Shape;2783;p27"/>
              <p:cNvSpPr/>
              <p:nvPr/>
            </p:nvSpPr>
            <p:spPr>
              <a:xfrm>
                <a:off x="79301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3" y="8"/>
                      <a:pt x="517" y="24"/>
                    </a:cubicBezTo>
                    <a:lnTo>
                      <a:pt x="6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34" y="4431"/>
                      <a:pt x="1064" y="4401"/>
                      <a:pt x="1156" y="4370"/>
                    </a:cubicBezTo>
                    <a:lnTo>
                      <a:pt x="1156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9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84" name="Google Shape;2784;p27"/>
              <p:cNvSpPr/>
              <p:nvPr/>
            </p:nvSpPr>
            <p:spPr>
              <a:xfrm>
                <a:off x="94592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2" y="4431"/>
                      <a:pt x="122" y="4431"/>
                    </a:cubicBezTo>
                    <a:lnTo>
                      <a:pt x="1003" y="4431"/>
                    </a:lnTo>
                    <a:cubicBezTo>
                      <a:pt x="103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8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85" name="Google Shape;2785;p27"/>
              <p:cNvSpPr/>
              <p:nvPr/>
            </p:nvSpPr>
            <p:spPr>
              <a:xfrm>
                <a:off x="109882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1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1" y="4431"/>
                      <a:pt x="122" y="4431"/>
                    </a:cubicBezTo>
                    <a:lnTo>
                      <a:pt x="1003" y="4431"/>
                    </a:lnTo>
                    <a:cubicBezTo>
                      <a:pt x="106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8" y="8"/>
                      <a:pt x="608" y="1"/>
                      <a:pt x="58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86" name="Google Shape;2786;p27"/>
              <p:cNvSpPr/>
              <p:nvPr/>
            </p:nvSpPr>
            <p:spPr>
              <a:xfrm>
                <a:off x="1251735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04" y="4431"/>
                      <a:pt x="103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87" name="Google Shape;2787;p27"/>
              <p:cNvSpPr/>
              <p:nvPr/>
            </p:nvSpPr>
            <p:spPr>
              <a:xfrm>
                <a:off x="1402243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88" name="Google Shape;2788;p27"/>
              <p:cNvSpPr/>
              <p:nvPr/>
            </p:nvSpPr>
            <p:spPr>
              <a:xfrm>
                <a:off x="1552751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64" y="4431"/>
                      <a:pt x="109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89" name="Google Shape;2789;p27"/>
              <p:cNvSpPr/>
              <p:nvPr/>
            </p:nvSpPr>
            <p:spPr>
              <a:xfrm>
                <a:off x="751362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90" name="Google Shape;2790;p27"/>
              <p:cNvSpPr/>
              <p:nvPr/>
            </p:nvSpPr>
            <p:spPr>
              <a:xfrm>
                <a:off x="7666529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3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91" name="Google Shape;2791;p27"/>
              <p:cNvSpPr/>
              <p:nvPr/>
            </p:nvSpPr>
            <p:spPr>
              <a:xfrm>
                <a:off x="7816957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92" name="Google Shape;2792;p27"/>
              <p:cNvSpPr/>
              <p:nvPr/>
            </p:nvSpPr>
            <p:spPr>
              <a:xfrm>
                <a:off x="796738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2" y="4431"/>
                      <a:pt x="122" y="4431"/>
                    </a:cubicBezTo>
                    <a:lnTo>
                      <a:pt x="1003" y="4431"/>
                    </a:lnTo>
                    <a:cubicBezTo>
                      <a:pt x="103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8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93" name="Google Shape;2793;p27"/>
              <p:cNvSpPr/>
              <p:nvPr/>
            </p:nvSpPr>
            <p:spPr>
              <a:xfrm>
                <a:off x="812029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93" y="1"/>
                    </a:moveTo>
                    <a:cubicBezTo>
                      <a:pt x="562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1" y="4431"/>
                      <a:pt x="122" y="4431"/>
                    </a:cubicBezTo>
                    <a:lnTo>
                      <a:pt x="1003" y="4431"/>
                    </a:lnTo>
                    <a:cubicBezTo>
                      <a:pt x="106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54" y="8"/>
                      <a:pt x="623" y="1"/>
                      <a:pt x="59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94" name="Google Shape;2794;p27"/>
              <p:cNvSpPr/>
              <p:nvPr/>
            </p:nvSpPr>
            <p:spPr>
              <a:xfrm>
                <a:off x="8273198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1" y="4431"/>
                      <a:pt x="122" y="4431"/>
                    </a:cubicBezTo>
                    <a:lnTo>
                      <a:pt x="973" y="4431"/>
                    </a:lnTo>
                    <a:cubicBezTo>
                      <a:pt x="1034" y="4431"/>
                      <a:pt x="1065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95" name="Google Shape;2795;p27"/>
              <p:cNvSpPr/>
              <p:nvPr/>
            </p:nvSpPr>
            <p:spPr>
              <a:xfrm>
                <a:off x="8423706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34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96" name="Google Shape;2796;p27"/>
              <p:cNvSpPr/>
              <p:nvPr/>
            </p:nvSpPr>
            <p:spPr>
              <a:xfrm>
                <a:off x="8574214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64" y="4431"/>
                      <a:pt x="109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97" name="Google Shape;2797;p27"/>
              <p:cNvSpPr/>
              <p:nvPr/>
            </p:nvSpPr>
            <p:spPr>
              <a:xfrm>
                <a:off x="8724643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2" y="4431"/>
                      <a:pt x="122" y="4431"/>
                    </a:cubicBezTo>
                    <a:lnTo>
                      <a:pt x="974" y="4431"/>
                    </a:lnTo>
                    <a:cubicBezTo>
                      <a:pt x="1065" y="4431"/>
                      <a:pt x="1095" y="4401"/>
                      <a:pt x="1126" y="4370"/>
                    </a:cubicBezTo>
                    <a:lnTo>
                      <a:pt x="112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4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98" name="Google Shape;2798;p27"/>
              <p:cNvSpPr/>
              <p:nvPr/>
            </p:nvSpPr>
            <p:spPr>
              <a:xfrm>
                <a:off x="8875151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74" y="1"/>
                    </a:moveTo>
                    <a:cubicBezTo>
                      <a:pt x="547" y="1"/>
                      <a:pt x="517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122" y="4431"/>
                    </a:cubicBezTo>
                    <a:lnTo>
                      <a:pt x="1003" y="4431"/>
                    </a:lnTo>
                    <a:cubicBezTo>
                      <a:pt x="103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600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99" name="Google Shape;2799;p27"/>
              <p:cNvSpPr/>
              <p:nvPr/>
            </p:nvSpPr>
            <p:spPr>
              <a:xfrm>
                <a:off x="736071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00" name="Google Shape;2800;p27"/>
              <p:cNvSpPr/>
              <p:nvPr/>
            </p:nvSpPr>
            <p:spPr>
              <a:xfrm>
                <a:off x="720781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01" name="Google Shape;2801;p27"/>
              <p:cNvSpPr/>
              <p:nvPr/>
            </p:nvSpPr>
            <p:spPr>
              <a:xfrm>
                <a:off x="705490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02" name="Google Shape;2802;p27"/>
              <p:cNvSpPr/>
              <p:nvPr/>
            </p:nvSpPr>
            <p:spPr>
              <a:xfrm>
                <a:off x="690199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03" name="Google Shape;2803;p27"/>
              <p:cNvSpPr/>
              <p:nvPr/>
            </p:nvSpPr>
            <p:spPr>
              <a:xfrm>
                <a:off x="674909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04" name="Google Shape;2804;p27"/>
              <p:cNvSpPr/>
              <p:nvPr/>
            </p:nvSpPr>
            <p:spPr>
              <a:xfrm>
                <a:off x="659618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05" name="Google Shape;2805;p27"/>
              <p:cNvSpPr/>
              <p:nvPr/>
            </p:nvSpPr>
            <p:spPr>
              <a:xfrm>
                <a:off x="644327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06" name="Google Shape;2806;p27"/>
              <p:cNvSpPr/>
              <p:nvPr/>
            </p:nvSpPr>
            <p:spPr>
              <a:xfrm>
                <a:off x="629037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07" name="Google Shape;2807;p27"/>
              <p:cNvSpPr/>
              <p:nvPr/>
            </p:nvSpPr>
            <p:spPr>
              <a:xfrm>
                <a:off x="613746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08" name="Google Shape;2808;p27"/>
              <p:cNvSpPr/>
              <p:nvPr/>
            </p:nvSpPr>
            <p:spPr>
              <a:xfrm>
                <a:off x="598455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09" name="Google Shape;2809;p27"/>
              <p:cNvSpPr/>
              <p:nvPr/>
            </p:nvSpPr>
            <p:spPr>
              <a:xfrm>
                <a:off x="583165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10" name="Google Shape;2810;p27"/>
              <p:cNvSpPr/>
              <p:nvPr/>
            </p:nvSpPr>
            <p:spPr>
              <a:xfrm>
                <a:off x="567874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11" name="Google Shape;2811;p27"/>
              <p:cNvSpPr/>
              <p:nvPr/>
            </p:nvSpPr>
            <p:spPr>
              <a:xfrm>
                <a:off x="552583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12" name="Google Shape;2812;p27"/>
              <p:cNvSpPr/>
              <p:nvPr/>
            </p:nvSpPr>
            <p:spPr>
              <a:xfrm>
                <a:off x="537293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13" name="Google Shape;2813;p27"/>
              <p:cNvSpPr/>
              <p:nvPr/>
            </p:nvSpPr>
            <p:spPr>
              <a:xfrm>
                <a:off x="522002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14" name="Google Shape;2814;p27"/>
              <p:cNvSpPr/>
              <p:nvPr/>
            </p:nvSpPr>
            <p:spPr>
              <a:xfrm>
                <a:off x="506712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15" name="Google Shape;2815;p27"/>
              <p:cNvSpPr/>
              <p:nvPr/>
            </p:nvSpPr>
            <p:spPr>
              <a:xfrm>
                <a:off x="491421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16" name="Google Shape;2816;p27"/>
              <p:cNvSpPr/>
              <p:nvPr/>
            </p:nvSpPr>
            <p:spPr>
              <a:xfrm>
                <a:off x="476130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17" name="Google Shape;2817;p27"/>
              <p:cNvSpPr/>
              <p:nvPr/>
            </p:nvSpPr>
            <p:spPr>
              <a:xfrm>
                <a:off x="460840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18" name="Google Shape;2818;p27"/>
              <p:cNvSpPr/>
              <p:nvPr/>
            </p:nvSpPr>
            <p:spPr>
              <a:xfrm>
                <a:off x="445549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19" name="Google Shape;2819;p27"/>
              <p:cNvSpPr/>
              <p:nvPr/>
            </p:nvSpPr>
            <p:spPr>
              <a:xfrm>
                <a:off x="430258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20" name="Google Shape;2820;p27"/>
              <p:cNvSpPr/>
              <p:nvPr/>
            </p:nvSpPr>
            <p:spPr>
              <a:xfrm>
                <a:off x="414968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21" name="Google Shape;2821;p27"/>
              <p:cNvSpPr/>
              <p:nvPr/>
            </p:nvSpPr>
            <p:spPr>
              <a:xfrm>
                <a:off x="399677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22" name="Google Shape;2822;p27"/>
              <p:cNvSpPr/>
              <p:nvPr/>
            </p:nvSpPr>
            <p:spPr>
              <a:xfrm>
                <a:off x="384386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23" name="Google Shape;2823;p27"/>
              <p:cNvSpPr/>
              <p:nvPr/>
            </p:nvSpPr>
            <p:spPr>
              <a:xfrm>
                <a:off x="369096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24" name="Google Shape;2824;p27"/>
              <p:cNvSpPr/>
              <p:nvPr/>
            </p:nvSpPr>
            <p:spPr>
              <a:xfrm>
                <a:off x="353805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25" name="Google Shape;2825;p27"/>
              <p:cNvSpPr/>
              <p:nvPr/>
            </p:nvSpPr>
            <p:spPr>
              <a:xfrm>
                <a:off x="338514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26" name="Google Shape;2826;p27"/>
              <p:cNvSpPr/>
              <p:nvPr/>
            </p:nvSpPr>
            <p:spPr>
              <a:xfrm>
                <a:off x="323224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27" name="Google Shape;2827;p27"/>
              <p:cNvSpPr/>
              <p:nvPr/>
            </p:nvSpPr>
            <p:spPr>
              <a:xfrm>
                <a:off x="307933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28" name="Google Shape;2828;p27"/>
              <p:cNvSpPr/>
              <p:nvPr/>
            </p:nvSpPr>
            <p:spPr>
              <a:xfrm>
                <a:off x="292643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29" name="Google Shape;2829;p27"/>
              <p:cNvSpPr/>
              <p:nvPr/>
            </p:nvSpPr>
            <p:spPr>
              <a:xfrm>
                <a:off x="277352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30" name="Google Shape;2830;p27"/>
              <p:cNvSpPr/>
              <p:nvPr/>
            </p:nvSpPr>
            <p:spPr>
              <a:xfrm>
                <a:off x="262061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31" name="Google Shape;2831;p27"/>
              <p:cNvSpPr/>
              <p:nvPr/>
            </p:nvSpPr>
            <p:spPr>
              <a:xfrm>
                <a:off x="246771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32" name="Google Shape;2832;p27"/>
              <p:cNvSpPr/>
              <p:nvPr/>
            </p:nvSpPr>
            <p:spPr>
              <a:xfrm>
                <a:off x="231480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33" name="Google Shape;2833;p27"/>
              <p:cNvSpPr/>
              <p:nvPr/>
            </p:nvSpPr>
            <p:spPr>
              <a:xfrm>
                <a:off x="216189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34" name="Google Shape;2834;p27"/>
              <p:cNvSpPr/>
              <p:nvPr/>
            </p:nvSpPr>
            <p:spPr>
              <a:xfrm>
                <a:off x="200899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35" name="Google Shape;2835;p27"/>
              <p:cNvSpPr/>
              <p:nvPr/>
            </p:nvSpPr>
            <p:spPr>
              <a:xfrm>
                <a:off x="185608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36" name="Google Shape;2836;p27"/>
              <p:cNvSpPr/>
              <p:nvPr/>
            </p:nvSpPr>
            <p:spPr>
              <a:xfrm>
                <a:off x="170317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37" name="Google Shape;2837;p27"/>
              <p:cNvSpPr/>
              <p:nvPr/>
            </p:nvSpPr>
            <p:spPr>
              <a:xfrm>
                <a:off x="48720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38" name="Google Shape;2838;p27"/>
              <p:cNvSpPr/>
              <p:nvPr/>
            </p:nvSpPr>
            <p:spPr>
              <a:xfrm>
                <a:off x="33429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39" name="Google Shape;2839;p27"/>
              <p:cNvSpPr/>
              <p:nvPr/>
            </p:nvSpPr>
            <p:spPr>
              <a:xfrm>
                <a:off x="18139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40" name="Google Shape;2840;p27"/>
              <p:cNvSpPr/>
              <p:nvPr/>
            </p:nvSpPr>
            <p:spPr>
              <a:xfrm>
                <a:off x="2848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41" name="Google Shape;2841;p27"/>
              <p:cNvSpPr/>
              <p:nvPr/>
            </p:nvSpPr>
            <p:spPr>
              <a:xfrm>
                <a:off x="9025579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74" y="1"/>
                    </a:moveTo>
                    <a:cubicBezTo>
                      <a:pt x="547" y="1"/>
                      <a:pt x="517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122" y="4431"/>
                    </a:cubicBezTo>
                    <a:lnTo>
                      <a:pt x="1003" y="4431"/>
                    </a:lnTo>
                    <a:cubicBezTo>
                      <a:pt x="103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600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842" name="Google Shape;2842;p27"/>
          <p:cNvSpPr/>
          <p:nvPr/>
        </p:nvSpPr>
        <p:spPr>
          <a:xfrm>
            <a:off x="0" y="5107500"/>
            <a:ext cx="9144000" cy="36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3" name="Google Shape;2843;p27"/>
          <p:cNvSpPr txBox="1"/>
          <p:nvPr>
            <p:ph type="ctrTitle"/>
          </p:nvPr>
        </p:nvSpPr>
        <p:spPr>
          <a:xfrm>
            <a:off x="840675" y="1255225"/>
            <a:ext cx="6089100" cy="203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844" name="Google Shape;2844;p27"/>
          <p:cNvSpPr txBox="1"/>
          <p:nvPr>
            <p:ph idx="1" type="subTitle"/>
          </p:nvPr>
        </p:nvSpPr>
        <p:spPr>
          <a:xfrm>
            <a:off x="840681" y="3287125"/>
            <a:ext cx="6089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 sz="1800">
                <a:solidFill>
                  <a:schemeClr val="accent6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845" name="Shape 2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46" name="Google Shape;2846;p28"/>
          <p:cNvGrpSpPr/>
          <p:nvPr/>
        </p:nvGrpSpPr>
        <p:grpSpPr>
          <a:xfrm>
            <a:off x="-15975" y="-52"/>
            <a:ext cx="9175950" cy="5143406"/>
            <a:chOff x="-15975" y="-52"/>
            <a:chExt cx="9175950" cy="5143406"/>
          </a:xfrm>
        </p:grpSpPr>
        <p:sp>
          <p:nvSpPr>
            <p:cNvPr id="2847" name="Google Shape;2847;p28"/>
            <p:cNvSpPr/>
            <p:nvPr/>
          </p:nvSpPr>
          <p:spPr>
            <a:xfrm rot="5400000">
              <a:off x="4570450" y="-378255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8" name="Google Shape;2848;p28"/>
            <p:cNvSpPr/>
            <p:nvPr/>
          </p:nvSpPr>
          <p:spPr>
            <a:xfrm rot="5400000">
              <a:off x="4570450" y="-276311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9" name="Google Shape;2849;p28"/>
            <p:cNvSpPr/>
            <p:nvPr/>
          </p:nvSpPr>
          <p:spPr>
            <a:xfrm rot="5400000">
              <a:off x="4570450" y="-174368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0" name="Google Shape;2850;p28"/>
            <p:cNvSpPr/>
            <p:nvPr/>
          </p:nvSpPr>
          <p:spPr>
            <a:xfrm rot="5400000">
              <a:off x="4570450" y="-72425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1" name="Google Shape;2851;p28"/>
            <p:cNvSpPr/>
            <p:nvPr/>
          </p:nvSpPr>
          <p:spPr>
            <a:xfrm rot="5400000">
              <a:off x="4570450" y="295184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2" name="Google Shape;2852;p28"/>
            <p:cNvSpPr/>
            <p:nvPr/>
          </p:nvSpPr>
          <p:spPr>
            <a:xfrm rot="5400000">
              <a:off x="4570450" y="-429226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3" name="Google Shape;2853;p28"/>
            <p:cNvSpPr/>
            <p:nvPr/>
          </p:nvSpPr>
          <p:spPr>
            <a:xfrm rot="5400000">
              <a:off x="4570450" y="-327283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4" name="Google Shape;2854;p28"/>
            <p:cNvSpPr/>
            <p:nvPr/>
          </p:nvSpPr>
          <p:spPr>
            <a:xfrm rot="5400000">
              <a:off x="4570450" y="-225340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5" name="Google Shape;2855;p28"/>
            <p:cNvSpPr/>
            <p:nvPr/>
          </p:nvSpPr>
          <p:spPr>
            <a:xfrm rot="5400000">
              <a:off x="4570450" y="-123396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6" name="Google Shape;2856;p28"/>
            <p:cNvSpPr/>
            <p:nvPr/>
          </p:nvSpPr>
          <p:spPr>
            <a:xfrm rot="5400000">
              <a:off x="4570450" y="-21453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7" name="Google Shape;2857;p28"/>
            <p:cNvSpPr/>
            <p:nvPr/>
          </p:nvSpPr>
          <p:spPr>
            <a:xfrm>
              <a:off x="5081305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8" name="Google Shape;2858;p28"/>
            <p:cNvSpPr/>
            <p:nvPr/>
          </p:nvSpPr>
          <p:spPr>
            <a:xfrm>
              <a:off x="6100964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9" name="Google Shape;2859;p28"/>
            <p:cNvSpPr/>
            <p:nvPr/>
          </p:nvSpPr>
          <p:spPr>
            <a:xfrm>
              <a:off x="7120623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0" name="Google Shape;2860;p28"/>
            <p:cNvSpPr/>
            <p:nvPr/>
          </p:nvSpPr>
          <p:spPr>
            <a:xfrm>
              <a:off x="8140282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1" name="Google Shape;2861;p28"/>
            <p:cNvSpPr/>
            <p:nvPr/>
          </p:nvSpPr>
          <p:spPr>
            <a:xfrm>
              <a:off x="5591134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2" name="Google Shape;2862;p28"/>
            <p:cNvSpPr/>
            <p:nvPr/>
          </p:nvSpPr>
          <p:spPr>
            <a:xfrm>
              <a:off x="6610793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3" name="Google Shape;2863;p28"/>
            <p:cNvSpPr/>
            <p:nvPr/>
          </p:nvSpPr>
          <p:spPr>
            <a:xfrm>
              <a:off x="7630452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4" name="Google Shape;2864;p28"/>
            <p:cNvSpPr/>
            <p:nvPr/>
          </p:nvSpPr>
          <p:spPr>
            <a:xfrm>
              <a:off x="8650111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865" name="Google Shape;2865;p28"/>
            <p:cNvGrpSpPr/>
            <p:nvPr/>
          </p:nvGrpSpPr>
          <p:grpSpPr>
            <a:xfrm>
              <a:off x="-15975" y="-52"/>
              <a:ext cx="4587484" cy="5143406"/>
              <a:chOff x="-9275" y="-1994782"/>
              <a:chExt cx="4587484" cy="9140583"/>
            </a:xfrm>
          </p:grpSpPr>
          <p:sp>
            <p:nvSpPr>
              <p:cNvPr id="2866" name="Google Shape;2866;p28"/>
              <p:cNvSpPr/>
              <p:nvPr/>
            </p:nvSpPr>
            <p:spPr>
              <a:xfrm>
                <a:off x="50044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67" name="Google Shape;2867;p28"/>
              <p:cNvSpPr/>
              <p:nvPr/>
            </p:nvSpPr>
            <p:spPr>
              <a:xfrm>
                <a:off x="15198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68" name="Google Shape;2868;p28"/>
              <p:cNvSpPr/>
              <p:nvPr/>
            </p:nvSpPr>
            <p:spPr>
              <a:xfrm>
                <a:off x="253930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69" name="Google Shape;2869;p28"/>
              <p:cNvSpPr/>
              <p:nvPr/>
            </p:nvSpPr>
            <p:spPr>
              <a:xfrm>
                <a:off x="355874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70" name="Google Shape;2870;p28"/>
              <p:cNvSpPr/>
              <p:nvPr/>
            </p:nvSpPr>
            <p:spPr>
              <a:xfrm>
                <a:off x="45781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71" name="Google Shape;2871;p28"/>
              <p:cNvSpPr/>
              <p:nvPr/>
            </p:nvSpPr>
            <p:spPr>
              <a:xfrm>
                <a:off x="101015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72" name="Google Shape;2872;p28"/>
              <p:cNvSpPr/>
              <p:nvPr/>
            </p:nvSpPr>
            <p:spPr>
              <a:xfrm>
                <a:off x="202959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73" name="Google Shape;2873;p28"/>
              <p:cNvSpPr/>
              <p:nvPr/>
            </p:nvSpPr>
            <p:spPr>
              <a:xfrm>
                <a:off x="304902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74" name="Google Shape;2874;p28"/>
              <p:cNvSpPr/>
              <p:nvPr/>
            </p:nvSpPr>
            <p:spPr>
              <a:xfrm>
                <a:off x="406845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75" name="Google Shape;2875;p28"/>
              <p:cNvSpPr/>
              <p:nvPr/>
            </p:nvSpPr>
            <p:spPr>
              <a:xfrm>
                <a:off x="-92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876" name="Google Shape;2876;p28"/>
            <p:cNvSpPr/>
            <p:nvPr/>
          </p:nvSpPr>
          <p:spPr>
            <a:xfrm>
              <a:off x="9159941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77" name="Google Shape;2877;p28"/>
          <p:cNvSpPr/>
          <p:nvPr/>
        </p:nvSpPr>
        <p:spPr>
          <a:xfrm>
            <a:off x="0" y="-75"/>
            <a:ext cx="9144000" cy="5143500"/>
          </a:xfrm>
          <a:prstGeom prst="rect">
            <a:avLst/>
          </a:prstGeom>
          <a:solidFill>
            <a:srgbClr val="D6E3EA">
              <a:alpha val="398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878" name="Google Shape;2878;p28"/>
          <p:cNvGrpSpPr/>
          <p:nvPr/>
        </p:nvGrpSpPr>
        <p:grpSpPr>
          <a:xfrm>
            <a:off x="230643" y="4100850"/>
            <a:ext cx="413156" cy="1006643"/>
            <a:chOff x="128217" y="4100850"/>
            <a:chExt cx="413156" cy="1006643"/>
          </a:xfrm>
        </p:grpSpPr>
        <p:sp>
          <p:nvSpPr>
            <p:cNvPr id="2879" name="Google Shape;2879;p28"/>
            <p:cNvSpPr/>
            <p:nvPr/>
          </p:nvSpPr>
          <p:spPr>
            <a:xfrm>
              <a:off x="342070" y="4382886"/>
              <a:ext cx="34057" cy="724607"/>
            </a:xfrm>
            <a:custGeom>
              <a:rect b="b" l="l" r="r" t="t"/>
              <a:pathLst>
                <a:path extrusionOk="0" h="9059" w="426">
                  <a:moveTo>
                    <a:pt x="0" y="0"/>
                  </a:moveTo>
                  <a:lnTo>
                    <a:pt x="0" y="9058"/>
                  </a:lnTo>
                  <a:lnTo>
                    <a:pt x="426" y="9058"/>
                  </a:lnTo>
                  <a:lnTo>
                    <a:pt x="42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0" name="Google Shape;2880;p28"/>
            <p:cNvSpPr/>
            <p:nvPr/>
          </p:nvSpPr>
          <p:spPr>
            <a:xfrm>
              <a:off x="220554" y="4168920"/>
              <a:ext cx="320819" cy="252920"/>
            </a:xfrm>
            <a:custGeom>
              <a:rect b="b" l="l" r="r" t="t"/>
              <a:pathLst>
                <a:path extrusionOk="0" h="3162" w="4013">
                  <a:moveTo>
                    <a:pt x="0" y="0"/>
                  </a:moveTo>
                  <a:cubicBezTo>
                    <a:pt x="699" y="0"/>
                    <a:pt x="1216" y="578"/>
                    <a:pt x="1216" y="1216"/>
                  </a:cubicBezTo>
                  <a:lnTo>
                    <a:pt x="1216" y="3040"/>
                  </a:lnTo>
                  <a:lnTo>
                    <a:pt x="973" y="3162"/>
                  </a:lnTo>
                  <a:lnTo>
                    <a:pt x="3800" y="3162"/>
                  </a:lnTo>
                  <a:cubicBezTo>
                    <a:pt x="3921" y="3162"/>
                    <a:pt x="4013" y="3070"/>
                    <a:pt x="4013" y="2949"/>
                  </a:cubicBezTo>
                  <a:lnTo>
                    <a:pt x="4013" y="1216"/>
                  </a:lnTo>
                  <a:cubicBezTo>
                    <a:pt x="4013" y="578"/>
                    <a:pt x="3465" y="0"/>
                    <a:pt x="27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1" name="Google Shape;2881;p28"/>
            <p:cNvSpPr/>
            <p:nvPr/>
          </p:nvSpPr>
          <p:spPr>
            <a:xfrm>
              <a:off x="128217" y="4168920"/>
              <a:ext cx="189630" cy="248041"/>
            </a:xfrm>
            <a:custGeom>
              <a:rect b="b" l="l" r="r" t="t"/>
              <a:pathLst>
                <a:path extrusionOk="0" h="3101" w="2372">
                  <a:moveTo>
                    <a:pt x="1216" y="0"/>
                  </a:moveTo>
                  <a:cubicBezTo>
                    <a:pt x="547" y="0"/>
                    <a:pt x="0" y="578"/>
                    <a:pt x="0" y="1216"/>
                  </a:cubicBezTo>
                  <a:lnTo>
                    <a:pt x="0" y="2979"/>
                  </a:lnTo>
                  <a:cubicBezTo>
                    <a:pt x="0" y="3070"/>
                    <a:pt x="61" y="3101"/>
                    <a:pt x="91" y="3101"/>
                  </a:cubicBezTo>
                  <a:lnTo>
                    <a:pt x="2280" y="3101"/>
                  </a:lnTo>
                  <a:cubicBezTo>
                    <a:pt x="2341" y="3101"/>
                    <a:pt x="2371" y="3040"/>
                    <a:pt x="2371" y="2979"/>
                  </a:cubicBezTo>
                  <a:lnTo>
                    <a:pt x="2371" y="1216"/>
                  </a:lnTo>
                  <a:cubicBezTo>
                    <a:pt x="2371" y="578"/>
                    <a:pt x="1854" y="31"/>
                    <a:pt x="121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2" name="Google Shape;2882;p28"/>
            <p:cNvSpPr/>
            <p:nvPr/>
          </p:nvSpPr>
          <p:spPr>
            <a:xfrm>
              <a:off x="339592" y="4100850"/>
              <a:ext cx="63236" cy="153256"/>
            </a:xfrm>
            <a:custGeom>
              <a:rect b="b" l="l" r="r" t="t"/>
              <a:pathLst>
                <a:path extrusionOk="0" h="1916" w="791">
                  <a:moveTo>
                    <a:pt x="1" y="0"/>
                  </a:moveTo>
                  <a:lnTo>
                    <a:pt x="1" y="1642"/>
                  </a:lnTo>
                  <a:cubicBezTo>
                    <a:pt x="1" y="1794"/>
                    <a:pt x="122" y="1915"/>
                    <a:pt x="274" y="1915"/>
                  </a:cubicBezTo>
                  <a:cubicBezTo>
                    <a:pt x="426" y="1915"/>
                    <a:pt x="517" y="1794"/>
                    <a:pt x="517" y="1642"/>
                  </a:cubicBezTo>
                  <a:cubicBezTo>
                    <a:pt x="517" y="1490"/>
                    <a:pt x="426" y="1368"/>
                    <a:pt x="274" y="1368"/>
                  </a:cubicBezTo>
                  <a:lnTo>
                    <a:pt x="274" y="547"/>
                  </a:lnTo>
                  <a:lnTo>
                    <a:pt x="791" y="456"/>
                  </a:lnTo>
                  <a:lnTo>
                    <a:pt x="79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883" name="Google Shape;2883;p28"/>
          <p:cNvGrpSpPr/>
          <p:nvPr/>
        </p:nvGrpSpPr>
        <p:grpSpPr>
          <a:xfrm>
            <a:off x="2154823" y="4691638"/>
            <a:ext cx="2019411" cy="415855"/>
            <a:chOff x="2154823" y="4691638"/>
            <a:chExt cx="2019411" cy="415855"/>
          </a:xfrm>
        </p:grpSpPr>
        <p:sp>
          <p:nvSpPr>
            <p:cNvPr id="2884" name="Google Shape;2884;p28"/>
            <p:cNvSpPr/>
            <p:nvPr/>
          </p:nvSpPr>
          <p:spPr>
            <a:xfrm>
              <a:off x="2154823" y="4792742"/>
              <a:ext cx="2019411" cy="314751"/>
            </a:xfrm>
            <a:custGeom>
              <a:rect b="b" l="l" r="r" t="t"/>
              <a:pathLst>
                <a:path extrusionOk="0" h="3935" w="25260">
                  <a:moveTo>
                    <a:pt x="17285" y="0"/>
                  </a:moveTo>
                  <a:cubicBezTo>
                    <a:pt x="16170" y="0"/>
                    <a:pt x="15068" y="607"/>
                    <a:pt x="14499" y="1898"/>
                  </a:cubicBezTo>
                  <a:cubicBezTo>
                    <a:pt x="14128" y="1798"/>
                    <a:pt x="13776" y="1750"/>
                    <a:pt x="13440" y="1750"/>
                  </a:cubicBezTo>
                  <a:cubicBezTo>
                    <a:pt x="12345" y="1750"/>
                    <a:pt x="11430" y="2260"/>
                    <a:pt x="10639" y="3144"/>
                  </a:cubicBezTo>
                  <a:cubicBezTo>
                    <a:pt x="10329" y="2738"/>
                    <a:pt x="9724" y="2491"/>
                    <a:pt x="9098" y="2491"/>
                  </a:cubicBezTo>
                  <a:cubicBezTo>
                    <a:pt x="8740" y="2491"/>
                    <a:pt x="8376" y="2572"/>
                    <a:pt x="8055" y="2749"/>
                  </a:cubicBezTo>
                  <a:cubicBezTo>
                    <a:pt x="7677" y="1517"/>
                    <a:pt x="6643" y="853"/>
                    <a:pt x="5623" y="853"/>
                  </a:cubicBezTo>
                  <a:cubicBezTo>
                    <a:pt x="4756" y="853"/>
                    <a:pt x="3899" y="1334"/>
                    <a:pt x="3465" y="2353"/>
                  </a:cubicBezTo>
                  <a:cubicBezTo>
                    <a:pt x="3176" y="2271"/>
                    <a:pt x="2902" y="2232"/>
                    <a:pt x="2641" y="2232"/>
                  </a:cubicBezTo>
                  <a:cubicBezTo>
                    <a:pt x="1559" y="2232"/>
                    <a:pt x="711" y="2905"/>
                    <a:pt x="0" y="3934"/>
                  </a:cubicBezTo>
                  <a:lnTo>
                    <a:pt x="25259" y="3934"/>
                  </a:lnTo>
                  <a:cubicBezTo>
                    <a:pt x="24117" y="2958"/>
                    <a:pt x="22918" y="2281"/>
                    <a:pt x="21591" y="2281"/>
                  </a:cubicBezTo>
                  <a:cubicBezTo>
                    <a:pt x="21223" y="2281"/>
                    <a:pt x="20846" y="2333"/>
                    <a:pt x="20457" y="2445"/>
                  </a:cubicBezTo>
                  <a:cubicBezTo>
                    <a:pt x="19961" y="859"/>
                    <a:pt x="18613" y="0"/>
                    <a:pt x="1728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5" name="Google Shape;2885;p28"/>
            <p:cNvSpPr/>
            <p:nvPr/>
          </p:nvSpPr>
          <p:spPr>
            <a:xfrm>
              <a:off x="2480439" y="4897846"/>
              <a:ext cx="809283" cy="209647"/>
            </a:xfrm>
            <a:custGeom>
              <a:rect b="b" l="l" r="r" t="t"/>
              <a:pathLst>
                <a:path extrusionOk="0" h="2621" w="10123">
                  <a:moveTo>
                    <a:pt x="5318" y="1"/>
                  </a:moveTo>
                  <a:cubicBezTo>
                    <a:pt x="4431" y="1"/>
                    <a:pt x="3525" y="583"/>
                    <a:pt x="3192" y="1647"/>
                  </a:cubicBezTo>
                  <a:cubicBezTo>
                    <a:pt x="2934" y="1566"/>
                    <a:pt x="2682" y="1528"/>
                    <a:pt x="2436" y="1528"/>
                  </a:cubicBezTo>
                  <a:cubicBezTo>
                    <a:pt x="1577" y="1528"/>
                    <a:pt x="779" y="1983"/>
                    <a:pt x="0" y="2620"/>
                  </a:cubicBezTo>
                  <a:lnTo>
                    <a:pt x="10122" y="2620"/>
                  </a:lnTo>
                  <a:cubicBezTo>
                    <a:pt x="9503" y="1729"/>
                    <a:pt x="8764" y="1161"/>
                    <a:pt x="7821" y="1161"/>
                  </a:cubicBezTo>
                  <a:cubicBezTo>
                    <a:pt x="7606" y="1161"/>
                    <a:pt x="7380" y="1190"/>
                    <a:pt x="7143" y="1252"/>
                  </a:cubicBezTo>
                  <a:cubicBezTo>
                    <a:pt x="6772" y="399"/>
                    <a:pt x="6051" y="1"/>
                    <a:pt x="53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6" name="Google Shape;2886;p28"/>
            <p:cNvSpPr/>
            <p:nvPr/>
          </p:nvSpPr>
          <p:spPr>
            <a:xfrm>
              <a:off x="3656510" y="4752428"/>
              <a:ext cx="58440" cy="48712"/>
            </a:xfrm>
            <a:custGeom>
              <a:rect b="b" l="l" r="r" t="t"/>
              <a:pathLst>
                <a:path extrusionOk="0" h="609" w="731">
                  <a:moveTo>
                    <a:pt x="730" y="0"/>
                  </a:moveTo>
                  <a:cubicBezTo>
                    <a:pt x="730" y="0"/>
                    <a:pt x="426" y="0"/>
                    <a:pt x="244" y="152"/>
                  </a:cubicBezTo>
                  <a:cubicBezTo>
                    <a:pt x="31" y="304"/>
                    <a:pt x="1" y="608"/>
                    <a:pt x="1" y="608"/>
                  </a:cubicBezTo>
                  <a:cubicBezTo>
                    <a:pt x="1" y="608"/>
                    <a:pt x="305" y="608"/>
                    <a:pt x="487" y="456"/>
                  </a:cubicBezTo>
                  <a:cubicBezTo>
                    <a:pt x="670" y="304"/>
                    <a:pt x="730" y="0"/>
                    <a:pt x="7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7" name="Google Shape;2887;p28"/>
            <p:cNvSpPr/>
            <p:nvPr/>
          </p:nvSpPr>
          <p:spPr>
            <a:xfrm>
              <a:off x="3598230" y="4691638"/>
              <a:ext cx="55961" cy="99744"/>
            </a:xfrm>
            <a:custGeom>
              <a:rect b="b" l="l" r="r" t="t"/>
              <a:pathLst>
                <a:path extrusionOk="0" h="1247" w="700">
                  <a:moveTo>
                    <a:pt x="213" y="0"/>
                  </a:moveTo>
                  <a:cubicBezTo>
                    <a:pt x="213" y="0"/>
                    <a:pt x="0" y="335"/>
                    <a:pt x="92" y="669"/>
                  </a:cubicBezTo>
                  <a:cubicBezTo>
                    <a:pt x="152" y="1034"/>
                    <a:pt x="517" y="1247"/>
                    <a:pt x="517" y="1247"/>
                  </a:cubicBezTo>
                  <a:cubicBezTo>
                    <a:pt x="517" y="1247"/>
                    <a:pt x="699" y="912"/>
                    <a:pt x="608" y="578"/>
                  </a:cubicBezTo>
                  <a:cubicBezTo>
                    <a:pt x="517" y="213"/>
                    <a:pt x="213" y="0"/>
                    <a:pt x="21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8" name="Google Shape;2888;p28"/>
            <p:cNvSpPr/>
            <p:nvPr/>
          </p:nvSpPr>
          <p:spPr>
            <a:xfrm>
              <a:off x="2611629" y="4932320"/>
              <a:ext cx="43810" cy="73029"/>
            </a:xfrm>
            <a:custGeom>
              <a:rect b="b" l="l" r="r" t="t"/>
              <a:pathLst>
                <a:path extrusionOk="0" h="913" w="548">
                  <a:moveTo>
                    <a:pt x="396" y="1"/>
                  </a:moveTo>
                  <a:cubicBezTo>
                    <a:pt x="396" y="1"/>
                    <a:pt x="153" y="153"/>
                    <a:pt x="92" y="396"/>
                  </a:cubicBezTo>
                  <a:cubicBezTo>
                    <a:pt x="1" y="639"/>
                    <a:pt x="153" y="912"/>
                    <a:pt x="153" y="912"/>
                  </a:cubicBezTo>
                  <a:cubicBezTo>
                    <a:pt x="153" y="912"/>
                    <a:pt x="396" y="760"/>
                    <a:pt x="457" y="487"/>
                  </a:cubicBezTo>
                  <a:cubicBezTo>
                    <a:pt x="548" y="244"/>
                    <a:pt x="396" y="1"/>
                    <a:pt x="3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9" name="Google Shape;2889;p28"/>
            <p:cNvSpPr/>
            <p:nvPr/>
          </p:nvSpPr>
          <p:spPr>
            <a:xfrm>
              <a:off x="2524169" y="4937200"/>
              <a:ext cx="77866" cy="70629"/>
            </a:xfrm>
            <a:custGeom>
              <a:rect b="b" l="l" r="r" t="t"/>
              <a:pathLst>
                <a:path extrusionOk="0" h="883" w="974">
                  <a:moveTo>
                    <a:pt x="0" y="0"/>
                  </a:moveTo>
                  <a:cubicBezTo>
                    <a:pt x="0" y="0"/>
                    <a:pt x="31" y="426"/>
                    <a:pt x="304" y="639"/>
                  </a:cubicBezTo>
                  <a:cubicBezTo>
                    <a:pt x="528" y="862"/>
                    <a:pt x="833" y="883"/>
                    <a:pt x="937" y="883"/>
                  </a:cubicBezTo>
                  <a:cubicBezTo>
                    <a:pt x="960" y="883"/>
                    <a:pt x="973" y="882"/>
                    <a:pt x="973" y="882"/>
                  </a:cubicBezTo>
                  <a:cubicBezTo>
                    <a:pt x="973" y="882"/>
                    <a:pt x="943" y="456"/>
                    <a:pt x="669" y="244"/>
                  </a:cubicBezTo>
                  <a:cubicBezTo>
                    <a:pt x="426" y="0"/>
                    <a:pt x="1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890" name="Google Shape;2890;p28"/>
          <p:cNvGrpSpPr/>
          <p:nvPr/>
        </p:nvGrpSpPr>
        <p:grpSpPr>
          <a:xfrm>
            <a:off x="154919" y="4950158"/>
            <a:ext cx="609980" cy="157335"/>
            <a:chOff x="154919" y="4950158"/>
            <a:chExt cx="609980" cy="157335"/>
          </a:xfrm>
        </p:grpSpPr>
        <p:sp>
          <p:nvSpPr>
            <p:cNvPr id="2891" name="Google Shape;2891;p28"/>
            <p:cNvSpPr/>
            <p:nvPr/>
          </p:nvSpPr>
          <p:spPr>
            <a:xfrm>
              <a:off x="154919" y="4950158"/>
              <a:ext cx="609980" cy="157335"/>
            </a:xfrm>
            <a:custGeom>
              <a:rect b="b" l="l" r="r" t="t"/>
              <a:pathLst>
                <a:path extrusionOk="0" h="1967" w="7630">
                  <a:moveTo>
                    <a:pt x="4011" y="1"/>
                  </a:moveTo>
                  <a:cubicBezTo>
                    <a:pt x="3348" y="1"/>
                    <a:pt x="2667" y="427"/>
                    <a:pt x="2402" y="1206"/>
                  </a:cubicBezTo>
                  <a:cubicBezTo>
                    <a:pt x="2208" y="1146"/>
                    <a:pt x="2019" y="1118"/>
                    <a:pt x="1833" y="1118"/>
                  </a:cubicBezTo>
                  <a:cubicBezTo>
                    <a:pt x="1176" y="1118"/>
                    <a:pt x="570" y="1468"/>
                    <a:pt x="1" y="1966"/>
                  </a:cubicBezTo>
                  <a:lnTo>
                    <a:pt x="7630" y="1966"/>
                  </a:lnTo>
                  <a:cubicBezTo>
                    <a:pt x="7157" y="1295"/>
                    <a:pt x="6604" y="867"/>
                    <a:pt x="5885" y="867"/>
                  </a:cubicBezTo>
                  <a:cubicBezTo>
                    <a:pt x="5725" y="867"/>
                    <a:pt x="5558" y="888"/>
                    <a:pt x="5381" y="933"/>
                  </a:cubicBezTo>
                  <a:cubicBezTo>
                    <a:pt x="5104" y="297"/>
                    <a:pt x="4564" y="1"/>
                    <a:pt x="40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2" name="Google Shape;2892;p28"/>
            <p:cNvSpPr/>
            <p:nvPr/>
          </p:nvSpPr>
          <p:spPr>
            <a:xfrm>
              <a:off x="512113" y="5007669"/>
              <a:ext cx="72990" cy="70629"/>
            </a:xfrm>
            <a:custGeom>
              <a:rect b="b" l="l" r="r" t="t"/>
              <a:pathLst>
                <a:path extrusionOk="0" h="883" w="913">
                  <a:moveTo>
                    <a:pt x="822" y="1"/>
                  </a:moveTo>
                  <a:cubicBezTo>
                    <a:pt x="396" y="183"/>
                    <a:pt x="92" y="518"/>
                    <a:pt x="1" y="882"/>
                  </a:cubicBezTo>
                  <a:cubicBezTo>
                    <a:pt x="1" y="882"/>
                    <a:pt x="244" y="457"/>
                    <a:pt x="913" y="214"/>
                  </a:cubicBezTo>
                  <a:lnTo>
                    <a:pt x="82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3" name="Google Shape;2893;p28"/>
            <p:cNvSpPr/>
            <p:nvPr/>
          </p:nvSpPr>
          <p:spPr>
            <a:xfrm>
              <a:off x="346867" y="5034464"/>
              <a:ext cx="43890" cy="46233"/>
            </a:xfrm>
            <a:custGeom>
              <a:rect b="b" l="l" r="r" t="t"/>
              <a:pathLst>
                <a:path extrusionOk="0" h="578" w="549">
                  <a:moveTo>
                    <a:pt x="31" y="0"/>
                  </a:moveTo>
                  <a:lnTo>
                    <a:pt x="1" y="152"/>
                  </a:lnTo>
                  <a:cubicBezTo>
                    <a:pt x="1" y="152"/>
                    <a:pt x="396" y="335"/>
                    <a:pt x="548" y="578"/>
                  </a:cubicBezTo>
                  <a:cubicBezTo>
                    <a:pt x="396" y="304"/>
                    <a:pt x="244" y="122"/>
                    <a:pt x="3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894" name="Google Shape;2894;p28"/>
          <p:cNvGrpSpPr/>
          <p:nvPr/>
        </p:nvGrpSpPr>
        <p:grpSpPr>
          <a:xfrm>
            <a:off x="0" y="4752988"/>
            <a:ext cx="9144000" cy="354505"/>
            <a:chOff x="0" y="4689888"/>
            <a:chExt cx="9144000" cy="354505"/>
          </a:xfrm>
        </p:grpSpPr>
        <p:grpSp>
          <p:nvGrpSpPr>
            <p:cNvPr id="2895" name="Google Shape;2895;p28"/>
            <p:cNvGrpSpPr/>
            <p:nvPr/>
          </p:nvGrpSpPr>
          <p:grpSpPr>
            <a:xfrm>
              <a:off x="0" y="4793425"/>
              <a:ext cx="9144000" cy="194975"/>
              <a:chOff x="0" y="4789550"/>
              <a:chExt cx="9144000" cy="194975"/>
            </a:xfrm>
          </p:grpSpPr>
          <p:sp>
            <p:nvSpPr>
              <p:cNvPr id="2896" name="Google Shape;2896;p28"/>
              <p:cNvSpPr/>
              <p:nvPr/>
            </p:nvSpPr>
            <p:spPr>
              <a:xfrm>
                <a:off x="0" y="4789550"/>
                <a:ext cx="9144000" cy="360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97" name="Google Shape;2897;p28"/>
              <p:cNvSpPr/>
              <p:nvPr/>
            </p:nvSpPr>
            <p:spPr>
              <a:xfrm>
                <a:off x="0" y="4948525"/>
                <a:ext cx="9144000" cy="360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898" name="Google Shape;2898;p28"/>
            <p:cNvGrpSpPr/>
            <p:nvPr/>
          </p:nvGrpSpPr>
          <p:grpSpPr>
            <a:xfrm>
              <a:off x="28483" y="4689888"/>
              <a:ext cx="9087034" cy="354505"/>
              <a:chOff x="28483" y="4689888"/>
              <a:chExt cx="9087034" cy="354505"/>
            </a:xfrm>
          </p:grpSpPr>
          <p:sp>
            <p:nvSpPr>
              <p:cNvPr id="2899" name="Google Shape;2899;p28"/>
              <p:cNvSpPr/>
              <p:nvPr/>
            </p:nvSpPr>
            <p:spPr>
              <a:xfrm>
                <a:off x="64010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6" y="1"/>
                      <a:pt x="533" y="8"/>
                      <a:pt x="518" y="24"/>
                    </a:cubicBezTo>
                    <a:lnTo>
                      <a:pt x="62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34" y="4431"/>
                      <a:pt x="1065" y="4401"/>
                      <a:pt x="1156" y="4370"/>
                    </a:cubicBezTo>
                    <a:lnTo>
                      <a:pt x="1156" y="601"/>
                    </a:lnTo>
                    <a:lnTo>
                      <a:pt x="1126" y="571"/>
                    </a:lnTo>
                    <a:lnTo>
                      <a:pt x="670" y="24"/>
                    </a:lnTo>
                    <a:cubicBezTo>
                      <a:pt x="639" y="8"/>
                      <a:pt x="609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00" name="Google Shape;2900;p28"/>
              <p:cNvSpPr/>
              <p:nvPr/>
            </p:nvSpPr>
            <p:spPr>
              <a:xfrm>
                <a:off x="79301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3" y="8"/>
                      <a:pt x="517" y="24"/>
                    </a:cubicBezTo>
                    <a:lnTo>
                      <a:pt x="6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34" y="4431"/>
                      <a:pt x="1064" y="4401"/>
                      <a:pt x="1156" y="4370"/>
                    </a:cubicBezTo>
                    <a:lnTo>
                      <a:pt x="1156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9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01" name="Google Shape;2901;p28"/>
              <p:cNvSpPr/>
              <p:nvPr/>
            </p:nvSpPr>
            <p:spPr>
              <a:xfrm>
                <a:off x="94592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2" y="4431"/>
                      <a:pt x="122" y="4431"/>
                    </a:cubicBezTo>
                    <a:lnTo>
                      <a:pt x="1003" y="4431"/>
                    </a:lnTo>
                    <a:cubicBezTo>
                      <a:pt x="103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8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02" name="Google Shape;2902;p28"/>
              <p:cNvSpPr/>
              <p:nvPr/>
            </p:nvSpPr>
            <p:spPr>
              <a:xfrm>
                <a:off x="109882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1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1" y="4431"/>
                      <a:pt x="122" y="4431"/>
                    </a:cubicBezTo>
                    <a:lnTo>
                      <a:pt x="1003" y="4431"/>
                    </a:lnTo>
                    <a:cubicBezTo>
                      <a:pt x="106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8" y="8"/>
                      <a:pt x="608" y="1"/>
                      <a:pt x="58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03" name="Google Shape;2903;p28"/>
              <p:cNvSpPr/>
              <p:nvPr/>
            </p:nvSpPr>
            <p:spPr>
              <a:xfrm>
                <a:off x="1251735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04" y="4431"/>
                      <a:pt x="103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04" name="Google Shape;2904;p28"/>
              <p:cNvSpPr/>
              <p:nvPr/>
            </p:nvSpPr>
            <p:spPr>
              <a:xfrm>
                <a:off x="1402243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05" name="Google Shape;2905;p28"/>
              <p:cNvSpPr/>
              <p:nvPr/>
            </p:nvSpPr>
            <p:spPr>
              <a:xfrm>
                <a:off x="1552751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64" y="4431"/>
                      <a:pt x="109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06" name="Google Shape;2906;p28"/>
              <p:cNvSpPr/>
              <p:nvPr/>
            </p:nvSpPr>
            <p:spPr>
              <a:xfrm>
                <a:off x="751362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07" name="Google Shape;2907;p28"/>
              <p:cNvSpPr/>
              <p:nvPr/>
            </p:nvSpPr>
            <p:spPr>
              <a:xfrm>
                <a:off x="7666529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3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08" name="Google Shape;2908;p28"/>
              <p:cNvSpPr/>
              <p:nvPr/>
            </p:nvSpPr>
            <p:spPr>
              <a:xfrm>
                <a:off x="7816957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09" name="Google Shape;2909;p28"/>
              <p:cNvSpPr/>
              <p:nvPr/>
            </p:nvSpPr>
            <p:spPr>
              <a:xfrm>
                <a:off x="796738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2" y="4431"/>
                      <a:pt x="122" y="4431"/>
                    </a:cubicBezTo>
                    <a:lnTo>
                      <a:pt x="1003" y="4431"/>
                    </a:lnTo>
                    <a:cubicBezTo>
                      <a:pt x="103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8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10" name="Google Shape;2910;p28"/>
              <p:cNvSpPr/>
              <p:nvPr/>
            </p:nvSpPr>
            <p:spPr>
              <a:xfrm>
                <a:off x="812029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93" y="1"/>
                    </a:moveTo>
                    <a:cubicBezTo>
                      <a:pt x="562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1" y="4431"/>
                      <a:pt x="122" y="4431"/>
                    </a:cubicBezTo>
                    <a:lnTo>
                      <a:pt x="1003" y="4431"/>
                    </a:lnTo>
                    <a:cubicBezTo>
                      <a:pt x="106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54" y="8"/>
                      <a:pt x="623" y="1"/>
                      <a:pt x="59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11" name="Google Shape;2911;p28"/>
              <p:cNvSpPr/>
              <p:nvPr/>
            </p:nvSpPr>
            <p:spPr>
              <a:xfrm>
                <a:off x="8273198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1" y="4431"/>
                      <a:pt x="122" y="4431"/>
                    </a:cubicBezTo>
                    <a:lnTo>
                      <a:pt x="973" y="4431"/>
                    </a:lnTo>
                    <a:cubicBezTo>
                      <a:pt x="1034" y="4431"/>
                      <a:pt x="1065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12" name="Google Shape;2912;p28"/>
              <p:cNvSpPr/>
              <p:nvPr/>
            </p:nvSpPr>
            <p:spPr>
              <a:xfrm>
                <a:off x="8423706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34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13" name="Google Shape;2913;p28"/>
              <p:cNvSpPr/>
              <p:nvPr/>
            </p:nvSpPr>
            <p:spPr>
              <a:xfrm>
                <a:off x="8574214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64" y="4431"/>
                      <a:pt x="109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14" name="Google Shape;2914;p28"/>
              <p:cNvSpPr/>
              <p:nvPr/>
            </p:nvSpPr>
            <p:spPr>
              <a:xfrm>
                <a:off x="8724643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2" y="4431"/>
                      <a:pt x="122" y="4431"/>
                    </a:cubicBezTo>
                    <a:lnTo>
                      <a:pt x="974" y="4431"/>
                    </a:lnTo>
                    <a:cubicBezTo>
                      <a:pt x="1065" y="4431"/>
                      <a:pt x="1095" y="4401"/>
                      <a:pt x="1126" y="4370"/>
                    </a:cubicBezTo>
                    <a:lnTo>
                      <a:pt x="112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4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15" name="Google Shape;2915;p28"/>
              <p:cNvSpPr/>
              <p:nvPr/>
            </p:nvSpPr>
            <p:spPr>
              <a:xfrm>
                <a:off x="8875151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74" y="1"/>
                    </a:moveTo>
                    <a:cubicBezTo>
                      <a:pt x="547" y="1"/>
                      <a:pt x="517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122" y="4431"/>
                    </a:cubicBezTo>
                    <a:lnTo>
                      <a:pt x="1003" y="4431"/>
                    </a:lnTo>
                    <a:cubicBezTo>
                      <a:pt x="103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600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16" name="Google Shape;2916;p28"/>
              <p:cNvSpPr/>
              <p:nvPr/>
            </p:nvSpPr>
            <p:spPr>
              <a:xfrm>
                <a:off x="736071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17" name="Google Shape;2917;p28"/>
              <p:cNvSpPr/>
              <p:nvPr/>
            </p:nvSpPr>
            <p:spPr>
              <a:xfrm>
                <a:off x="720781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18" name="Google Shape;2918;p28"/>
              <p:cNvSpPr/>
              <p:nvPr/>
            </p:nvSpPr>
            <p:spPr>
              <a:xfrm>
                <a:off x="705490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19" name="Google Shape;2919;p28"/>
              <p:cNvSpPr/>
              <p:nvPr/>
            </p:nvSpPr>
            <p:spPr>
              <a:xfrm>
                <a:off x="690199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20" name="Google Shape;2920;p28"/>
              <p:cNvSpPr/>
              <p:nvPr/>
            </p:nvSpPr>
            <p:spPr>
              <a:xfrm>
                <a:off x="674909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21" name="Google Shape;2921;p28"/>
              <p:cNvSpPr/>
              <p:nvPr/>
            </p:nvSpPr>
            <p:spPr>
              <a:xfrm>
                <a:off x="659618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22" name="Google Shape;2922;p28"/>
              <p:cNvSpPr/>
              <p:nvPr/>
            </p:nvSpPr>
            <p:spPr>
              <a:xfrm>
                <a:off x="644327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23" name="Google Shape;2923;p28"/>
              <p:cNvSpPr/>
              <p:nvPr/>
            </p:nvSpPr>
            <p:spPr>
              <a:xfrm>
                <a:off x="629037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24" name="Google Shape;2924;p28"/>
              <p:cNvSpPr/>
              <p:nvPr/>
            </p:nvSpPr>
            <p:spPr>
              <a:xfrm>
                <a:off x="613746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25" name="Google Shape;2925;p28"/>
              <p:cNvSpPr/>
              <p:nvPr/>
            </p:nvSpPr>
            <p:spPr>
              <a:xfrm>
                <a:off x="598455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26" name="Google Shape;2926;p28"/>
              <p:cNvSpPr/>
              <p:nvPr/>
            </p:nvSpPr>
            <p:spPr>
              <a:xfrm>
                <a:off x="583165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27" name="Google Shape;2927;p28"/>
              <p:cNvSpPr/>
              <p:nvPr/>
            </p:nvSpPr>
            <p:spPr>
              <a:xfrm>
                <a:off x="567874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28" name="Google Shape;2928;p28"/>
              <p:cNvSpPr/>
              <p:nvPr/>
            </p:nvSpPr>
            <p:spPr>
              <a:xfrm>
                <a:off x="552583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29" name="Google Shape;2929;p28"/>
              <p:cNvSpPr/>
              <p:nvPr/>
            </p:nvSpPr>
            <p:spPr>
              <a:xfrm>
                <a:off x="537293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30" name="Google Shape;2930;p28"/>
              <p:cNvSpPr/>
              <p:nvPr/>
            </p:nvSpPr>
            <p:spPr>
              <a:xfrm>
                <a:off x="522002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31" name="Google Shape;2931;p28"/>
              <p:cNvSpPr/>
              <p:nvPr/>
            </p:nvSpPr>
            <p:spPr>
              <a:xfrm>
                <a:off x="506712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32" name="Google Shape;2932;p28"/>
              <p:cNvSpPr/>
              <p:nvPr/>
            </p:nvSpPr>
            <p:spPr>
              <a:xfrm>
                <a:off x="491421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33" name="Google Shape;2933;p28"/>
              <p:cNvSpPr/>
              <p:nvPr/>
            </p:nvSpPr>
            <p:spPr>
              <a:xfrm>
                <a:off x="476130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34" name="Google Shape;2934;p28"/>
              <p:cNvSpPr/>
              <p:nvPr/>
            </p:nvSpPr>
            <p:spPr>
              <a:xfrm>
                <a:off x="460840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35" name="Google Shape;2935;p28"/>
              <p:cNvSpPr/>
              <p:nvPr/>
            </p:nvSpPr>
            <p:spPr>
              <a:xfrm>
                <a:off x="445549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36" name="Google Shape;2936;p28"/>
              <p:cNvSpPr/>
              <p:nvPr/>
            </p:nvSpPr>
            <p:spPr>
              <a:xfrm>
                <a:off x="430258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37" name="Google Shape;2937;p28"/>
              <p:cNvSpPr/>
              <p:nvPr/>
            </p:nvSpPr>
            <p:spPr>
              <a:xfrm>
                <a:off x="414968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38" name="Google Shape;2938;p28"/>
              <p:cNvSpPr/>
              <p:nvPr/>
            </p:nvSpPr>
            <p:spPr>
              <a:xfrm>
                <a:off x="399677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39" name="Google Shape;2939;p28"/>
              <p:cNvSpPr/>
              <p:nvPr/>
            </p:nvSpPr>
            <p:spPr>
              <a:xfrm>
                <a:off x="384386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40" name="Google Shape;2940;p28"/>
              <p:cNvSpPr/>
              <p:nvPr/>
            </p:nvSpPr>
            <p:spPr>
              <a:xfrm>
                <a:off x="369096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41" name="Google Shape;2941;p28"/>
              <p:cNvSpPr/>
              <p:nvPr/>
            </p:nvSpPr>
            <p:spPr>
              <a:xfrm>
                <a:off x="353805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42" name="Google Shape;2942;p28"/>
              <p:cNvSpPr/>
              <p:nvPr/>
            </p:nvSpPr>
            <p:spPr>
              <a:xfrm>
                <a:off x="338514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43" name="Google Shape;2943;p28"/>
              <p:cNvSpPr/>
              <p:nvPr/>
            </p:nvSpPr>
            <p:spPr>
              <a:xfrm>
                <a:off x="323224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44" name="Google Shape;2944;p28"/>
              <p:cNvSpPr/>
              <p:nvPr/>
            </p:nvSpPr>
            <p:spPr>
              <a:xfrm>
                <a:off x="307933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45" name="Google Shape;2945;p28"/>
              <p:cNvSpPr/>
              <p:nvPr/>
            </p:nvSpPr>
            <p:spPr>
              <a:xfrm>
                <a:off x="292643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46" name="Google Shape;2946;p28"/>
              <p:cNvSpPr/>
              <p:nvPr/>
            </p:nvSpPr>
            <p:spPr>
              <a:xfrm>
                <a:off x="277352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47" name="Google Shape;2947;p28"/>
              <p:cNvSpPr/>
              <p:nvPr/>
            </p:nvSpPr>
            <p:spPr>
              <a:xfrm>
                <a:off x="262061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48" name="Google Shape;2948;p28"/>
              <p:cNvSpPr/>
              <p:nvPr/>
            </p:nvSpPr>
            <p:spPr>
              <a:xfrm>
                <a:off x="246771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49" name="Google Shape;2949;p28"/>
              <p:cNvSpPr/>
              <p:nvPr/>
            </p:nvSpPr>
            <p:spPr>
              <a:xfrm>
                <a:off x="231480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50" name="Google Shape;2950;p28"/>
              <p:cNvSpPr/>
              <p:nvPr/>
            </p:nvSpPr>
            <p:spPr>
              <a:xfrm>
                <a:off x="216189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51" name="Google Shape;2951;p28"/>
              <p:cNvSpPr/>
              <p:nvPr/>
            </p:nvSpPr>
            <p:spPr>
              <a:xfrm>
                <a:off x="200899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52" name="Google Shape;2952;p28"/>
              <p:cNvSpPr/>
              <p:nvPr/>
            </p:nvSpPr>
            <p:spPr>
              <a:xfrm>
                <a:off x="185608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53" name="Google Shape;2953;p28"/>
              <p:cNvSpPr/>
              <p:nvPr/>
            </p:nvSpPr>
            <p:spPr>
              <a:xfrm>
                <a:off x="170317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54" name="Google Shape;2954;p28"/>
              <p:cNvSpPr/>
              <p:nvPr/>
            </p:nvSpPr>
            <p:spPr>
              <a:xfrm>
                <a:off x="48720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55" name="Google Shape;2955;p28"/>
              <p:cNvSpPr/>
              <p:nvPr/>
            </p:nvSpPr>
            <p:spPr>
              <a:xfrm>
                <a:off x="33429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56" name="Google Shape;2956;p28"/>
              <p:cNvSpPr/>
              <p:nvPr/>
            </p:nvSpPr>
            <p:spPr>
              <a:xfrm>
                <a:off x="18139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57" name="Google Shape;2957;p28"/>
              <p:cNvSpPr/>
              <p:nvPr/>
            </p:nvSpPr>
            <p:spPr>
              <a:xfrm>
                <a:off x="2848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58" name="Google Shape;2958;p28"/>
              <p:cNvSpPr/>
              <p:nvPr/>
            </p:nvSpPr>
            <p:spPr>
              <a:xfrm>
                <a:off x="9025579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74" y="1"/>
                    </a:moveTo>
                    <a:cubicBezTo>
                      <a:pt x="547" y="1"/>
                      <a:pt x="517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122" y="4431"/>
                    </a:cubicBezTo>
                    <a:lnTo>
                      <a:pt x="1003" y="4431"/>
                    </a:lnTo>
                    <a:cubicBezTo>
                      <a:pt x="103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600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959" name="Google Shape;2959;p28"/>
          <p:cNvSpPr/>
          <p:nvPr/>
        </p:nvSpPr>
        <p:spPr>
          <a:xfrm>
            <a:off x="0" y="5107500"/>
            <a:ext cx="9144000" cy="36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960" name="Google Shape;2960;p28"/>
          <p:cNvGrpSpPr/>
          <p:nvPr/>
        </p:nvGrpSpPr>
        <p:grpSpPr>
          <a:xfrm>
            <a:off x="8500193" y="4148281"/>
            <a:ext cx="592952" cy="967689"/>
            <a:chOff x="8071153" y="3759204"/>
            <a:chExt cx="592952" cy="967689"/>
          </a:xfrm>
        </p:grpSpPr>
        <p:sp>
          <p:nvSpPr>
            <p:cNvPr id="2961" name="Google Shape;2961;p28"/>
            <p:cNvSpPr/>
            <p:nvPr/>
          </p:nvSpPr>
          <p:spPr>
            <a:xfrm>
              <a:off x="8350560" y="4196816"/>
              <a:ext cx="43890" cy="282116"/>
            </a:xfrm>
            <a:custGeom>
              <a:rect b="b" l="l" r="r" t="t"/>
              <a:pathLst>
                <a:path extrusionOk="0" h="3527" w="549">
                  <a:moveTo>
                    <a:pt x="153" y="0"/>
                  </a:moveTo>
                  <a:lnTo>
                    <a:pt x="1" y="3526"/>
                  </a:lnTo>
                  <a:lnTo>
                    <a:pt x="548" y="3435"/>
                  </a:lnTo>
                  <a:lnTo>
                    <a:pt x="39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2" name="Google Shape;2962;p28"/>
            <p:cNvSpPr/>
            <p:nvPr/>
          </p:nvSpPr>
          <p:spPr>
            <a:xfrm>
              <a:off x="8263101" y="4478852"/>
              <a:ext cx="221208" cy="248041"/>
            </a:xfrm>
            <a:custGeom>
              <a:rect b="b" l="l" r="r" t="t"/>
              <a:pathLst>
                <a:path extrusionOk="0" h="3101" w="2767">
                  <a:moveTo>
                    <a:pt x="1" y="0"/>
                  </a:moveTo>
                  <a:lnTo>
                    <a:pt x="396" y="3101"/>
                  </a:lnTo>
                  <a:lnTo>
                    <a:pt x="2402" y="3101"/>
                  </a:lnTo>
                  <a:lnTo>
                    <a:pt x="276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3" name="Google Shape;2963;p28"/>
            <p:cNvSpPr/>
            <p:nvPr/>
          </p:nvSpPr>
          <p:spPr>
            <a:xfrm>
              <a:off x="8248551" y="4435099"/>
              <a:ext cx="255184" cy="94865"/>
            </a:xfrm>
            <a:custGeom>
              <a:rect b="b" l="l" r="r" t="t"/>
              <a:pathLst>
                <a:path extrusionOk="0" h="1186" w="3192">
                  <a:moveTo>
                    <a:pt x="3192" y="0"/>
                  </a:moveTo>
                  <a:lnTo>
                    <a:pt x="0" y="61"/>
                  </a:lnTo>
                  <a:lnTo>
                    <a:pt x="61" y="1155"/>
                  </a:lnTo>
                  <a:lnTo>
                    <a:pt x="3040" y="1186"/>
                  </a:lnTo>
                  <a:lnTo>
                    <a:pt x="319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4" name="Google Shape;2964;p28"/>
            <p:cNvSpPr/>
            <p:nvPr/>
          </p:nvSpPr>
          <p:spPr>
            <a:xfrm>
              <a:off x="8265579" y="4527484"/>
              <a:ext cx="213853" cy="34075"/>
            </a:xfrm>
            <a:custGeom>
              <a:rect b="b" l="l" r="r" t="t"/>
              <a:pathLst>
                <a:path extrusionOk="0" h="426" w="2675">
                  <a:moveTo>
                    <a:pt x="0" y="0"/>
                  </a:moveTo>
                  <a:lnTo>
                    <a:pt x="91" y="426"/>
                  </a:lnTo>
                  <a:lnTo>
                    <a:pt x="2645" y="122"/>
                  </a:lnTo>
                  <a:lnTo>
                    <a:pt x="2675" y="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48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5" name="Google Shape;2965;p28"/>
            <p:cNvSpPr/>
            <p:nvPr/>
          </p:nvSpPr>
          <p:spPr>
            <a:xfrm>
              <a:off x="8318982" y="3766483"/>
              <a:ext cx="36535" cy="58391"/>
            </a:xfrm>
            <a:custGeom>
              <a:rect b="b" l="l" r="r" t="t"/>
              <a:pathLst>
                <a:path extrusionOk="0" h="730" w="457">
                  <a:moveTo>
                    <a:pt x="366" y="0"/>
                  </a:moveTo>
                  <a:cubicBezTo>
                    <a:pt x="366" y="0"/>
                    <a:pt x="122" y="122"/>
                    <a:pt x="62" y="304"/>
                  </a:cubicBezTo>
                  <a:cubicBezTo>
                    <a:pt x="1" y="517"/>
                    <a:pt x="62" y="730"/>
                    <a:pt x="62" y="730"/>
                  </a:cubicBezTo>
                  <a:cubicBezTo>
                    <a:pt x="62" y="730"/>
                    <a:pt x="305" y="608"/>
                    <a:pt x="366" y="426"/>
                  </a:cubicBezTo>
                  <a:cubicBezTo>
                    <a:pt x="457" y="244"/>
                    <a:pt x="366" y="0"/>
                    <a:pt x="36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6" name="Google Shape;2966;p28"/>
            <p:cNvSpPr/>
            <p:nvPr/>
          </p:nvSpPr>
          <p:spPr>
            <a:xfrm>
              <a:off x="8248551" y="3759204"/>
              <a:ext cx="58360" cy="65670"/>
            </a:xfrm>
            <a:custGeom>
              <a:rect b="b" l="l" r="r" t="t"/>
              <a:pathLst>
                <a:path extrusionOk="0" h="821" w="730">
                  <a:moveTo>
                    <a:pt x="0" y="0"/>
                  </a:moveTo>
                  <a:cubicBezTo>
                    <a:pt x="0" y="0"/>
                    <a:pt x="0" y="335"/>
                    <a:pt x="183" y="547"/>
                  </a:cubicBezTo>
                  <a:cubicBezTo>
                    <a:pt x="365" y="790"/>
                    <a:pt x="730" y="821"/>
                    <a:pt x="730" y="821"/>
                  </a:cubicBezTo>
                  <a:cubicBezTo>
                    <a:pt x="730" y="821"/>
                    <a:pt x="730" y="487"/>
                    <a:pt x="517" y="243"/>
                  </a:cubicBezTo>
                  <a:cubicBezTo>
                    <a:pt x="335" y="61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7" name="Google Shape;2967;p28"/>
            <p:cNvSpPr/>
            <p:nvPr/>
          </p:nvSpPr>
          <p:spPr>
            <a:xfrm>
              <a:off x="8532835" y="4167621"/>
              <a:ext cx="65715" cy="29275"/>
            </a:xfrm>
            <a:custGeom>
              <a:rect b="b" l="l" r="r" t="t"/>
              <a:pathLst>
                <a:path extrusionOk="0" h="366" w="822">
                  <a:moveTo>
                    <a:pt x="396" y="1"/>
                  </a:moveTo>
                  <a:cubicBezTo>
                    <a:pt x="153" y="1"/>
                    <a:pt x="1" y="213"/>
                    <a:pt x="1" y="213"/>
                  </a:cubicBezTo>
                  <a:cubicBezTo>
                    <a:pt x="1" y="213"/>
                    <a:pt x="183" y="365"/>
                    <a:pt x="426" y="365"/>
                  </a:cubicBezTo>
                  <a:cubicBezTo>
                    <a:pt x="669" y="365"/>
                    <a:pt x="821" y="153"/>
                    <a:pt x="821" y="153"/>
                  </a:cubicBezTo>
                  <a:cubicBezTo>
                    <a:pt x="821" y="153"/>
                    <a:pt x="609" y="1"/>
                    <a:pt x="396" y="1"/>
                  </a:cubicBezTo>
                  <a:close/>
                </a:path>
              </a:pathLst>
            </a:custGeom>
            <a:solidFill>
              <a:srgbClr val="7BBFB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8" name="Google Shape;2968;p28"/>
            <p:cNvSpPr/>
            <p:nvPr/>
          </p:nvSpPr>
          <p:spPr>
            <a:xfrm>
              <a:off x="8518285" y="4092272"/>
              <a:ext cx="48687" cy="80307"/>
            </a:xfrm>
            <a:custGeom>
              <a:rect b="b" l="l" r="r" t="t"/>
              <a:pathLst>
                <a:path extrusionOk="0" h="1004" w="609">
                  <a:moveTo>
                    <a:pt x="487" y="0"/>
                  </a:moveTo>
                  <a:cubicBezTo>
                    <a:pt x="487" y="0"/>
                    <a:pt x="183" y="152"/>
                    <a:pt x="61" y="426"/>
                  </a:cubicBezTo>
                  <a:cubicBezTo>
                    <a:pt x="0" y="699"/>
                    <a:pt x="122" y="1003"/>
                    <a:pt x="122" y="1003"/>
                  </a:cubicBezTo>
                  <a:cubicBezTo>
                    <a:pt x="122" y="1003"/>
                    <a:pt x="426" y="851"/>
                    <a:pt x="547" y="578"/>
                  </a:cubicBezTo>
                  <a:cubicBezTo>
                    <a:pt x="608" y="304"/>
                    <a:pt x="487" y="0"/>
                    <a:pt x="487" y="0"/>
                  </a:cubicBezTo>
                  <a:close/>
                </a:path>
              </a:pathLst>
            </a:custGeom>
            <a:solidFill>
              <a:srgbClr val="7BBFB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9" name="Google Shape;2969;p28"/>
            <p:cNvSpPr/>
            <p:nvPr/>
          </p:nvSpPr>
          <p:spPr>
            <a:xfrm>
              <a:off x="8071153" y="3827914"/>
              <a:ext cx="592952" cy="566871"/>
            </a:xfrm>
            <a:custGeom>
              <a:rect b="b" l="l" r="r" t="t"/>
              <a:pathLst>
                <a:path extrusionOk="0" h="7087" w="7417">
                  <a:moveTo>
                    <a:pt x="3931" y="0"/>
                  </a:moveTo>
                  <a:cubicBezTo>
                    <a:pt x="3624" y="0"/>
                    <a:pt x="3315" y="31"/>
                    <a:pt x="3010" y="83"/>
                  </a:cubicBezTo>
                  <a:cubicBezTo>
                    <a:pt x="1672" y="296"/>
                    <a:pt x="578" y="965"/>
                    <a:pt x="244" y="2363"/>
                  </a:cubicBezTo>
                  <a:cubicBezTo>
                    <a:pt x="0" y="3275"/>
                    <a:pt x="61" y="4430"/>
                    <a:pt x="426" y="5312"/>
                  </a:cubicBezTo>
                  <a:cubicBezTo>
                    <a:pt x="760" y="6132"/>
                    <a:pt x="1520" y="6770"/>
                    <a:pt x="2402" y="6953"/>
                  </a:cubicBezTo>
                  <a:cubicBezTo>
                    <a:pt x="2775" y="7038"/>
                    <a:pt x="3182" y="7086"/>
                    <a:pt x="3592" y="7086"/>
                  </a:cubicBezTo>
                  <a:cubicBezTo>
                    <a:pt x="4351" y="7086"/>
                    <a:pt x="5123" y="6922"/>
                    <a:pt x="5715" y="6527"/>
                  </a:cubicBezTo>
                  <a:cubicBezTo>
                    <a:pt x="6049" y="6315"/>
                    <a:pt x="6353" y="6071"/>
                    <a:pt x="6657" y="5767"/>
                  </a:cubicBezTo>
                  <a:cubicBezTo>
                    <a:pt x="7022" y="5342"/>
                    <a:pt x="7235" y="4825"/>
                    <a:pt x="7295" y="4308"/>
                  </a:cubicBezTo>
                  <a:cubicBezTo>
                    <a:pt x="7417" y="3640"/>
                    <a:pt x="7417" y="3032"/>
                    <a:pt x="7265" y="2515"/>
                  </a:cubicBezTo>
                  <a:cubicBezTo>
                    <a:pt x="7022" y="1634"/>
                    <a:pt x="6505" y="874"/>
                    <a:pt x="5593" y="387"/>
                  </a:cubicBezTo>
                  <a:cubicBezTo>
                    <a:pt x="5077" y="109"/>
                    <a:pt x="4509" y="0"/>
                    <a:pt x="393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970" name="Google Shape;2970;p28"/>
          <p:cNvSpPr txBox="1"/>
          <p:nvPr>
            <p:ph type="title"/>
          </p:nvPr>
        </p:nvSpPr>
        <p:spPr>
          <a:xfrm>
            <a:off x="2140388" y="2182650"/>
            <a:ext cx="4863300" cy="98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971" name="Google Shape;2971;p28"/>
          <p:cNvSpPr txBox="1"/>
          <p:nvPr>
            <p:ph hasCustomPrompt="1" idx="2" type="title"/>
          </p:nvPr>
        </p:nvSpPr>
        <p:spPr>
          <a:xfrm>
            <a:off x="2140313" y="1426650"/>
            <a:ext cx="4863300" cy="75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b="1"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972" name="Google Shape;2972;p28"/>
          <p:cNvSpPr txBox="1"/>
          <p:nvPr>
            <p:ph idx="1" type="subTitle"/>
          </p:nvPr>
        </p:nvSpPr>
        <p:spPr>
          <a:xfrm>
            <a:off x="2140388" y="3167850"/>
            <a:ext cx="4863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 sz="1600">
                <a:solidFill>
                  <a:schemeClr val="accent6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973" name="Shape 2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74" name="Google Shape;2974;p29"/>
          <p:cNvGrpSpPr/>
          <p:nvPr/>
        </p:nvGrpSpPr>
        <p:grpSpPr>
          <a:xfrm>
            <a:off x="-15975" y="-52"/>
            <a:ext cx="9175950" cy="5143406"/>
            <a:chOff x="-15975" y="-52"/>
            <a:chExt cx="9175950" cy="5143406"/>
          </a:xfrm>
        </p:grpSpPr>
        <p:sp>
          <p:nvSpPr>
            <p:cNvPr id="2975" name="Google Shape;2975;p29"/>
            <p:cNvSpPr/>
            <p:nvPr/>
          </p:nvSpPr>
          <p:spPr>
            <a:xfrm rot="5400000">
              <a:off x="4570450" y="-378255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6" name="Google Shape;2976;p29"/>
            <p:cNvSpPr/>
            <p:nvPr/>
          </p:nvSpPr>
          <p:spPr>
            <a:xfrm rot="5400000">
              <a:off x="4570450" y="-276311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7" name="Google Shape;2977;p29"/>
            <p:cNvSpPr/>
            <p:nvPr/>
          </p:nvSpPr>
          <p:spPr>
            <a:xfrm rot="5400000">
              <a:off x="4570450" y="-174368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8" name="Google Shape;2978;p29"/>
            <p:cNvSpPr/>
            <p:nvPr/>
          </p:nvSpPr>
          <p:spPr>
            <a:xfrm rot="5400000">
              <a:off x="4570450" y="-72425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9" name="Google Shape;2979;p29"/>
            <p:cNvSpPr/>
            <p:nvPr/>
          </p:nvSpPr>
          <p:spPr>
            <a:xfrm rot="5400000">
              <a:off x="4570450" y="295184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0" name="Google Shape;2980;p29"/>
            <p:cNvSpPr/>
            <p:nvPr/>
          </p:nvSpPr>
          <p:spPr>
            <a:xfrm rot="5400000">
              <a:off x="4570450" y="-429226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1" name="Google Shape;2981;p29"/>
            <p:cNvSpPr/>
            <p:nvPr/>
          </p:nvSpPr>
          <p:spPr>
            <a:xfrm rot="5400000">
              <a:off x="4570450" y="-327283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2" name="Google Shape;2982;p29"/>
            <p:cNvSpPr/>
            <p:nvPr/>
          </p:nvSpPr>
          <p:spPr>
            <a:xfrm rot="5400000">
              <a:off x="4570450" y="-225340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3" name="Google Shape;2983;p29"/>
            <p:cNvSpPr/>
            <p:nvPr/>
          </p:nvSpPr>
          <p:spPr>
            <a:xfrm rot="5400000">
              <a:off x="4570450" y="-123396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4" name="Google Shape;2984;p29"/>
            <p:cNvSpPr/>
            <p:nvPr/>
          </p:nvSpPr>
          <p:spPr>
            <a:xfrm rot="5400000">
              <a:off x="4570450" y="-21453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5" name="Google Shape;2985;p29"/>
            <p:cNvSpPr/>
            <p:nvPr/>
          </p:nvSpPr>
          <p:spPr>
            <a:xfrm>
              <a:off x="5081305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6" name="Google Shape;2986;p29"/>
            <p:cNvSpPr/>
            <p:nvPr/>
          </p:nvSpPr>
          <p:spPr>
            <a:xfrm>
              <a:off x="6100964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7" name="Google Shape;2987;p29"/>
            <p:cNvSpPr/>
            <p:nvPr/>
          </p:nvSpPr>
          <p:spPr>
            <a:xfrm>
              <a:off x="7120623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8" name="Google Shape;2988;p29"/>
            <p:cNvSpPr/>
            <p:nvPr/>
          </p:nvSpPr>
          <p:spPr>
            <a:xfrm>
              <a:off x="8140282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9" name="Google Shape;2989;p29"/>
            <p:cNvSpPr/>
            <p:nvPr/>
          </p:nvSpPr>
          <p:spPr>
            <a:xfrm>
              <a:off x="5591134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0" name="Google Shape;2990;p29"/>
            <p:cNvSpPr/>
            <p:nvPr/>
          </p:nvSpPr>
          <p:spPr>
            <a:xfrm>
              <a:off x="6610793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1" name="Google Shape;2991;p29"/>
            <p:cNvSpPr/>
            <p:nvPr/>
          </p:nvSpPr>
          <p:spPr>
            <a:xfrm>
              <a:off x="7630452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2" name="Google Shape;2992;p29"/>
            <p:cNvSpPr/>
            <p:nvPr/>
          </p:nvSpPr>
          <p:spPr>
            <a:xfrm>
              <a:off x="8650111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993" name="Google Shape;2993;p29"/>
            <p:cNvGrpSpPr/>
            <p:nvPr/>
          </p:nvGrpSpPr>
          <p:grpSpPr>
            <a:xfrm>
              <a:off x="-15975" y="-52"/>
              <a:ext cx="4587484" cy="5143406"/>
              <a:chOff x="-9275" y="-1994782"/>
              <a:chExt cx="4587484" cy="9140583"/>
            </a:xfrm>
          </p:grpSpPr>
          <p:sp>
            <p:nvSpPr>
              <p:cNvPr id="2994" name="Google Shape;2994;p29"/>
              <p:cNvSpPr/>
              <p:nvPr/>
            </p:nvSpPr>
            <p:spPr>
              <a:xfrm>
                <a:off x="50044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95" name="Google Shape;2995;p29"/>
              <p:cNvSpPr/>
              <p:nvPr/>
            </p:nvSpPr>
            <p:spPr>
              <a:xfrm>
                <a:off x="15198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96" name="Google Shape;2996;p29"/>
              <p:cNvSpPr/>
              <p:nvPr/>
            </p:nvSpPr>
            <p:spPr>
              <a:xfrm>
                <a:off x="253930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97" name="Google Shape;2997;p29"/>
              <p:cNvSpPr/>
              <p:nvPr/>
            </p:nvSpPr>
            <p:spPr>
              <a:xfrm>
                <a:off x="355874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98" name="Google Shape;2998;p29"/>
              <p:cNvSpPr/>
              <p:nvPr/>
            </p:nvSpPr>
            <p:spPr>
              <a:xfrm>
                <a:off x="45781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99" name="Google Shape;2999;p29"/>
              <p:cNvSpPr/>
              <p:nvPr/>
            </p:nvSpPr>
            <p:spPr>
              <a:xfrm>
                <a:off x="101015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00" name="Google Shape;3000;p29"/>
              <p:cNvSpPr/>
              <p:nvPr/>
            </p:nvSpPr>
            <p:spPr>
              <a:xfrm>
                <a:off x="202959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01" name="Google Shape;3001;p29"/>
              <p:cNvSpPr/>
              <p:nvPr/>
            </p:nvSpPr>
            <p:spPr>
              <a:xfrm>
                <a:off x="304902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02" name="Google Shape;3002;p29"/>
              <p:cNvSpPr/>
              <p:nvPr/>
            </p:nvSpPr>
            <p:spPr>
              <a:xfrm>
                <a:off x="406845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03" name="Google Shape;3003;p29"/>
              <p:cNvSpPr/>
              <p:nvPr/>
            </p:nvSpPr>
            <p:spPr>
              <a:xfrm>
                <a:off x="-92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004" name="Google Shape;3004;p29"/>
            <p:cNvSpPr/>
            <p:nvPr/>
          </p:nvSpPr>
          <p:spPr>
            <a:xfrm>
              <a:off x="9159941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005" name="Google Shape;3005;p29"/>
          <p:cNvSpPr/>
          <p:nvPr/>
        </p:nvSpPr>
        <p:spPr>
          <a:xfrm>
            <a:off x="0" y="-75"/>
            <a:ext cx="9144000" cy="5143500"/>
          </a:xfrm>
          <a:prstGeom prst="rect">
            <a:avLst/>
          </a:prstGeom>
          <a:solidFill>
            <a:srgbClr val="D6E3EA">
              <a:alpha val="398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006" name="Google Shape;3006;p29"/>
          <p:cNvGrpSpPr/>
          <p:nvPr/>
        </p:nvGrpSpPr>
        <p:grpSpPr>
          <a:xfrm>
            <a:off x="230643" y="4100850"/>
            <a:ext cx="413156" cy="1006643"/>
            <a:chOff x="128217" y="4100850"/>
            <a:chExt cx="413156" cy="1006643"/>
          </a:xfrm>
        </p:grpSpPr>
        <p:sp>
          <p:nvSpPr>
            <p:cNvPr id="3007" name="Google Shape;3007;p29"/>
            <p:cNvSpPr/>
            <p:nvPr/>
          </p:nvSpPr>
          <p:spPr>
            <a:xfrm>
              <a:off x="342070" y="4382886"/>
              <a:ext cx="34057" cy="724607"/>
            </a:xfrm>
            <a:custGeom>
              <a:rect b="b" l="l" r="r" t="t"/>
              <a:pathLst>
                <a:path extrusionOk="0" h="9059" w="426">
                  <a:moveTo>
                    <a:pt x="0" y="0"/>
                  </a:moveTo>
                  <a:lnTo>
                    <a:pt x="0" y="9058"/>
                  </a:lnTo>
                  <a:lnTo>
                    <a:pt x="426" y="9058"/>
                  </a:lnTo>
                  <a:lnTo>
                    <a:pt x="42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8" name="Google Shape;3008;p29"/>
            <p:cNvSpPr/>
            <p:nvPr/>
          </p:nvSpPr>
          <p:spPr>
            <a:xfrm>
              <a:off x="220554" y="4168920"/>
              <a:ext cx="320819" cy="252920"/>
            </a:xfrm>
            <a:custGeom>
              <a:rect b="b" l="l" r="r" t="t"/>
              <a:pathLst>
                <a:path extrusionOk="0" h="3162" w="4013">
                  <a:moveTo>
                    <a:pt x="0" y="0"/>
                  </a:moveTo>
                  <a:cubicBezTo>
                    <a:pt x="699" y="0"/>
                    <a:pt x="1216" y="578"/>
                    <a:pt x="1216" y="1216"/>
                  </a:cubicBezTo>
                  <a:lnTo>
                    <a:pt x="1216" y="3040"/>
                  </a:lnTo>
                  <a:lnTo>
                    <a:pt x="973" y="3162"/>
                  </a:lnTo>
                  <a:lnTo>
                    <a:pt x="3800" y="3162"/>
                  </a:lnTo>
                  <a:cubicBezTo>
                    <a:pt x="3921" y="3162"/>
                    <a:pt x="4013" y="3070"/>
                    <a:pt x="4013" y="2949"/>
                  </a:cubicBezTo>
                  <a:lnTo>
                    <a:pt x="4013" y="1216"/>
                  </a:lnTo>
                  <a:cubicBezTo>
                    <a:pt x="4013" y="578"/>
                    <a:pt x="3465" y="0"/>
                    <a:pt x="27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9" name="Google Shape;3009;p29"/>
            <p:cNvSpPr/>
            <p:nvPr/>
          </p:nvSpPr>
          <p:spPr>
            <a:xfrm>
              <a:off x="128217" y="4168920"/>
              <a:ext cx="189630" cy="248041"/>
            </a:xfrm>
            <a:custGeom>
              <a:rect b="b" l="l" r="r" t="t"/>
              <a:pathLst>
                <a:path extrusionOk="0" h="3101" w="2372">
                  <a:moveTo>
                    <a:pt x="1216" y="0"/>
                  </a:moveTo>
                  <a:cubicBezTo>
                    <a:pt x="547" y="0"/>
                    <a:pt x="0" y="578"/>
                    <a:pt x="0" y="1216"/>
                  </a:cubicBezTo>
                  <a:lnTo>
                    <a:pt x="0" y="2979"/>
                  </a:lnTo>
                  <a:cubicBezTo>
                    <a:pt x="0" y="3070"/>
                    <a:pt x="61" y="3101"/>
                    <a:pt x="91" y="3101"/>
                  </a:cubicBezTo>
                  <a:lnTo>
                    <a:pt x="2280" y="3101"/>
                  </a:lnTo>
                  <a:cubicBezTo>
                    <a:pt x="2341" y="3101"/>
                    <a:pt x="2371" y="3040"/>
                    <a:pt x="2371" y="2979"/>
                  </a:cubicBezTo>
                  <a:lnTo>
                    <a:pt x="2371" y="1216"/>
                  </a:lnTo>
                  <a:cubicBezTo>
                    <a:pt x="2371" y="578"/>
                    <a:pt x="1854" y="31"/>
                    <a:pt x="121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0" name="Google Shape;3010;p29"/>
            <p:cNvSpPr/>
            <p:nvPr/>
          </p:nvSpPr>
          <p:spPr>
            <a:xfrm>
              <a:off x="339592" y="4100850"/>
              <a:ext cx="63236" cy="153256"/>
            </a:xfrm>
            <a:custGeom>
              <a:rect b="b" l="l" r="r" t="t"/>
              <a:pathLst>
                <a:path extrusionOk="0" h="1916" w="791">
                  <a:moveTo>
                    <a:pt x="1" y="0"/>
                  </a:moveTo>
                  <a:lnTo>
                    <a:pt x="1" y="1642"/>
                  </a:lnTo>
                  <a:cubicBezTo>
                    <a:pt x="1" y="1794"/>
                    <a:pt x="122" y="1915"/>
                    <a:pt x="274" y="1915"/>
                  </a:cubicBezTo>
                  <a:cubicBezTo>
                    <a:pt x="426" y="1915"/>
                    <a:pt x="517" y="1794"/>
                    <a:pt x="517" y="1642"/>
                  </a:cubicBezTo>
                  <a:cubicBezTo>
                    <a:pt x="517" y="1490"/>
                    <a:pt x="426" y="1368"/>
                    <a:pt x="274" y="1368"/>
                  </a:cubicBezTo>
                  <a:lnTo>
                    <a:pt x="274" y="547"/>
                  </a:lnTo>
                  <a:lnTo>
                    <a:pt x="791" y="456"/>
                  </a:lnTo>
                  <a:lnTo>
                    <a:pt x="79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11" name="Google Shape;3011;p29"/>
          <p:cNvGrpSpPr/>
          <p:nvPr/>
        </p:nvGrpSpPr>
        <p:grpSpPr>
          <a:xfrm>
            <a:off x="2154823" y="4691638"/>
            <a:ext cx="2019411" cy="415855"/>
            <a:chOff x="2154823" y="4691638"/>
            <a:chExt cx="2019411" cy="415855"/>
          </a:xfrm>
        </p:grpSpPr>
        <p:sp>
          <p:nvSpPr>
            <p:cNvPr id="3012" name="Google Shape;3012;p29"/>
            <p:cNvSpPr/>
            <p:nvPr/>
          </p:nvSpPr>
          <p:spPr>
            <a:xfrm>
              <a:off x="2154823" y="4792742"/>
              <a:ext cx="2019411" cy="314751"/>
            </a:xfrm>
            <a:custGeom>
              <a:rect b="b" l="l" r="r" t="t"/>
              <a:pathLst>
                <a:path extrusionOk="0" h="3935" w="25260">
                  <a:moveTo>
                    <a:pt x="17285" y="0"/>
                  </a:moveTo>
                  <a:cubicBezTo>
                    <a:pt x="16170" y="0"/>
                    <a:pt x="15068" y="607"/>
                    <a:pt x="14499" y="1898"/>
                  </a:cubicBezTo>
                  <a:cubicBezTo>
                    <a:pt x="14128" y="1798"/>
                    <a:pt x="13776" y="1750"/>
                    <a:pt x="13440" y="1750"/>
                  </a:cubicBezTo>
                  <a:cubicBezTo>
                    <a:pt x="12345" y="1750"/>
                    <a:pt x="11430" y="2260"/>
                    <a:pt x="10639" y="3144"/>
                  </a:cubicBezTo>
                  <a:cubicBezTo>
                    <a:pt x="10329" y="2738"/>
                    <a:pt x="9724" y="2491"/>
                    <a:pt x="9098" y="2491"/>
                  </a:cubicBezTo>
                  <a:cubicBezTo>
                    <a:pt x="8740" y="2491"/>
                    <a:pt x="8376" y="2572"/>
                    <a:pt x="8055" y="2749"/>
                  </a:cubicBezTo>
                  <a:cubicBezTo>
                    <a:pt x="7677" y="1517"/>
                    <a:pt x="6643" y="853"/>
                    <a:pt x="5623" y="853"/>
                  </a:cubicBezTo>
                  <a:cubicBezTo>
                    <a:pt x="4756" y="853"/>
                    <a:pt x="3899" y="1334"/>
                    <a:pt x="3465" y="2353"/>
                  </a:cubicBezTo>
                  <a:cubicBezTo>
                    <a:pt x="3176" y="2271"/>
                    <a:pt x="2902" y="2232"/>
                    <a:pt x="2641" y="2232"/>
                  </a:cubicBezTo>
                  <a:cubicBezTo>
                    <a:pt x="1559" y="2232"/>
                    <a:pt x="711" y="2905"/>
                    <a:pt x="0" y="3934"/>
                  </a:cubicBezTo>
                  <a:lnTo>
                    <a:pt x="25259" y="3934"/>
                  </a:lnTo>
                  <a:cubicBezTo>
                    <a:pt x="24117" y="2958"/>
                    <a:pt x="22918" y="2281"/>
                    <a:pt x="21591" y="2281"/>
                  </a:cubicBezTo>
                  <a:cubicBezTo>
                    <a:pt x="21223" y="2281"/>
                    <a:pt x="20846" y="2333"/>
                    <a:pt x="20457" y="2445"/>
                  </a:cubicBezTo>
                  <a:cubicBezTo>
                    <a:pt x="19961" y="859"/>
                    <a:pt x="18613" y="0"/>
                    <a:pt x="1728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3" name="Google Shape;3013;p29"/>
            <p:cNvSpPr/>
            <p:nvPr/>
          </p:nvSpPr>
          <p:spPr>
            <a:xfrm>
              <a:off x="2480439" y="4897846"/>
              <a:ext cx="809283" cy="209647"/>
            </a:xfrm>
            <a:custGeom>
              <a:rect b="b" l="l" r="r" t="t"/>
              <a:pathLst>
                <a:path extrusionOk="0" h="2621" w="10123">
                  <a:moveTo>
                    <a:pt x="5318" y="1"/>
                  </a:moveTo>
                  <a:cubicBezTo>
                    <a:pt x="4431" y="1"/>
                    <a:pt x="3525" y="583"/>
                    <a:pt x="3192" y="1647"/>
                  </a:cubicBezTo>
                  <a:cubicBezTo>
                    <a:pt x="2934" y="1566"/>
                    <a:pt x="2682" y="1528"/>
                    <a:pt x="2436" y="1528"/>
                  </a:cubicBezTo>
                  <a:cubicBezTo>
                    <a:pt x="1577" y="1528"/>
                    <a:pt x="779" y="1983"/>
                    <a:pt x="0" y="2620"/>
                  </a:cubicBezTo>
                  <a:lnTo>
                    <a:pt x="10122" y="2620"/>
                  </a:lnTo>
                  <a:cubicBezTo>
                    <a:pt x="9503" y="1729"/>
                    <a:pt x="8764" y="1161"/>
                    <a:pt x="7821" y="1161"/>
                  </a:cubicBezTo>
                  <a:cubicBezTo>
                    <a:pt x="7606" y="1161"/>
                    <a:pt x="7380" y="1190"/>
                    <a:pt x="7143" y="1252"/>
                  </a:cubicBezTo>
                  <a:cubicBezTo>
                    <a:pt x="6772" y="399"/>
                    <a:pt x="6051" y="1"/>
                    <a:pt x="53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4" name="Google Shape;3014;p29"/>
            <p:cNvSpPr/>
            <p:nvPr/>
          </p:nvSpPr>
          <p:spPr>
            <a:xfrm>
              <a:off x="3656510" y="4752428"/>
              <a:ext cx="58440" cy="48712"/>
            </a:xfrm>
            <a:custGeom>
              <a:rect b="b" l="l" r="r" t="t"/>
              <a:pathLst>
                <a:path extrusionOk="0" h="609" w="731">
                  <a:moveTo>
                    <a:pt x="730" y="0"/>
                  </a:moveTo>
                  <a:cubicBezTo>
                    <a:pt x="730" y="0"/>
                    <a:pt x="426" y="0"/>
                    <a:pt x="244" y="152"/>
                  </a:cubicBezTo>
                  <a:cubicBezTo>
                    <a:pt x="31" y="304"/>
                    <a:pt x="1" y="608"/>
                    <a:pt x="1" y="608"/>
                  </a:cubicBezTo>
                  <a:cubicBezTo>
                    <a:pt x="1" y="608"/>
                    <a:pt x="305" y="608"/>
                    <a:pt x="487" y="456"/>
                  </a:cubicBezTo>
                  <a:cubicBezTo>
                    <a:pt x="670" y="304"/>
                    <a:pt x="730" y="0"/>
                    <a:pt x="7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5" name="Google Shape;3015;p29"/>
            <p:cNvSpPr/>
            <p:nvPr/>
          </p:nvSpPr>
          <p:spPr>
            <a:xfrm>
              <a:off x="3598230" y="4691638"/>
              <a:ext cx="55961" cy="99744"/>
            </a:xfrm>
            <a:custGeom>
              <a:rect b="b" l="l" r="r" t="t"/>
              <a:pathLst>
                <a:path extrusionOk="0" h="1247" w="700">
                  <a:moveTo>
                    <a:pt x="213" y="0"/>
                  </a:moveTo>
                  <a:cubicBezTo>
                    <a:pt x="213" y="0"/>
                    <a:pt x="0" y="335"/>
                    <a:pt x="92" y="669"/>
                  </a:cubicBezTo>
                  <a:cubicBezTo>
                    <a:pt x="152" y="1034"/>
                    <a:pt x="517" y="1247"/>
                    <a:pt x="517" y="1247"/>
                  </a:cubicBezTo>
                  <a:cubicBezTo>
                    <a:pt x="517" y="1247"/>
                    <a:pt x="699" y="912"/>
                    <a:pt x="608" y="578"/>
                  </a:cubicBezTo>
                  <a:cubicBezTo>
                    <a:pt x="517" y="213"/>
                    <a:pt x="213" y="0"/>
                    <a:pt x="21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6" name="Google Shape;3016;p29"/>
            <p:cNvSpPr/>
            <p:nvPr/>
          </p:nvSpPr>
          <p:spPr>
            <a:xfrm>
              <a:off x="2611629" y="4932320"/>
              <a:ext cx="43810" cy="73029"/>
            </a:xfrm>
            <a:custGeom>
              <a:rect b="b" l="l" r="r" t="t"/>
              <a:pathLst>
                <a:path extrusionOk="0" h="913" w="548">
                  <a:moveTo>
                    <a:pt x="396" y="1"/>
                  </a:moveTo>
                  <a:cubicBezTo>
                    <a:pt x="396" y="1"/>
                    <a:pt x="153" y="153"/>
                    <a:pt x="92" y="396"/>
                  </a:cubicBezTo>
                  <a:cubicBezTo>
                    <a:pt x="1" y="639"/>
                    <a:pt x="153" y="912"/>
                    <a:pt x="153" y="912"/>
                  </a:cubicBezTo>
                  <a:cubicBezTo>
                    <a:pt x="153" y="912"/>
                    <a:pt x="396" y="760"/>
                    <a:pt x="457" y="487"/>
                  </a:cubicBezTo>
                  <a:cubicBezTo>
                    <a:pt x="548" y="244"/>
                    <a:pt x="396" y="1"/>
                    <a:pt x="3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7" name="Google Shape;3017;p29"/>
            <p:cNvSpPr/>
            <p:nvPr/>
          </p:nvSpPr>
          <p:spPr>
            <a:xfrm>
              <a:off x="2524169" y="4937200"/>
              <a:ext cx="77866" cy="70629"/>
            </a:xfrm>
            <a:custGeom>
              <a:rect b="b" l="l" r="r" t="t"/>
              <a:pathLst>
                <a:path extrusionOk="0" h="883" w="974">
                  <a:moveTo>
                    <a:pt x="0" y="0"/>
                  </a:moveTo>
                  <a:cubicBezTo>
                    <a:pt x="0" y="0"/>
                    <a:pt x="31" y="426"/>
                    <a:pt x="304" y="639"/>
                  </a:cubicBezTo>
                  <a:cubicBezTo>
                    <a:pt x="528" y="862"/>
                    <a:pt x="833" y="883"/>
                    <a:pt x="937" y="883"/>
                  </a:cubicBezTo>
                  <a:cubicBezTo>
                    <a:pt x="960" y="883"/>
                    <a:pt x="973" y="882"/>
                    <a:pt x="973" y="882"/>
                  </a:cubicBezTo>
                  <a:cubicBezTo>
                    <a:pt x="973" y="882"/>
                    <a:pt x="943" y="456"/>
                    <a:pt x="669" y="244"/>
                  </a:cubicBezTo>
                  <a:cubicBezTo>
                    <a:pt x="426" y="0"/>
                    <a:pt x="1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18" name="Google Shape;3018;p29"/>
          <p:cNvGrpSpPr/>
          <p:nvPr/>
        </p:nvGrpSpPr>
        <p:grpSpPr>
          <a:xfrm>
            <a:off x="154919" y="4950158"/>
            <a:ext cx="609980" cy="157335"/>
            <a:chOff x="154919" y="4950158"/>
            <a:chExt cx="609980" cy="157335"/>
          </a:xfrm>
        </p:grpSpPr>
        <p:sp>
          <p:nvSpPr>
            <p:cNvPr id="3019" name="Google Shape;3019;p29"/>
            <p:cNvSpPr/>
            <p:nvPr/>
          </p:nvSpPr>
          <p:spPr>
            <a:xfrm>
              <a:off x="154919" y="4950158"/>
              <a:ext cx="609980" cy="157335"/>
            </a:xfrm>
            <a:custGeom>
              <a:rect b="b" l="l" r="r" t="t"/>
              <a:pathLst>
                <a:path extrusionOk="0" h="1967" w="7630">
                  <a:moveTo>
                    <a:pt x="4011" y="1"/>
                  </a:moveTo>
                  <a:cubicBezTo>
                    <a:pt x="3348" y="1"/>
                    <a:pt x="2667" y="427"/>
                    <a:pt x="2402" y="1206"/>
                  </a:cubicBezTo>
                  <a:cubicBezTo>
                    <a:pt x="2208" y="1146"/>
                    <a:pt x="2019" y="1118"/>
                    <a:pt x="1833" y="1118"/>
                  </a:cubicBezTo>
                  <a:cubicBezTo>
                    <a:pt x="1176" y="1118"/>
                    <a:pt x="570" y="1468"/>
                    <a:pt x="1" y="1966"/>
                  </a:cubicBezTo>
                  <a:lnTo>
                    <a:pt x="7630" y="1966"/>
                  </a:lnTo>
                  <a:cubicBezTo>
                    <a:pt x="7157" y="1295"/>
                    <a:pt x="6604" y="867"/>
                    <a:pt x="5885" y="867"/>
                  </a:cubicBezTo>
                  <a:cubicBezTo>
                    <a:pt x="5725" y="867"/>
                    <a:pt x="5558" y="888"/>
                    <a:pt x="5381" y="933"/>
                  </a:cubicBezTo>
                  <a:cubicBezTo>
                    <a:pt x="5104" y="297"/>
                    <a:pt x="4564" y="1"/>
                    <a:pt x="40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0" name="Google Shape;3020;p29"/>
            <p:cNvSpPr/>
            <p:nvPr/>
          </p:nvSpPr>
          <p:spPr>
            <a:xfrm>
              <a:off x="512113" y="5007669"/>
              <a:ext cx="72990" cy="70629"/>
            </a:xfrm>
            <a:custGeom>
              <a:rect b="b" l="l" r="r" t="t"/>
              <a:pathLst>
                <a:path extrusionOk="0" h="883" w="913">
                  <a:moveTo>
                    <a:pt x="822" y="1"/>
                  </a:moveTo>
                  <a:cubicBezTo>
                    <a:pt x="396" y="183"/>
                    <a:pt x="92" y="518"/>
                    <a:pt x="1" y="882"/>
                  </a:cubicBezTo>
                  <a:cubicBezTo>
                    <a:pt x="1" y="882"/>
                    <a:pt x="244" y="457"/>
                    <a:pt x="913" y="214"/>
                  </a:cubicBezTo>
                  <a:lnTo>
                    <a:pt x="82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1" name="Google Shape;3021;p29"/>
            <p:cNvSpPr/>
            <p:nvPr/>
          </p:nvSpPr>
          <p:spPr>
            <a:xfrm>
              <a:off x="346867" y="5034464"/>
              <a:ext cx="43890" cy="46233"/>
            </a:xfrm>
            <a:custGeom>
              <a:rect b="b" l="l" r="r" t="t"/>
              <a:pathLst>
                <a:path extrusionOk="0" h="578" w="549">
                  <a:moveTo>
                    <a:pt x="31" y="0"/>
                  </a:moveTo>
                  <a:lnTo>
                    <a:pt x="1" y="152"/>
                  </a:lnTo>
                  <a:cubicBezTo>
                    <a:pt x="1" y="152"/>
                    <a:pt x="396" y="335"/>
                    <a:pt x="548" y="578"/>
                  </a:cubicBezTo>
                  <a:cubicBezTo>
                    <a:pt x="396" y="304"/>
                    <a:pt x="244" y="122"/>
                    <a:pt x="3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022" name="Google Shape;3022;p29"/>
          <p:cNvSpPr/>
          <p:nvPr/>
        </p:nvSpPr>
        <p:spPr>
          <a:xfrm>
            <a:off x="0" y="5107500"/>
            <a:ext cx="9144000" cy="36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3" name="Google Shape;3023;p29"/>
          <p:cNvSpPr/>
          <p:nvPr/>
        </p:nvSpPr>
        <p:spPr>
          <a:xfrm>
            <a:off x="719850" y="540000"/>
            <a:ext cx="7704300" cy="676800"/>
          </a:xfrm>
          <a:prstGeom prst="roundRect">
            <a:avLst>
              <a:gd fmla="val 17686" name="adj"/>
            </a:avLst>
          </a:prstGeom>
          <a:solidFill>
            <a:schemeClr val="lt1"/>
          </a:solidFill>
          <a:ln cap="flat" cmpd="sng" w="762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4" name="Google Shape;3024;p29"/>
          <p:cNvSpPr txBox="1"/>
          <p:nvPr>
            <p:ph type="title"/>
          </p:nvPr>
        </p:nvSpPr>
        <p:spPr>
          <a:xfrm>
            <a:off x="720000" y="540000"/>
            <a:ext cx="7704000" cy="6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025" name="Google Shape;3025;p29"/>
          <p:cNvSpPr txBox="1"/>
          <p:nvPr>
            <p:ph idx="1" type="body"/>
          </p:nvPr>
        </p:nvSpPr>
        <p:spPr>
          <a:xfrm>
            <a:off x="2092350" y="1503006"/>
            <a:ext cx="4959300" cy="28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/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grpSp>
        <p:nvGrpSpPr>
          <p:cNvPr id="3026" name="Google Shape;3026;p29"/>
          <p:cNvGrpSpPr/>
          <p:nvPr/>
        </p:nvGrpSpPr>
        <p:grpSpPr>
          <a:xfrm>
            <a:off x="0" y="4752988"/>
            <a:ext cx="9144000" cy="354505"/>
            <a:chOff x="0" y="4689888"/>
            <a:chExt cx="9144000" cy="354505"/>
          </a:xfrm>
        </p:grpSpPr>
        <p:grpSp>
          <p:nvGrpSpPr>
            <p:cNvPr id="3027" name="Google Shape;3027;p29"/>
            <p:cNvGrpSpPr/>
            <p:nvPr/>
          </p:nvGrpSpPr>
          <p:grpSpPr>
            <a:xfrm>
              <a:off x="0" y="4793425"/>
              <a:ext cx="9144000" cy="194975"/>
              <a:chOff x="0" y="4789550"/>
              <a:chExt cx="9144000" cy="194975"/>
            </a:xfrm>
          </p:grpSpPr>
          <p:sp>
            <p:nvSpPr>
              <p:cNvPr id="3028" name="Google Shape;3028;p29"/>
              <p:cNvSpPr/>
              <p:nvPr/>
            </p:nvSpPr>
            <p:spPr>
              <a:xfrm>
                <a:off x="0" y="4789550"/>
                <a:ext cx="9144000" cy="360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29" name="Google Shape;3029;p29"/>
              <p:cNvSpPr/>
              <p:nvPr/>
            </p:nvSpPr>
            <p:spPr>
              <a:xfrm>
                <a:off x="0" y="4948525"/>
                <a:ext cx="9144000" cy="360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030" name="Google Shape;3030;p29"/>
            <p:cNvGrpSpPr/>
            <p:nvPr/>
          </p:nvGrpSpPr>
          <p:grpSpPr>
            <a:xfrm>
              <a:off x="28483" y="4689888"/>
              <a:ext cx="9087034" cy="354505"/>
              <a:chOff x="28483" y="4689888"/>
              <a:chExt cx="9087034" cy="354505"/>
            </a:xfrm>
          </p:grpSpPr>
          <p:sp>
            <p:nvSpPr>
              <p:cNvPr id="3031" name="Google Shape;3031;p29"/>
              <p:cNvSpPr/>
              <p:nvPr/>
            </p:nvSpPr>
            <p:spPr>
              <a:xfrm>
                <a:off x="64010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6" y="1"/>
                      <a:pt x="533" y="8"/>
                      <a:pt x="518" y="24"/>
                    </a:cubicBezTo>
                    <a:lnTo>
                      <a:pt x="62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34" y="4431"/>
                      <a:pt x="1065" y="4401"/>
                      <a:pt x="1156" y="4370"/>
                    </a:cubicBezTo>
                    <a:lnTo>
                      <a:pt x="1156" y="601"/>
                    </a:lnTo>
                    <a:lnTo>
                      <a:pt x="1126" y="571"/>
                    </a:lnTo>
                    <a:lnTo>
                      <a:pt x="670" y="24"/>
                    </a:lnTo>
                    <a:cubicBezTo>
                      <a:pt x="639" y="8"/>
                      <a:pt x="609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32" name="Google Shape;3032;p29"/>
              <p:cNvSpPr/>
              <p:nvPr/>
            </p:nvSpPr>
            <p:spPr>
              <a:xfrm>
                <a:off x="79301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3" y="8"/>
                      <a:pt x="517" y="24"/>
                    </a:cubicBezTo>
                    <a:lnTo>
                      <a:pt x="6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34" y="4431"/>
                      <a:pt x="1064" y="4401"/>
                      <a:pt x="1156" y="4370"/>
                    </a:cubicBezTo>
                    <a:lnTo>
                      <a:pt x="1156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9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33" name="Google Shape;3033;p29"/>
              <p:cNvSpPr/>
              <p:nvPr/>
            </p:nvSpPr>
            <p:spPr>
              <a:xfrm>
                <a:off x="94592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2" y="4431"/>
                      <a:pt x="122" y="4431"/>
                    </a:cubicBezTo>
                    <a:lnTo>
                      <a:pt x="1003" y="4431"/>
                    </a:lnTo>
                    <a:cubicBezTo>
                      <a:pt x="103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8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34" name="Google Shape;3034;p29"/>
              <p:cNvSpPr/>
              <p:nvPr/>
            </p:nvSpPr>
            <p:spPr>
              <a:xfrm>
                <a:off x="109882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1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1" y="4431"/>
                      <a:pt x="122" y="4431"/>
                    </a:cubicBezTo>
                    <a:lnTo>
                      <a:pt x="1003" y="4431"/>
                    </a:lnTo>
                    <a:cubicBezTo>
                      <a:pt x="106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8" y="8"/>
                      <a:pt x="608" y="1"/>
                      <a:pt x="58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35" name="Google Shape;3035;p29"/>
              <p:cNvSpPr/>
              <p:nvPr/>
            </p:nvSpPr>
            <p:spPr>
              <a:xfrm>
                <a:off x="1251735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04" y="4431"/>
                      <a:pt x="103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36" name="Google Shape;3036;p29"/>
              <p:cNvSpPr/>
              <p:nvPr/>
            </p:nvSpPr>
            <p:spPr>
              <a:xfrm>
                <a:off x="1402243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37" name="Google Shape;3037;p29"/>
              <p:cNvSpPr/>
              <p:nvPr/>
            </p:nvSpPr>
            <p:spPr>
              <a:xfrm>
                <a:off x="1552751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64" y="4431"/>
                      <a:pt x="109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38" name="Google Shape;3038;p29"/>
              <p:cNvSpPr/>
              <p:nvPr/>
            </p:nvSpPr>
            <p:spPr>
              <a:xfrm>
                <a:off x="751362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39" name="Google Shape;3039;p29"/>
              <p:cNvSpPr/>
              <p:nvPr/>
            </p:nvSpPr>
            <p:spPr>
              <a:xfrm>
                <a:off x="7666529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3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40" name="Google Shape;3040;p29"/>
              <p:cNvSpPr/>
              <p:nvPr/>
            </p:nvSpPr>
            <p:spPr>
              <a:xfrm>
                <a:off x="7816957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41" name="Google Shape;3041;p29"/>
              <p:cNvSpPr/>
              <p:nvPr/>
            </p:nvSpPr>
            <p:spPr>
              <a:xfrm>
                <a:off x="796738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2" y="4431"/>
                      <a:pt x="122" y="4431"/>
                    </a:cubicBezTo>
                    <a:lnTo>
                      <a:pt x="1003" y="4431"/>
                    </a:lnTo>
                    <a:cubicBezTo>
                      <a:pt x="103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8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42" name="Google Shape;3042;p29"/>
              <p:cNvSpPr/>
              <p:nvPr/>
            </p:nvSpPr>
            <p:spPr>
              <a:xfrm>
                <a:off x="812029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93" y="1"/>
                    </a:moveTo>
                    <a:cubicBezTo>
                      <a:pt x="562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1" y="4431"/>
                      <a:pt x="122" y="4431"/>
                    </a:cubicBezTo>
                    <a:lnTo>
                      <a:pt x="1003" y="4431"/>
                    </a:lnTo>
                    <a:cubicBezTo>
                      <a:pt x="106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54" y="8"/>
                      <a:pt x="623" y="1"/>
                      <a:pt x="59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43" name="Google Shape;3043;p29"/>
              <p:cNvSpPr/>
              <p:nvPr/>
            </p:nvSpPr>
            <p:spPr>
              <a:xfrm>
                <a:off x="8273198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1" y="4431"/>
                      <a:pt x="122" y="4431"/>
                    </a:cubicBezTo>
                    <a:lnTo>
                      <a:pt x="973" y="4431"/>
                    </a:lnTo>
                    <a:cubicBezTo>
                      <a:pt x="1034" y="4431"/>
                      <a:pt x="1065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44" name="Google Shape;3044;p29"/>
              <p:cNvSpPr/>
              <p:nvPr/>
            </p:nvSpPr>
            <p:spPr>
              <a:xfrm>
                <a:off x="8423706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34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45" name="Google Shape;3045;p29"/>
              <p:cNvSpPr/>
              <p:nvPr/>
            </p:nvSpPr>
            <p:spPr>
              <a:xfrm>
                <a:off x="8574214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64" y="4431"/>
                      <a:pt x="109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46" name="Google Shape;3046;p29"/>
              <p:cNvSpPr/>
              <p:nvPr/>
            </p:nvSpPr>
            <p:spPr>
              <a:xfrm>
                <a:off x="8724643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2" y="4431"/>
                      <a:pt x="122" y="4431"/>
                    </a:cubicBezTo>
                    <a:lnTo>
                      <a:pt x="974" y="4431"/>
                    </a:lnTo>
                    <a:cubicBezTo>
                      <a:pt x="1065" y="4431"/>
                      <a:pt x="1095" y="4401"/>
                      <a:pt x="1126" y="4370"/>
                    </a:cubicBezTo>
                    <a:lnTo>
                      <a:pt x="112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4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47" name="Google Shape;3047;p29"/>
              <p:cNvSpPr/>
              <p:nvPr/>
            </p:nvSpPr>
            <p:spPr>
              <a:xfrm>
                <a:off x="8875151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74" y="1"/>
                    </a:moveTo>
                    <a:cubicBezTo>
                      <a:pt x="547" y="1"/>
                      <a:pt x="517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122" y="4431"/>
                    </a:cubicBezTo>
                    <a:lnTo>
                      <a:pt x="1003" y="4431"/>
                    </a:lnTo>
                    <a:cubicBezTo>
                      <a:pt x="103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600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48" name="Google Shape;3048;p29"/>
              <p:cNvSpPr/>
              <p:nvPr/>
            </p:nvSpPr>
            <p:spPr>
              <a:xfrm>
                <a:off x="736071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49" name="Google Shape;3049;p29"/>
              <p:cNvSpPr/>
              <p:nvPr/>
            </p:nvSpPr>
            <p:spPr>
              <a:xfrm>
                <a:off x="720781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50" name="Google Shape;3050;p29"/>
              <p:cNvSpPr/>
              <p:nvPr/>
            </p:nvSpPr>
            <p:spPr>
              <a:xfrm>
                <a:off x="705490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51" name="Google Shape;3051;p29"/>
              <p:cNvSpPr/>
              <p:nvPr/>
            </p:nvSpPr>
            <p:spPr>
              <a:xfrm>
                <a:off x="690199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52" name="Google Shape;3052;p29"/>
              <p:cNvSpPr/>
              <p:nvPr/>
            </p:nvSpPr>
            <p:spPr>
              <a:xfrm>
                <a:off x="674909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53" name="Google Shape;3053;p29"/>
              <p:cNvSpPr/>
              <p:nvPr/>
            </p:nvSpPr>
            <p:spPr>
              <a:xfrm>
                <a:off x="659618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54" name="Google Shape;3054;p29"/>
              <p:cNvSpPr/>
              <p:nvPr/>
            </p:nvSpPr>
            <p:spPr>
              <a:xfrm>
                <a:off x="644327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55" name="Google Shape;3055;p29"/>
              <p:cNvSpPr/>
              <p:nvPr/>
            </p:nvSpPr>
            <p:spPr>
              <a:xfrm>
                <a:off x="629037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56" name="Google Shape;3056;p29"/>
              <p:cNvSpPr/>
              <p:nvPr/>
            </p:nvSpPr>
            <p:spPr>
              <a:xfrm>
                <a:off x="613746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57" name="Google Shape;3057;p29"/>
              <p:cNvSpPr/>
              <p:nvPr/>
            </p:nvSpPr>
            <p:spPr>
              <a:xfrm>
                <a:off x="598455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58" name="Google Shape;3058;p29"/>
              <p:cNvSpPr/>
              <p:nvPr/>
            </p:nvSpPr>
            <p:spPr>
              <a:xfrm>
                <a:off x="583165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59" name="Google Shape;3059;p29"/>
              <p:cNvSpPr/>
              <p:nvPr/>
            </p:nvSpPr>
            <p:spPr>
              <a:xfrm>
                <a:off x="567874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60" name="Google Shape;3060;p29"/>
              <p:cNvSpPr/>
              <p:nvPr/>
            </p:nvSpPr>
            <p:spPr>
              <a:xfrm>
                <a:off x="552583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61" name="Google Shape;3061;p29"/>
              <p:cNvSpPr/>
              <p:nvPr/>
            </p:nvSpPr>
            <p:spPr>
              <a:xfrm>
                <a:off x="537293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62" name="Google Shape;3062;p29"/>
              <p:cNvSpPr/>
              <p:nvPr/>
            </p:nvSpPr>
            <p:spPr>
              <a:xfrm>
                <a:off x="522002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63" name="Google Shape;3063;p29"/>
              <p:cNvSpPr/>
              <p:nvPr/>
            </p:nvSpPr>
            <p:spPr>
              <a:xfrm>
                <a:off x="506712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64" name="Google Shape;3064;p29"/>
              <p:cNvSpPr/>
              <p:nvPr/>
            </p:nvSpPr>
            <p:spPr>
              <a:xfrm>
                <a:off x="491421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65" name="Google Shape;3065;p29"/>
              <p:cNvSpPr/>
              <p:nvPr/>
            </p:nvSpPr>
            <p:spPr>
              <a:xfrm>
                <a:off x="476130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66" name="Google Shape;3066;p29"/>
              <p:cNvSpPr/>
              <p:nvPr/>
            </p:nvSpPr>
            <p:spPr>
              <a:xfrm>
                <a:off x="460840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67" name="Google Shape;3067;p29"/>
              <p:cNvSpPr/>
              <p:nvPr/>
            </p:nvSpPr>
            <p:spPr>
              <a:xfrm>
                <a:off x="445549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68" name="Google Shape;3068;p29"/>
              <p:cNvSpPr/>
              <p:nvPr/>
            </p:nvSpPr>
            <p:spPr>
              <a:xfrm>
                <a:off x="430258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69" name="Google Shape;3069;p29"/>
              <p:cNvSpPr/>
              <p:nvPr/>
            </p:nvSpPr>
            <p:spPr>
              <a:xfrm>
                <a:off x="414968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70" name="Google Shape;3070;p29"/>
              <p:cNvSpPr/>
              <p:nvPr/>
            </p:nvSpPr>
            <p:spPr>
              <a:xfrm>
                <a:off x="399677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71" name="Google Shape;3071;p29"/>
              <p:cNvSpPr/>
              <p:nvPr/>
            </p:nvSpPr>
            <p:spPr>
              <a:xfrm>
                <a:off x="384386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72" name="Google Shape;3072;p29"/>
              <p:cNvSpPr/>
              <p:nvPr/>
            </p:nvSpPr>
            <p:spPr>
              <a:xfrm>
                <a:off x="369096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73" name="Google Shape;3073;p29"/>
              <p:cNvSpPr/>
              <p:nvPr/>
            </p:nvSpPr>
            <p:spPr>
              <a:xfrm>
                <a:off x="353805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74" name="Google Shape;3074;p29"/>
              <p:cNvSpPr/>
              <p:nvPr/>
            </p:nvSpPr>
            <p:spPr>
              <a:xfrm>
                <a:off x="338514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75" name="Google Shape;3075;p29"/>
              <p:cNvSpPr/>
              <p:nvPr/>
            </p:nvSpPr>
            <p:spPr>
              <a:xfrm>
                <a:off x="323224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76" name="Google Shape;3076;p29"/>
              <p:cNvSpPr/>
              <p:nvPr/>
            </p:nvSpPr>
            <p:spPr>
              <a:xfrm>
                <a:off x="307933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77" name="Google Shape;3077;p29"/>
              <p:cNvSpPr/>
              <p:nvPr/>
            </p:nvSpPr>
            <p:spPr>
              <a:xfrm>
                <a:off x="292643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78" name="Google Shape;3078;p29"/>
              <p:cNvSpPr/>
              <p:nvPr/>
            </p:nvSpPr>
            <p:spPr>
              <a:xfrm>
                <a:off x="277352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79" name="Google Shape;3079;p29"/>
              <p:cNvSpPr/>
              <p:nvPr/>
            </p:nvSpPr>
            <p:spPr>
              <a:xfrm>
                <a:off x="262061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80" name="Google Shape;3080;p29"/>
              <p:cNvSpPr/>
              <p:nvPr/>
            </p:nvSpPr>
            <p:spPr>
              <a:xfrm>
                <a:off x="246771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81" name="Google Shape;3081;p29"/>
              <p:cNvSpPr/>
              <p:nvPr/>
            </p:nvSpPr>
            <p:spPr>
              <a:xfrm>
                <a:off x="231480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82" name="Google Shape;3082;p29"/>
              <p:cNvSpPr/>
              <p:nvPr/>
            </p:nvSpPr>
            <p:spPr>
              <a:xfrm>
                <a:off x="216189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83" name="Google Shape;3083;p29"/>
              <p:cNvSpPr/>
              <p:nvPr/>
            </p:nvSpPr>
            <p:spPr>
              <a:xfrm>
                <a:off x="200899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84" name="Google Shape;3084;p29"/>
              <p:cNvSpPr/>
              <p:nvPr/>
            </p:nvSpPr>
            <p:spPr>
              <a:xfrm>
                <a:off x="185608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85" name="Google Shape;3085;p29"/>
              <p:cNvSpPr/>
              <p:nvPr/>
            </p:nvSpPr>
            <p:spPr>
              <a:xfrm>
                <a:off x="170317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86" name="Google Shape;3086;p29"/>
              <p:cNvSpPr/>
              <p:nvPr/>
            </p:nvSpPr>
            <p:spPr>
              <a:xfrm>
                <a:off x="48720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87" name="Google Shape;3087;p29"/>
              <p:cNvSpPr/>
              <p:nvPr/>
            </p:nvSpPr>
            <p:spPr>
              <a:xfrm>
                <a:off x="33429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88" name="Google Shape;3088;p29"/>
              <p:cNvSpPr/>
              <p:nvPr/>
            </p:nvSpPr>
            <p:spPr>
              <a:xfrm>
                <a:off x="18139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89" name="Google Shape;3089;p29"/>
              <p:cNvSpPr/>
              <p:nvPr/>
            </p:nvSpPr>
            <p:spPr>
              <a:xfrm>
                <a:off x="2848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90" name="Google Shape;3090;p29"/>
              <p:cNvSpPr/>
              <p:nvPr/>
            </p:nvSpPr>
            <p:spPr>
              <a:xfrm>
                <a:off x="9025579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74" y="1"/>
                    </a:moveTo>
                    <a:cubicBezTo>
                      <a:pt x="547" y="1"/>
                      <a:pt x="517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122" y="4431"/>
                    </a:cubicBezTo>
                    <a:lnTo>
                      <a:pt x="1003" y="4431"/>
                    </a:lnTo>
                    <a:cubicBezTo>
                      <a:pt x="103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600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91" name="Shape 3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92" name="Google Shape;3092;p30"/>
          <p:cNvGrpSpPr/>
          <p:nvPr/>
        </p:nvGrpSpPr>
        <p:grpSpPr>
          <a:xfrm>
            <a:off x="-15975" y="-52"/>
            <a:ext cx="9175950" cy="5143406"/>
            <a:chOff x="-15975" y="-52"/>
            <a:chExt cx="9175950" cy="5143406"/>
          </a:xfrm>
        </p:grpSpPr>
        <p:sp>
          <p:nvSpPr>
            <p:cNvPr id="3093" name="Google Shape;3093;p30"/>
            <p:cNvSpPr/>
            <p:nvPr/>
          </p:nvSpPr>
          <p:spPr>
            <a:xfrm rot="5400000">
              <a:off x="4570450" y="-378255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4" name="Google Shape;3094;p30"/>
            <p:cNvSpPr/>
            <p:nvPr/>
          </p:nvSpPr>
          <p:spPr>
            <a:xfrm rot="5400000">
              <a:off x="4570450" y="-276311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5" name="Google Shape;3095;p30"/>
            <p:cNvSpPr/>
            <p:nvPr/>
          </p:nvSpPr>
          <p:spPr>
            <a:xfrm rot="5400000">
              <a:off x="4570450" y="-174368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6" name="Google Shape;3096;p30"/>
            <p:cNvSpPr/>
            <p:nvPr/>
          </p:nvSpPr>
          <p:spPr>
            <a:xfrm rot="5400000">
              <a:off x="4570450" y="-72425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7" name="Google Shape;3097;p30"/>
            <p:cNvSpPr/>
            <p:nvPr/>
          </p:nvSpPr>
          <p:spPr>
            <a:xfrm rot="5400000">
              <a:off x="4570450" y="295184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8" name="Google Shape;3098;p30"/>
            <p:cNvSpPr/>
            <p:nvPr/>
          </p:nvSpPr>
          <p:spPr>
            <a:xfrm rot="5400000">
              <a:off x="4570450" y="-429226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9" name="Google Shape;3099;p30"/>
            <p:cNvSpPr/>
            <p:nvPr/>
          </p:nvSpPr>
          <p:spPr>
            <a:xfrm rot="5400000">
              <a:off x="4570450" y="-327283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0" name="Google Shape;3100;p30"/>
            <p:cNvSpPr/>
            <p:nvPr/>
          </p:nvSpPr>
          <p:spPr>
            <a:xfrm rot="5400000">
              <a:off x="4570450" y="-225340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1" name="Google Shape;3101;p30"/>
            <p:cNvSpPr/>
            <p:nvPr/>
          </p:nvSpPr>
          <p:spPr>
            <a:xfrm rot="5400000">
              <a:off x="4570450" y="-123396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2" name="Google Shape;3102;p30"/>
            <p:cNvSpPr/>
            <p:nvPr/>
          </p:nvSpPr>
          <p:spPr>
            <a:xfrm rot="5400000">
              <a:off x="4570450" y="-21453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3" name="Google Shape;3103;p30"/>
            <p:cNvSpPr/>
            <p:nvPr/>
          </p:nvSpPr>
          <p:spPr>
            <a:xfrm>
              <a:off x="5081305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4" name="Google Shape;3104;p30"/>
            <p:cNvSpPr/>
            <p:nvPr/>
          </p:nvSpPr>
          <p:spPr>
            <a:xfrm>
              <a:off x="6100964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5" name="Google Shape;3105;p30"/>
            <p:cNvSpPr/>
            <p:nvPr/>
          </p:nvSpPr>
          <p:spPr>
            <a:xfrm>
              <a:off x="7120623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6" name="Google Shape;3106;p30"/>
            <p:cNvSpPr/>
            <p:nvPr/>
          </p:nvSpPr>
          <p:spPr>
            <a:xfrm>
              <a:off x="8140282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7" name="Google Shape;3107;p30"/>
            <p:cNvSpPr/>
            <p:nvPr/>
          </p:nvSpPr>
          <p:spPr>
            <a:xfrm>
              <a:off x="5591134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8" name="Google Shape;3108;p30"/>
            <p:cNvSpPr/>
            <p:nvPr/>
          </p:nvSpPr>
          <p:spPr>
            <a:xfrm>
              <a:off x="6610793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9" name="Google Shape;3109;p30"/>
            <p:cNvSpPr/>
            <p:nvPr/>
          </p:nvSpPr>
          <p:spPr>
            <a:xfrm>
              <a:off x="7630452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0" name="Google Shape;3110;p30"/>
            <p:cNvSpPr/>
            <p:nvPr/>
          </p:nvSpPr>
          <p:spPr>
            <a:xfrm>
              <a:off x="8650111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111" name="Google Shape;3111;p30"/>
            <p:cNvGrpSpPr/>
            <p:nvPr/>
          </p:nvGrpSpPr>
          <p:grpSpPr>
            <a:xfrm>
              <a:off x="-15975" y="-52"/>
              <a:ext cx="4587484" cy="5143406"/>
              <a:chOff x="-9275" y="-1994782"/>
              <a:chExt cx="4587484" cy="9140583"/>
            </a:xfrm>
          </p:grpSpPr>
          <p:sp>
            <p:nvSpPr>
              <p:cNvPr id="3112" name="Google Shape;3112;p30"/>
              <p:cNvSpPr/>
              <p:nvPr/>
            </p:nvSpPr>
            <p:spPr>
              <a:xfrm>
                <a:off x="50044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13" name="Google Shape;3113;p30"/>
              <p:cNvSpPr/>
              <p:nvPr/>
            </p:nvSpPr>
            <p:spPr>
              <a:xfrm>
                <a:off x="15198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14" name="Google Shape;3114;p30"/>
              <p:cNvSpPr/>
              <p:nvPr/>
            </p:nvSpPr>
            <p:spPr>
              <a:xfrm>
                <a:off x="253930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15" name="Google Shape;3115;p30"/>
              <p:cNvSpPr/>
              <p:nvPr/>
            </p:nvSpPr>
            <p:spPr>
              <a:xfrm>
                <a:off x="355874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16" name="Google Shape;3116;p30"/>
              <p:cNvSpPr/>
              <p:nvPr/>
            </p:nvSpPr>
            <p:spPr>
              <a:xfrm>
                <a:off x="45781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17" name="Google Shape;3117;p30"/>
              <p:cNvSpPr/>
              <p:nvPr/>
            </p:nvSpPr>
            <p:spPr>
              <a:xfrm>
                <a:off x="101015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18" name="Google Shape;3118;p30"/>
              <p:cNvSpPr/>
              <p:nvPr/>
            </p:nvSpPr>
            <p:spPr>
              <a:xfrm>
                <a:off x="202959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19" name="Google Shape;3119;p30"/>
              <p:cNvSpPr/>
              <p:nvPr/>
            </p:nvSpPr>
            <p:spPr>
              <a:xfrm>
                <a:off x="304902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20" name="Google Shape;3120;p30"/>
              <p:cNvSpPr/>
              <p:nvPr/>
            </p:nvSpPr>
            <p:spPr>
              <a:xfrm>
                <a:off x="406845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21" name="Google Shape;3121;p30"/>
              <p:cNvSpPr/>
              <p:nvPr/>
            </p:nvSpPr>
            <p:spPr>
              <a:xfrm>
                <a:off x="-92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122" name="Google Shape;3122;p30"/>
            <p:cNvSpPr/>
            <p:nvPr/>
          </p:nvSpPr>
          <p:spPr>
            <a:xfrm>
              <a:off x="9159941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123" name="Google Shape;3123;p30"/>
          <p:cNvSpPr/>
          <p:nvPr/>
        </p:nvSpPr>
        <p:spPr>
          <a:xfrm>
            <a:off x="0" y="-75"/>
            <a:ext cx="9144000" cy="5143500"/>
          </a:xfrm>
          <a:prstGeom prst="rect">
            <a:avLst/>
          </a:prstGeom>
          <a:solidFill>
            <a:srgbClr val="D6E3EA">
              <a:alpha val="398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4" name="Google Shape;3124;p30"/>
          <p:cNvSpPr/>
          <p:nvPr/>
        </p:nvSpPr>
        <p:spPr>
          <a:xfrm>
            <a:off x="8423997" y="230400"/>
            <a:ext cx="627009" cy="570231"/>
          </a:xfrm>
          <a:custGeom>
            <a:rect b="b" l="l" r="r" t="t"/>
            <a:pathLst>
              <a:path extrusionOk="0" h="7129" w="7843">
                <a:moveTo>
                  <a:pt x="3921" y="1"/>
                </a:moveTo>
                <a:cubicBezTo>
                  <a:pt x="3010" y="1"/>
                  <a:pt x="2098" y="343"/>
                  <a:pt x="1399" y="1027"/>
                </a:cubicBezTo>
                <a:cubicBezTo>
                  <a:pt x="0" y="2425"/>
                  <a:pt x="0" y="4705"/>
                  <a:pt x="1399" y="6103"/>
                </a:cubicBezTo>
                <a:cubicBezTo>
                  <a:pt x="2098" y="6787"/>
                  <a:pt x="3010" y="7129"/>
                  <a:pt x="3921" y="7129"/>
                </a:cubicBezTo>
                <a:cubicBezTo>
                  <a:pt x="4833" y="7129"/>
                  <a:pt x="5745" y="6787"/>
                  <a:pt x="6444" y="6103"/>
                </a:cubicBezTo>
                <a:cubicBezTo>
                  <a:pt x="7843" y="4705"/>
                  <a:pt x="7843" y="2425"/>
                  <a:pt x="6444" y="1027"/>
                </a:cubicBezTo>
                <a:cubicBezTo>
                  <a:pt x="5745" y="343"/>
                  <a:pt x="4833" y="1"/>
                  <a:pt x="3921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125" name="Google Shape;3125;p30"/>
          <p:cNvGrpSpPr/>
          <p:nvPr/>
        </p:nvGrpSpPr>
        <p:grpSpPr>
          <a:xfrm>
            <a:off x="7647030" y="3998946"/>
            <a:ext cx="1496970" cy="1108547"/>
            <a:chOff x="7609470" y="3938246"/>
            <a:chExt cx="1496970" cy="1108547"/>
          </a:xfrm>
        </p:grpSpPr>
        <p:sp>
          <p:nvSpPr>
            <p:cNvPr id="3126" name="Google Shape;3126;p30"/>
            <p:cNvSpPr/>
            <p:nvPr/>
          </p:nvSpPr>
          <p:spPr>
            <a:xfrm flipH="1">
              <a:off x="7609470" y="3938246"/>
              <a:ext cx="1494572" cy="1108547"/>
            </a:xfrm>
            <a:custGeom>
              <a:rect b="b" l="l" r="r" t="t"/>
              <a:pathLst>
                <a:path extrusionOk="0" h="13859" w="18695">
                  <a:moveTo>
                    <a:pt x="1447" y="0"/>
                  </a:moveTo>
                  <a:cubicBezTo>
                    <a:pt x="1061" y="0"/>
                    <a:pt x="617" y="130"/>
                    <a:pt x="122" y="424"/>
                  </a:cubicBezTo>
                  <a:cubicBezTo>
                    <a:pt x="92" y="424"/>
                    <a:pt x="61" y="454"/>
                    <a:pt x="1" y="454"/>
                  </a:cubicBezTo>
                  <a:lnTo>
                    <a:pt x="1" y="13858"/>
                  </a:lnTo>
                  <a:lnTo>
                    <a:pt x="18694" y="13858"/>
                  </a:lnTo>
                  <a:cubicBezTo>
                    <a:pt x="18451" y="13038"/>
                    <a:pt x="17752" y="12339"/>
                    <a:pt x="16992" y="12035"/>
                  </a:cubicBezTo>
                  <a:cubicBezTo>
                    <a:pt x="16604" y="11877"/>
                    <a:pt x="16196" y="11814"/>
                    <a:pt x="15780" y="11814"/>
                  </a:cubicBezTo>
                  <a:cubicBezTo>
                    <a:pt x="15320" y="11814"/>
                    <a:pt x="14850" y="11891"/>
                    <a:pt x="14389" y="12002"/>
                  </a:cubicBezTo>
                  <a:lnTo>
                    <a:pt x="14389" y="12002"/>
                  </a:lnTo>
                  <a:cubicBezTo>
                    <a:pt x="14540" y="11959"/>
                    <a:pt x="14746" y="11667"/>
                    <a:pt x="14864" y="11548"/>
                  </a:cubicBezTo>
                  <a:cubicBezTo>
                    <a:pt x="15138" y="11244"/>
                    <a:pt x="15351" y="10940"/>
                    <a:pt x="15411" y="10576"/>
                  </a:cubicBezTo>
                  <a:cubicBezTo>
                    <a:pt x="15472" y="10120"/>
                    <a:pt x="15320" y="9664"/>
                    <a:pt x="15047" y="9299"/>
                  </a:cubicBezTo>
                  <a:cubicBezTo>
                    <a:pt x="14653" y="8827"/>
                    <a:pt x="14011" y="8581"/>
                    <a:pt x="13374" y="8581"/>
                  </a:cubicBezTo>
                  <a:cubicBezTo>
                    <a:pt x="13272" y="8581"/>
                    <a:pt x="13171" y="8588"/>
                    <a:pt x="13071" y="8600"/>
                  </a:cubicBezTo>
                  <a:lnTo>
                    <a:pt x="12980" y="8600"/>
                  </a:lnTo>
                  <a:cubicBezTo>
                    <a:pt x="12828" y="8630"/>
                    <a:pt x="12706" y="8630"/>
                    <a:pt x="12554" y="8691"/>
                  </a:cubicBezTo>
                  <a:cubicBezTo>
                    <a:pt x="12213" y="8835"/>
                    <a:pt x="11894" y="9021"/>
                    <a:pt x="11601" y="9243"/>
                  </a:cubicBezTo>
                  <a:lnTo>
                    <a:pt x="11601" y="9243"/>
                  </a:lnTo>
                  <a:cubicBezTo>
                    <a:pt x="11894" y="8923"/>
                    <a:pt x="12183" y="8555"/>
                    <a:pt x="12311" y="8235"/>
                  </a:cubicBezTo>
                  <a:cubicBezTo>
                    <a:pt x="13246" y="6312"/>
                    <a:pt x="11645" y="3636"/>
                    <a:pt x="9345" y="3636"/>
                  </a:cubicBezTo>
                  <a:cubicBezTo>
                    <a:pt x="9028" y="3636"/>
                    <a:pt x="8698" y="3687"/>
                    <a:pt x="8359" y="3798"/>
                  </a:cubicBezTo>
                  <a:cubicBezTo>
                    <a:pt x="7436" y="4182"/>
                    <a:pt x="6643" y="4956"/>
                    <a:pt x="6052" y="5864"/>
                  </a:cubicBezTo>
                  <a:lnTo>
                    <a:pt x="6052" y="5864"/>
                  </a:lnTo>
                  <a:cubicBezTo>
                    <a:pt x="7044" y="3936"/>
                    <a:pt x="6013" y="2566"/>
                    <a:pt x="4822" y="2566"/>
                  </a:cubicBezTo>
                  <a:cubicBezTo>
                    <a:pt x="4146" y="2566"/>
                    <a:pt x="3418" y="3008"/>
                    <a:pt x="2979" y="4041"/>
                  </a:cubicBezTo>
                  <a:cubicBezTo>
                    <a:pt x="3611" y="2050"/>
                    <a:pt x="2981" y="0"/>
                    <a:pt x="144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7" name="Google Shape;3127;p30"/>
            <p:cNvSpPr/>
            <p:nvPr/>
          </p:nvSpPr>
          <p:spPr>
            <a:xfrm flipH="1">
              <a:off x="8221849" y="4367699"/>
              <a:ext cx="884591" cy="679094"/>
            </a:xfrm>
            <a:custGeom>
              <a:rect b="b" l="l" r="r" t="t"/>
              <a:pathLst>
                <a:path extrusionOk="0" h="8490" w="11065">
                  <a:moveTo>
                    <a:pt x="486" y="1"/>
                  </a:moveTo>
                  <a:cubicBezTo>
                    <a:pt x="321" y="1"/>
                    <a:pt x="157" y="33"/>
                    <a:pt x="0" y="100"/>
                  </a:cubicBezTo>
                  <a:lnTo>
                    <a:pt x="0" y="8489"/>
                  </a:lnTo>
                  <a:lnTo>
                    <a:pt x="11064" y="8489"/>
                  </a:lnTo>
                  <a:cubicBezTo>
                    <a:pt x="10912" y="8003"/>
                    <a:pt x="10487" y="7578"/>
                    <a:pt x="10031" y="7426"/>
                  </a:cubicBezTo>
                  <a:cubicBezTo>
                    <a:pt x="9799" y="7339"/>
                    <a:pt x="9553" y="7300"/>
                    <a:pt x="9303" y="7300"/>
                  </a:cubicBezTo>
                  <a:cubicBezTo>
                    <a:pt x="9029" y="7300"/>
                    <a:pt x="8751" y="7346"/>
                    <a:pt x="8481" y="7426"/>
                  </a:cubicBezTo>
                  <a:cubicBezTo>
                    <a:pt x="8754" y="6939"/>
                    <a:pt x="8389" y="6271"/>
                    <a:pt x="7903" y="6058"/>
                  </a:cubicBezTo>
                  <a:cubicBezTo>
                    <a:pt x="7756" y="6003"/>
                    <a:pt x="7601" y="5978"/>
                    <a:pt x="7444" y="5978"/>
                  </a:cubicBezTo>
                  <a:cubicBezTo>
                    <a:pt x="7152" y="5978"/>
                    <a:pt x="6851" y="6063"/>
                    <a:pt x="6580" y="6195"/>
                  </a:cubicBezTo>
                  <a:lnTo>
                    <a:pt x="6580" y="6195"/>
                  </a:lnTo>
                  <a:cubicBezTo>
                    <a:pt x="6903" y="5981"/>
                    <a:pt x="7137" y="5620"/>
                    <a:pt x="7265" y="5237"/>
                  </a:cubicBezTo>
                  <a:cubicBezTo>
                    <a:pt x="7801" y="4084"/>
                    <a:pt x="6846" y="2504"/>
                    <a:pt x="5507" y="2504"/>
                  </a:cubicBezTo>
                  <a:cubicBezTo>
                    <a:pt x="5329" y="2504"/>
                    <a:pt x="5144" y="2532"/>
                    <a:pt x="4955" y="2593"/>
                  </a:cubicBezTo>
                  <a:cubicBezTo>
                    <a:pt x="4359" y="2836"/>
                    <a:pt x="3885" y="3321"/>
                    <a:pt x="3509" y="3896"/>
                  </a:cubicBezTo>
                  <a:lnTo>
                    <a:pt x="3509" y="3896"/>
                  </a:lnTo>
                  <a:cubicBezTo>
                    <a:pt x="4180" y="2709"/>
                    <a:pt x="3551" y="1867"/>
                    <a:pt x="2823" y="1867"/>
                  </a:cubicBezTo>
                  <a:cubicBezTo>
                    <a:pt x="2423" y="1867"/>
                    <a:pt x="1993" y="2122"/>
                    <a:pt x="1733" y="2714"/>
                  </a:cubicBezTo>
                  <a:cubicBezTo>
                    <a:pt x="2381" y="1081"/>
                    <a:pt x="1437" y="1"/>
                    <a:pt x="4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8" name="Google Shape;3128;p30"/>
            <p:cNvSpPr/>
            <p:nvPr/>
          </p:nvSpPr>
          <p:spPr>
            <a:xfrm flipH="1">
              <a:off x="8165967" y="4144614"/>
              <a:ext cx="82743" cy="75988"/>
            </a:xfrm>
            <a:custGeom>
              <a:rect b="b" l="l" r="r" t="t"/>
              <a:pathLst>
                <a:path extrusionOk="0" h="950" w="1035">
                  <a:moveTo>
                    <a:pt x="998" y="1"/>
                  </a:moveTo>
                  <a:cubicBezTo>
                    <a:pt x="894" y="1"/>
                    <a:pt x="584" y="21"/>
                    <a:pt x="335" y="245"/>
                  </a:cubicBezTo>
                  <a:cubicBezTo>
                    <a:pt x="31" y="488"/>
                    <a:pt x="1" y="944"/>
                    <a:pt x="1" y="944"/>
                  </a:cubicBezTo>
                  <a:cubicBezTo>
                    <a:pt x="1" y="944"/>
                    <a:pt x="38" y="950"/>
                    <a:pt x="99" y="950"/>
                  </a:cubicBezTo>
                  <a:cubicBezTo>
                    <a:pt x="235" y="950"/>
                    <a:pt x="490" y="921"/>
                    <a:pt x="700" y="731"/>
                  </a:cubicBezTo>
                  <a:cubicBezTo>
                    <a:pt x="1004" y="458"/>
                    <a:pt x="1034" y="2"/>
                    <a:pt x="1034" y="2"/>
                  </a:cubicBezTo>
                  <a:cubicBezTo>
                    <a:pt x="1034" y="2"/>
                    <a:pt x="1021" y="1"/>
                    <a:pt x="99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9" name="Google Shape;3129;p30"/>
            <p:cNvSpPr/>
            <p:nvPr/>
          </p:nvSpPr>
          <p:spPr>
            <a:xfrm flipH="1">
              <a:off x="8853654" y="4378097"/>
              <a:ext cx="82743" cy="116782"/>
            </a:xfrm>
            <a:custGeom>
              <a:rect b="b" l="l" r="r" t="t"/>
              <a:pathLst>
                <a:path extrusionOk="0" h="1460" w="1035">
                  <a:moveTo>
                    <a:pt x="913" y="1"/>
                  </a:moveTo>
                  <a:lnTo>
                    <a:pt x="913" y="1"/>
                  </a:lnTo>
                  <a:cubicBezTo>
                    <a:pt x="913" y="1"/>
                    <a:pt x="457" y="153"/>
                    <a:pt x="244" y="548"/>
                  </a:cubicBezTo>
                  <a:cubicBezTo>
                    <a:pt x="1" y="913"/>
                    <a:pt x="123" y="1460"/>
                    <a:pt x="123" y="1460"/>
                  </a:cubicBezTo>
                  <a:cubicBezTo>
                    <a:pt x="123" y="1460"/>
                    <a:pt x="578" y="1308"/>
                    <a:pt x="791" y="913"/>
                  </a:cubicBezTo>
                  <a:cubicBezTo>
                    <a:pt x="1034" y="548"/>
                    <a:pt x="913" y="1"/>
                    <a:pt x="9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0" name="Google Shape;3130;p30"/>
            <p:cNvSpPr/>
            <p:nvPr/>
          </p:nvSpPr>
          <p:spPr>
            <a:xfrm flipH="1">
              <a:off x="8255906" y="4047429"/>
              <a:ext cx="77786" cy="165414"/>
            </a:xfrm>
            <a:custGeom>
              <a:rect b="b" l="l" r="r" t="t"/>
              <a:pathLst>
                <a:path extrusionOk="0" h="2068" w="973">
                  <a:moveTo>
                    <a:pt x="243" y="1"/>
                  </a:moveTo>
                  <a:cubicBezTo>
                    <a:pt x="243" y="1"/>
                    <a:pt x="0" y="578"/>
                    <a:pt x="91" y="1156"/>
                  </a:cubicBezTo>
                  <a:cubicBezTo>
                    <a:pt x="213" y="1703"/>
                    <a:pt x="699" y="2068"/>
                    <a:pt x="699" y="2068"/>
                  </a:cubicBezTo>
                  <a:cubicBezTo>
                    <a:pt x="699" y="2068"/>
                    <a:pt x="973" y="1490"/>
                    <a:pt x="851" y="913"/>
                  </a:cubicBezTo>
                  <a:cubicBezTo>
                    <a:pt x="760" y="335"/>
                    <a:pt x="243" y="1"/>
                    <a:pt x="2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131" name="Google Shape;3131;p30"/>
          <p:cNvGrpSpPr/>
          <p:nvPr/>
        </p:nvGrpSpPr>
        <p:grpSpPr>
          <a:xfrm flipH="1">
            <a:off x="-518902" y="2809772"/>
            <a:ext cx="1496970" cy="2297721"/>
            <a:chOff x="243098" y="2746672"/>
            <a:chExt cx="1496970" cy="2297721"/>
          </a:xfrm>
        </p:grpSpPr>
        <p:sp>
          <p:nvSpPr>
            <p:cNvPr id="3132" name="Google Shape;3132;p30"/>
            <p:cNvSpPr/>
            <p:nvPr/>
          </p:nvSpPr>
          <p:spPr>
            <a:xfrm>
              <a:off x="789842" y="4086383"/>
              <a:ext cx="461762" cy="958010"/>
            </a:xfrm>
            <a:custGeom>
              <a:rect b="b" l="l" r="r" t="t"/>
              <a:pathLst>
                <a:path extrusionOk="0" h="11977" w="5776">
                  <a:moveTo>
                    <a:pt x="2888" y="0"/>
                  </a:moveTo>
                  <a:lnTo>
                    <a:pt x="2797" y="2219"/>
                  </a:lnTo>
                  <a:lnTo>
                    <a:pt x="1611" y="1307"/>
                  </a:lnTo>
                  <a:lnTo>
                    <a:pt x="1520" y="1429"/>
                  </a:lnTo>
                  <a:lnTo>
                    <a:pt x="2645" y="2797"/>
                  </a:lnTo>
                  <a:lnTo>
                    <a:pt x="2432" y="7082"/>
                  </a:lnTo>
                  <a:lnTo>
                    <a:pt x="1885" y="6535"/>
                  </a:lnTo>
                  <a:lnTo>
                    <a:pt x="1915" y="5076"/>
                  </a:lnTo>
                  <a:lnTo>
                    <a:pt x="1703" y="5015"/>
                  </a:lnTo>
                  <a:lnTo>
                    <a:pt x="1520" y="6201"/>
                  </a:lnTo>
                  <a:lnTo>
                    <a:pt x="152" y="5015"/>
                  </a:lnTo>
                  <a:lnTo>
                    <a:pt x="0" y="5137"/>
                  </a:lnTo>
                  <a:lnTo>
                    <a:pt x="2310" y="7812"/>
                  </a:lnTo>
                  <a:lnTo>
                    <a:pt x="2007" y="11976"/>
                  </a:lnTo>
                  <a:lnTo>
                    <a:pt x="3891" y="11976"/>
                  </a:lnTo>
                  <a:lnTo>
                    <a:pt x="3678" y="6748"/>
                  </a:lnTo>
                  <a:lnTo>
                    <a:pt x="4681" y="5107"/>
                  </a:lnTo>
                  <a:lnTo>
                    <a:pt x="5776" y="4955"/>
                  </a:lnTo>
                  <a:lnTo>
                    <a:pt x="5776" y="4772"/>
                  </a:lnTo>
                  <a:lnTo>
                    <a:pt x="4803" y="4803"/>
                  </a:lnTo>
                  <a:lnTo>
                    <a:pt x="5350" y="3921"/>
                  </a:lnTo>
                  <a:lnTo>
                    <a:pt x="5228" y="3800"/>
                  </a:lnTo>
                  <a:lnTo>
                    <a:pt x="3678" y="5471"/>
                  </a:lnTo>
                  <a:lnTo>
                    <a:pt x="3405" y="2736"/>
                  </a:lnTo>
                  <a:lnTo>
                    <a:pt x="319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3" name="Google Shape;3133;p30"/>
            <p:cNvSpPr/>
            <p:nvPr/>
          </p:nvSpPr>
          <p:spPr>
            <a:xfrm>
              <a:off x="274676" y="2746672"/>
              <a:ext cx="1465392" cy="1589112"/>
            </a:xfrm>
            <a:custGeom>
              <a:rect b="b" l="l" r="r" t="t"/>
              <a:pathLst>
                <a:path extrusionOk="0" h="19867" w="18330">
                  <a:moveTo>
                    <a:pt x="9682" y="1"/>
                  </a:moveTo>
                  <a:cubicBezTo>
                    <a:pt x="9666" y="1"/>
                    <a:pt x="9651" y="1"/>
                    <a:pt x="9636" y="1"/>
                  </a:cubicBezTo>
                  <a:cubicBezTo>
                    <a:pt x="8663" y="32"/>
                    <a:pt x="7873" y="731"/>
                    <a:pt x="7265" y="1460"/>
                  </a:cubicBezTo>
                  <a:cubicBezTo>
                    <a:pt x="6019" y="2980"/>
                    <a:pt x="5259" y="4865"/>
                    <a:pt x="5107" y="6840"/>
                  </a:cubicBezTo>
                  <a:cubicBezTo>
                    <a:pt x="4712" y="6354"/>
                    <a:pt x="4377" y="5868"/>
                    <a:pt x="3891" y="5472"/>
                  </a:cubicBezTo>
                  <a:cubicBezTo>
                    <a:pt x="3485" y="5168"/>
                    <a:pt x="2993" y="4926"/>
                    <a:pt x="2488" y="4926"/>
                  </a:cubicBezTo>
                  <a:cubicBezTo>
                    <a:pt x="2389" y="4926"/>
                    <a:pt x="2289" y="4936"/>
                    <a:pt x="2189" y="4956"/>
                  </a:cubicBezTo>
                  <a:cubicBezTo>
                    <a:pt x="1186" y="5108"/>
                    <a:pt x="548" y="6111"/>
                    <a:pt x="274" y="7114"/>
                  </a:cubicBezTo>
                  <a:cubicBezTo>
                    <a:pt x="1" y="8178"/>
                    <a:pt x="61" y="9272"/>
                    <a:pt x="396" y="10305"/>
                  </a:cubicBezTo>
                  <a:cubicBezTo>
                    <a:pt x="912" y="12007"/>
                    <a:pt x="2219" y="13375"/>
                    <a:pt x="3466" y="14622"/>
                  </a:cubicBezTo>
                  <a:cubicBezTo>
                    <a:pt x="3336" y="14567"/>
                    <a:pt x="3199" y="14541"/>
                    <a:pt x="3063" y="14541"/>
                  </a:cubicBezTo>
                  <a:cubicBezTo>
                    <a:pt x="2595" y="14541"/>
                    <a:pt x="2127" y="14843"/>
                    <a:pt x="1915" y="15290"/>
                  </a:cubicBezTo>
                  <a:cubicBezTo>
                    <a:pt x="1520" y="16050"/>
                    <a:pt x="1915" y="16901"/>
                    <a:pt x="2402" y="17509"/>
                  </a:cubicBezTo>
                  <a:cubicBezTo>
                    <a:pt x="2858" y="18026"/>
                    <a:pt x="3435" y="18391"/>
                    <a:pt x="4043" y="18695"/>
                  </a:cubicBezTo>
                  <a:cubicBezTo>
                    <a:pt x="5651" y="19498"/>
                    <a:pt x="7434" y="19866"/>
                    <a:pt x="9228" y="19866"/>
                  </a:cubicBezTo>
                  <a:cubicBezTo>
                    <a:pt x="11164" y="19866"/>
                    <a:pt x="13112" y="19437"/>
                    <a:pt x="14864" y="18664"/>
                  </a:cubicBezTo>
                  <a:cubicBezTo>
                    <a:pt x="16110" y="18117"/>
                    <a:pt x="16992" y="17205"/>
                    <a:pt x="17691" y="15989"/>
                  </a:cubicBezTo>
                  <a:cubicBezTo>
                    <a:pt x="18147" y="15290"/>
                    <a:pt x="18299" y="14439"/>
                    <a:pt x="18329" y="13649"/>
                  </a:cubicBezTo>
                  <a:cubicBezTo>
                    <a:pt x="18329" y="13102"/>
                    <a:pt x="18299" y="12585"/>
                    <a:pt x="18086" y="12129"/>
                  </a:cubicBezTo>
                  <a:cubicBezTo>
                    <a:pt x="17873" y="11673"/>
                    <a:pt x="17448" y="11248"/>
                    <a:pt x="16931" y="11187"/>
                  </a:cubicBezTo>
                  <a:cubicBezTo>
                    <a:pt x="16869" y="11174"/>
                    <a:pt x="16804" y="11168"/>
                    <a:pt x="16739" y="11168"/>
                  </a:cubicBezTo>
                  <a:cubicBezTo>
                    <a:pt x="16511" y="11168"/>
                    <a:pt x="16279" y="11244"/>
                    <a:pt x="16148" y="11384"/>
                  </a:cubicBezTo>
                  <a:lnTo>
                    <a:pt x="16148" y="11384"/>
                  </a:lnTo>
                  <a:cubicBezTo>
                    <a:pt x="16711" y="10695"/>
                    <a:pt x="17239" y="9890"/>
                    <a:pt x="17448" y="8998"/>
                  </a:cubicBezTo>
                  <a:cubicBezTo>
                    <a:pt x="17691" y="8086"/>
                    <a:pt x="17569" y="7083"/>
                    <a:pt x="16961" y="6384"/>
                  </a:cubicBezTo>
                  <a:cubicBezTo>
                    <a:pt x="16487" y="5810"/>
                    <a:pt x="15766" y="5523"/>
                    <a:pt x="15019" y="5523"/>
                  </a:cubicBezTo>
                  <a:cubicBezTo>
                    <a:pt x="14856" y="5523"/>
                    <a:pt x="14692" y="5536"/>
                    <a:pt x="14530" y="5564"/>
                  </a:cubicBezTo>
                  <a:cubicBezTo>
                    <a:pt x="13618" y="5716"/>
                    <a:pt x="12858" y="6202"/>
                    <a:pt x="12250" y="6871"/>
                  </a:cubicBezTo>
                  <a:cubicBezTo>
                    <a:pt x="12311" y="5472"/>
                    <a:pt x="12615" y="4074"/>
                    <a:pt x="12372" y="2706"/>
                  </a:cubicBezTo>
                  <a:cubicBezTo>
                    <a:pt x="12101" y="1354"/>
                    <a:pt x="11057" y="1"/>
                    <a:pt x="968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4" name="Google Shape;3134;p30"/>
            <p:cNvSpPr/>
            <p:nvPr/>
          </p:nvSpPr>
          <p:spPr>
            <a:xfrm>
              <a:off x="635228" y="4360980"/>
              <a:ext cx="324817" cy="282356"/>
            </a:xfrm>
            <a:custGeom>
              <a:rect b="b" l="l" r="r" t="t"/>
              <a:pathLst>
                <a:path extrusionOk="0" h="3530" w="4063">
                  <a:moveTo>
                    <a:pt x="1850" y="0"/>
                  </a:moveTo>
                  <a:cubicBezTo>
                    <a:pt x="1502" y="0"/>
                    <a:pt x="1195" y="373"/>
                    <a:pt x="1570" y="944"/>
                  </a:cubicBezTo>
                  <a:cubicBezTo>
                    <a:pt x="1296" y="663"/>
                    <a:pt x="1033" y="551"/>
                    <a:pt x="819" y="551"/>
                  </a:cubicBezTo>
                  <a:cubicBezTo>
                    <a:pt x="223" y="551"/>
                    <a:pt x="1" y="1409"/>
                    <a:pt x="962" y="1856"/>
                  </a:cubicBezTo>
                  <a:cubicBezTo>
                    <a:pt x="37" y="1881"/>
                    <a:pt x="304" y="2974"/>
                    <a:pt x="969" y="2974"/>
                  </a:cubicBezTo>
                  <a:cubicBezTo>
                    <a:pt x="1100" y="2974"/>
                    <a:pt x="1247" y="2931"/>
                    <a:pt x="1403" y="2829"/>
                  </a:cubicBezTo>
                  <a:lnTo>
                    <a:pt x="1403" y="2829"/>
                  </a:lnTo>
                  <a:cubicBezTo>
                    <a:pt x="1083" y="3075"/>
                    <a:pt x="1301" y="3529"/>
                    <a:pt x="1714" y="3529"/>
                  </a:cubicBezTo>
                  <a:cubicBezTo>
                    <a:pt x="1726" y="3529"/>
                    <a:pt x="1739" y="3529"/>
                    <a:pt x="1752" y="3528"/>
                  </a:cubicBezTo>
                  <a:cubicBezTo>
                    <a:pt x="2877" y="3315"/>
                    <a:pt x="4062" y="1491"/>
                    <a:pt x="3029" y="519"/>
                  </a:cubicBezTo>
                  <a:cubicBezTo>
                    <a:pt x="2955" y="430"/>
                    <a:pt x="2810" y="370"/>
                    <a:pt x="2680" y="370"/>
                  </a:cubicBezTo>
                  <a:cubicBezTo>
                    <a:pt x="2542" y="370"/>
                    <a:pt x="2421" y="438"/>
                    <a:pt x="2421" y="610"/>
                  </a:cubicBezTo>
                  <a:cubicBezTo>
                    <a:pt x="2358" y="184"/>
                    <a:pt x="2094" y="0"/>
                    <a:pt x="185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5" name="Google Shape;3135;p30"/>
            <p:cNvSpPr/>
            <p:nvPr/>
          </p:nvSpPr>
          <p:spPr>
            <a:xfrm>
              <a:off x="663449" y="3468479"/>
              <a:ext cx="794733" cy="858426"/>
            </a:xfrm>
            <a:custGeom>
              <a:rect b="b" l="l" r="r" t="t"/>
              <a:pathLst>
                <a:path extrusionOk="0" h="10732" w="9941">
                  <a:moveTo>
                    <a:pt x="3393" y="0"/>
                  </a:moveTo>
                  <a:cubicBezTo>
                    <a:pt x="3295" y="0"/>
                    <a:pt x="3197" y="11"/>
                    <a:pt x="3101" y="35"/>
                  </a:cubicBezTo>
                  <a:cubicBezTo>
                    <a:pt x="2341" y="217"/>
                    <a:pt x="1977" y="1129"/>
                    <a:pt x="2068" y="1889"/>
                  </a:cubicBezTo>
                  <a:cubicBezTo>
                    <a:pt x="2129" y="2649"/>
                    <a:pt x="2524" y="3379"/>
                    <a:pt x="2797" y="4078"/>
                  </a:cubicBezTo>
                  <a:cubicBezTo>
                    <a:pt x="2435" y="3871"/>
                    <a:pt x="2029" y="3730"/>
                    <a:pt x="1598" y="3730"/>
                  </a:cubicBezTo>
                  <a:cubicBezTo>
                    <a:pt x="1522" y="3730"/>
                    <a:pt x="1446" y="3734"/>
                    <a:pt x="1369" y="3743"/>
                  </a:cubicBezTo>
                  <a:cubicBezTo>
                    <a:pt x="882" y="3835"/>
                    <a:pt x="426" y="4139"/>
                    <a:pt x="244" y="4594"/>
                  </a:cubicBezTo>
                  <a:cubicBezTo>
                    <a:pt x="1" y="5081"/>
                    <a:pt x="122" y="5598"/>
                    <a:pt x="396" y="6053"/>
                  </a:cubicBezTo>
                  <a:cubicBezTo>
                    <a:pt x="670" y="6479"/>
                    <a:pt x="1065" y="6813"/>
                    <a:pt x="1490" y="7117"/>
                  </a:cubicBezTo>
                  <a:cubicBezTo>
                    <a:pt x="1414" y="7087"/>
                    <a:pt x="1331" y="7072"/>
                    <a:pt x="1247" y="7072"/>
                  </a:cubicBezTo>
                  <a:cubicBezTo>
                    <a:pt x="1163" y="7072"/>
                    <a:pt x="1080" y="7087"/>
                    <a:pt x="1004" y="7117"/>
                  </a:cubicBezTo>
                  <a:cubicBezTo>
                    <a:pt x="730" y="7239"/>
                    <a:pt x="578" y="7512"/>
                    <a:pt x="548" y="7816"/>
                  </a:cubicBezTo>
                  <a:cubicBezTo>
                    <a:pt x="518" y="8090"/>
                    <a:pt x="578" y="8394"/>
                    <a:pt x="670" y="8637"/>
                  </a:cubicBezTo>
                  <a:cubicBezTo>
                    <a:pt x="822" y="9093"/>
                    <a:pt x="1034" y="9519"/>
                    <a:pt x="1338" y="9701"/>
                  </a:cubicBezTo>
                  <a:cubicBezTo>
                    <a:pt x="1885" y="10248"/>
                    <a:pt x="2493" y="10582"/>
                    <a:pt x="3253" y="10674"/>
                  </a:cubicBezTo>
                  <a:cubicBezTo>
                    <a:pt x="3573" y="10712"/>
                    <a:pt x="3897" y="10731"/>
                    <a:pt x="4223" y="10731"/>
                  </a:cubicBezTo>
                  <a:cubicBezTo>
                    <a:pt x="5969" y="10731"/>
                    <a:pt x="7747" y="10171"/>
                    <a:pt x="9028" y="8941"/>
                  </a:cubicBezTo>
                  <a:cubicBezTo>
                    <a:pt x="9272" y="8728"/>
                    <a:pt x="9545" y="8424"/>
                    <a:pt x="9697" y="8060"/>
                  </a:cubicBezTo>
                  <a:cubicBezTo>
                    <a:pt x="9879" y="7695"/>
                    <a:pt x="9940" y="7148"/>
                    <a:pt x="9636" y="6813"/>
                  </a:cubicBezTo>
                  <a:cubicBezTo>
                    <a:pt x="9478" y="6690"/>
                    <a:pt x="9268" y="6607"/>
                    <a:pt x="9066" y="6607"/>
                  </a:cubicBezTo>
                  <a:cubicBezTo>
                    <a:pt x="8920" y="6607"/>
                    <a:pt x="8778" y="6650"/>
                    <a:pt x="8664" y="6753"/>
                  </a:cubicBezTo>
                  <a:cubicBezTo>
                    <a:pt x="9120" y="5841"/>
                    <a:pt x="9636" y="4929"/>
                    <a:pt x="9636" y="3926"/>
                  </a:cubicBezTo>
                  <a:cubicBezTo>
                    <a:pt x="9636" y="3348"/>
                    <a:pt x="9484" y="2740"/>
                    <a:pt x="9180" y="2224"/>
                  </a:cubicBezTo>
                  <a:cubicBezTo>
                    <a:pt x="8931" y="1807"/>
                    <a:pt x="8504" y="1391"/>
                    <a:pt x="7992" y="1391"/>
                  </a:cubicBezTo>
                  <a:cubicBezTo>
                    <a:pt x="7943" y="1391"/>
                    <a:pt x="7893" y="1395"/>
                    <a:pt x="7843" y="1403"/>
                  </a:cubicBezTo>
                  <a:cubicBezTo>
                    <a:pt x="7509" y="1464"/>
                    <a:pt x="7205" y="1707"/>
                    <a:pt x="6992" y="1950"/>
                  </a:cubicBezTo>
                  <a:cubicBezTo>
                    <a:pt x="6809" y="2254"/>
                    <a:pt x="6688" y="2558"/>
                    <a:pt x="6597" y="2923"/>
                  </a:cubicBezTo>
                  <a:cubicBezTo>
                    <a:pt x="6202" y="1889"/>
                    <a:pt x="5472" y="1008"/>
                    <a:pt x="4560" y="400"/>
                  </a:cubicBezTo>
                  <a:cubicBezTo>
                    <a:pt x="4194" y="180"/>
                    <a:pt x="3790" y="0"/>
                    <a:pt x="339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6" name="Google Shape;3136;p30"/>
            <p:cNvSpPr/>
            <p:nvPr/>
          </p:nvSpPr>
          <p:spPr>
            <a:xfrm>
              <a:off x="354861" y="3840821"/>
              <a:ext cx="72990" cy="104624"/>
            </a:xfrm>
            <a:custGeom>
              <a:rect b="b" l="l" r="r" t="t"/>
              <a:pathLst>
                <a:path extrusionOk="0" h="1308" w="913">
                  <a:moveTo>
                    <a:pt x="92" y="0"/>
                  </a:moveTo>
                  <a:cubicBezTo>
                    <a:pt x="92" y="0"/>
                    <a:pt x="1" y="456"/>
                    <a:pt x="183" y="791"/>
                  </a:cubicBezTo>
                  <a:cubicBezTo>
                    <a:pt x="365" y="1125"/>
                    <a:pt x="791" y="1307"/>
                    <a:pt x="791" y="1307"/>
                  </a:cubicBezTo>
                  <a:cubicBezTo>
                    <a:pt x="791" y="1307"/>
                    <a:pt x="912" y="851"/>
                    <a:pt x="700" y="487"/>
                  </a:cubicBezTo>
                  <a:cubicBezTo>
                    <a:pt x="487" y="152"/>
                    <a:pt x="92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7" name="Google Shape;3137;p30"/>
            <p:cNvSpPr/>
            <p:nvPr/>
          </p:nvSpPr>
          <p:spPr>
            <a:xfrm>
              <a:off x="243098" y="3940326"/>
              <a:ext cx="158051" cy="70869"/>
            </a:xfrm>
            <a:custGeom>
              <a:rect b="b" l="l" r="r" t="t"/>
              <a:pathLst>
                <a:path extrusionOk="0" h="886" w="1977">
                  <a:moveTo>
                    <a:pt x="996" y="1"/>
                  </a:moveTo>
                  <a:cubicBezTo>
                    <a:pt x="978" y="1"/>
                    <a:pt x="960" y="1"/>
                    <a:pt x="943" y="2"/>
                  </a:cubicBezTo>
                  <a:cubicBezTo>
                    <a:pt x="396" y="2"/>
                    <a:pt x="0" y="519"/>
                    <a:pt x="0" y="519"/>
                  </a:cubicBezTo>
                  <a:cubicBezTo>
                    <a:pt x="0" y="519"/>
                    <a:pt x="451" y="886"/>
                    <a:pt x="946" y="886"/>
                  </a:cubicBezTo>
                  <a:cubicBezTo>
                    <a:pt x="965" y="886"/>
                    <a:pt x="984" y="885"/>
                    <a:pt x="1003" y="884"/>
                  </a:cubicBezTo>
                  <a:cubicBezTo>
                    <a:pt x="1551" y="854"/>
                    <a:pt x="1976" y="398"/>
                    <a:pt x="1976" y="398"/>
                  </a:cubicBezTo>
                  <a:cubicBezTo>
                    <a:pt x="1976" y="398"/>
                    <a:pt x="1494" y="1"/>
                    <a:pt x="99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8" name="Google Shape;3138;p30"/>
            <p:cNvSpPr/>
            <p:nvPr/>
          </p:nvSpPr>
          <p:spPr>
            <a:xfrm>
              <a:off x="1256401" y="4479441"/>
              <a:ext cx="58360" cy="29755"/>
            </a:xfrm>
            <a:custGeom>
              <a:rect b="b" l="l" r="r" t="t"/>
              <a:pathLst>
                <a:path extrusionOk="0" h="372" w="730">
                  <a:moveTo>
                    <a:pt x="235" y="0"/>
                  </a:moveTo>
                  <a:cubicBezTo>
                    <a:pt x="108" y="0"/>
                    <a:pt x="0" y="41"/>
                    <a:pt x="0" y="41"/>
                  </a:cubicBezTo>
                  <a:cubicBezTo>
                    <a:pt x="0" y="41"/>
                    <a:pt x="122" y="253"/>
                    <a:pt x="304" y="345"/>
                  </a:cubicBezTo>
                  <a:cubicBezTo>
                    <a:pt x="365" y="365"/>
                    <a:pt x="433" y="372"/>
                    <a:pt x="496" y="372"/>
                  </a:cubicBezTo>
                  <a:cubicBezTo>
                    <a:pt x="622" y="372"/>
                    <a:pt x="730" y="345"/>
                    <a:pt x="730" y="345"/>
                  </a:cubicBezTo>
                  <a:cubicBezTo>
                    <a:pt x="730" y="345"/>
                    <a:pt x="608" y="101"/>
                    <a:pt x="426" y="41"/>
                  </a:cubicBezTo>
                  <a:cubicBezTo>
                    <a:pt x="365" y="10"/>
                    <a:pt x="298" y="0"/>
                    <a:pt x="23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9" name="Google Shape;3139;p30"/>
            <p:cNvSpPr/>
            <p:nvPr/>
          </p:nvSpPr>
          <p:spPr>
            <a:xfrm>
              <a:off x="1256401" y="4409692"/>
              <a:ext cx="60838" cy="58471"/>
            </a:xfrm>
            <a:custGeom>
              <a:rect b="b" l="l" r="r" t="t"/>
              <a:pathLst>
                <a:path extrusionOk="0" h="731" w="761">
                  <a:moveTo>
                    <a:pt x="760" y="1"/>
                  </a:moveTo>
                  <a:cubicBezTo>
                    <a:pt x="760" y="1"/>
                    <a:pt x="456" y="1"/>
                    <a:pt x="213" y="183"/>
                  </a:cubicBezTo>
                  <a:cubicBezTo>
                    <a:pt x="31" y="366"/>
                    <a:pt x="0" y="730"/>
                    <a:pt x="0" y="730"/>
                  </a:cubicBezTo>
                  <a:cubicBezTo>
                    <a:pt x="0" y="730"/>
                    <a:pt x="304" y="730"/>
                    <a:pt x="547" y="518"/>
                  </a:cubicBezTo>
                  <a:cubicBezTo>
                    <a:pt x="760" y="335"/>
                    <a:pt x="760" y="1"/>
                    <a:pt x="76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0" name="Google Shape;3140;p30"/>
            <p:cNvSpPr/>
            <p:nvPr/>
          </p:nvSpPr>
          <p:spPr>
            <a:xfrm>
              <a:off x="1217548" y="3476078"/>
              <a:ext cx="82663" cy="82787"/>
            </a:xfrm>
            <a:custGeom>
              <a:rect b="b" l="l" r="r" t="t"/>
              <a:pathLst>
                <a:path extrusionOk="0" h="1035" w="1034">
                  <a:moveTo>
                    <a:pt x="973" y="1"/>
                  </a:moveTo>
                  <a:lnTo>
                    <a:pt x="973" y="1"/>
                  </a:lnTo>
                  <a:cubicBezTo>
                    <a:pt x="973" y="1"/>
                    <a:pt x="517" y="1"/>
                    <a:pt x="274" y="305"/>
                  </a:cubicBezTo>
                  <a:cubicBezTo>
                    <a:pt x="0" y="578"/>
                    <a:pt x="0" y="1034"/>
                    <a:pt x="0" y="1034"/>
                  </a:cubicBezTo>
                  <a:cubicBezTo>
                    <a:pt x="0" y="1034"/>
                    <a:pt x="456" y="1034"/>
                    <a:pt x="730" y="730"/>
                  </a:cubicBezTo>
                  <a:cubicBezTo>
                    <a:pt x="1033" y="426"/>
                    <a:pt x="973" y="1"/>
                    <a:pt x="97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1" name="Google Shape;3141;p30"/>
            <p:cNvSpPr/>
            <p:nvPr/>
          </p:nvSpPr>
          <p:spPr>
            <a:xfrm>
              <a:off x="695027" y="3711641"/>
              <a:ext cx="72990" cy="37114"/>
            </a:xfrm>
            <a:custGeom>
              <a:rect b="b" l="l" r="r" t="t"/>
              <a:pathLst>
                <a:path extrusionOk="0" h="464" w="913">
                  <a:moveTo>
                    <a:pt x="318" y="1"/>
                  </a:moveTo>
                  <a:cubicBezTo>
                    <a:pt x="146" y="1"/>
                    <a:pt x="1" y="65"/>
                    <a:pt x="1" y="65"/>
                  </a:cubicBezTo>
                  <a:cubicBezTo>
                    <a:pt x="1" y="65"/>
                    <a:pt x="123" y="308"/>
                    <a:pt x="366" y="430"/>
                  </a:cubicBezTo>
                  <a:cubicBezTo>
                    <a:pt x="432" y="455"/>
                    <a:pt x="503" y="464"/>
                    <a:pt x="571" y="464"/>
                  </a:cubicBezTo>
                  <a:cubicBezTo>
                    <a:pt x="752" y="464"/>
                    <a:pt x="913" y="399"/>
                    <a:pt x="913" y="399"/>
                  </a:cubicBezTo>
                  <a:cubicBezTo>
                    <a:pt x="913" y="399"/>
                    <a:pt x="791" y="126"/>
                    <a:pt x="518" y="35"/>
                  </a:cubicBezTo>
                  <a:cubicBezTo>
                    <a:pt x="451" y="10"/>
                    <a:pt x="383" y="1"/>
                    <a:pt x="3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2" name="Google Shape;3142;p30"/>
            <p:cNvSpPr/>
            <p:nvPr/>
          </p:nvSpPr>
          <p:spPr>
            <a:xfrm>
              <a:off x="1113060" y="3398330"/>
              <a:ext cx="94815" cy="148377"/>
            </a:xfrm>
            <a:custGeom>
              <a:rect b="b" l="l" r="r" t="t"/>
              <a:pathLst>
                <a:path extrusionOk="0" h="1855" w="1186">
                  <a:moveTo>
                    <a:pt x="243" y="0"/>
                  </a:moveTo>
                  <a:cubicBezTo>
                    <a:pt x="243" y="0"/>
                    <a:pt x="0" y="517"/>
                    <a:pt x="213" y="1064"/>
                  </a:cubicBezTo>
                  <a:cubicBezTo>
                    <a:pt x="395" y="1581"/>
                    <a:pt x="973" y="1854"/>
                    <a:pt x="973" y="1854"/>
                  </a:cubicBezTo>
                  <a:cubicBezTo>
                    <a:pt x="973" y="1854"/>
                    <a:pt x="1185" y="1307"/>
                    <a:pt x="1003" y="791"/>
                  </a:cubicBezTo>
                  <a:cubicBezTo>
                    <a:pt x="821" y="304"/>
                    <a:pt x="243" y="0"/>
                    <a:pt x="24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3" name="Google Shape;3143;p30"/>
            <p:cNvSpPr/>
            <p:nvPr/>
          </p:nvSpPr>
          <p:spPr>
            <a:xfrm>
              <a:off x="758264" y="4468083"/>
              <a:ext cx="136146" cy="124061"/>
            </a:xfrm>
            <a:custGeom>
              <a:rect b="b" l="l" r="r" t="t"/>
              <a:pathLst>
                <a:path extrusionOk="0" h="1551" w="1703">
                  <a:moveTo>
                    <a:pt x="1277" y="0"/>
                  </a:moveTo>
                  <a:cubicBezTo>
                    <a:pt x="1094" y="0"/>
                    <a:pt x="1064" y="213"/>
                    <a:pt x="912" y="213"/>
                  </a:cubicBezTo>
                  <a:cubicBezTo>
                    <a:pt x="882" y="213"/>
                    <a:pt x="851" y="213"/>
                    <a:pt x="791" y="183"/>
                  </a:cubicBezTo>
                  <a:cubicBezTo>
                    <a:pt x="760" y="152"/>
                    <a:pt x="730" y="61"/>
                    <a:pt x="639" y="61"/>
                  </a:cubicBezTo>
                  <a:cubicBezTo>
                    <a:pt x="578" y="61"/>
                    <a:pt x="487" y="152"/>
                    <a:pt x="456" y="213"/>
                  </a:cubicBezTo>
                  <a:cubicBezTo>
                    <a:pt x="426" y="304"/>
                    <a:pt x="456" y="395"/>
                    <a:pt x="456" y="487"/>
                  </a:cubicBezTo>
                  <a:cubicBezTo>
                    <a:pt x="456" y="608"/>
                    <a:pt x="456" y="669"/>
                    <a:pt x="426" y="760"/>
                  </a:cubicBezTo>
                  <a:cubicBezTo>
                    <a:pt x="304" y="882"/>
                    <a:pt x="122" y="851"/>
                    <a:pt x="31" y="1003"/>
                  </a:cubicBezTo>
                  <a:cubicBezTo>
                    <a:pt x="0" y="1125"/>
                    <a:pt x="31" y="1277"/>
                    <a:pt x="122" y="1368"/>
                  </a:cubicBezTo>
                  <a:cubicBezTo>
                    <a:pt x="243" y="1459"/>
                    <a:pt x="335" y="1550"/>
                    <a:pt x="487" y="1550"/>
                  </a:cubicBezTo>
                  <a:lnTo>
                    <a:pt x="791" y="1550"/>
                  </a:lnTo>
                  <a:cubicBezTo>
                    <a:pt x="1064" y="1520"/>
                    <a:pt x="1307" y="1429"/>
                    <a:pt x="1490" y="1155"/>
                  </a:cubicBezTo>
                  <a:cubicBezTo>
                    <a:pt x="1672" y="943"/>
                    <a:pt x="1702" y="639"/>
                    <a:pt x="1642" y="365"/>
                  </a:cubicBezTo>
                  <a:cubicBezTo>
                    <a:pt x="1550" y="213"/>
                    <a:pt x="1490" y="31"/>
                    <a:pt x="127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144" name="Google Shape;3144;p30"/>
          <p:cNvSpPr/>
          <p:nvPr/>
        </p:nvSpPr>
        <p:spPr>
          <a:xfrm>
            <a:off x="0" y="5107500"/>
            <a:ext cx="9144000" cy="36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145" name="Google Shape;3145;p30"/>
          <p:cNvGrpSpPr/>
          <p:nvPr/>
        </p:nvGrpSpPr>
        <p:grpSpPr>
          <a:xfrm>
            <a:off x="0" y="4752988"/>
            <a:ext cx="9144000" cy="354505"/>
            <a:chOff x="0" y="4689888"/>
            <a:chExt cx="9144000" cy="354505"/>
          </a:xfrm>
        </p:grpSpPr>
        <p:grpSp>
          <p:nvGrpSpPr>
            <p:cNvPr id="3146" name="Google Shape;3146;p30"/>
            <p:cNvGrpSpPr/>
            <p:nvPr/>
          </p:nvGrpSpPr>
          <p:grpSpPr>
            <a:xfrm>
              <a:off x="0" y="4793425"/>
              <a:ext cx="9144000" cy="194975"/>
              <a:chOff x="0" y="4789550"/>
              <a:chExt cx="9144000" cy="194975"/>
            </a:xfrm>
          </p:grpSpPr>
          <p:sp>
            <p:nvSpPr>
              <p:cNvPr id="3147" name="Google Shape;3147;p30"/>
              <p:cNvSpPr/>
              <p:nvPr/>
            </p:nvSpPr>
            <p:spPr>
              <a:xfrm>
                <a:off x="0" y="4789550"/>
                <a:ext cx="9144000" cy="360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48" name="Google Shape;3148;p30"/>
              <p:cNvSpPr/>
              <p:nvPr/>
            </p:nvSpPr>
            <p:spPr>
              <a:xfrm>
                <a:off x="0" y="4948525"/>
                <a:ext cx="9144000" cy="360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149" name="Google Shape;3149;p30"/>
            <p:cNvGrpSpPr/>
            <p:nvPr/>
          </p:nvGrpSpPr>
          <p:grpSpPr>
            <a:xfrm>
              <a:off x="28483" y="4689888"/>
              <a:ext cx="9087034" cy="354505"/>
              <a:chOff x="28483" y="4689888"/>
              <a:chExt cx="9087034" cy="354505"/>
            </a:xfrm>
          </p:grpSpPr>
          <p:sp>
            <p:nvSpPr>
              <p:cNvPr id="3150" name="Google Shape;3150;p30"/>
              <p:cNvSpPr/>
              <p:nvPr/>
            </p:nvSpPr>
            <p:spPr>
              <a:xfrm>
                <a:off x="64010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6" y="1"/>
                      <a:pt x="533" y="8"/>
                      <a:pt x="518" y="24"/>
                    </a:cubicBezTo>
                    <a:lnTo>
                      <a:pt x="62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34" y="4431"/>
                      <a:pt x="1065" y="4401"/>
                      <a:pt x="1156" y="4370"/>
                    </a:cubicBezTo>
                    <a:lnTo>
                      <a:pt x="1156" y="601"/>
                    </a:lnTo>
                    <a:lnTo>
                      <a:pt x="1126" y="571"/>
                    </a:lnTo>
                    <a:lnTo>
                      <a:pt x="670" y="24"/>
                    </a:lnTo>
                    <a:cubicBezTo>
                      <a:pt x="639" y="8"/>
                      <a:pt x="609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51" name="Google Shape;3151;p30"/>
              <p:cNvSpPr/>
              <p:nvPr/>
            </p:nvSpPr>
            <p:spPr>
              <a:xfrm>
                <a:off x="79301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3" y="8"/>
                      <a:pt x="517" y="24"/>
                    </a:cubicBezTo>
                    <a:lnTo>
                      <a:pt x="6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34" y="4431"/>
                      <a:pt x="1064" y="4401"/>
                      <a:pt x="1156" y="4370"/>
                    </a:cubicBezTo>
                    <a:lnTo>
                      <a:pt x="1156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9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52" name="Google Shape;3152;p30"/>
              <p:cNvSpPr/>
              <p:nvPr/>
            </p:nvSpPr>
            <p:spPr>
              <a:xfrm>
                <a:off x="94592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2" y="4431"/>
                      <a:pt x="122" y="4431"/>
                    </a:cubicBezTo>
                    <a:lnTo>
                      <a:pt x="1003" y="4431"/>
                    </a:lnTo>
                    <a:cubicBezTo>
                      <a:pt x="103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8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53" name="Google Shape;3153;p30"/>
              <p:cNvSpPr/>
              <p:nvPr/>
            </p:nvSpPr>
            <p:spPr>
              <a:xfrm>
                <a:off x="109882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1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1" y="4431"/>
                      <a:pt x="122" y="4431"/>
                    </a:cubicBezTo>
                    <a:lnTo>
                      <a:pt x="1003" y="4431"/>
                    </a:lnTo>
                    <a:cubicBezTo>
                      <a:pt x="106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8" y="8"/>
                      <a:pt x="608" y="1"/>
                      <a:pt x="58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54" name="Google Shape;3154;p30"/>
              <p:cNvSpPr/>
              <p:nvPr/>
            </p:nvSpPr>
            <p:spPr>
              <a:xfrm>
                <a:off x="1251735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04" y="4431"/>
                      <a:pt x="103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55" name="Google Shape;3155;p30"/>
              <p:cNvSpPr/>
              <p:nvPr/>
            </p:nvSpPr>
            <p:spPr>
              <a:xfrm>
                <a:off x="1402243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56" name="Google Shape;3156;p30"/>
              <p:cNvSpPr/>
              <p:nvPr/>
            </p:nvSpPr>
            <p:spPr>
              <a:xfrm>
                <a:off x="1552751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64" y="4431"/>
                      <a:pt x="109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57" name="Google Shape;3157;p30"/>
              <p:cNvSpPr/>
              <p:nvPr/>
            </p:nvSpPr>
            <p:spPr>
              <a:xfrm>
                <a:off x="751362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58" name="Google Shape;3158;p30"/>
              <p:cNvSpPr/>
              <p:nvPr/>
            </p:nvSpPr>
            <p:spPr>
              <a:xfrm>
                <a:off x="7666529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3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59" name="Google Shape;3159;p30"/>
              <p:cNvSpPr/>
              <p:nvPr/>
            </p:nvSpPr>
            <p:spPr>
              <a:xfrm>
                <a:off x="7816957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60" name="Google Shape;3160;p30"/>
              <p:cNvSpPr/>
              <p:nvPr/>
            </p:nvSpPr>
            <p:spPr>
              <a:xfrm>
                <a:off x="796738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2" y="4431"/>
                      <a:pt x="122" y="4431"/>
                    </a:cubicBezTo>
                    <a:lnTo>
                      <a:pt x="1003" y="4431"/>
                    </a:lnTo>
                    <a:cubicBezTo>
                      <a:pt x="103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8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61" name="Google Shape;3161;p30"/>
              <p:cNvSpPr/>
              <p:nvPr/>
            </p:nvSpPr>
            <p:spPr>
              <a:xfrm>
                <a:off x="812029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93" y="1"/>
                    </a:moveTo>
                    <a:cubicBezTo>
                      <a:pt x="562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1" y="4431"/>
                      <a:pt x="122" y="4431"/>
                    </a:cubicBezTo>
                    <a:lnTo>
                      <a:pt x="1003" y="4431"/>
                    </a:lnTo>
                    <a:cubicBezTo>
                      <a:pt x="106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54" y="8"/>
                      <a:pt x="623" y="1"/>
                      <a:pt x="59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62" name="Google Shape;3162;p30"/>
              <p:cNvSpPr/>
              <p:nvPr/>
            </p:nvSpPr>
            <p:spPr>
              <a:xfrm>
                <a:off x="8273198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1" y="4431"/>
                      <a:pt x="122" y="4431"/>
                    </a:cubicBezTo>
                    <a:lnTo>
                      <a:pt x="973" y="4431"/>
                    </a:lnTo>
                    <a:cubicBezTo>
                      <a:pt x="1034" y="4431"/>
                      <a:pt x="1065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63" name="Google Shape;3163;p30"/>
              <p:cNvSpPr/>
              <p:nvPr/>
            </p:nvSpPr>
            <p:spPr>
              <a:xfrm>
                <a:off x="8423706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34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64" name="Google Shape;3164;p30"/>
              <p:cNvSpPr/>
              <p:nvPr/>
            </p:nvSpPr>
            <p:spPr>
              <a:xfrm>
                <a:off x="8574214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64" y="4431"/>
                      <a:pt x="109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65" name="Google Shape;3165;p30"/>
              <p:cNvSpPr/>
              <p:nvPr/>
            </p:nvSpPr>
            <p:spPr>
              <a:xfrm>
                <a:off x="8724643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2" y="4431"/>
                      <a:pt x="122" y="4431"/>
                    </a:cubicBezTo>
                    <a:lnTo>
                      <a:pt x="974" y="4431"/>
                    </a:lnTo>
                    <a:cubicBezTo>
                      <a:pt x="1065" y="4431"/>
                      <a:pt x="1095" y="4401"/>
                      <a:pt x="1126" y="4370"/>
                    </a:cubicBezTo>
                    <a:lnTo>
                      <a:pt x="112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4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66" name="Google Shape;3166;p30"/>
              <p:cNvSpPr/>
              <p:nvPr/>
            </p:nvSpPr>
            <p:spPr>
              <a:xfrm>
                <a:off x="8875151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74" y="1"/>
                    </a:moveTo>
                    <a:cubicBezTo>
                      <a:pt x="547" y="1"/>
                      <a:pt x="517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122" y="4431"/>
                    </a:cubicBezTo>
                    <a:lnTo>
                      <a:pt x="1003" y="4431"/>
                    </a:lnTo>
                    <a:cubicBezTo>
                      <a:pt x="103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600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67" name="Google Shape;3167;p30"/>
              <p:cNvSpPr/>
              <p:nvPr/>
            </p:nvSpPr>
            <p:spPr>
              <a:xfrm>
                <a:off x="736071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68" name="Google Shape;3168;p30"/>
              <p:cNvSpPr/>
              <p:nvPr/>
            </p:nvSpPr>
            <p:spPr>
              <a:xfrm>
                <a:off x="720781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69" name="Google Shape;3169;p30"/>
              <p:cNvSpPr/>
              <p:nvPr/>
            </p:nvSpPr>
            <p:spPr>
              <a:xfrm>
                <a:off x="705490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70" name="Google Shape;3170;p30"/>
              <p:cNvSpPr/>
              <p:nvPr/>
            </p:nvSpPr>
            <p:spPr>
              <a:xfrm>
                <a:off x="690199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71" name="Google Shape;3171;p30"/>
              <p:cNvSpPr/>
              <p:nvPr/>
            </p:nvSpPr>
            <p:spPr>
              <a:xfrm>
                <a:off x="674909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72" name="Google Shape;3172;p30"/>
              <p:cNvSpPr/>
              <p:nvPr/>
            </p:nvSpPr>
            <p:spPr>
              <a:xfrm>
                <a:off x="659618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73" name="Google Shape;3173;p30"/>
              <p:cNvSpPr/>
              <p:nvPr/>
            </p:nvSpPr>
            <p:spPr>
              <a:xfrm>
                <a:off x="644327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74" name="Google Shape;3174;p30"/>
              <p:cNvSpPr/>
              <p:nvPr/>
            </p:nvSpPr>
            <p:spPr>
              <a:xfrm>
                <a:off x="629037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75" name="Google Shape;3175;p30"/>
              <p:cNvSpPr/>
              <p:nvPr/>
            </p:nvSpPr>
            <p:spPr>
              <a:xfrm>
                <a:off x="613746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76" name="Google Shape;3176;p30"/>
              <p:cNvSpPr/>
              <p:nvPr/>
            </p:nvSpPr>
            <p:spPr>
              <a:xfrm>
                <a:off x="598455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77" name="Google Shape;3177;p30"/>
              <p:cNvSpPr/>
              <p:nvPr/>
            </p:nvSpPr>
            <p:spPr>
              <a:xfrm>
                <a:off x="583165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78" name="Google Shape;3178;p30"/>
              <p:cNvSpPr/>
              <p:nvPr/>
            </p:nvSpPr>
            <p:spPr>
              <a:xfrm>
                <a:off x="567874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79" name="Google Shape;3179;p30"/>
              <p:cNvSpPr/>
              <p:nvPr/>
            </p:nvSpPr>
            <p:spPr>
              <a:xfrm>
                <a:off x="552583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80" name="Google Shape;3180;p30"/>
              <p:cNvSpPr/>
              <p:nvPr/>
            </p:nvSpPr>
            <p:spPr>
              <a:xfrm>
                <a:off x="537293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81" name="Google Shape;3181;p30"/>
              <p:cNvSpPr/>
              <p:nvPr/>
            </p:nvSpPr>
            <p:spPr>
              <a:xfrm>
                <a:off x="522002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82" name="Google Shape;3182;p30"/>
              <p:cNvSpPr/>
              <p:nvPr/>
            </p:nvSpPr>
            <p:spPr>
              <a:xfrm>
                <a:off x="506712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83" name="Google Shape;3183;p30"/>
              <p:cNvSpPr/>
              <p:nvPr/>
            </p:nvSpPr>
            <p:spPr>
              <a:xfrm>
                <a:off x="491421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84" name="Google Shape;3184;p30"/>
              <p:cNvSpPr/>
              <p:nvPr/>
            </p:nvSpPr>
            <p:spPr>
              <a:xfrm>
                <a:off x="476130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85" name="Google Shape;3185;p30"/>
              <p:cNvSpPr/>
              <p:nvPr/>
            </p:nvSpPr>
            <p:spPr>
              <a:xfrm>
                <a:off x="460840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86" name="Google Shape;3186;p30"/>
              <p:cNvSpPr/>
              <p:nvPr/>
            </p:nvSpPr>
            <p:spPr>
              <a:xfrm>
                <a:off x="445549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87" name="Google Shape;3187;p30"/>
              <p:cNvSpPr/>
              <p:nvPr/>
            </p:nvSpPr>
            <p:spPr>
              <a:xfrm>
                <a:off x="430258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88" name="Google Shape;3188;p30"/>
              <p:cNvSpPr/>
              <p:nvPr/>
            </p:nvSpPr>
            <p:spPr>
              <a:xfrm>
                <a:off x="414968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89" name="Google Shape;3189;p30"/>
              <p:cNvSpPr/>
              <p:nvPr/>
            </p:nvSpPr>
            <p:spPr>
              <a:xfrm>
                <a:off x="399677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90" name="Google Shape;3190;p30"/>
              <p:cNvSpPr/>
              <p:nvPr/>
            </p:nvSpPr>
            <p:spPr>
              <a:xfrm>
                <a:off x="384386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91" name="Google Shape;3191;p30"/>
              <p:cNvSpPr/>
              <p:nvPr/>
            </p:nvSpPr>
            <p:spPr>
              <a:xfrm>
                <a:off x="369096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92" name="Google Shape;3192;p30"/>
              <p:cNvSpPr/>
              <p:nvPr/>
            </p:nvSpPr>
            <p:spPr>
              <a:xfrm>
                <a:off x="353805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93" name="Google Shape;3193;p30"/>
              <p:cNvSpPr/>
              <p:nvPr/>
            </p:nvSpPr>
            <p:spPr>
              <a:xfrm>
                <a:off x="338514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94" name="Google Shape;3194;p30"/>
              <p:cNvSpPr/>
              <p:nvPr/>
            </p:nvSpPr>
            <p:spPr>
              <a:xfrm>
                <a:off x="323224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95" name="Google Shape;3195;p30"/>
              <p:cNvSpPr/>
              <p:nvPr/>
            </p:nvSpPr>
            <p:spPr>
              <a:xfrm>
                <a:off x="307933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96" name="Google Shape;3196;p30"/>
              <p:cNvSpPr/>
              <p:nvPr/>
            </p:nvSpPr>
            <p:spPr>
              <a:xfrm>
                <a:off x="292643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97" name="Google Shape;3197;p30"/>
              <p:cNvSpPr/>
              <p:nvPr/>
            </p:nvSpPr>
            <p:spPr>
              <a:xfrm>
                <a:off x="277352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98" name="Google Shape;3198;p30"/>
              <p:cNvSpPr/>
              <p:nvPr/>
            </p:nvSpPr>
            <p:spPr>
              <a:xfrm>
                <a:off x="262061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99" name="Google Shape;3199;p30"/>
              <p:cNvSpPr/>
              <p:nvPr/>
            </p:nvSpPr>
            <p:spPr>
              <a:xfrm>
                <a:off x="246771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00" name="Google Shape;3200;p30"/>
              <p:cNvSpPr/>
              <p:nvPr/>
            </p:nvSpPr>
            <p:spPr>
              <a:xfrm>
                <a:off x="231480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01" name="Google Shape;3201;p30"/>
              <p:cNvSpPr/>
              <p:nvPr/>
            </p:nvSpPr>
            <p:spPr>
              <a:xfrm>
                <a:off x="216189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02" name="Google Shape;3202;p30"/>
              <p:cNvSpPr/>
              <p:nvPr/>
            </p:nvSpPr>
            <p:spPr>
              <a:xfrm>
                <a:off x="200899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03" name="Google Shape;3203;p30"/>
              <p:cNvSpPr/>
              <p:nvPr/>
            </p:nvSpPr>
            <p:spPr>
              <a:xfrm>
                <a:off x="185608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04" name="Google Shape;3204;p30"/>
              <p:cNvSpPr/>
              <p:nvPr/>
            </p:nvSpPr>
            <p:spPr>
              <a:xfrm>
                <a:off x="170317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05" name="Google Shape;3205;p30"/>
              <p:cNvSpPr/>
              <p:nvPr/>
            </p:nvSpPr>
            <p:spPr>
              <a:xfrm>
                <a:off x="48720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06" name="Google Shape;3206;p30"/>
              <p:cNvSpPr/>
              <p:nvPr/>
            </p:nvSpPr>
            <p:spPr>
              <a:xfrm>
                <a:off x="33429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07" name="Google Shape;3207;p30"/>
              <p:cNvSpPr/>
              <p:nvPr/>
            </p:nvSpPr>
            <p:spPr>
              <a:xfrm>
                <a:off x="18139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08" name="Google Shape;3208;p30"/>
              <p:cNvSpPr/>
              <p:nvPr/>
            </p:nvSpPr>
            <p:spPr>
              <a:xfrm>
                <a:off x="2848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09" name="Google Shape;3209;p30"/>
              <p:cNvSpPr/>
              <p:nvPr/>
            </p:nvSpPr>
            <p:spPr>
              <a:xfrm>
                <a:off x="9025579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74" y="1"/>
                    </a:moveTo>
                    <a:cubicBezTo>
                      <a:pt x="547" y="1"/>
                      <a:pt x="517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122" y="4431"/>
                    </a:cubicBezTo>
                    <a:lnTo>
                      <a:pt x="1003" y="4431"/>
                    </a:lnTo>
                    <a:cubicBezTo>
                      <a:pt x="103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600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3210" name="Google Shape;3210;p30"/>
          <p:cNvSpPr/>
          <p:nvPr/>
        </p:nvSpPr>
        <p:spPr>
          <a:xfrm>
            <a:off x="719850" y="540000"/>
            <a:ext cx="7704300" cy="676800"/>
          </a:xfrm>
          <a:prstGeom prst="roundRect">
            <a:avLst>
              <a:gd fmla="val 17686" name="adj"/>
            </a:avLst>
          </a:prstGeom>
          <a:solidFill>
            <a:schemeClr val="lt1"/>
          </a:solidFill>
          <a:ln cap="flat" cmpd="sng" w="762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1" name="Google Shape;3211;p30"/>
          <p:cNvSpPr txBox="1"/>
          <p:nvPr>
            <p:ph type="title"/>
          </p:nvPr>
        </p:nvSpPr>
        <p:spPr>
          <a:xfrm>
            <a:off x="1416000" y="3248775"/>
            <a:ext cx="2808000" cy="5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12" name="Google Shape;3212;p30"/>
          <p:cNvSpPr txBox="1"/>
          <p:nvPr>
            <p:ph idx="1" type="subTitle"/>
          </p:nvPr>
        </p:nvSpPr>
        <p:spPr>
          <a:xfrm>
            <a:off x="1416000" y="3726650"/>
            <a:ext cx="28080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213" name="Google Shape;3213;p30"/>
          <p:cNvSpPr txBox="1"/>
          <p:nvPr>
            <p:ph idx="2" type="title"/>
          </p:nvPr>
        </p:nvSpPr>
        <p:spPr>
          <a:xfrm>
            <a:off x="4920000" y="3248775"/>
            <a:ext cx="2808000" cy="5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14" name="Google Shape;3214;p30"/>
          <p:cNvSpPr txBox="1"/>
          <p:nvPr>
            <p:ph idx="3" type="subTitle"/>
          </p:nvPr>
        </p:nvSpPr>
        <p:spPr>
          <a:xfrm>
            <a:off x="4920000" y="3726665"/>
            <a:ext cx="28080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215" name="Google Shape;3215;p30"/>
          <p:cNvSpPr txBox="1"/>
          <p:nvPr>
            <p:ph idx="4" type="title"/>
          </p:nvPr>
        </p:nvSpPr>
        <p:spPr>
          <a:xfrm>
            <a:off x="720000" y="540000"/>
            <a:ext cx="7704000" cy="6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16" name="Shape 3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17" name="Google Shape;3217;p31"/>
          <p:cNvGrpSpPr/>
          <p:nvPr/>
        </p:nvGrpSpPr>
        <p:grpSpPr>
          <a:xfrm>
            <a:off x="-15975" y="-52"/>
            <a:ext cx="9175950" cy="5143406"/>
            <a:chOff x="-15975" y="-52"/>
            <a:chExt cx="9175950" cy="5143406"/>
          </a:xfrm>
        </p:grpSpPr>
        <p:sp>
          <p:nvSpPr>
            <p:cNvPr id="3218" name="Google Shape;3218;p31"/>
            <p:cNvSpPr/>
            <p:nvPr/>
          </p:nvSpPr>
          <p:spPr>
            <a:xfrm rot="5400000">
              <a:off x="4570450" y="-378255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9" name="Google Shape;3219;p31"/>
            <p:cNvSpPr/>
            <p:nvPr/>
          </p:nvSpPr>
          <p:spPr>
            <a:xfrm rot="5400000">
              <a:off x="4570450" y="-276311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0" name="Google Shape;3220;p31"/>
            <p:cNvSpPr/>
            <p:nvPr/>
          </p:nvSpPr>
          <p:spPr>
            <a:xfrm rot="5400000">
              <a:off x="4570450" y="-174368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1" name="Google Shape;3221;p31"/>
            <p:cNvSpPr/>
            <p:nvPr/>
          </p:nvSpPr>
          <p:spPr>
            <a:xfrm rot="5400000">
              <a:off x="4570450" y="-72425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2" name="Google Shape;3222;p31"/>
            <p:cNvSpPr/>
            <p:nvPr/>
          </p:nvSpPr>
          <p:spPr>
            <a:xfrm rot="5400000">
              <a:off x="4570450" y="295184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3" name="Google Shape;3223;p31"/>
            <p:cNvSpPr/>
            <p:nvPr/>
          </p:nvSpPr>
          <p:spPr>
            <a:xfrm rot="5400000">
              <a:off x="4570450" y="-429226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4" name="Google Shape;3224;p31"/>
            <p:cNvSpPr/>
            <p:nvPr/>
          </p:nvSpPr>
          <p:spPr>
            <a:xfrm rot="5400000">
              <a:off x="4570450" y="-327283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5" name="Google Shape;3225;p31"/>
            <p:cNvSpPr/>
            <p:nvPr/>
          </p:nvSpPr>
          <p:spPr>
            <a:xfrm rot="5400000">
              <a:off x="4570450" y="-225340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6" name="Google Shape;3226;p31"/>
            <p:cNvSpPr/>
            <p:nvPr/>
          </p:nvSpPr>
          <p:spPr>
            <a:xfrm rot="5400000">
              <a:off x="4570450" y="-123396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7" name="Google Shape;3227;p31"/>
            <p:cNvSpPr/>
            <p:nvPr/>
          </p:nvSpPr>
          <p:spPr>
            <a:xfrm rot="5400000">
              <a:off x="4570450" y="-21453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8" name="Google Shape;3228;p31"/>
            <p:cNvSpPr/>
            <p:nvPr/>
          </p:nvSpPr>
          <p:spPr>
            <a:xfrm>
              <a:off x="5081305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9" name="Google Shape;3229;p31"/>
            <p:cNvSpPr/>
            <p:nvPr/>
          </p:nvSpPr>
          <p:spPr>
            <a:xfrm>
              <a:off x="6100964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0" name="Google Shape;3230;p31"/>
            <p:cNvSpPr/>
            <p:nvPr/>
          </p:nvSpPr>
          <p:spPr>
            <a:xfrm>
              <a:off x="7120623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1" name="Google Shape;3231;p31"/>
            <p:cNvSpPr/>
            <p:nvPr/>
          </p:nvSpPr>
          <p:spPr>
            <a:xfrm>
              <a:off x="8140282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2" name="Google Shape;3232;p31"/>
            <p:cNvSpPr/>
            <p:nvPr/>
          </p:nvSpPr>
          <p:spPr>
            <a:xfrm>
              <a:off x="5591134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3" name="Google Shape;3233;p31"/>
            <p:cNvSpPr/>
            <p:nvPr/>
          </p:nvSpPr>
          <p:spPr>
            <a:xfrm>
              <a:off x="6610793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4" name="Google Shape;3234;p31"/>
            <p:cNvSpPr/>
            <p:nvPr/>
          </p:nvSpPr>
          <p:spPr>
            <a:xfrm>
              <a:off x="7630452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5" name="Google Shape;3235;p31"/>
            <p:cNvSpPr/>
            <p:nvPr/>
          </p:nvSpPr>
          <p:spPr>
            <a:xfrm>
              <a:off x="8650111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36" name="Google Shape;3236;p31"/>
            <p:cNvGrpSpPr/>
            <p:nvPr/>
          </p:nvGrpSpPr>
          <p:grpSpPr>
            <a:xfrm>
              <a:off x="-15975" y="-52"/>
              <a:ext cx="4587484" cy="5143406"/>
              <a:chOff x="-9275" y="-1994782"/>
              <a:chExt cx="4587484" cy="9140583"/>
            </a:xfrm>
          </p:grpSpPr>
          <p:sp>
            <p:nvSpPr>
              <p:cNvPr id="3237" name="Google Shape;3237;p31"/>
              <p:cNvSpPr/>
              <p:nvPr/>
            </p:nvSpPr>
            <p:spPr>
              <a:xfrm>
                <a:off x="50044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38" name="Google Shape;3238;p31"/>
              <p:cNvSpPr/>
              <p:nvPr/>
            </p:nvSpPr>
            <p:spPr>
              <a:xfrm>
                <a:off x="15198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39" name="Google Shape;3239;p31"/>
              <p:cNvSpPr/>
              <p:nvPr/>
            </p:nvSpPr>
            <p:spPr>
              <a:xfrm>
                <a:off x="253930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40" name="Google Shape;3240;p31"/>
              <p:cNvSpPr/>
              <p:nvPr/>
            </p:nvSpPr>
            <p:spPr>
              <a:xfrm>
                <a:off x="355874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41" name="Google Shape;3241;p31"/>
              <p:cNvSpPr/>
              <p:nvPr/>
            </p:nvSpPr>
            <p:spPr>
              <a:xfrm>
                <a:off x="45781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42" name="Google Shape;3242;p31"/>
              <p:cNvSpPr/>
              <p:nvPr/>
            </p:nvSpPr>
            <p:spPr>
              <a:xfrm>
                <a:off x="101015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43" name="Google Shape;3243;p31"/>
              <p:cNvSpPr/>
              <p:nvPr/>
            </p:nvSpPr>
            <p:spPr>
              <a:xfrm>
                <a:off x="202959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44" name="Google Shape;3244;p31"/>
              <p:cNvSpPr/>
              <p:nvPr/>
            </p:nvSpPr>
            <p:spPr>
              <a:xfrm>
                <a:off x="304902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45" name="Google Shape;3245;p31"/>
              <p:cNvSpPr/>
              <p:nvPr/>
            </p:nvSpPr>
            <p:spPr>
              <a:xfrm>
                <a:off x="406845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46" name="Google Shape;3246;p31"/>
              <p:cNvSpPr/>
              <p:nvPr/>
            </p:nvSpPr>
            <p:spPr>
              <a:xfrm>
                <a:off x="-92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247" name="Google Shape;3247;p31"/>
            <p:cNvSpPr/>
            <p:nvPr/>
          </p:nvSpPr>
          <p:spPr>
            <a:xfrm>
              <a:off x="9159941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48" name="Google Shape;3248;p31"/>
          <p:cNvSpPr/>
          <p:nvPr/>
        </p:nvSpPr>
        <p:spPr>
          <a:xfrm>
            <a:off x="0" y="-75"/>
            <a:ext cx="9144000" cy="5143500"/>
          </a:xfrm>
          <a:prstGeom prst="rect">
            <a:avLst/>
          </a:prstGeom>
          <a:solidFill>
            <a:srgbClr val="D6E3EA">
              <a:alpha val="398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249" name="Google Shape;3249;p31"/>
          <p:cNvGrpSpPr/>
          <p:nvPr/>
        </p:nvGrpSpPr>
        <p:grpSpPr>
          <a:xfrm>
            <a:off x="0" y="4752988"/>
            <a:ext cx="9144000" cy="354505"/>
            <a:chOff x="0" y="4689888"/>
            <a:chExt cx="9144000" cy="354505"/>
          </a:xfrm>
        </p:grpSpPr>
        <p:grpSp>
          <p:nvGrpSpPr>
            <p:cNvPr id="3250" name="Google Shape;3250;p31"/>
            <p:cNvGrpSpPr/>
            <p:nvPr/>
          </p:nvGrpSpPr>
          <p:grpSpPr>
            <a:xfrm>
              <a:off x="0" y="4793425"/>
              <a:ext cx="9144000" cy="194975"/>
              <a:chOff x="0" y="4789550"/>
              <a:chExt cx="9144000" cy="194975"/>
            </a:xfrm>
          </p:grpSpPr>
          <p:sp>
            <p:nvSpPr>
              <p:cNvPr id="3251" name="Google Shape;3251;p31"/>
              <p:cNvSpPr/>
              <p:nvPr/>
            </p:nvSpPr>
            <p:spPr>
              <a:xfrm>
                <a:off x="0" y="4789550"/>
                <a:ext cx="9144000" cy="360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52" name="Google Shape;3252;p31"/>
              <p:cNvSpPr/>
              <p:nvPr/>
            </p:nvSpPr>
            <p:spPr>
              <a:xfrm>
                <a:off x="0" y="4948525"/>
                <a:ext cx="9144000" cy="360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253" name="Google Shape;3253;p31"/>
            <p:cNvGrpSpPr/>
            <p:nvPr/>
          </p:nvGrpSpPr>
          <p:grpSpPr>
            <a:xfrm>
              <a:off x="28483" y="4689888"/>
              <a:ext cx="9087034" cy="354505"/>
              <a:chOff x="28483" y="4689888"/>
              <a:chExt cx="9087034" cy="354505"/>
            </a:xfrm>
          </p:grpSpPr>
          <p:sp>
            <p:nvSpPr>
              <p:cNvPr id="3254" name="Google Shape;3254;p31"/>
              <p:cNvSpPr/>
              <p:nvPr/>
            </p:nvSpPr>
            <p:spPr>
              <a:xfrm>
                <a:off x="64010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6" y="1"/>
                      <a:pt x="533" y="8"/>
                      <a:pt x="518" y="24"/>
                    </a:cubicBezTo>
                    <a:lnTo>
                      <a:pt x="62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34" y="4431"/>
                      <a:pt x="1065" y="4401"/>
                      <a:pt x="1156" y="4370"/>
                    </a:cubicBezTo>
                    <a:lnTo>
                      <a:pt x="1156" y="601"/>
                    </a:lnTo>
                    <a:lnTo>
                      <a:pt x="1126" y="571"/>
                    </a:lnTo>
                    <a:lnTo>
                      <a:pt x="670" y="24"/>
                    </a:lnTo>
                    <a:cubicBezTo>
                      <a:pt x="639" y="8"/>
                      <a:pt x="609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55" name="Google Shape;3255;p31"/>
              <p:cNvSpPr/>
              <p:nvPr/>
            </p:nvSpPr>
            <p:spPr>
              <a:xfrm>
                <a:off x="79301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3" y="8"/>
                      <a:pt x="517" y="24"/>
                    </a:cubicBezTo>
                    <a:lnTo>
                      <a:pt x="6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34" y="4431"/>
                      <a:pt x="1064" y="4401"/>
                      <a:pt x="1156" y="4370"/>
                    </a:cubicBezTo>
                    <a:lnTo>
                      <a:pt x="1156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9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56" name="Google Shape;3256;p31"/>
              <p:cNvSpPr/>
              <p:nvPr/>
            </p:nvSpPr>
            <p:spPr>
              <a:xfrm>
                <a:off x="94592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2" y="4431"/>
                      <a:pt x="122" y="4431"/>
                    </a:cubicBezTo>
                    <a:lnTo>
                      <a:pt x="1003" y="4431"/>
                    </a:lnTo>
                    <a:cubicBezTo>
                      <a:pt x="103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8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57" name="Google Shape;3257;p31"/>
              <p:cNvSpPr/>
              <p:nvPr/>
            </p:nvSpPr>
            <p:spPr>
              <a:xfrm>
                <a:off x="109882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1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1" y="4431"/>
                      <a:pt x="122" y="4431"/>
                    </a:cubicBezTo>
                    <a:lnTo>
                      <a:pt x="1003" y="4431"/>
                    </a:lnTo>
                    <a:cubicBezTo>
                      <a:pt x="106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8" y="8"/>
                      <a:pt x="608" y="1"/>
                      <a:pt x="58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58" name="Google Shape;3258;p31"/>
              <p:cNvSpPr/>
              <p:nvPr/>
            </p:nvSpPr>
            <p:spPr>
              <a:xfrm>
                <a:off x="1251735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04" y="4431"/>
                      <a:pt x="103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59" name="Google Shape;3259;p31"/>
              <p:cNvSpPr/>
              <p:nvPr/>
            </p:nvSpPr>
            <p:spPr>
              <a:xfrm>
                <a:off x="1402243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60" name="Google Shape;3260;p31"/>
              <p:cNvSpPr/>
              <p:nvPr/>
            </p:nvSpPr>
            <p:spPr>
              <a:xfrm>
                <a:off x="1552751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64" y="4431"/>
                      <a:pt x="109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61" name="Google Shape;3261;p31"/>
              <p:cNvSpPr/>
              <p:nvPr/>
            </p:nvSpPr>
            <p:spPr>
              <a:xfrm>
                <a:off x="751362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62" name="Google Shape;3262;p31"/>
              <p:cNvSpPr/>
              <p:nvPr/>
            </p:nvSpPr>
            <p:spPr>
              <a:xfrm>
                <a:off x="7666529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3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63" name="Google Shape;3263;p31"/>
              <p:cNvSpPr/>
              <p:nvPr/>
            </p:nvSpPr>
            <p:spPr>
              <a:xfrm>
                <a:off x="7816957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64" name="Google Shape;3264;p31"/>
              <p:cNvSpPr/>
              <p:nvPr/>
            </p:nvSpPr>
            <p:spPr>
              <a:xfrm>
                <a:off x="796738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2" y="4431"/>
                      <a:pt x="122" y="4431"/>
                    </a:cubicBezTo>
                    <a:lnTo>
                      <a:pt x="1003" y="4431"/>
                    </a:lnTo>
                    <a:cubicBezTo>
                      <a:pt x="103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8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65" name="Google Shape;3265;p31"/>
              <p:cNvSpPr/>
              <p:nvPr/>
            </p:nvSpPr>
            <p:spPr>
              <a:xfrm>
                <a:off x="812029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93" y="1"/>
                    </a:moveTo>
                    <a:cubicBezTo>
                      <a:pt x="562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1" y="4431"/>
                      <a:pt x="122" y="4431"/>
                    </a:cubicBezTo>
                    <a:lnTo>
                      <a:pt x="1003" y="4431"/>
                    </a:lnTo>
                    <a:cubicBezTo>
                      <a:pt x="106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54" y="8"/>
                      <a:pt x="623" y="1"/>
                      <a:pt x="59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66" name="Google Shape;3266;p31"/>
              <p:cNvSpPr/>
              <p:nvPr/>
            </p:nvSpPr>
            <p:spPr>
              <a:xfrm>
                <a:off x="8273198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1" y="4431"/>
                      <a:pt x="122" y="4431"/>
                    </a:cubicBezTo>
                    <a:lnTo>
                      <a:pt x="973" y="4431"/>
                    </a:lnTo>
                    <a:cubicBezTo>
                      <a:pt x="1034" y="4431"/>
                      <a:pt x="1065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67" name="Google Shape;3267;p31"/>
              <p:cNvSpPr/>
              <p:nvPr/>
            </p:nvSpPr>
            <p:spPr>
              <a:xfrm>
                <a:off x="8423706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34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68" name="Google Shape;3268;p31"/>
              <p:cNvSpPr/>
              <p:nvPr/>
            </p:nvSpPr>
            <p:spPr>
              <a:xfrm>
                <a:off x="8574214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64" y="4431"/>
                      <a:pt x="109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69" name="Google Shape;3269;p31"/>
              <p:cNvSpPr/>
              <p:nvPr/>
            </p:nvSpPr>
            <p:spPr>
              <a:xfrm>
                <a:off x="8724643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2" y="4431"/>
                      <a:pt x="122" y="4431"/>
                    </a:cubicBezTo>
                    <a:lnTo>
                      <a:pt x="974" y="4431"/>
                    </a:lnTo>
                    <a:cubicBezTo>
                      <a:pt x="1065" y="4431"/>
                      <a:pt x="1095" y="4401"/>
                      <a:pt x="1126" y="4370"/>
                    </a:cubicBezTo>
                    <a:lnTo>
                      <a:pt x="112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4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70" name="Google Shape;3270;p31"/>
              <p:cNvSpPr/>
              <p:nvPr/>
            </p:nvSpPr>
            <p:spPr>
              <a:xfrm>
                <a:off x="8875151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74" y="1"/>
                    </a:moveTo>
                    <a:cubicBezTo>
                      <a:pt x="547" y="1"/>
                      <a:pt x="517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122" y="4431"/>
                    </a:cubicBezTo>
                    <a:lnTo>
                      <a:pt x="1003" y="4431"/>
                    </a:lnTo>
                    <a:cubicBezTo>
                      <a:pt x="103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600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71" name="Google Shape;3271;p31"/>
              <p:cNvSpPr/>
              <p:nvPr/>
            </p:nvSpPr>
            <p:spPr>
              <a:xfrm>
                <a:off x="736071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72" name="Google Shape;3272;p31"/>
              <p:cNvSpPr/>
              <p:nvPr/>
            </p:nvSpPr>
            <p:spPr>
              <a:xfrm>
                <a:off x="720781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73" name="Google Shape;3273;p31"/>
              <p:cNvSpPr/>
              <p:nvPr/>
            </p:nvSpPr>
            <p:spPr>
              <a:xfrm>
                <a:off x="705490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74" name="Google Shape;3274;p31"/>
              <p:cNvSpPr/>
              <p:nvPr/>
            </p:nvSpPr>
            <p:spPr>
              <a:xfrm>
                <a:off x="690199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75" name="Google Shape;3275;p31"/>
              <p:cNvSpPr/>
              <p:nvPr/>
            </p:nvSpPr>
            <p:spPr>
              <a:xfrm>
                <a:off x="674909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76" name="Google Shape;3276;p31"/>
              <p:cNvSpPr/>
              <p:nvPr/>
            </p:nvSpPr>
            <p:spPr>
              <a:xfrm>
                <a:off x="659618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77" name="Google Shape;3277;p31"/>
              <p:cNvSpPr/>
              <p:nvPr/>
            </p:nvSpPr>
            <p:spPr>
              <a:xfrm>
                <a:off x="644327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78" name="Google Shape;3278;p31"/>
              <p:cNvSpPr/>
              <p:nvPr/>
            </p:nvSpPr>
            <p:spPr>
              <a:xfrm>
                <a:off x="629037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79" name="Google Shape;3279;p31"/>
              <p:cNvSpPr/>
              <p:nvPr/>
            </p:nvSpPr>
            <p:spPr>
              <a:xfrm>
                <a:off x="613746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80" name="Google Shape;3280;p31"/>
              <p:cNvSpPr/>
              <p:nvPr/>
            </p:nvSpPr>
            <p:spPr>
              <a:xfrm>
                <a:off x="598455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81" name="Google Shape;3281;p31"/>
              <p:cNvSpPr/>
              <p:nvPr/>
            </p:nvSpPr>
            <p:spPr>
              <a:xfrm>
                <a:off x="583165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82" name="Google Shape;3282;p31"/>
              <p:cNvSpPr/>
              <p:nvPr/>
            </p:nvSpPr>
            <p:spPr>
              <a:xfrm>
                <a:off x="567874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83" name="Google Shape;3283;p31"/>
              <p:cNvSpPr/>
              <p:nvPr/>
            </p:nvSpPr>
            <p:spPr>
              <a:xfrm>
                <a:off x="552583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84" name="Google Shape;3284;p31"/>
              <p:cNvSpPr/>
              <p:nvPr/>
            </p:nvSpPr>
            <p:spPr>
              <a:xfrm>
                <a:off x="537293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85" name="Google Shape;3285;p31"/>
              <p:cNvSpPr/>
              <p:nvPr/>
            </p:nvSpPr>
            <p:spPr>
              <a:xfrm>
                <a:off x="522002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86" name="Google Shape;3286;p31"/>
              <p:cNvSpPr/>
              <p:nvPr/>
            </p:nvSpPr>
            <p:spPr>
              <a:xfrm>
                <a:off x="506712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87" name="Google Shape;3287;p31"/>
              <p:cNvSpPr/>
              <p:nvPr/>
            </p:nvSpPr>
            <p:spPr>
              <a:xfrm>
                <a:off x="491421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88" name="Google Shape;3288;p31"/>
              <p:cNvSpPr/>
              <p:nvPr/>
            </p:nvSpPr>
            <p:spPr>
              <a:xfrm>
                <a:off x="476130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89" name="Google Shape;3289;p31"/>
              <p:cNvSpPr/>
              <p:nvPr/>
            </p:nvSpPr>
            <p:spPr>
              <a:xfrm>
                <a:off x="460840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90" name="Google Shape;3290;p31"/>
              <p:cNvSpPr/>
              <p:nvPr/>
            </p:nvSpPr>
            <p:spPr>
              <a:xfrm>
                <a:off x="445549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91" name="Google Shape;3291;p31"/>
              <p:cNvSpPr/>
              <p:nvPr/>
            </p:nvSpPr>
            <p:spPr>
              <a:xfrm>
                <a:off x="430258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92" name="Google Shape;3292;p31"/>
              <p:cNvSpPr/>
              <p:nvPr/>
            </p:nvSpPr>
            <p:spPr>
              <a:xfrm>
                <a:off x="414968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93" name="Google Shape;3293;p31"/>
              <p:cNvSpPr/>
              <p:nvPr/>
            </p:nvSpPr>
            <p:spPr>
              <a:xfrm>
                <a:off x="399677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94" name="Google Shape;3294;p31"/>
              <p:cNvSpPr/>
              <p:nvPr/>
            </p:nvSpPr>
            <p:spPr>
              <a:xfrm>
                <a:off x="384386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95" name="Google Shape;3295;p31"/>
              <p:cNvSpPr/>
              <p:nvPr/>
            </p:nvSpPr>
            <p:spPr>
              <a:xfrm>
                <a:off x="369096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96" name="Google Shape;3296;p31"/>
              <p:cNvSpPr/>
              <p:nvPr/>
            </p:nvSpPr>
            <p:spPr>
              <a:xfrm>
                <a:off x="353805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97" name="Google Shape;3297;p31"/>
              <p:cNvSpPr/>
              <p:nvPr/>
            </p:nvSpPr>
            <p:spPr>
              <a:xfrm>
                <a:off x="338514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98" name="Google Shape;3298;p31"/>
              <p:cNvSpPr/>
              <p:nvPr/>
            </p:nvSpPr>
            <p:spPr>
              <a:xfrm>
                <a:off x="323224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99" name="Google Shape;3299;p31"/>
              <p:cNvSpPr/>
              <p:nvPr/>
            </p:nvSpPr>
            <p:spPr>
              <a:xfrm>
                <a:off x="307933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00" name="Google Shape;3300;p31"/>
              <p:cNvSpPr/>
              <p:nvPr/>
            </p:nvSpPr>
            <p:spPr>
              <a:xfrm>
                <a:off x="292643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01" name="Google Shape;3301;p31"/>
              <p:cNvSpPr/>
              <p:nvPr/>
            </p:nvSpPr>
            <p:spPr>
              <a:xfrm>
                <a:off x="277352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02" name="Google Shape;3302;p31"/>
              <p:cNvSpPr/>
              <p:nvPr/>
            </p:nvSpPr>
            <p:spPr>
              <a:xfrm>
                <a:off x="262061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03" name="Google Shape;3303;p31"/>
              <p:cNvSpPr/>
              <p:nvPr/>
            </p:nvSpPr>
            <p:spPr>
              <a:xfrm>
                <a:off x="246771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04" name="Google Shape;3304;p31"/>
              <p:cNvSpPr/>
              <p:nvPr/>
            </p:nvSpPr>
            <p:spPr>
              <a:xfrm>
                <a:off x="231480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05" name="Google Shape;3305;p31"/>
              <p:cNvSpPr/>
              <p:nvPr/>
            </p:nvSpPr>
            <p:spPr>
              <a:xfrm>
                <a:off x="216189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06" name="Google Shape;3306;p31"/>
              <p:cNvSpPr/>
              <p:nvPr/>
            </p:nvSpPr>
            <p:spPr>
              <a:xfrm>
                <a:off x="200899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07" name="Google Shape;3307;p31"/>
              <p:cNvSpPr/>
              <p:nvPr/>
            </p:nvSpPr>
            <p:spPr>
              <a:xfrm>
                <a:off x="185608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08" name="Google Shape;3308;p31"/>
              <p:cNvSpPr/>
              <p:nvPr/>
            </p:nvSpPr>
            <p:spPr>
              <a:xfrm>
                <a:off x="170317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09" name="Google Shape;3309;p31"/>
              <p:cNvSpPr/>
              <p:nvPr/>
            </p:nvSpPr>
            <p:spPr>
              <a:xfrm>
                <a:off x="48720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10" name="Google Shape;3310;p31"/>
              <p:cNvSpPr/>
              <p:nvPr/>
            </p:nvSpPr>
            <p:spPr>
              <a:xfrm>
                <a:off x="33429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11" name="Google Shape;3311;p31"/>
              <p:cNvSpPr/>
              <p:nvPr/>
            </p:nvSpPr>
            <p:spPr>
              <a:xfrm>
                <a:off x="18139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12" name="Google Shape;3312;p31"/>
              <p:cNvSpPr/>
              <p:nvPr/>
            </p:nvSpPr>
            <p:spPr>
              <a:xfrm>
                <a:off x="2848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13" name="Google Shape;3313;p31"/>
              <p:cNvSpPr/>
              <p:nvPr/>
            </p:nvSpPr>
            <p:spPr>
              <a:xfrm>
                <a:off x="9025579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74" y="1"/>
                    </a:moveTo>
                    <a:cubicBezTo>
                      <a:pt x="547" y="1"/>
                      <a:pt x="517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122" y="4431"/>
                    </a:cubicBezTo>
                    <a:lnTo>
                      <a:pt x="1003" y="4431"/>
                    </a:lnTo>
                    <a:cubicBezTo>
                      <a:pt x="103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600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314" name="Google Shape;3314;p31"/>
          <p:cNvGrpSpPr/>
          <p:nvPr/>
        </p:nvGrpSpPr>
        <p:grpSpPr>
          <a:xfrm flipH="1">
            <a:off x="0" y="4355501"/>
            <a:ext cx="891866" cy="756842"/>
            <a:chOff x="144526" y="3974931"/>
            <a:chExt cx="891866" cy="756842"/>
          </a:xfrm>
        </p:grpSpPr>
        <p:sp>
          <p:nvSpPr>
            <p:cNvPr id="3315" name="Google Shape;3315;p31"/>
            <p:cNvSpPr/>
            <p:nvPr/>
          </p:nvSpPr>
          <p:spPr>
            <a:xfrm>
              <a:off x="144526" y="3974931"/>
              <a:ext cx="891866" cy="756842"/>
            </a:xfrm>
            <a:custGeom>
              <a:rect b="b" l="l" r="r" t="t"/>
              <a:pathLst>
                <a:path extrusionOk="0" h="9462" w="11156">
                  <a:moveTo>
                    <a:pt x="10313" y="1"/>
                  </a:moveTo>
                  <a:cubicBezTo>
                    <a:pt x="9404" y="1"/>
                    <a:pt x="9034" y="1377"/>
                    <a:pt x="9423" y="2714"/>
                  </a:cubicBezTo>
                  <a:cubicBezTo>
                    <a:pt x="9165" y="2021"/>
                    <a:pt x="8738" y="1726"/>
                    <a:pt x="8340" y="1726"/>
                  </a:cubicBezTo>
                  <a:cubicBezTo>
                    <a:pt x="7642" y="1726"/>
                    <a:pt x="7031" y="2632"/>
                    <a:pt x="7565" y="3899"/>
                  </a:cubicBezTo>
                  <a:lnTo>
                    <a:pt x="7565" y="3899"/>
                  </a:lnTo>
                  <a:cubicBezTo>
                    <a:pt x="7225" y="3312"/>
                    <a:pt x="6748" y="2808"/>
                    <a:pt x="6232" y="2562"/>
                  </a:cubicBezTo>
                  <a:cubicBezTo>
                    <a:pt x="6033" y="2490"/>
                    <a:pt x="5840" y="2456"/>
                    <a:pt x="5655" y="2456"/>
                  </a:cubicBezTo>
                  <a:cubicBezTo>
                    <a:pt x="4277" y="2456"/>
                    <a:pt x="3325" y="4288"/>
                    <a:pt x="3861" y="5601"/>
                  </a:cubicBezTo>
                  <a:cubicBezTo>
                    <a:pt x="3927" y="5839"/>
                    <a:pt x="4102" y="6100"/>
                    <a:pt x="4279" y="6319"/>
                  </a:cubicBezTo>
                  <a:lnTo>
                    <a:pt x="4279" y="6319"/>
                  </a:lnTo>
                  <a:cubicBezTo>
                    <a:pt x="4091" y="6148"/>
                    <a:pt x="3891" y="6002"/>
                    <a:pt x="3679" y="5905"/>
                  </a:cubicBezTo>
                  <a:cubicBezTo>
                    <a:pt x="3618" y="5875"/>
                    <a:pt x="3527" y="5844"/>
                    <a:pt x="3466" y="5844"/>
                  </a:cubicBezTo>
                  <a:lnTo>
                    <a:pt x="3375" y="5844"/>
                  </a:lnTo>
                  <a:cubicBezTo>
                    <a:pt x="3339" y="5842"/>
                    <a:pt x="3304" y="5841"/>
                    <a:pt x="3268" y="5841"/>
                  </a:cubicBezTo>
                  <a:cubicBezTo>
                    <a:pt x="2870" y="5841"/>
                    <a:pt x="2440" y="5996"/>
                    <a:pt x="2189" y="6331"/>
                  </a:cubicBezTo>
                  <a:cubicBezTo>
                    <a:pt x="2037" y="6543"/>
                    <a:pt x="1976" y="6847"/>
                    <a:pt x="2007" y="7151"/>
                  </a:cubicBezTo>
                  <a:cubicBezTo>
                    <a:pt x="2037" y="7425"/>
                    <a:pt x="2159" y="7668"/>
                    <a:pt x="2311" y="7850"/>
                  </a:cubicBezTo>
                  <a:cubicBezTo>
                    <a:pt x="2341" y="7911"/>
                    <a:pt x="2493" y="8124"/>
                    <a:pt x="2584" y="8154"/>
                  </a:cubicBezTo>
                  <a:cubicBezTo>
                    <a:pt x="2311" y="8078"/>
                    <a:pt x="2045" y="8033"/>
                    <a:pt x="1786" y="8033"/>
                  </a:cubicBezTo>
                  <a:cubicBezTo>
                    <a:pt x="1528" y="8033"/>
                    <a:pt x="1277" y="8078"/>
                    <a:pt x="1034" y="8185"/>
                  </a:cubicBezTo>
                  <a:cubicBezTo>
                    <a:pt x="578" y="8428"/>
                    <a:pt x="153" y="8884"/>
                    <a:pt x="1" y="9461"/>
                  </a:cubicBezTo>
                  <a:lnTo>
                    <a:pt x="11156" y="9461"/>
                  </a:lnTo>
                  <a:lnTo>
                    <a:pt x="11156" y="343"/>
                  </a:lnTo>
                  <a:cubicBezTo>
                    <a:pt x="11125" y="343"/>
                    <a:pt x="11125" y="282"/>
                    <a:pt x="11095" y="282"/>
                  </a:cubicBezTo>
                  <a:cubicBezTo>
                    <a:pt x="10803" y="87"/>
                    <a:pt x="10541" y="1"/>
                    <a:pt x="1031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6" name="Google Shape;3316;p31"/>
            <p:cNvSpPr/>
            <p:nvPr/>
          </p:nvSpPr>
          <p:spPr>
            <a:xfrm>
              <a:off x="509075" y="4266965"/>
              <a:ext cx="520042" cy="464807"/>
            </a:xfrm>
            <a:custGeom>
              <a:rect b="b" l="l" r="r" t="t"/>
              <a:pathLst>
                <a:path extrusionOk="0" h="5811" w="6505">
                  <a:moveTo>
                    <a:pt x="6229" y="1"/>
                  </a:moveTo>
                  <a:cubicBezTo>
                    <a:pt x="5670" y="1"/>
                    <a:pt x="5081" y="741"/>
                    <a:pt x="5471" y="1859"/>
                  </a:cubicBezTo>
                  <a:cubicBezTo>
                    <a:pt x="5315" y="1453"/>
                    <a:pt x="5066" y="1279"/>
                    <a:pt x="4837" y="1279"/>
                  </a:cubicBezTo>
                  <a:cubicBezTo>
                    <a:pt x="4428" y="1279"/>
                    <a:pt x="4081" y="1836"/>
                    <a:pt x="4437" y="2622"/>
                  </a:cubicBezTo>
                  <a:lnTo>
                    <a:pt x="4437" y="2622"/>
                  </a:lnTo>
                  <a:cubicBezTo>
                    <a:pt x="4226" y="2244"/>
                    <a:pt x="3933" y="1926"/>
                    <a:pt x="3617" y="1768"/>
                  </a:cubicBezTo>
                  <a:cubicBezTo>
                    <a:pt x="3506" y="1730"/>
                    <a:pt x="3398" y="1712"/>
                    <a:pt x="3294" y="1712"/>
                  </a:cubicBezTo>
                  <a:cubicBezTo>
                    <a:pt x="2480" y="1712"/>
                    <a:pt x="1899" y="2780"/>
                    <a:pt x="2249" y="3561"/>
                  </a:cubicBezTo>
                  <a:cubicBezTo>
                    <a:pt x="2326" y="3817"/>
                    <a:pt x="2467" y="4073"/>
                    <a:pt x="2655" y="4220"/>
                  </a:cubicBezTo>
                  <a:lnTo>
                    <a:pt x="2655" y="4220"/>
                  </a:lnTo>
                  <a:cubicBezTo>
                    <a:pt x="2492" y="4126"/>
                    <a:pt x="2330" y="4077"/>
                    <a:pt x="2167" y="4077"/>
                  </a:cubicBezTo>
                  <a:cubicBezTo>
                    <a:pt x="2063" y="4077"/>
                    <a:pt x="1958" y="4097"/>
                    <a:pt x="1854" y="4139"/>
                  </a:cubicBezTo>
                  <a:cubicBezTo>
                    <a:pt x="1550" y="4291"/>
                    <a:pt x="1368" y="4747"/>
                    <a:pt x="1520" y="5081"/>
                  </a:cubicBezTo>
                  <a:cubicBezTo>
                    <a:pt x="1368" y="5020"/>
                    <a:pt x="1216" y="4990"/>
                    <a:pt x="1064" y="4990"/>
                  </a:cubicBezTo>
                  <a:cubicBezTo>
                    <a:pt x="912" y="4990"/>
                    <a:pt x="760" y="5020"/>
                    <a:pt x="608" y="5081"/>
                  </a:cubicBezTo>
                  <a:cubicBezTo>
                    <a:pt x="334" y="5203"/>
                    <a:pt x="61" y="5446"/>
                    <a:pt x="0" y="5810"/>
                  </a:cubicBezTo>
                  <a:lnTo>
                    <a:pt x="6505" y="5810"/>
                  </a:lnTo>
                  <a:lnTo>
                    <a:pt x="6505" y="66"/>
                  </a:lnTo>
                  <a:cubicBezTo>
                    <a:pt x="6417" y="22"/>
                    <a:pt x="6323" y="1"/>
                    <a:pt x="622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7" name="Google Shape;3317;p31"/>
            <p:cNvSpPr/>
            <p:nvPr/>
          </p:nvSpPr>
          <p:spPr>
            <a:xfrm>
              <a:off x="472620" y="4118828"/>
              <a:ext cx="48687" cy="53912"/>
            </a:xfrm>
            <a:custGeom>
              <a:rect b="b" l="l" r="r" t="t"/>
              <a:pathLst>
                <a:path extrusionOk="0" h="674" w="609">
                  <a:moveTo>
                    <a:pt x="37" y="1"/>
                  </a:moveTo>
                  <a:cubicBezTo>
                    <a:pt x="13" y="1"/>
                    <a:pt x="0" y="3"/>
                    <a:pt x="0" y="3"/>
                  </a:cubicBezTo>
                  <a:cubicBezTo>
                    <a:pt x="0" y="3"/>
                    <a:pt x="30" y="307"/>
                    <a:pt x="182" y="519"/>
                  </a:cubicBezTo>
                  <a:cubicBezTo>
                    <a:pt x="319" y="656"/>
                    <a:pt x="490" y="673"/>
                    <a:pt x="567" y="673"/>
                  </a:cubicBezTo>
                  <a:cubicBezTo>
                    <a:pt x="593" y="673"/>
                    <a:pt x="608" y="671"/>
                    <a:pt x="608" y="671"/>
                  </a:cubicBezTo>
                  <a:cubicBezTo>
                    <a:pt x="608" y="671"/>
                    <a:pt x="578" y="367"/>
                    <a:pt x="426" y="155"/>
                  </a:cubicBezTo>
                  <a:cubicBezTo>
                    <a:pt x="266" y="18"/>
                    <a:pt x="106" y="1"/>
                    <a:pt x="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8" name="Google Shape;3318;p31"/>
            <p:cNvSpPr/>
            <p:nvPr/>
          </p:nvSpPr>
          <p:spPr>
            <a:xfrm>
              <a:off x="883218" y="4277044"/>
              <a:ext cx="48687" cy="77908"/>
            </a:xfrm>
            <a:custGeom>
              <a:rect b="b" l="l" r="r" t="t"/>
              <a:pathLst>
                <a:path extrusionOk="0" h="974" w="609">
                  <a:moveTo>
                    <a:pt x="31" y="0"/>
                  </a:moveTo>
                  <a:lnTo>
                    <a:pt x="31" y="0"/>
                  </a:lnTo>
                  <a:cubicBezTo>
                    <a:pt x="31" y="0"/>
                    <a:pt x="1" y="365"/>
                    <a:pt x="92" y="608"/>
                  </a:cubicBezTo>
                  <a:cubicBezTo>
                    <a:pt x="214" y="882"/>
                    <a:pt x="518" y="973"/>
                    <a:pt x="518" y="973"/>
                  </a:cubicBezTo>
                  <a:cubicBezTo>
                    <a:pt x="518" y="973"/>
                    <a:pt x="609" y="608"/>
                    <a:pt x="457" y="335"/>
                  </a:cubicBezTo>
                  <a:cubicBezTo>
                    <a:pt x="335" y="92"/>
                    <a:pt x="31" y="0"/>
                    <a:pt x="3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9" name="Google Shape;3319;p31"/>
            <p:cNvSpPr/>
            <p:nvPr/>
          </p:nvSpPr>
          <p:spPr>
            <a:xfrm>
              <a:off x="523625" y="4053398"/>
              <a:ext cx="51085" cy="109423"/>
            </a:xfrm>
            <a:custGeom>
              <a:rect b="b" l="l" r="r" t="t"/>
              <a:pathLst>
                <a:path extrusionOk="0" h="1368" w="639">
                  <a:moveTo>
                    <a:pt x="456" y="0"/>
                  </a:moveTo>
                  <a:cubicBezTo>
                    <a:pt x="456" y="0"/>
                    <a:pt x="152" y="213"/>
                    <a:pt x="92" y="608"/>
                  </a:cubicBezTo>
                  <a:cubicBezTo>
                    <a:pt x="0" y="973"/>
                    <a:pt x="183" y="1368"/>
                    <a:pt x="183" y="1368"/>
                  </a:cubicBezTo>
                  <a:cubicBezTo>
                    <a:pt x="183" y="1368"/>
                    <a:pt x="487" y="1125"/>
                    <a:pt x="578" y="760"/>
                  </a:cubicBezTo>
                  <a:cubicBezTo>
                    <a:pt x="639" y="365"/>
                    <a:pt x="456" y="0"/>
                    <a:pt x="45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320" name="Google Shape;3320;p31"/>
          <p:cNvGrpSpPr/>
          <p:nvPr/>
        </p:nvGrpSpPr>
        <p:grpSpPr>
          <a:xfrm>
            <a:off x="8576924" y="2718000"/>
            <a:ext cx="309935" cy="2397970"/>
            <a:chOff x="8424524" y="2714400"/>
            <a:chExt cx="309935" cy="2397970"/>
          </a:xfrm>
        </p:grpSpPr>
        <p:sp>
          <p:nvSpPr>
            <p:cNvPr id="3321" name="Google Shape;3321;p31"/>
            <p:cNvSpPr/>
            <p:nvPr/>
          </p:nvSpPr>
          <p:spPr>
            <a:xfrm>
              <a:off x="8552769" y="3168906"/>
              <a:ext cx="56168" cy="1943464"/>
            </a:xfrm>
            <a:custGeom>
              <a:rect b="b" l="l" r="r" t="t"/>
              <a:pathLst>
                <a:path extrusionOk="0" h="22098" w="639">
                  <a:moveTo>
                    <a:pt x="0" y="0"/>
                  </a:moveTo>
                  <a:lnTo>
                    <a:pt x="0" y="22098"/>
                  </a:lnTo>
                  <a:lnTo>
                    <a:pt x="638" y="22098"/>
                  </a:lnTo>
                  <a:lnTo>
                    <a:pt x="63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2" name="Google Shape;3322;p31"/>
            <p:cNvSpPr/>
            <p:nvPr/>
          </p:nvSpPr>
          <p:spPr>
            <a:xfrm>
              <a:off x="8424524" y="2845440"/>
              <a:ext cx="309935" cy="323559"/>
            </a:xfrm>
            <a:custGeom>
              <a:rect b="b" l="l" r="r" t="t"/>
              <a:pathLst>
                <a:path extrusionOk="0" h="3679" w="3526">
                  <a:moveTo>
                    <a:pt x="0" y="0"/>
                  </a:moveTo>
                  <a:lnTo>
                    <a:pt x="760" y="3678"/>
                  </a:lnTo>
                  <a:lnTo>
                    <a:pt x="2766" y="3678"/>
                  </a:lnTo>
                  <a:lnTo>
                    <a:pt x="352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3" name="Google Shape;3323;p31"/>
            <p:cNvSpPr/>
            <p:nvPr/>
          </p:nvSpPr>
          <p:spPr>
            <a:xfrm>
              <a:off x="8485966" y="2904188"/>
              <a:ext cx="192413" cy="203247"/>
            </a:xfrm>
            <a:custGeom>
              <a:rect b="b" l="l" r="r" t="t"/>
              <a:pathLst>
                <a:path extrusionOk="0" h="2311" w="2189">
                  <a:moveTo>
                    <a:pt x="0" y="1"/>
                  </a:moveTo>
                  <a:lnTo>
                    <a:pt x="426" y="2311"/>
                  </a:lnTo>
                  <a:lnTo>
                    <a:pt x="1702" y="2311"/>
                  </a:lnTo>
                  <a:lnTo>
                    <a:pt x="218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4" name="Google Shape;3324;p31"/>
            <p:cNvSpPr/>
            <p:nvPr/>
          </p:nvSpPr>
          <p:spPr>
            <a:xfrm>
              <a:off x="8424524" y="2765233"/>
              <a:ext cx="309935" cy="80296"/>
            </a:xfrm>
            <a:custGeom>
              <a:rect b="b" l="l" r="r" t="t"/>
              <a:pathLst>
                <a:path extrusionOk="0" h="913" w="3526">
                  <a:moveTo>
                    <a:pt x="760" y="0"/>
                  </a:moveTo>
                  <a:lnTo>
                    <a:pt x="0" y="912"/>
                  </a:lnTo>
                  <a:lnTo>
                    <a:pt x="3526" y="912"/>
                  </a:lnTo>
                  <a:lnTo>
                    <a:pt x="276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5" name="Google Shape;3325;p31"/>
            <p:cNvSpPr/>
            <p:nvPr/>
          </p:nvSpPr>
          <p:spPr>
            <a:xfrm>
              <a:off x="8461881" y="3134080"/>
              <a:ext cx="237857" cy="34915"/>
            </a:xfrm>
            <a:custGeom>
              <a:rect b="b" l="l" r="r" t="t"/>
              <a:pathLst>
                <a:path extrusionOk="0" h="397" w="2706">
                  <a:moveTo>
                    <a:pt x="183" y="1"/>
                  </a:moveTo>
                  <a:cubicBezTo>
                    <a:pt x="61" y="1"/>
                    <a:pt x="1" y="92"/>
                    <a:pt x="1" y="214"/>
                  </a:cubicBezTo>
                  <a:cubicBezTo>
                    <a:pt x="1" y="305"/>
                    <a:pt x="61" y="396"/>
                    <a:pt x="183" y="396"/>
                  </a:cubicBezTo>
                  <a:lnTo>
                    <a:pt x="2493" y="396"/>
                  </a:lnTo>
                  <a:cubicBezTo>
                    <a:pt x="2615" y="396"/>
                    <a:pt x="2706" y="305"/>
                    <a:pt x="2706" y="214"/>
                  </a:cubicBezTo>
                  <a:cubicBezTo>
                    <a:pt x="2706" y="92"/>
                    <a:pt x="2615" y="1"/>
                    <a:pt x="24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6" name="Google Shape;3326;p31"/>
            <p:cNvSpPr/>
            <p:nvPr/>
          </p:nvSpPr>
          <p:spPr>
            <a:xfrm>
              <a:off x="8493964" y="4663201"/>
              <a:ext cx="171053" cy="449148"/>
            </a:xfrm>
            <a:custGeom>
              <a:rect b="b" l="l" r="r" t="t"/>
              <a:pathLst>
                <a:path extrusionOk="0" h="5107" w="1946">
                  <a:moveTo>
                    <a:pt x="395" y="0"/>
                  </a:moveTo>
                  <a:lnTo>
                    <a:pt x="0" y="5107"/>
                  </a:lnTo>
                  <a:lnTo>
                    <a:pt x="1946" y="5107"/>
                  </a:lnTo>
                  <a:lnTo>
                    <a:pt x="161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7" name="Google Shape;3327;p31"/>
            <p:cNvSpPr/>
            <p:nvPr/>
          </p:nvSpPr>
          <p:spPr>
            <a:xfrm>
              <a:off x="8507325" y="4644469"/>
              <a:ext cx="144332" cy="34827"/>
            </a:xfrm>
            <a:custGeom>
              <a:rect b="b" l="l" r="r" t="t"/>
              <a:pathLst>
                <a:path extrusionOk="0" h="396" w="1642">
                  <a:moveTo>
                    <a:pt x="183" y="0"/>
                  </a:moveTo>
                  <a:cubicBezTo>
                    <a:pt x="91" y="0"/>
                    <a:pt x="0" y="92"/>
                    <a:pt x="0" y="213"/>
                  </a:cubicBezTo>
                  <a:cubicBezTo>
                    <a:pt x="0" y="304"/>
                    <a:pt x="91" y="396"/>
                    <a:pt x="183" y="396"/>
                  </a:cubicBezTo>
                  <a:lnTo>
                    <a:pt x="1459" y="396"/>
                  </a:lnTo>
                  <a:cubicBezTo>
                    <a:pt x="1581" y="396"/>
                    <a:pt x="1642" y="304"/>
                    <a:pt x="1642" y="213"/>
                  </a:cubicBezTo>
                  <a:cubicBezTo>
                    <a:pt x="1642" y="92"/>
                    <a:pt x="1581" y="0"/>
                    <a:pt x="14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8" name="Google Shape;3328;p31"/>
            <p:cNvSpPr/>
            <p:nvPr/>
          </p:nvSpPr>
          <p:spPr>
            <a:xfrm>
              <a:off x="8531322" y="2714400"/>
              <a:ext cx="101612" cy="99029"/>
            </a:xfrm>
            <a:custGeom>
              <a:rect b="b" l="l" r="r" t="t"/>
              <a:pathLst>
                <a:path extrusionOk="0" h="1126" w="1156">
                  <a:moveTo>
                    <a:pt x="578" y="1"/>
                  </a:moveTo>
                  <a:cubicBezTo>
                    <a:pt x="244" y="1"/>
                    <a:pt x="1" y="244"/>
                    <a:pt x="1" y="548"/>
                  </a:cubicBezTo>
                  <a:cubicBezTo>
                    <a:pt x="1" y="882"/>
                    <a:pt x="244" y="1125"/>
                    <a:pt x="578" y="1125"/>
                  </a:cubicBezTo>
                  <a:cubicBezTo>
                    <a:pt x="882" y="1125"/>
                    <a:pt x="1156" y="882"/>
                    <a:pt x="1156" y="548"/>
                  </a:cubicBezTo>
                  <a:cubicBezTo>
                    <a:pt x="1156" y="244"/>
                    <a:pt x="882" y="1"/>
                    <a:pt x="5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329" name="Google Shape;3329;p31"/>
          <p:cNvGrpSpPr/>
          <p:nvPr/>
        </p:nvGrpSpPr>
        <p:grpSpPr>
          <a:xfrm>
            <a:off x="257142" y="2718000"/>
            <a:ext cx="309935" cy="2397970"/>
            <a:chOff x="409542" y="2714400"/>
            <a:chExt cx="309935" cy="2397970"/>
          </a:xfrm>
        </p:grpSpPr>
        <p:sp>
          <p:nvSpPr>
            <p:cNvPr id="3330" name="Google Shape;3330;p31"/>
            <p:cNvSpPr/>
            <p:nvPr/>
          </p:nvSpPr>
          <p:spPr>
            <a:xfrm>
              <a:off x="537788" y="3168906"/>
              <a:ext cx="56168" cy="1943464"/>
            </a:xfrm>
            <a:custGeom>
              <a:rect b="b" l="l" r="r" t="t"/>
              <a:pathLst>
                <a:path extrusionOk="0" h="22098" w="639">
                  <a:moveTo>
                    <a:pt x="0" y="0"/>
                  </a:moveTo>
                  <a:lnTo>
                    <a:pt x="0" y="22098"/>
                  </a:lnTo>
                  <a:lnTo>
                    <a:pt x="638" y="22098"/>
                  </a:lnTo>
                  <a:lnTo>
                    <a:pt x="63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1" name="Google Shape;3331;p31"/>
            <p:cNvSpPr/>
            <p:nvPr/>
          </p:nvSpPr>
          <p:spPr>
            <a:xfrm>
              <a:off x="409542" y="2845440"/>
              <a:ext cx="309935" cy="323559"/>
            </a:xfrm>
            <a:custGeom>
              <a:rect b="b" l="l" r="r" t="t"/>
              <a:pathLst>
                <a:path extrusionOk="0" h="3679" w="3526">
                  <a:moveTo>
                    <a:pt x="0" y="0"/>
                  </a:moveTo>
                  <a:lnTo>
                    <a:pt x="760" y="3678"/>
                  </a:lnTo>
                  <a:lnTo>
                    <a:pt x="2766" y="3678"/>
                  </a:lnTo>
                  <a:lnTo>
                    <a:pt x="352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2" name="Google Shape;3332;p31"/>
            <p:cNvSpPr/>
            <p:nvPr/>
          </p:nvSpPr>
          <p:spPr>
            <a:xfrm>
              <a:off x="470984" y="2904188"/>
              <a:ext cx="192413" cy="203247"/>
            </a:xfrm>
            <a:custGeom>
              <a:rect b="b" l="l" r="r" t="t"/>
              <a:pathLst>
                <a:path extrusionOk="0" h="2311" w="2189">
                  <a:moveTo>
                    <a:pt x="0" y="1"/>
                  </a:moveTo>
                  <a:lnTo>
                    <a:pt x="426" y="2311"/>
                  </a:lnTo>
                  <a:lnTo>
                    <a:pt x="1702" y="2311"/>
                  </a:lnTo>
                  <a:lnTo>
                    <a:pt x="218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3" name="Google Shape;3333;p31"/>
            <p:cNvSpPr/>
            <p:nvPr/>
          </p:nvSpPr>
          <p:spPr>
            <a:xfrm>
              <a:off x="409542" y="2765233"/>
              <a:ext cx="309935" cy="80296"/>
            </a:xfrm>
            <a:custGeom>
              <a:rect b="b" l="l" r="r" t="t"/>
              <a:pathLst>
                <a:path extrusionOk="0" h="913" w="3526">
                  <a:moveTo>
                    <a:pt x="760" y="0"/>
                  </a:moveTo>
                  <a:lnTo>
                    <a:pt x="0" y="912"/>
                  </a:lnTo>
                  <a:lnTo>
                    <a:pt x="3526" y="912"/>
                  </a:lnTo>
                  <a:lnTo>
                    <a:pt x="276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4" name="Google Shape;3334;p31"/>
            <p:cNvSpPr/>
            <p:nvPr/>
          </p:nvSpPr>
          <p:spPr>
            <a:xfrm>
              <a:off x="446900" y="3134080"/>
              <a:ext cx="237857" cy="34915"/>
            </a:xfrm>
            <a:custGeom>
              <a:rect b="b" l="l" r="r" t="t"/>
              <a:pathLst>
                <a:path extrusionOk="0" h="397" w="2706">
                  <a:moveTo>
                    <a:pt x="183" y="1"/>
                  </a:moveTo>
                  <a:cubicBezTo>
                    <a:pt x="61" y="1"/>
                    <a:pt x="1" y="92"/>
                    <a:pt x="1" y="214"/>
                  </a:cubicBezTo>
                  <a:cubicBezTo>
                    <a:pt x="1" y="305"/>
                    <a:pt x="61" y="396"/>
                    <a:pt x="183" y="396"/>
                  </a:cubicBezTo>
                  <a:lnTo>
                    <a:pt x="2493" y="396"/>
                  </a:lnTo>
                  <a:cubicBezTo>
                    <a:pt x="2615" y="396"/>
                    <a:pt x="2706" y="305"/>
                    <a:pt x="2706" y="214"/>
                  </a:cubicBezTo>
                  <a:cubicBezTo>
                    <a:pt x="2706" y="92"/>
                    <a:pt x="2615" y="1"/>
                    <a:pt x="24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5" name="Google Shape;3335;p31"/>
            <p:cNvSpPr/>
            <p:nvPr/>
          </p:nvSpPr>
          <p:spPr>
            <a:xfrm>
              <a:off x="478983" y="4663201"/>
              <a:ext cx="171053" cy="449148"/>
            </a:xfrm>
            <a:custGeom>
              <a:rect b="b" l="l" r="r" t="t"/>
              <a:pathLst>
                <a:path extrusionOk="0" h="5107" w="1946">
                  <a:moveTo>
                    <a:pt x="395" y="0"/>
                  </a:moveTo>
                  <a:lnTo>
                    <a:pt x="0" y="5107"/>
                  </a:lnTo>
                  <a:lnTo>
                    <a:pt x="1946" y="5107"/>
                  </a:lnTo>
                  <a:lnTo>
                    <a:pt x="161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6" name="Google Shape;3336;p31"/>
            <p:cNvSpPr/>
            <p:nvPr/>
          </p:nvSpPr>
          <p:spPr>
            <a:xfrm>
              <a:off x="492344" y="4644469"/>
              <a:ext cx="144332" cy="34827"/>
            </a:xfrm>
            <a:custGeom>
              <a:rect b="b" l="l" r="r" t="t"/>
              <a:pathLst>
                <a:path extrusionOk="0" h="396" w="1642">
                  <a:moveTo>
                    <a:pt x="183" y="0"/>
                  </a:moveTo>
                  <a:cubicBezTo>
                    <a:pt x="91" y="0"/>
                    <a:pt x="0" y="92"/>
                    <a:pt x="0" y="213"/>
                  </a:cubicBezTo>
                  <a:cubicBezTo>
                    <a:pt x="0" y="304"/>
                    <a:pt x="91" y="396"/>
                    <a:pt x="183" y="396"/>
                  </a:cubicBezTo>
                  <a:lnTo>
                    <a:pt x="1459" y="396"/>
                  </a:lnTo>
                  <a:cubicBezTo>
                    <a:pt x="1581" y="396"/>
                    <a:pt x="1642" y="304"/>
                    <a:pt x="1642" y="213"/>
                  </a:cubicBezTo>
                  <a:cubicBezTo>
                    <a:pt x="1642" y="92"/>
                    <a:pt x="1581" y="0"/>
                    <a:pt x="14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7" name="Google Shape;3337;p31"/>
            <p:cNvSpPr/>
            <p:nvPr/>
          </p:nvSpPr>
          <p:spPr>
            <a:xfrm>
              <a:off x="516340" y="2714400"/>
              <a:ext cx="101612" cy="99029"/>
            </a:xfrm>
            <a:custGeom>
              <a:rect b="b" l="l" r="r" t="t"/>
              <a:pathLst>
                <a:path extrusionOk="0" h="1126" w="1156">
                  <a:moveTo>
                    <a:pt x="578" y="1"/>
                  </a:moveTo>
                  <a:cubicBezTo>
                    <a:pt x="244" y="1"/>
                    <a:pt x="1" y="244"/>
                    <a:pt x="1" y="548"/>
                  </a:cubicBezTo>
                  <a:cubicBezTo>
                    <a:pt x="1" y="882"/>
                    <a:pt x="244" y="1125"/>
                    <a:pt x="578" y="1125"/>
                  </a:cubicBezTo>
                  <a:cubicBezTo>
                    <a:pt x="882" y="1125"/>
                    <a:pt x="1156" y="882"/>
                    <a:pt x="1156" y="548"/>
                  </a:cubicBezTo>
                  <a:cubicBezTo>
                    <a:pt x="1156" y="244"/>
                    <a:pt x="882" y="1"/>
                    <a:pt x="5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338" name="Google Shape;3338;p31"/>
          <p:cNvSpPr/>
          <p:nvPr/>
        </p:nvSpPr>
        <p:spPr>
          <a:xfrm>
            <a:off x="5184899" y="168428"/>
            <a:ext cx="869002" cy="219166"/>
          </a:xfrm>
          <a:custGeom>
            <a:rect b="b" l="l" r="r" t="t"/>
            <a:pathLst>
              <a:path extrusionOk="0" h="2740" w="10870">
                <a:moveTo>
                  <a:pt x="6002" y="0"/>
                </a:moveTo>
                <a:cubicBezTo>
                  <a:pt x="5393" y="0"/>
                  <a:pt x="4863" y="301"/>
                  <a:pt x="4456" y="1068"/>
                </a:cubicBezTo>
                <a:cubicBezTo>
                  <a:pt x="3326" y="733"/>
                  <a:pt x="2475" y="593"/>
                  <a:pt x="1841" y="593"/>
                </a:cubicBezTo>
                <a:cubicBezTo>
                  <a:pt x="57" y="593"/>
                  <a:pt x="1" y="1708"/>
                  <a:pt x="292" y="2739"/>
                </a:cubicBezTo>
                <a:lnTo>
                  <a:pt x="10870" y="2739"/>
                </a:lnTo>
                <a:cubicBezTo>
                  <a:pt x="9199" y="1576"/>
                  <a:pt x="7395" y="0"/>
                  <a:pt x="6002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9" name="Google Shape;3339;p31"/>
          <p:cNvSpPr/>
          <p:nvPr/>
        </p:nvSpPr>
        <p:spPr>
          <a:xfrm>
            <a:off x="0" y="5107500"/>
            <a:ext cx="9144000" cy="36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0" name="Google Shape;3340;p31"/>
          <p:cNvSpPr/>
          <p:nvPr/>
        </p:nvSpPr>
        <p:spPr>
          <a:xfrm>
            <a:off x="719850" y="540000"/>
            <a:ext cx="7704300" cy="676800"/>
          </a:xfrm>
          <a:prstGeom prst="roundRect">
            <a:avLst>
              <a:gd fmla="val 17686" name="adj"/>
            </a:avLst>
          </a:prstGeom>
          <a:solidFill>
            <a:schemeClr val="lt1"/>
          </a:solidFill>
          <a:ln cap="flat" cmpd="sng" w="762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1" name="Google Shape;3341;p31"/>
          <p:cNvSpPr txBox="1"/>
          <p:nvPr>
            <p:ph type="title"/>
          </p:nvPr>
        </p:nvSpPr>
        <p:spPr>
          <a:xfrm>
            <a:off x="720000" y="540000"/>
            <a:ext cx="7704000" cy="6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500"/>
              <a:buNone/>
              <a:defRPr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42" name="Shape 3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43" name="Google Shape;3343;p32"/>
          <p:cNvGrpSpPr/>
          <p:nvPr/>
        </p:nvGrpSpPr>
        <p:grpSpPr>
          <a:xfrm>
            <a:off x="-15975" y="-52"/>
            <a:ext cx="9175950" cy="5143406"/>
            <a:chOff x="-15975" y="-52"/>
            <a:chExt cx="9175950" cy="5143406"/>
          </a:xfrm>
        </p:grpSpPr>
        <p:sp>
          <p:nvSpPr>
            <p:cNvPr id="3344" name="Google Shape;3344;p32"/>
            <p:cNvSpPr/>
            <p:nvPr/>
          </p:nvSpPr>
          <p:spPr>
            <a:xfrm rot="5400000">
              <a:off x="4570450" y="-378255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5" name="Google Shape;3345;p32"/>
            <p:cNvSpPr/>
            <p:nvPr/>
          </p:nvSpPr>
          <p:spPr>
            <a:xfrm rot="5400000">
              <a:off x="4570450" y="-276311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6" name="Google Shape;3346;p32"/>
            <p:cNvSpPr/>
            <p:nvPr/>
          </p:nvSpPr>
          <p:spPr>
            <a:xfrm rot="5400000">
              <a:off x="4570450" y="-174368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7" name="Google Shape;3347;p32"/>
            <p:cNvSpPr/>
            <p:nvPr/>
          </p:nvSpPr>
          <p:spPr>
            <a:xfrm rot="5400000">
              <a:off x="4570450" y="-72425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8" name="Google Shape;3348;p32"/>
            <p:cNvSpPr/>
            <p:nvPr/>
          </p:nvSpPr>
          <p:spPr>
            <a:xfrm rot="5400000">
              <a:off x="4570450" y="295184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9" name="Google Shape;3349;p32"/>
            <p:cNvSpPr/>
            <p:nvPr/>
          </p:nvSpPr>
          <p:spPr>
            <a:xfrm rot="5400000">
              <a:off x="4570450" y="-429226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0" name="Google Shape;3350;p32"/>
            <p:cNvSpPr/>
            <p:nvPr/>
          </p:nvSpPr>
          <p:spPr>
            <a:xfrm rot="5400000">
              <a:off x="4570450" y="-327283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1" name="Google Shape;3351;p32"/>
            <p:cNvSpPr/>
            <p:nvPr/>
          </p:nvSpPr>
          <p:spPr>
            <a:xfrm rot="5400000">
              <a:off x="4570450" y="-225340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2" name="Google Shape;3352;p32"/>
            <p:cNvSpPr/>
            <p:nvPr/>
          </p:nvSpPr>
          <p:spPr>
            <a:xfrm rot="5400000">
              <a:off x="4570450" y="-123396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3" name="Google Shape;3353;p32"/>
            <p:cNvSpPr/>
            <p:nvPr/>
          </p:nvSpPr>
          <p:spPr>
            <a:xfrm rot="5400000">
              <a:off x="4570450" y="-21453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4" name="Google Shape;3354;p32"/>
            <p:cNvSpPr/>
            <p:nvPr/>
          </p:nvSpPr>
          <p:spPr>
            <a:xfrm>
              <a:off x="5081305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5" name="Google Shape;3355;p32"/>
            <p:cNvSpPr/>
            <p:nvPr/>
          </p:nvSpPr>
          <p:spPr>
            <a:xfrm>
              <a:off x="6100964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6" name="Google Shape;3356;p32"/>
            <p:cNvSpPr/>
            <p:nvPr/>
          </p:nvSpPr>
          <p:spPr>
            <a:xfrm>
              <a:off x="7120623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7" name="Google Shape;3357;p32"/>
            <p:cNvSpPr/>
            <p:nvPr/>
          </p:nvSpPr>
          <p:spPr>
            <a:xfrm>
              <a:off x="8140282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8" name="Google Shape;3358;p32"/>
            <p:cNvSpPr/>
            <p:nvPr/>
          </p:nvSpPr>
          <p:spPr>
            <a:xfrm>
              <a:off x="5591134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9" name="Google Shape;3359;p32"/>
            <p:cNvSpPr/>
            <p:nvPr/>
          </p:nvSpPr>
          <p:spPr>
            <a:xfrm>
              <a:off x="6610793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0" name="Google Shape;3360;p32"/>
            <p:cNvSpPr/>
            <p:nvPr/>
          </p:nvSpPr>
          <p:spPr>
            <a:xfrm>
              <a:off x="7630452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1" name="Google Shape;3361;p32"/>
            <p:cNvSpPr/>
            <p:nvPr/>
          </p:nvSpPr>
          <p:spPr>
            <a:xfrm>
              <a:off x="8650111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362" name="Google Shape;3362;p32"/>
            <p:cNvGrpSpPr/>
            <p:nvPr/>
          </p:nvGrpSpPr>
          <p:grpSpPr>
            <a:xfrm>
              <a:off x="-15975" y="-52"/>
              <a:ext cx="4587484" cy="5143406"/>
              <a:chOff x="-9275" y="-1994782"/>
              <a:chExt cx="4587484" cy="9140583"/>
            </a:xfrm>
          </p:grpSpPr>
          <p:sp>
            <p:nvSpPr>
              <p:cNvPr id="3363" name="Google Shape;3363;p32"/>
              <p:cNvSpPr/>
              <p:nvPr/>
            </p:nvSpPr>
            <p:spPr>
              <a:xfrm>
                <a:off x="50044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64" name="Google Shape;3364;p32"/>
              <p:cNvSpPr/>
              <p:nvPr/>
            </p:nvSpPr>
            <p:spPr>
              <a:xfrm>
                <a:off x="15198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65" name="Google Shape;3365;p32"/>
              <p:cNvSpPr/>
              <p:nvPr/>
            </p:nvSpPr>
            <p:spPr>
              <a:xfrm>
                <a:off x="253930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66" name="Google Shape;3366;p32"/>
              <p:cNvSpPr/>
              <p:nvPr/>
            </p:nvSpPr>
            <p:spPr>
              <a:xfrm>
                <a:off x="355874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67" name="Google Shape;3367;p32"/>
              <p:cNvSpPr/>
              <p:nvPr/>
            </p:nvSpPr>
            <p:spPr>
              <a:xfrm>
                <a:off x="45781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68" name="Google Shape;3368;p32"/>
              <p:cNvSpPr/>
              <p:nvPr/>
            </p:nvSpPr>
            <p:spPr>
              <a:xfrm>
                <a:off x="101015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69" name="Google Shape;3369;p32"/>
              <p:cNvSpPr/>
              <p:nvPr/>
            </p:nvSpPr>
            <p:spPr>
              <a:xfrm>
                <a:off x="202959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70" name="Google Shape;3370;p32"/>
              <p:cNvSpPr/>
              <p:nvPr/>
            </p:nvSpPr>
            <p:spPr>
              <a:xfrm>
                <a:off x="304902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71" name="Google Shape;3371;p32"/>
              <p:cNvSpPr/>
              <p:nvPr/>
            </p:nvSpPr>
            <p:spPr>
              <a:xfrm>
                <a:off x="406845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72" name="Google Shape;3372;p32"/>
              <p:cNvSpPr/>
              <p:nvPr/>
            </p:nvSpPr>
            <p:spPr>
              <a:xfrm>
                <a:off x="-92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373" name="Google Shape;3373;p32"/>
            <p:cNvSpPr/>
            <p:nvPr/>
          </p:nvSpPr>
          <p:spPr>
            <a:xfrm>
              <a:off x="9159941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374" name="Google Shape;3374;p32"/>
          <p:cNvSpPr/>
          <p:nvPr/>
        </p:nvSpPr>
        <p:spPr>
          <a:xfrm>
            <a:off x="0" y="-75"/>
            <a:ext cx="9144000" cy="5143500"/>
          </a:xfrm>
          <a:prstGeom prst="rect">
            <a:avLst/>
          </a:prstGeom>
          <a:solidFill>
            <a:srgbClr val="D6E3EA">
              <a:alpha val="398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75" name="Google Shape;3375;p32"/>
          <p:cNvGrpSpPr/>
          <p:nvPr/>
        </p:nvGrpSpPr>
        <p:grpSpPr>
          <a:xfrm>
            <a:off x="230643" y="4100850"/>
            <a:ext cx="413156" cy="1006643"/>
            <a:chOff x="128217" y="4100850"/>
            <a:chExt cx="413156" cy="1006643"/>
          </a:xfrm>
        </p:grpSpPr>
        <p:sp>
          <p:nvSpPr>
            <p:cNvPr id="3376" name="Google Shape;3376;p32"/>
            <p:cNvSpPr/>
            <p:nvPr/>
          </p:nvSpPr>
          <p:spPr>
            <a:xfrm>
              <a:off x="342070" y="4382886"/>
              <a:ext cx="34057" cy="724607"/>
            </a:xfrm>
            <a:custGeom>
              <a:rect b="b" l="l" r="r" t="t"/>
              <a:pathLst>
                <a:path extrusionOk="0" h="9059" w="426">
                  <a:moveTo>
                    <a:pt x="0" y="0"/>
                  </a:moveTo>
                  <a:lnTo>
                    <a:pt x="0" y="9058"/>
                  </a:lnTo>
                  <a:lnTo>
                    <a:pt x="426" y="9058"/>
                  </a:lnTo>
                  <a:lnTo>
                    <a:pt x="42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7" name="Google Shape;3377;p32"/>
            <p:cNvSpPr/>
            <p:nvPr/>
          </p:nvSpPr>
          <p:spPr>
            <a:xfrm>
              <a:off x="220554" y="4168920"/>
              <a:ext cx="320819" cy="252920"/>
            </a:xfrm>
            <a:custGeom>
              <a:rect b="b" l="l" r="r" t="t"/>
              <a:pathLst>
                <a:path extrusionOk="0" h="3162" w="4013">
                  <a:moveTo>
                    <a:pt x="0" y="0"/>
                  </a:moveTo>
                  <a:cubicBezTo>
                    <a:pt x="699" y="0"/>
                    <a:pt x="1216" y="578"/>
                    <a:pt x="1216" y="1216"/>
                  </a:cubicBezTo>
                  <a:lnTo>
                    <a:pt x="1216" y="3040"/>
                  </a:lnTo>
                  <a:lnTo>
                    <a:pt x="973" y="3162"/>
                  </a:lnTo>
                  <a:lnTo>
                    <a:pt x="3800" y="3162"/>
                  </a:lnTo>
                  <a:cubicBezTo>
                    <a:pt x="3921" y="3162"/>
                    <a:pt x="4013" y="3070"/>
                    <a:pt x="4013" y="2949"/>
                  </a:cubicBezTo>
                  <a:lnTo>
                    <a:pt x="4013" y="1216"/>
                  </a:lnTo>
                  <a:cubicBezTo>
                    <a:pt x="4013" y="578"/>
                    <a:pt x="3465" y="0"/>
                    <a:pt x="27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8" name="Google Shape;3378;p32"/>
            <p:cNvSpPr/>
            <p:nvPr/>
          </p:nvSpPr>
          <p:spPr>
            <a:xfrm>
              <a:off x="128217" y="4168920"/>
              <a:ext cx="189630" cy="248041"/>
            </a:xfrm>
            <a:custGeom>
              <a:rect b="b" l="l" r="r" t="t"/>
              <a:pathLst>
                <a:path extrusionOk="0" h="3101" w="2372">
                  <a:moveTo>
                    <a:pt x="1216" y="0"/>
                  </a:moveTo>
                  <a:cubicBezTo>
                    <a:pt x="547" y="0"/>
                    <a:pt x="0" y="578"/>
                    <a:pt x="0" y="1216"/>
                  </a:cubicBezTo>
                  <a:lnTo>
                    <a:pt x="0" y="2979"/>
                  </a:lnTo>
                  <a:cubicBezTo>
                    <a:pt x="0" y="3070"/>
                    <a:pt x="61" y="3101"/>
                    <a:pt x="91" y="3101"/>
                  </a:cubicBezTo>
                  <a:lnTo>
                    <a:pt x="2280" y="3101"/>
                  </a:lnTo>
                  <a:cubicBezTo>
                    <a:pt x="2341" y="3101"/>
                    <a:pt x="2371" y="3040"/>
                    <a:pt x="2371" y="2979"/>
                  </a:cubicBezTo>
                  <a:lnTo>
                    <a:pt x="2371" y="1216"/>
                  </a:lnTo>
                  <a:cubicBezTo>
                    <a:pt x="2371" y="578"/>
                    <a:pt x="1854" y="31"/>
                    <a:pt x="121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9" name="Google Shape;3379;p32"/>
            <p:cNvSpPr/>
            <p:nvPr/>
          </p:nvSpPr>
          <p:spPr>
            <a:xfrm>
              <a:off x="339592" y="4100850"/>
              <a:ext cx="63236" cy="153256"/>
            </a:xfrm>
            <a:custGeom>
              <a:rect b="b" l="l" r="r" t="t"/>
              <a:pathLst>
                <a:path extrusionOk="0" h="1916" w="791">
                  <a:moveTo>
                    <a:pt x="1" y="0"/>
                  </a:moveTo>
                  <a:lnTo>
                    <a:pt x="1" y="1642"/>
                  </a:lnTo>
                  <a:cubicBezTo>
                    <a:pt x="1" y="1794"/>
                    <a:pt x="122" y="1915"/>
                    <a:pt x="274" y="1915"/>
                  </a:cubicBezTo>
                  <a:cubicBezTo>
                    <a:pt x="426" y="1915"/>
                    <a:pt x="517" y="1794"/>
                    <a:pt x="517" y="1642"/>
                  </a:cubicBezTo>
                  <a:cubicBezTo>
                    <a:pt x="517" y="1490"/>
                    <a:pt x="426" y="1368"/>
                    <a:pt x="274" y="1368"/>
                  </a:cubicBezTo>
                  <a:lnTo>
                    <a:pt x="274" y="547"/>
                  </a:lnTo>
                  <a:lnTo>
                    <a:pt x="791" y="456"/>
                  </a:lnTo>
                  <a:lnTo>
                    <a:pt x="79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380" name="Google Shape;3380;p32"/>
          <p:cNvGrpSpPr/>
          <p:nvPr/>
        </p:nvGrpSpPr>
        <p:grpSpPr>
          <a:xfrm>
            <a:off x="2154823" y="4691638"/>
            <a:ext cx="2019411" cy="415855"/>
            <a:chOff x="2154823" y="4691638"/>
            <a:chExt cx="2019411" cy="415855"/>
          </a:xfrm>
        </p:grpSpPr>
        <p:sp>
          <p:nvSpPr>
            <p:cNvPr id="3381" name="Google Shape;3381;p32"/>
            <p:cNvSpPr/>
            <p:nvPr/>
          </p:nvSpPr>
          <p:spPr>
            <a:xfrm>
              <a:off x="2154823" y="4792742"/>
              <a:ext cx="2019411" cy="314751"/>
            </a:xfrm>
            <a:custGeom>
              <a:rect b="b" l="l" r="r" t="t"/>
              <a:pathLst>
                <a:path extrusionOk="0" h="3935" w="25260">
                  <a:moveTo>
                    <a:pt x="17285" y="0"/>
                  </a:moveTo>
                  <a:cubicBezTo>
                    <a:pt x="16170" y="0"/>
                    <a:pt x="15068" y="607"/>
                    <a:pt x="14499" y="1898"/>
                  </a:cubicBezTo>
                  <a:cubicBezTo>
                    <a:pt x="14128" y="1798"/>
                    <a:pt x="13776" y="1750"/>
                    <a:pt x="13440" y="1750"/>
                  </a:cubicBezTo>
                  <a:cubicBezTo>
                    <a:pt x="12345" y="1750"/>
                    <a:pt x="11430" y="2260"/>
                    <a:pt x="10639" y="3144"/>
                  </a:cubicBezTo>
                  <a:cubicBezTo>
                    <a:pt x="10329" y="2738"/>
                    <a:pt x="9724" y="2491"/>
                    <a:pt x="9098" y="2491"/>
                  </a:cubicBezTo>
                  <a:cubicBezTo>
                    <a:pt x="8740" y="2491"/>
                    <a:pt x="8376" y="2572"/>
                    <a:pt x="8055" y="2749"/>
                  </a:cubicBezTo>
                  <a:cubicBezTo>
                    <a:pt x="7677" y="1517"/>
                    <a:pt x="6643" y="853"/>
                    <a:pt x="5623" y="853"/>
                  </a:cubicBezTo>
                  <a:cubicBezTo>
                    <a:pt x="4756" y="853"/>
                    <a:pt x="3899" y="1334"/>
                    <a:pt x="3465" y="2353"/>
                  </a:cubicBezTo>
                  <a:cubicBezTo>
                    <a:pt x="3176" y="2271"/>
                    <a:pt x="2902" y="2232"/>
                    <a:pt x="2641" y="2232"/>
                  </a:cubicBezTo>
                  <a:cubicBezTo>
                    <a:pt x="1559" y="2232"/>
                    <a:pt x="711" y="2905"/>
                    <a:pt x="0" y="3934"/>
                  </a:cubicBezTo>
                  <a:lnTo>
                    <a:pt x="25259" y="3934"/>
                  </a:lnTo>
                  <a:cubicBezTo>
                    <a:pt x="24117" y="2958"/>
                    <a:pt x="22918" y="2281"/>
                    <a:pt x="21591" y="2281"/>
                  </a:cubicBezTo>
                  <a:cubicBezTo>
                    <a:pt x="21223" y="2281"/>
                    <a:pt x="20846" y="2333"/>
                    <a:pt x="20457" y="2445"/>
                  </a:cubicBezTo>
                  <a:cubicBezTo>
                    <a:pt x="19961" y="859"/>
                    <a:pt x="18613" y="0"/>
                    <a:pt x="1728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2" name="Google Shape;3382;p32"/>
            <p:cNvSpPr/>
            <p:nvPr/>
          </p:nvSpPr>
          <p:spPr>
            <a:xfrm>
              <a:off x="2480439" y="4897846"/>
              <a:ext cx="809283" cy="209647"/>
            </a:xfrm>
            <a:custGeom>
              <a:rect b="b" l="l" r="r" t="t"/>
              <a:pathLst>
                <a:path extrusionOk="0" h="2621" w="10123">
                  <a:moveTo>
                    <a:pt x="5318" y="1"/>
                  </a:moveTo>
                  <a:cubicBezTo>
                    <a:pt x="4431" y="1"/>
                    <a:pt x="3525" y="583"/>
                    <a:pt x="3192" y="1647"/>
                  </a:cubicBezTo>
                  <a:cubicBezTo>
                    <a:pt x="2934" y="1566"/>
                    <a:pt x="2682" y="1528"/>
                    <a:pt x="2436" y="1528"/>
                  </a:cubicBezTo>
                  <a:cubicBezTo>
                    <a:pt x="1577" y="1528"/>
                    <a:pt x="779" y="1983"/>
                    <a:pt x="0" y="2620"/>
                  </a:cubicBezTo>
                  <a:lnTo>
                    <a:pt x="10122" y="2620"/>
                  </a:lnTo>
                  <a:cubicBezTo>
                    <a:pt x="9503" y="1729"/>
                    <a:pt x="8764" y="1161"/>
                    <a:pt x="7821" y="1161"/>
                  </a:cubicBezTo>
                  <a:cubicBezTo>
                    <a:pt x="7606" y="1161"/>
                    <a:pt x="7380" y="1190"/>
                    <a:pt x="7143" y="1252"/>
                  </a:cubicBezTo>
                  <a:cubicBezTo>
                    <a:pt x="6772" y="399"/>
                    <a:pt x="6051" y="1"/>
                    <a:pt x="53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3" name="Google Shape;3383;p32"/>
            <p:cNvSpPr/>
            <p:nvPr/>
          </p:nvSpPr>
          <p:spPr>
            <a:xfrm>
              <a:off x="3656510" y="4752428"/>
              <a:ext cx="58440" cy="48712"/>
            </a:xfrm>
            <a:custGeom>
              <a:rect b="b" l="l" r="r" t="t"/>
              <a:pathLst>
                <a:path extrusionOk="0" h="609" w="731">
                  <a:moveTo>
                    <a:pt x="730" y="0"/>
                  </a:moveTo>
                  <a:cubicBezTo>
                    <a:pt x="730" y="0"/>
                    <a:pt x="426" y="0"/>
                    <a:pt x="244" y="152"/>
                  </a:cubicBezTo>
                  <a:cubicBezTo>
                    <a:pt x="31" y="304"/>
                    <a:pt x="1" y="608"/>
                    <a:pt x="1" y="608"/>
                  </a:cubicBezTo>
                  <a:cubicBezTo>
                    <a:pt x="1" y="608"/>
                    <a:pt x="305" y="608"/>
                    <a:pt x="487" y="456"/>
                  </a:cubicBezTo>
                  <a:cubicBezTo>
                    <a:pt x="670" y="304"/>
                    <a:pt x="730" y="0"/>
                    <a:pt x="7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4" name="Google Shape;3384;p32"/>
            <p:cNvSpPr/>
            <p:nvPr/>
          </p:nvSpPr>
          <p:spPr>
            <a:xfrm>
              <a:off x="3598230" y="4691638"/>
              <a:ext cx="55961" cy="99744"/>
            </a:xfrm>
            <a:custGeom>
              <a:rect b="b" l="l" r="r" t="t"/>
              <a:pathLst>
                <a:path extrusionOk="0" h="1247" w="700">
                  <a:moveTo>
                    <a:pt x="213" y="0"/>
                  </a:moveTo>
                  <a:cubicBezTo>
                    <a:pt x="213" y="0"/>
                    <a:pt x="0" y="335"/>
                    <a:pt x="92" y="669"/>
                  </a:cubicBezTo>
                  <a:cubicBezTo>
                    <a:pt x="152" y="1034"/>
                    <a:pt x="517" y="1247"/>
                    <a:pt x="517" y="1247"/>
                  </a:cubicBezTo>
                  <a:cubicBezTo>
                    <a:pt x="517" y="1247"/>
                    <a:pt x="699" y="912"/>
                    <a:pt x="608" y="578"/>
                  </a:cubicBezTo>
                  <a:cubicBezTo>
                    <a:pt x="517" y="213"/>
                    <a:pt x="213" y="0"/>
                    <a:pt x="21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5" name="Google Shape;3385;p32"/>
            <p:cNvSpPr/>
            <p:nvPr/>
          </p:nvSpPr>
          <p:spPr>
            <a:xfrm>
              <a:off x="2611629" y="4932320"/>
              <a:ext cx="43810" cy="73029"/>
            </a:xfrm>
            <a:custGeom>
              <a:rect b="b" l="l" r="r" t="t"/>
              <a:pathLst>
                <a:path extrusionOk="0" h="913" w="548">
                  <a:moveTo>
                    <a:pt x="396" y="1"/>
                  </a:moveTo>
                  <a:cubicBezTo>
                    <a:pt x="396" y="1"/>
                    <a:pt x="153" y="153"/>
                    <a:pt x="92" y="396"/>
                  </a:cubicBezTo>
                  <a:cubicBezTo>
                    <a:pt x="1" y="639"/>
                    <a:pt x="153" y="912"/>
                    <a:pt x="153" y="912"/>
                  </a:cubicBezTo>
                  <a:cubicBezTo>
                    <a:pt x="153" y="912"/>
                    <a:pt x="396" y="760"/>
                    <a:pt x="457" y="487"/>
                  </a:cubicBezTo>
                  <a:cubicBezTo>
                    <a:pt x="548" y="244"/>
                    <a:pt x="396" y="1"/>
                    <a:pt x="3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6" name="Google Shape;3386;p32"/>
            <p:cNvSpPr/>
            <p:nvPr/>
          </p:nvSpPr>
          <p:spPr>
            <a:xfrm>
              <a:off x="2524169" y="4937200"/>
              <a:ext cx="77866" cy="70629"/>
            </a:xfrm>
            <a:custGeom>
              <a:rect b="b" l="l" r="r" t="t"/>
              <a:pathLst>
                <a:path extrusionOk="0" h="883" w="974">
                  <a:moveTo>
                    <a:pt x="0" y="0"/>
                  </a:moveTo>
                  <a:cubicBezTo>
                    <a:pt x="0" y="0"/>
                    <a:pt x="31" y="426"/>
                    <a:pt x="304" y="639"/>
                  </a:cubicBezTo>
                  <a:cubicBezTo>
                    <a:pt x="528" y="862"/>
                    <a:pt x="833" y="883"/>
                    <a:pt x="937" y="883"/>
                  </a:cubicBezTo>
                  <a:cubicBezTo>
                    <a:pt x="960" y="883"/>
                    <a:pt x="973" y="882"/>
                    <a:pt x="973" y="882"/>
                  </a:cubicBezTo>
                  <a:cubicBezTo>
                    <a:pt x="973" y="882"/>
                    <a:pt x="943" y="456"/>
                    <a:pt x="669" y="244"/>
                  </a:cubicBezTo>
                  <a:cubicBezTo>
                    <a:pt x="426" y="0"/>
                    <a:pt x="1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387" name="Google Shape;3387;p32"/>
          <p:cNvGrpSpPr/>
          <p:nvPr/>
        </p:nvGrpSpPr>
        <p:grpSpPr>
          <a:xfrm>
            <a:off x="154919" y="4950158"/>
            <a:ext cx="609980" cy="157335"/>
            <a:chOff x="154919" y="4950158"/>
            <a:chExt cx="609980" cy="157335"/>
          </a:xfrm>
        </p:grpSpPr>
        <p:sp>
          <p:nvSpPr>
            <p:cNvPr id="3388" name="Google Shape;3388;p32"/>
            <p:cNvSpPr/>
            <p:nvPr/>
          </p:nvSpPr>
          <p:spPr>
            <a:xfrm>
              <a:off x="154919" y="4950158"/>
              <a:ext cx="609980" cy="157335"/>
            </a:xfrm>
            <a:custGeom>
              <a:rect b="b" l="l" r="r" t="t"/>
              <a:pathLst>
                <a:path extrusionOk="0" h="1967" w="7630">
                  <a:moveTo>
                    <a:pt x="4011" y="1"/>
                  </a:moveTo>
                  <a:cubicBezTo>
                    <a:pt x="3348" y="1"/>
                    <a:pt x="2667" y="427"/>
                    <a:pt x="2402" y="1206"/>
                  </a:cubicBezTo>
                  <a:cubicBezTo>
                    <a:pt x="2208" y="1146"/>
                    <a:pt x="2019" y="1118"/>
                    <a:pt x="1833" y="1118"/>
                  </a:cubicBezTo>
                  <a:cubicBezTo>
                    <a:pt x="1176" y="1118"/>
                    <a:pt x="570" y="1468"/>
                    <a:pt x="1" y="1966"/>
                  </a:cubicBezTo>
                  <a:lnTo>
                    <a:pt x="7630" y="1966"/>
                  </a:lnTo>
                  <a:cubicBezTo>
                    <a:pt x="7157" y="1295"/>
                    <a:pt x="6604" y="867"/>
                    <a:pt x="5885" y="867"/>
                  </a:cubicBezTo>
                  <a:cubicBezTo>
                    <a:pt x="5725" y="867"/>
                    <a:pt x="5558" y="888"/>
                    <a:pt x="5381" y="933"/>
                  </a:cubicBezTo>
                  <a:cubicBezTo>
                    <a:pt x="5104" y="297"/>
                    <a:pt x="4564" y="1"/>
                    <a:pt x="40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9" name="Google Shape;3389;p32"/>
            <p:cNvSpPr/>
            <p:nvPr/>
          </p:nvSpPr>
          <p:spPr>
            <a:xfrm>
              <a:off x="512113" y="5007669"/>
              <a:ext cx="72990" cy="70629"/>
            </a:xfrm>
            <a:custGeom>
              <a:rect b="b" l="l" r="r" t="t"/>
              <a:pathLst>
                <a:path extrusionOk="0" h="883" w="913">
                  <a:moveTo>
                    <a:pt x="822" y="1"/>
                  </a:moveTo>
                  <a:cubicBezTo>
                    <a:pt x="396" y="183"/>
                    <a:pt x="92" y="518"/>
                    <a:pt x="1" y="882"/>
                  </a:cubicBezTo>
                  <a:cubicBezTo>
                    <a:pt x="1" y="882"/>
                    <a:pt x="244" y="457"/>
                    <a:pt x="913" y="214"/>
                  </a:cubicBezTo>
                  <a:lnTo>
                    <a:pt x="82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0" name="Google Shape;3390;p32"/>
            <p:cNvSpPr/>
            <p:nvPr/>
          </p:nvSpPr>
          <p:spPr>
            <a:xfrm>
              <a:off x="346867" y="5034464"/>
              <a:ext cx="43890" cy="46233"/>
            </a:xfrm>
            <a:custGeom>
              <a:rect b="b" l="l" r="r" t="t"/>
              <a:pathLst>
                <a:path extrusionOk="0" h="578" w="549">
                  <a:moveTo>
                    <a:pt x="31" y="0"/>
                  </a:moveTo>
                  <a:lnTo>
                    <a:pt x="1" y="152"/>
                  </a:lnTo>
                  <a:cubicBezTo>
                    <a:pt x="1" y="152"/>
                    <a:pt x="396" y="335"/>
                    <a:pt x="548" y="578"/>
                  </a:cubicBezTo>
                  <a:cubicBezTo>
                    <a:pt x="396" y="304"/>
                    <a:pt x="244" y="122"/>
                    <a:pt x="3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391" name="Google Shape;3391;p32"/>
          <p:cNvGrpSpPr/>
          <p:nvPr/>
        </p:nvGrpSpPr>
        <p:grpSpPr>
          <a:xfrm>
            <a:off x="0" y="4752988"/>
            <a:ext cx="9144000" cy="354505"/>
            <a:chOff x="0" y="4689888"/>
            <a:chExt cx="9144000" cy="354505"/>
          </a:xfrm>
        </p:grpSpPr>
        <p:grpSp>
          <p:nvGrpSpPr>
            <p:cNvPr id="3392" name="Google Shape;3392;p32"/>
            <p:cNvGrpSpPr/>
            <p:nvPr/>
          </p:nvGrpSpPr>
          <p:grpSpPr>
            <a:xfrm>
              <a:off x="0" y="4793425"/>
              <a:ext cx="9144000" cy="194975"/>
              <a:chOff x="0" y="4789550"/>
              <a:chExt cx="9144000" cy="194975"/>
            </a:xfrm>
          </p:grpSpPr>
          <p:sp>
            <p:nvSpPr>
              <p:cNvPr id="3393" name="Google Shape;3393;p32"/>
              <p:cNvSpPr/>
              <p:nvPr/>
            </p:nvSpPr>
            <p:spPr>
              <a:xfrm>
                <a:off x="0" y="4789550"/>
                <a:ext cx="9144000" cy="360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94" name="Google Shape;3394;p32"/>
              <p:cNvSpPr/>
              <p:nvPr/>
            </p:nvSpPr>
            <p:spPr>
              <a:xfrm>
                <a:off x="0" y="4948525"/>
                <a:ext cx="9144000" cy="360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395" name="Google Shape;3395;p32"/>
            <p:cNvGrpSpPr/>
            <p:nvPr/>
          </p:nvGrpSpPr>
          <p:grpSpPr>
            <a:xfrm>
              <a:off x="28483" y="4689888"/>
              <a:ext cx="9087034" cy="354505"/>
              <a:chOff x="28483" y="4689888"/>
              <a:chExt cx="9087034" cy="354505"/>
            </a:xfrm>
          </p:grpSpPr>
          <p:sp>
            <p:nvSpPr>
              <p:cNvPr id="3396" name="Google Shape;3396;p32"/>
              <p:cNvSpPr/>
              <p:nvPr/>
            </p:nvSpPr>
            <p:spPr>
              <a:xfrm>
                <a:off x="64010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6" y="1"/>
                      <a:pt x="533" y="8"/>
                      <a:pt x="518" y="24"/>
                    </a:cubicBezTo>
                    <a:lnTo>
                      <a:pt x="62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34" y="4431"/>
                      <a:pt x="1065" y="4401"/>
                      <a:pt x="1156" y="4370"/>
                    </a:cubicBezTo>
                    <a:lnTo>
                      <a:pt x="1156" y="601"/>
                    </a:lnTo>
                    <a:lnTo>
                      <a:pt x="1126" y="571"/>
                    </a:lnTo>
                    <a:lnTo>
                      <a:pt x="670" y="24"/>
                    </a:lnTo>
                    <a:cubicBezTo>
                      <a:pt x="639" y="8"/>
                      <a:pt x="609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97" name="Google Shape;3397;p32"/>
              <p:cNvSpPr/>
              <p:nvPr/>
            </p:nvSpPr>
            <p:spPr>
              <a:xfrm>
                <a:off x="79301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3" y="8"/>
                      <a:pt x="517" y="24"/>
                    </a:cubicBezTo>
                    <a:lnTo>
                      <a:pt x="6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34" y="4431"/>
                      <a:pt x="1064" y="4401"/>
                      <a:pt x="1156" y="4370"/>
                    </a:cubicBezTo>
                    <a:lnTo>
                      <a:pt x="1156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9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98" name="Google Shape;3398;p32"/>
              <p:cNvSpPr/>
              <p:nvPr/>
            </p:nvSpPr>
            <p:spPr>
              <a:xfrm>
                <a:off x="94592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2" y="4431"/>
                      <a:pt x="122" y="4431"/>
                    </a:cubicBezTo>
                    <a:lnTo>
                      <a:pt x="1003" y="4431"/>
                    </a:lnTo>
                    <a:cubicBezTo>
                      <a:pt x="103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8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99" name="Google Shape;3399;p32"/>
              <p:cNvSpPr/>
              <p:nvPr/>
            </p:nvSpPr>
            <p:spPr>
              <a:xfrm>
                <a:off x="109882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1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1" y="4431"/>
                      <a:pt x="122" y="4431"/>
                    </a:cubicBezTo>
                    <a:lnTo>
                      <a:pt x="1003" y="4431"/>
                    </a:lnTo>
                    <a:cubicBezTo>
                      <a:pt x="106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8" y="8"/>
                      <a:pt x="608" y="1"/>
                      <a:pt x="58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00" name="Google Shape;3400;p32"/>
              <p:cNvSpPr/>
              <p:nvPr/>
            </p:nvSpPr>
            <p:spPr>
              <a:xfrm>
                <a:off x="1251735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04" y="4431"/>
                      <a:pt x="103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01" name="Google Shape;3401;p32"/>
              <p:cNvSpPr/>
              <p:nvPr/>
            </p:nvSpPr>
            <p:spPr>
              <a:xfrm>
                <a:off x="1402243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02" name="Google Shape;3402;p32"/>
              <p:cNvSpPr/>
              <p:nvPr/>
            </p:nvSpPr>
            <p:spPr>
              <a:xfrm>
                <a:off x="1552751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64" y="4431"/>
                      <a:pt x="109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03" name="Google Shape;3403;p32"/>
              <p:cNvSpPr/>
              <p:nvPr/>
            </p:nvSpPr>
            <p:spPr>
              <a:xfrm>
                <a:off x="751362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04" name="Google Shape;3404;p32"/>
              <p:cNvSpPr/>
              <p:nvPr/>
            </p:nvSpPr>
            <p:spPr>
              <a:xfrm>
                <a:off x="7666529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3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05" name="Google Shape;3405;p32"/>
              <p:cNvSpPr/>
              <p:nvPr/>
            </p:nvSpPr>
            <p:spPr>
              <a:xfrm>
                <a:off x="7816957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06" name="Google Shape;3406;p32"/>
              <p:cNvSpPr/>
              <p:nvPr/>
            </p:nvSpPr>
            <p:spPr>
              <a:xfrm>
                <a:off x="796738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2" y="4431"/>
                      <a:pt x="122" y="4431"/>
                    </a:cubicBezTo>
                    <a:lnTo>
                      <a:pt x="1003" y="4431"/>
                    </a:lnTo>
                    <a:cubicBezTo>
                      <a:pt x="103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8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07" name="Google Shape;3407;p32"/>
              <p:cNvSpPr/>
              <p:nvPr/>
            </p:nvSpPr>
            <p:spPr>
              <a:xfrm>
                <a:off x="812029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93" y="1"/>
                    </a:moveTo>
                    <a:cubicBezTo>
                      <a:pt x="562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1" y="4431"/>
                      <a:pt x="122" y="4431"/>
                    </a:cubicBezTo>
                    <a:lnTo>
                      <a:pt x="1003" y="4431"/>
                    </a:lnTo>
                    <a:cubicBezTo>
                      <a:pt x="106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54" y="8"/>
                      <a:pt x="623" y="1"/>
                      <a:pt x="59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08" name="Google Shape;3408;p32"/>
              <p:cNvSpPr/>
              <p:nvPr/>
            </p:nvSpPr>
            <p:spPr>
              <a:xfrm>
                <a:off x="8273198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1" y="4431"/>
                      <a:pt x="122" y="4431"/>
                    </a:cubicBezTo>
                    <a:lnTo>
                      <a:pt x="973" y="4431"/>
                    </a:lnTo>
                    <a:cubicBezTo>
                      <a:pt x="1034" y="4431"/>
                      <a:pt x="1065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09" name="Google Shape;3409;p32"/>
              <p:cNvSpPr/>
              <p:nvPr/>
            </p:nvSpPr>
            <p:spPr>
              <a:xfrm>
                <a:off x="8423706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34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10" name="Google Shape;3410;p32"/>
              <p:cNvSpPr/>
              <p:nvPr/>
            </p:nvSpPr>
            <p:spPr>
              <a:xfrm>
                <a:off x="8574214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64" y="4431"/>
                      <a:pt x="109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11" name="Google Shape;3411;p32"/>
              <p:cNvSpPr/>
              <p:nvPr/>
            </p:nvSpPr>
            <p:spPr>
              <a:xfrm>
                <a:off x="8724643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2" y="4431"/>
                      <a:pt x="122" y="4431"/>
                    </a:cubicBezTo>
                    <a:lnTo>
                      <a:pt x="974" y="4431"/>
                    </a:lnTo>
                    <a:cubicBezTo>
                      <a:pt x="1065" y="4431"/>
                      <a:pt x="1095" y="4401"/>
                      <a:pt x="1126" y="4370"/>
                    </a:cubicBezTo>
                    <a:lnTo>
                      <a:pt x="112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4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12" name="Google Shape;3412;p32"/>
              <p:cNvSpPr/>
              <p:nvPr/>
            </p:nvSpPr>
            <p:spPr>
              <a:xfrm>
                <a:off x="8875151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74" y="1"/>
                    </a:moveTo>
                    <a:cubicBezTo>
                      <a:pt x="547" y="1"/>
                      <a:pt x="517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122" y="4431"/>
                    </a:cubicBezTo>
                    <a:lnTo>
                      <a:pt x="1003" y="4431"/>
                    </a:lnTo>
                    <a:cubicBezTo>
                      <a:pt x="103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600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13" name="Google Shape;3413;p32"/>
              <p:cNvSpPr/>
              <p:nvPr/>
            </p:nvSpPr>
            <p:spPr>
              <a:xfrm>
                <a:off x="736071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14" name="Google Shape;3414;p32"/>
              <p:cNvSpPr/>
              <p:nvPr/>
            </p:nvSpPr>
            <p:spPr>
              <a:xfrm>
                <a:off x="720781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15" name="Google Shape;3415;p32"/>
              <p:cNvSpPr/>
              <p:nvPr/>
            </p:nvSpPr>
            <p:spPr>
              <a:xfrm>
                <a:off x="705490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16" name="Google Shape;3416;p32"/>
              <p:cNvSpPr/>
              <p:nvPr/>
            </p:nvSpPr>
            <p:spPr>
              <a:xfrm>
                <a:off x="690199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17" name="Google Shape;3417;p32"/>
              <p:cNvSpPr/>
              <p:nvPr/>
            </p:nvSpPr>
            <p:spPr>
              <a:xfrm>
                <a:off x="674909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18" name="Google Shape;3418;p32"/>
              <p:cNvSpPr/>
              <p:nvPr/>
            </p:nvSpPr>
            <p:spPr>
              <a:xfrm>
                <a:off x="659618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19" name="Google Shape;3419;p32"/>
              <p:cNvSpPr/>
              <p:nvPr/>
            </p:nvSpPr>
            <p:spPr>
              <a:xfrm>
                <a:off x="644327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20" name="Google Shape;3420;p32"/>
              <p:cNvSpPr/>
              <p:nvPr/>
            </p:nvSpPr>
            <p:spPr>
              <a:xfrm>
                <a:off x="629037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21" name="Google Shape;3421;p32"/>
              <p:cNvSpPr/>
              <p:nvPr/>
            </p:nvSpPr>
            <p:spPr>
              <a:xfrm>
                <a:off x="613746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22" name="Google Shape;3422;p32"/>
              <p:cNvSpPr/>
              <p:nvPr/>
            </p:nvSpPr>
            <p:spPr>
              <a:xfrm>
                <a:off x="598455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23" name="Google Shape;3423;p32"/>
              <p:cNvSpPr/>
              <p:nvPr/>
            </p:nvSpPr>
            <p:spPr>
              <a:xfrm>
                <a:off x="583165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24" name="Google Shape;3424;p32"/>
              <p:cNvSpPr/>
              <p:nvPr/>
            </p:nvSpPr>
            <p:spPr>
              <a:xfrm>
                <a:off x="567874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25" name="Google Shape;3425;p32"/>
              <p:cNvSpPr/>
              <p:nvPr/>
            </p:nvSpPr>
            <p:spPr>
              <a:xfrm>
                <a:off x="552583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26" name="Google Shape;3426;p32"/>
              <p:cNvSpPr/>
              <p:nvPr/>
            </p:nvSpPr>
            <p:spPr>
              <a:xfrm>
                <a:off x="537293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27" name="Google Shape;3427;p32"/>
              <p:cNvSpPr/>
              <p:nvPr/>
            </p:nvSpPr>
            <p:spPr>
              <a:xfrm>
                <a:off x="522002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28" name="Google Shape;3428;p32"/>
              <p:cNvSpPr/>
              <p:nvPr/>
            </p:nvSpPr>
            <p:spPr>
              <a:xfrm>
                <a:off x="506712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29" name="Google Shape;3429;p32"/>
              <p:cNvSpPr/>
              <p:nvPr/>
            </p:nvSpPr>
            <p:spPr>
              <a:xfrm>
                <a:off x="491421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30" name="Google Shape;3430;p32"/>
              <p:cNvSpPr/>
              <p:nvPr/>
            </p:nvSpPr>
            <p:spPr>
              <a:xfrm>
                <a:off x="476130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31" name="Google Shape;3431;p32"/>
              <p:cNvSpPr/>
              <p:nvPr/>
            </p:nvSpPr>
            <p:spPr>
              <a:xfrm>
                <a:off x="460840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32" name="Google Shape;3432;p32"/>
              <p:cNvSpPr/>
              <p:nvPr/>
            </p:nvSpPr>
            <p:spPr>
              <a:xfrm>
                <a:off x="445549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33" name="Google Shape;3433;p32"/>
              <p:cNvSpPr/>
              <p:nvPr/>
            </p:nvSpPr>
            <p:spPr>
              <a:xfrm>
                <a:off x="430258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34" name="Google Shape;3434;p32"/>
              <p:cNvSpPr/>
              <p:nvPr/>
            </p:nvSpPr>
            <p:spPr>
              <a:xfrm>
                <a:off x="414968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35" name="Google Shape;3435;p32"/>
              <p:cNvSpPr/>
              <p:nvPr/>
            </p:nvSpPr>
            <p:spPr>
              <a:xfrm>
                <a:off x="399677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36" name="Google Shape;3436;p32"/>
              <p:cNvSpPr/>
              <p:nvPr/>
            </p:nvSpPr>
            <p:spPr>
              <a:xfrm>
                <a:off x="384386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37" name="Google Shape;3437;p32"/>
              <p:cNvSpPr/>
              <p:nvPr/>
            </p:nvSpPr>
            <p:spPr>
              <a:xfrm>
                <a:off x="369096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38" name="Google Shape;3438;p32"/>
              <p:cNvSpPr/>
              <p:nvPr/>
            </p:nvSpPr>
            <p:spPr>
              <a:xfrm>
                <a:off x="353805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39" name="Google Shape;3439;p32"/>
              <p:cNvSpPr/>
              <p:nvPr/>
            </p:nvSpPr>
            <p:spPr>
              <a:xfrm>
                <a:off x="338514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40" name="Google Shape;3440;p32"/>
              <p:cNvSpPr/>
              <p:nvPr/>
            </p:nvSpPr>
            <p:spPr>
              <a:xfrm>
                <a:off x="323224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41" name="Google Shape;3441;p32"/>
              <p:cNvSpPr/>
              <p:nvPr/>
            </p:nvSpPr>
            <p:spPr>
              <a:xfrm>
                <a:off x="307933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42" name="Google Shape;3442;p32"/>
              <p:cNvSpPr/>
              <p:nvPr/>
            </p:nvSpPr>
            <p:spPr>
              <a:xfrm>
                <a:off x="292643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43" name="Google Shape;3443;p32"/>
              <p:cNvSpPr/>
              <p:nvPr/>
            </p:nvSpPr>
            <p:spPr>
              <a:xfrm>
                <a:off x="277352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44" name="Google Shape;3444;p32"/>
              <p:cNvSpPr/>
              <p:nvPr/>
            </p:nvSpPr>
            <p:spPr>
              <a:xfrm>
                <a:off x="262061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45" name="Google Shape;3445;p32"/>
              <p:cNvSpPr/>
              <p:nvPr/>
            </p:nvSpPr>
            <p:spPr>
              <a:xfrm>
                <a:off x="246771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46" name="Google Shape;3446;p32"/>
              <p:cNvSpPr/>
              <p:nvPr/>
            </p:nvSpPr>
            <p:spPr>
              <a:xfrm>
                <a:off x="231480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47" name="Google Shape;3447;p32"/>
              <p:cNvSpPr/>
              <p:nvPr/>
            </p:nvSpPr>
            <p:spPr>
              <a:xfrm>
                <a:off x="216189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48" name="Google Shape;3448;p32"/>
              <p:cNvSpPr/>
              <p:nvPr/>
            </p:nvSpPr>
            <p:spPr>
              <a:xfrm>
                <a:off x="200899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49" name="Google Shape;3449;p32"/>
              <p:cNvSpPr/>
              <p:nvPr/>
            </p:nvSpPr>
            <p:spPr>
              <a:xfrm>
                <a:off x="185608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50" name="Google Shape;3450;p32"/>
              <p:cNvSpPr/>
              <p:nvPr/>
            </p:nvSpPr>
            <p:spPr>
              <a:xfrm>
                <a:off x="170317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51" name="Google Shape;3451;p32"/>
              <p:cNvSpPr/>
              <p:nvPr/>
            </p:nvSpPr>
            <p:spPr>
              <a:xfrm>
                <a:off x="48720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52" name="Google Shape;3452;p32"/>
              <p:cNvSpPr/>
              <p:nvPr/>
            </p:nvSpPr>
            <p:spPr>
              <a:xfrm>
                <a:off x="33429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53" name="Google Shape;3453;p32"/>
              <p:cNvSpPr/>
              <p:nvPr/>
            </p:nvSpPr>
            <p:spPr>
              <a:xfrm>
                <a:off x="18139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54" name="Google Shape;3454;p32"/>
              <p:cNvSpPr/>
              <p:nvPr/>
            </p:nvSpPr>
            <p:spPr>
              <a:xfrm>
                <a:off x="2848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55" name="Google Shape;3455;p32"/>
              <p:cNvSpPr/>
              <p:nvPr/>
            </p:nvSpPr>
            <p:spPr>
              <a:xfrm>
                <a:off x="9025579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74" y="1"/>
                    </a:moveTo>
                    <a:cubicBezTo>
                      <a:pt x="547" y="1"/>
                      <a:pt x="517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122" y="4431"/>
                    </a:cubicBezTo>
                    <a:lnTo>
                      <a:pt x="1003" y="4431"/>
                    </a:lnTo>
                    <a:cubicBezTo>
                      <a:pt x="103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600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3456" name="Google Shape;3456;p32"/>
          <p:cNvSpPr/>
          <p:nvPr/>
        </p:nvSpPr>
        <p:spPr>
          <a:xfrm>
            <a:off x="0" y="5107500"/>
            <a:ext cx="9144000" cy="36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7" name="Google Shape;3457;p32"/>
          <p:cNvSpPr txBox="1"/>
          <p:nvPr>
            <p:ph idx="1" type="subTitle"/>
          </p:nvPr>
        </p:nvSpPr>
        <p:spPr>
          <a:xfrm>
            <a:off x="720000" y="2718300"/>
            <a:ext cx="2952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3458" name="Google Shape;3458;p32"/>
          <p:cNvSpPr txBox="1"/>
          <p:nvPr>
            <p:ph type="title"/>
          </p:nvPr>
        </p:nvSpPr>
        <p:spPr>
          <a:xfrm>
            <a:off x="719850" y="1379250"/>
            <a:ext cx="2952000" cy="126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59" name="Shape 3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60" name="Google Shape;3460;p33"/>
          <p:cNvGrpSpPr/>
          <p:nvPr/>
        </p:nvGrpSpPr>
        <p:grpSpPr>
          <a:xfrm>
            <a:off x="-15975" y="-52"/>
            <a:ext cx="9175950" cy="5143406"/>
            <a:chOff x="-15975" y="-52"/>
            <a:chExt cx="9175950" cy="5143406"/>
          </a:xfrm>
        </p:grpSpPr>
        <p:sp>
          <p:nvSpPr>
            <p:cNvPr id="3461" name="Google Shape;3461;p33"/>
            <p:cNvSpPr/>
            <p:nvPr/>
          </p:nvSpPr>
          <p:spPr>
            <a:xfrm rot="5400000">
              <a:off x="4570450" y="-378255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2" name="Google Shape;3462;p33"/>
            <p:cNvSpPr/>
            <p:nvPr/>
          </p:nvSpPr>
          <p:spPr>
            <a:xfrm rot="5400000">
              <a:off x="4570450" y="-276311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3" name="Google Shape;3463;p33"/>
            <p:cNvSpPr/>
            <p:nvPr/>
          </p:nvSpPr>
          <p:spPr>
            <a:xfrm rot="5400000">
              <a:off x="4570450" y="-174368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4" name="Google Shape;3464;p33"/>
            <p:cNvSpPr/>
            <p:nvPr/>
          </p:nvSpPr>
          <p:spPr>
            <a:xfrm rot="5400000">
              <a:off x="4570450" y="-72425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5" name="Google Shape;3465;p33"/>
            <p:cNvSpPr/>
            <p:nvPr/>
          </p:nvSpPr>
          <p:spPr>
            <a:xfrm rot="5400000">
              <a:off x="4570450" y="295184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6" name="Google Shape;3466;p33"/>
            <p:cNvSpPr/>
            <p:nvPr/>
          </p:nvSpPr>
          <p:spPr>
            <a:xfrm rot="5400000">
              <a:off x="4570450" y="-429226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7" name="Google Shape;3467;p33"/>
            <p:cNvSpPr/>
            <p:nvPr/>
          </p:nvSpPr>
          <p:spPr>
            <a:xfrm rot="5400000">
              <a:off x="4570450" y="-327283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8" name="Google Shape;3468;p33"/>
            <p:cNvSpPr/>
            <p:nvPr/>
          </p:nvSpPr>
          <p:spPr>
            <a:xfrm rot="5400000">
              <a:off x="4570450" y="-225340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9" name="Google Shape;3469;p33"/>
            <p:cNvSpPr/>
            <p:nvPr/>
          </p:nvSpPr>
          <p:spPr>
            <a:xfrm rot="5400000">
              <a:off x="4570450" y="-123396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0" name="Google Shape;3470;p33"/>
            <p:cNvSpPr/>
            <p:nvPr/>
          </p:nvSpPr>
          <p:spPr>
            <a:xfrm rot="5400000">
              <a:off x="4570450" y="-21453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1" name="Google Shape;3471;p33"/>
            <p:cNvSpPr/>
            <p:nvPr/>
          </p:nvSpPr>
          <p:spPr>
            <a:xfrm>
              <a:off x="5081305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2" name="Google Shape;3472;p33"/>
            <p:cNvSpPr/>
            <p:nvPr/>
          </p:nvSpPr>
          <p:spPr>
            <a:xfrm>
              <a:off x="6100964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3" name="Google Shape;3473;p33"/>
            <p:cNvSpPr/>
            <p:nvPr/>
          </p:nvSpPr>
          <p:spPr>
            <a:xfrm>
              <a:off x="7120623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4" name="Google Shape;3474;p33"/>
            <p:cNvSpPr/>
            <p:nvPr/>
          </p:nvSpPr>
          <p:spPr>
            <a:xfrm>
              <a:off x="8140282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5" name="Google Shape;3475;p33"/>
            <p:cNvSpPr/>
            <p:nvPr/>
          </p:nvSpPr>
          <p:spPr>
            <a:xfrm>
              <a:off x="5591134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6" name="Google Shape;3476;p33"/>
            <p:cNvSpPr/>
            <p:nvPr/>
          </p:nvSpPr>
          <p:spPr>
            <a:xfrm>
              <a:off x="6610793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7" name="Google Shape;3477;p33"/>
            <p:cNvSpPr/>
            <p:nvPr/>
          </p:nvSpPr>
          <p:spPr>
            <a:xfrm>
              <a:off x="7630452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8" name="Google Shape;3478;p33"/>
            <p:cNvSpPr/>
            <p:nvPr/>
          </p:nvSpPr>
          <p:spPr>
            <a:xfrm>
              <a:off x="8650111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479" name="Google Shape;3479;p33"/>
            <p:cNvGrpSpPr/>
            <p:nvPr/>
          </p:nvGrpSpPr>
          <p:grpSpPr>
            <a:xfrm>
              <a:off x="-15975" y="-52"/>
              <a:ext cx="4587484" cy="5143406"/>
              <a:chOff x="-9275" y="-1994782"/>
              <a:chExt cx="4587484" cy="9140583"/>
            </a:xfrm>
          </p:grpSpPr>
          <p:sp>
            <p:nvSpPr>
              <p:cNvPr id="3480" name="Google Shape;3480;p33"/>
              <p:cNvSpPr/>
              <p:nvPr/>
            </p:nvSpPr>
            <p:spPr>
              <a:xfrm>
                <a:off x="50044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81" name="Google Shape;3481;p33"/>
              <p:cNvSpPr/>
              <p:nvPr/>
            </p:nvSpPr>
            <p:spPr>
              <a:xfrm>
                <a:off x="15198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82" name="Google Shape;3482;p33"/>
              <p:cNvSpPr/>
              <p:nvPr/>
            </p:nvSpPr>
            <p:spPr>
              <a:xfrm>
                <a:off x="253930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83" name="Google Shape;3483;p33"/>
              <p:cNvSpPr/>
              <p:nvPr/>
            </p:nvSpPr>
            <p:spPr>
              <a:xfrm>
                <a:off x="355874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84" name="Google Shape;3484;p33"/>
              <p:cNvSpPr/>
              <p:nvPr/>
            </p:nvSpPr>
            <p:spPr>
              <a:xfrm>
                <a:off x="45781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85" name="Google Shape;3485;p33"/>
              <p:cNvSpPr/>
              <p:nvPr/>
            </p:nvSpPr>
            <p:spPr>
              <a:xfrm>
                <a:off x="101015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86" name="Google Shape;3486;p33"/>
              <p:cNvSpPr/>
              <p:nvPr/>
            </p:nvSpPr>
            <p:spPr>
              <a:xfrm>
                <a:off x="202959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87" name="Google Shape;3487;p33"/>
              <p:cNvSpPr/>
              <p:nvPr/>
            </p:nvSpPr>
            <p:spPr>
              <a:xfrm>
                <a:off x="304902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88" name="Google Shape;3488;p33"/>
              <p:cNvSpPr/>
              <p:nvPr/>
            </p:nvSpPr>
            <p:spPr>
              <a:xfrm>
                <a:off x="406845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89" name="Google Shape;3489;p33"/>
              <p:cNvSpPr/>
              <p:nvPr/>
            </p:nvSpPr>
            <p:spPr>
              <a:xfrm>
                <a:off x="-92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490" name="Google Shape;3490;p33"/>
            <p:cNvSpPr/>
            <p:nvPr/>
          </p:nvSpPr>
          <p:spPr>
            <a:xfrm>
              <a:off x="9159941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91" name="Google Shape;3491;p33"/>
          <p:cNvSpPr/>
          <p:nvPr/>
        </p:nvSpPr>
        <p:spPr>
          <a:xfrm>
            <a:off x="0" y="-75"/>
            <a:ext cx="9144000" cy="5143500"/>
          </a:xfrm>
          <a:prstGeom prst="rect">
            <a:avLst/>
          </a:prstGeom>
          <a:solidFill>
            <a:srgbClr val="D6E3EA">
              <a:alpha val="398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492" name="Google Shape;3492;p33"/>
          <p:cNvGrpSpPr/>
          <p:nvPr/>
        </p:nvGrpSpPr>
        <p:grpSpPr>
          <a:xfrm>
            <a:off x="0" y="4752988"/>
            <a:ext cx="9144000" cy="354505"/>
            <a:chOff x="0" y="4689888"/>
            <a:chExt cx="9144000" cy="354505"/>
          </a:xfrm>
        </p:grpSpPr>
        <p:grpSp>
          <p:nvGrpSpPr>
            <p:cNvPr id="3493" name="Google Shape;3493;p33"/>
            <p:cNvGrpSpPr/>
            <p:nvPr/>
          </p:nvGrpSpPr>
          <p:grpSpPr>
            <a:xfrm>
              <a:off x="0" y="4793425"/>
              <a:ext cx="9144000" cy="194975"/>
              <a:chOff x="0" y="4789550"/>
              <a:chExt cx="9144000" cy="194975"/>
            </a:xfrm>
          </p:grpSpPr>
          <p:sp>
            <p:nvSpPr>
              <p:cNvPr id="3494" name="Google Shape;3494;p33"/>
              <p:cNvSpPr/>
              <p:nvPr/>
            </p:nvSpPr>
            <p:spPr>
              <a:xfrm>
                <a:off x="0" y="4789550"/>
                <a:ext cx="9144000" cy="360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95" name="Google Shape;3495;p33"/>
              <p:cNvSpPr/>
              <p:nvPr/>
            </p:nvSpPr>
            <p:spPr>
              <a:xfrm>
                <a:off x="0" y="4948525"/>
                <a:ext cx="9144000" cy="360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496" name="Google Shape;3496;p33"/>
            <p:cNvGrpSpPr/>
            <p:nvPr/>
          </p:nvGrpSpPr>
          <p:grpSpPr>
            <a:xfrm>
              <a:off x="28483" y="4689888"/>
              <a:ext cx="9087034" cy="354505"/>
              <a:chOff x="28483" y="4689888"/>
              <a:chExt cx="9087034" cy="354505"/>
            </a:xfrm>
          </p:grpSpPr>
          <p:sp>
            <p:nvSpPr>
              <p:cNvPr id="3497" name="Google Shape;3497;p33"/>
              <p:cNvSpPr/>
              <p:nvPr/>
            </p:nvSpPr>
            <p:spPr>
              <a:xfrm>
                <a:off x="64010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6" y="1"/>
                      <a:pt x="533" y="8"/>
                      <a:pt x="518" y="24"/>
                    </a:cubicBezTo>
                    <a:lnTo>
                      <a:pt x="62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34" y="4431"/>
                      <a:pt x="1065" y="4401"/>
                      <a:pt x="1156" y="4370"/>
                    </a:cubicBezTo>
                    <a:lnTo>
                      <a:pt x="1156" y="601"/>
                    </a:lnTo>
                    <a:lnTo>
                      <a:pt x="1126" y="571"/>
                    </a:lnTo>
                    <a:lnTo>
                      <a:pt x="670" y="24"/>
                    </a:lnTo>
                    <a:cubicBezTo>
                      <a:pt x="639" y="8"/>
                      <a:pt x="609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98" name="Google Shape;3498;p33"/>
              <p:cNvSpPr/>
              <p:nvPr/>
            </p:nvSpPr>
            <p:spPr>
              <a:xfrm>
                <a:off x="79301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3" y="8"/>
                      <a:pt x="517" y="24"/>
                    </a:cubicBezTo>
                    <a:lnTo>
                      <a:pt x="6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34" y="4431"/>
                      <a:pt x="1064" y="4401"/>
                      <a:pt x="1156" y="4370"/>
                    </a:cubicBezTo>
                    <a:lnTo>
                      <a:pt x="1156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9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99" name="Google Shape;3499;p33"/>
              <p:cNvSpPr/>
              <p:nvPr/>
            </p:nvSpPr>
            <p:spPr>
              <a:xfrm>
                <a:off x="94592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2" y="4431"/>
                      <a:pt x="122" y="4431"/>
                    </a:cubicBezTo>
                    <a:lnTo>
                      <a:pt x="1003" y="4431"/>
                    </a:lnTo>
                    <a:cubicBezTo>
                      <a:pt x="103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8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00" name="Google Shape;3500;p33"/>
              <p:cNvSpPr/>
              <p:nvPr/>
            </p:nvSpPr>
            <p:spPr>
              <a:xfrm>
                <a:off x="109882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1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1" y="4431"/>
                      <a:pt x="122" y="4431"/>
                    </a:cubicBezTo>
                    <a:lnTo>
                      <a:pt x="1003" y="4431"/>
                    </a:lnTo>
                    <a:cubicBezTo>
                      <a:pt x="106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8" y="8"/>
                      <a:pt x="608" y="1"/>
                      <a:pt x="58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01" name="Google Shape;3501;p33"/>
              <p:cNvSpPr/>
              <p:nvPr/>
            </p:nvSpPr>
            <p:spPr>
              <a:xfrm>
                <a:off x="1251735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04" y="4431"/>
                      <a:pt x="103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02" name="Google Shape;3502;p33"/>
              <p:cNvSpPr/>
              <p:nvPr/>
            </p:nvSpPr>
            <p:spPr>
              <a:xfrm>
                <a:off x="1402243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03" name="Google Shape;3503;p33"/>
              <p:cNvSpPr/>
              <p:nvPr/>
            </p:nvSpPr>
            <p:spPr>
              <a:xfrm>
                <a:off x="1552751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64" y="4431"/>
                      <a:pt x="109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04" name="Google Shape;3504;p33"/>
              <p:cNvSpPr/>
              <p:nvPr/>
            </p:nvSpPr>
            <p:spPr>
              <a:xfrm>
                <a:off x="751362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05" name="Google Shape;3505;p33"/>
              <p:cNvSpPr/>
              <p:nvPr/>
            </p:nvSpPr>
            <p:spPr>
              <a:xfrm>
                <a:off x="7666529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3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06" name="Google Shape;3506;p33"/>
              <p:cNvSpPr/>
              <p:nvPr/>
            </p:nvSpPr>
            <p:spPr>
              <a:xfrm>
                <a:off x="7816957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07" name="Google Shape;3507;p33"/>
              <p:cNvSpPr/>
              <p:nvPr/>
            </p:nvSpPr>
            <p:spPr>
              <a:xfrm>
                <a:off x="796738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2" y="4431"/>
                      <a:pt x="122" y="4431"/>
                    </a:cubicBezTo>
                    <a:lnTo>
                      <a:pt x="1003" y="4431"/>
                    </a:lnTo>
                    <a:cubicBezTo>
                      <a:pt x="103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8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08" name="Google Shape;3508;p33"/>
              <p:cNvSpPr/>
              <p:nvPr/>
            </p:nvSpPr>
            <p:spPr>
              <a:xfrm>
                <a:off x="812029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93" y="1"/>
                    </a:moveTo>
                    <a:cubicBezTo>
                      <a:pt x="562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1" y="4431"/>
                      <a:pt x="122" y="4431"/>
                    </a:cubicBezTo>
                    <a:lnTo>
                      <a:pt x="1003" y="4431"/>
                    </a:lnTo>
                    <a:cubicBezTo>
                      <a:pt x="106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54" y="8"/>
                      <a:pt x="623" y="1"/>
                      <a:pt x="59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09" name="Google Shape;3509;p33"/>
              <p:cNvSpPr/>
              <p:nvPr/>
            </p:nvSpPr>
            <p:spPr>
              <a:xfrm>
                <a:off x="8273198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1" y="4431"/>
                      <a:pt x="122" y="4431"/>
                    </a:cubicBezTo>
                    <a:lnTo>
                      <a:pt x="973" y="4431"/>
                    </a:lnTo>
                    <a:cubicBezTo>
                      <a:pt x="1034" y="4431"/>
                      <a:pt x="1065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10" name="Google Shape;3510;p33"/>
              <p:cNvSpPr/>
              <p:nvPr/>
            </p:nvSpPr>
            <p:spPr>
              <a:xfrm>
                <a:off x="8423706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34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11" name="Google Shape;3511;p33"/>
              <p:cNvSpPr/>
              <p:nvPr/>
            </p:nvSpPr>
            <p:spPr>
              <a:xfrm>
                <a:off x="8574214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64" y="4431"/>
                      <a:pt x="109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12" name="Google Shape;3512;p33"/>
              <p:cNvSpPr/>
              <p:nvPr/>
            </p:nvSpPr>
            <p:spPr>
              <a:xfrm>
                <a:off x="8724643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2" y="4431"/>
                      <a:pt x="122" y="4431"/>
                    </a:cubicBezTo>
                    <a:lnTo>
                      <a:pt x="974" y="4431"/>
                    </a:lnTo>
                    <a:cubicBezTo>
                      <a:pt x="1065" y="4431"/>
                      <a:pt x="1095" y="4401"/>
                      <a:pt x="1126" y="4370"/>
                    </a:cubicBezTo>
                    <a:lnTo>
                      <a:pt x="112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4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13" name="Google Shape;3513;p33"/>
              <p:cNvSpPr/>
              <p:nvPr/>
            </p:nvSpPr>
            <p:spPr>
              <a:xfrm>
                <a:off x="8875151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74" y="1"/>
                    </a:moveTo>
                    <a:cubicBezTo>
                      <a:pt x="547" y="1"/>
                      <a:pt x="517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122" y="4431"/>
                    </a:cubicBezTo>
                    <a:lnTo>
                      <a:pt x="1003" y="4431"/>
                    </a:lnTo>
                    <a:cubicBezTo>
                      <a:pt x="103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600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14" name="Google Shape;3514;p33"/>
              <p:cNvSpPr/>
              <p:nvPr/>
            </p:nvSpPr>
            <p:spPr>
              <a:xfrm>
                <a:off x="736071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15" name="Google Shape;3515;p33"/>
              <p:cNvSpPr/>
              <p:nvPr/>
            </p:nvSpPr>
            <p:spPr>
              <a:xfrm>
                <a:off x="720781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16" name="Google Shape;3516;p33"/>
              <p:cNvSpPr/>
              <p:nvPr/>
            </p:nvSpPr>
            <p:spPr>
              <a:xfrm>
                <a:off x="705490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17" name="Google Shape;3517;p33"/>
              <p:cNvSpPr/>
              <p:nvPr/>
            </p:nvSpPr>
            <p:spPr>
              <a:xfrm>
                <a:off x="690199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18" name="Google Shape;3518;p33"/>
              <p:cNvSpPr/>
              <p:nvPr/>
            </p:nvSpPr>
            <p:spPr>
              <a:xfrm>
                <a:off x="674909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19" name="Google Shape;3519;p33"/>
              <p:cNvSpPr/>
              <p:nvPr/>
            </p:nvSpPr>
            <p:spPr>
              <a:xfrm>
                <a:off x="659618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20" name="Google Shape;3520;p33"/>
              <p:cNvSpPr/>
              <p:nvPr/>
            </p:nvSpPr>
            <p:spPr>
              <a:xfrm>
                <a:off x="644327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21" name="Google Shape;3521;p33"/>
              <p:cNvSpPr/>
              <p:nvPr/>
            </p:nvSpPr>
            <p:spPr>
              <a:xfrm>
                <a:off x="629037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22" name="Google Shape;3522;p33"/>
              <p:cNvSpPr/>
              <p:nvPr/>
            </p:nvSpPr>
            <p:spPr>
              <a:xfrm>
                <a:off x="613746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23" name="Google Shape;3523;p33"/>
              <p:cNvSpPr/>
              <p:nvPr/>
            </p:nvSpPr>
            <p:spPr>
              <a:xfrm>
                <a:off x="598455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24" name="Google Shape;3524;p33"/>
              <p:cNvSpPr/>
              <p:nvPr/>
            </p:nvSpPr>
            <p:spPr>
              <a:xfrm>
                <a:off x="583165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25" name="Google Shape;3525;p33"/>
              <p:cNvSpPr/>
              <p:nvPr/>
            </p:nvSpPr>
            <p:spPr>
              <a:xfrm>
                <a:off x="567874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26" name="Google Shape;3526;p33"/>
              <p:cNvSpPr/>
              <p:nvPr/>
            </p:nvSpPr>
            <p:spPr>
              <a:xfrm>
                <a:off x="552583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27" name="Google Shape;3527;p33"/>
              <p:cNvSpPr/>
              <p:nvPr/>
            </p:nvSpPr>
            <p:spPr>
              <a:xfrm>
                <a:off x="537293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28" name="Google Shape;3528;p33"/>
              <p:cNvSpPr/>
              <p:nvPr/>
            </p:nvSpPr>
            <p:spPr>
              <a:xfrm>
                <a:off x="522002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29" name="Google Shape;3529;p33"/>
              <p:cNvSpPr/>
              <p:nvPr/>
            </p:nvSpPr>
            <p:spPr>
              <a:xfrm>
                <a:off x="506712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30" name="Google Shape;3530;p33"/>
              <p:cNvSpPr/>
              <p:nvPr/>
            </p:nvSpPr>
            <p:spPr>
              <a:xfrm>
                <a:off x="491421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31" name="Google Shape;3531;p33"/>
              <p:cNvSpPr/>
              <p:nvPr/>
            </p:nvSpPr>
            <p:spPr>
              <a:xfrm>
                <a:off x="476130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32" name="Google Shape;3532;p33"/>
              <p:cNvSpPr/>
              <p:nvPr/>
            </p:nvSpPr>
            <p:spPr>
              <a:xfrm>
                <a:off x="460840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33" name="Google Shape;3533;p33"/>
              <p:cNvSpPr/>
              <p:nvPr/>
            </p:nvSpPr>
            <p:spPr>
              <a:xfrm>
                <a:off x="445549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34" name="Google Shape;3534;p33"/>
              <p:cNvSpPr/>
              <p:nvPr/>
            </p:nvSpPr>
            <p:spPr>
              <a:xfrm>
                <a:off x="430258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35" name="Google Shape;3535;p33"/>
              <p:cNvSpPr/>
              <p:nvPr/>
            </p:nvSpPr>
            <p:spPr>
              <a:xfrm>
                <a:off x="414968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36" name="Google Shape;3536;p33"/>
              <p:cNvSpPr/>
              <p:nvPr/>
            </p:nvSpPr>
            <p:spPr>
              <a:xfrm>
                <a:off x="399677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37" name="Google Shape;3537;p33"/>
              <p:cNvSpPr/>
              <p:nvPr/>
            </p:nvSpPr>
            <p:spPr>
              <a:xfrm>
                <a:off x="384386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38" name="Google Shape;3538;p33"/>
              <p:cNvSpPr/>
              <p:nvPr/>
            </p:nvSpPr>
            <p:spPr>
              <a:xfrm>
                <a:off x="369096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39" name="Google Shape;3539;p33"/>
              <p:cNvSpPr/>
              <p:nvPr/>
            </p:nvSpPr>
            <p:spPr>
              <a:xfrm>
                <a:off x="353805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40" name="Google Shape;3540;p33"/>
              <p:cNvSpPr/>
              <p:nvPr/>
            </p:nvSpPr>
            <p:spPr>
              <a:xfrm>
                <a:off x="338514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41" name="Google Shape;3541;p33"/>
              <p:cNvSpPr/>
              <p:nvPr/>
            </p:nvSpPr>
            <p:spPr>
              <a:xfrm>
                <a:off x="323224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42" name="Google Shape;3542;p33"/>
              <p:cNvSpPr/>
              <p:nvPr/>
            </p:nvSpPr>
            <p:spPr>
              <a:xfrm>
                <a:off x="307933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43" name="Google Shape;3543;p33"/>
              <p:cNvSpPr/>
              <p:nvPr/>
            </p:nvSpPr>
            <p:spPr>
              <a:xfrm>
                <a:off x="292643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44" name="Google Shape;3544;p33"/>
              <p:cNvSpPr/>
              <p:nvPr/>
            </p:nvSpPr>
            <p:spPr>
              <a:xfrm>
                <a:off x="277352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45" name="Google Shape;3545;p33"/>
              <p:cNvSpPr/>
              <p:nvPr/>
            </p:nvSpPr>
            <p:spPr>
              <a:xfrm>
                <a:off x="262061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46" name="Google Shape;3546;p33"/>
              <p:cNvSpPr/>
              <p:nvPr/>
            </p:nvSpPr>
            <p:spPr>
              <a:xfrm>
                <a:off x="246771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47" name="Google Shape;3547;p33"/>
              <p:cNvSpPr/>
              <p:nvPr/>
            </p:nvSpPr>
            <p:spPr>
              <a:xfrm>
                <a:off x="231480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48" name="Google Shape;3548;p33"/>
              <p:cNvSpPr/>
              <p:nvPr/>
            </p:nvSpPr>
            <p:spPr>
              <a:xfrm>
                <a:off x="216189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49" name="Google Shape;3549;p33"/>
              <p:cNvSpPr/>
              <p:nvPr/>
            </p:nvSpPr>
            <p:spPr>
              <a:xfrm>
                <a:off x="200899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50" name="Google Shape;3550;p33"/>
              <p:cNvSpPr/>
              <p:nvPr/>
            </p:nvSpPr>
            <p:spPr>
              <a:xfrm>
                <a:off x="185608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51" name="Google Shape;3551;p33"/>
              <p:cNvSpPr/>
              <p:nvPr/>
            </p:nvSpPr>
            <p:spPr>
              <a:xfrm>
                <a:off x="170317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52" name="Google Shape;3552;p33"/>
              <p:cNvSpPr/>
              <p:nvPr/>
            </p:nvSpPr>
            <p:spPr>
              <a:xfrm>
                <a:off x="48720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53" name="Google Shape;3553;p33"/>
              <p:cNvSpPr/>
              <p:nvPr/>
            </p:nvSpPr>
            <p:spPr>
              <a:xfrm>
                <a:off x="33429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54" name="Google Shape;3554;p33"/>
              <p:cNvSpPr/>
              <p:nvPr/>
            </p:nvSpPr>
            <p:spPr>
              <a:xfrm>
                <a:off x="18139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55" name="Google Shape;3555;p33"/>
              <p:cNvSpPr/>
              <p:nvPr/>
            </p:nvSpPr>
            <p:spPr>
              <a:xfrm>
                <a:off x="2848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56" name="Google Shape;3556;p33"/>
              <p:cNvSpPr/>
              <p:nvPr/>
            </p:nvSpPr>
            <p:spPr>
              <a:xfrm>
                <a:off x="9025579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74" y="1"/>
                    </a:moveTo>
                    <a:cubicBezTo>
                      <a:pt x="547" y="1"/>
                      <a:pt x="517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122" y="4431"/>
                    </a:cubicBezTo>
                    <a:lnTo>
                      <a:pt x="1003" y="4431"/>
                    </a:lnTo>
                    <a:cubicBezTo>
                      <a:pt x="103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600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557" name="Google Shape;3557;p33"/>
          <p:cNvGrpSpPr/>
          <p:nvPr/>
        </p:nvGrpSpPr>
        <p:grpSpPr>
          <a:xfrm>
            <a:off x="8500193" y="4148281"/>
            <a:ext cx="592952" cy="967689"/>
            <a:chOff x="8071153" y="3759204"/>
            <a:chExt cx="592952" cy="967689"/>
          </a:xfrm>
        </p:grpSpPr>
        <p:sp>
          <p:nvSpPr>
            <p:cNvPr id="3558" name="Google Shape;3558;p33"/>
            <p:cNvSpPr/>
            <p:nvPr/>
          </p:nvSpPr>
          <p:spPr>
            <a:xfrm>
              <a:off x="8350560" y="4196816"/>
              <a:ext cx="43890" cy="282116"/>
            </a:xfrm>
            <a:custGeom>
              <a:rect b="b" l="l" r="r" t="t"/>
              <a:pathLst>
                <a:path extrusionOk="0" h="3527" w="549">
                  <a:moveTo>
                    <a:pt x="153" y="0"/>
                  </a:moveTo>
                  <a:lnTo>
                    <a:pt x="1" y="3526"/>
                  </a:lnTo>
                  <a:lnTo>
                    <a:pt x="548" y="3435"/>
                  </a:lnTo>
                  <a:lnTo>
                    <a:pt x="39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9" name="Google Shape;3559;p33"/>
            <p:cNvSpPr/>
            <p:nvPr/>
          </p:nvSpPr>
          <p:spPr>
            <a:xfrm>
              <a:off x="8263101" y="4478852"/>
              <a:ext cx="221208" cy="248041"/>
            </a:xfrm>
            <a:custGeom>
              <a:rect b="b" l="l" r="r" t="t"/>
              <a:pathLst>
                <a:path extrusionOk="0" h="3101" w="2767">
                  <a:moveTo>
                    <a:pt x="1" y="0"/>
                  </a:moveTo>
                  <a:lnTo>
                    <a:pt x="396" y="3101"/>
                  </a:lnTo>
                  <a:lnTo>
                    <a:pt x="2402" y="3101"/>
                  </a:lnTo>
                  <a:lnTo>
                    <a:pt x="276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0" name="Google Shape;3560;p33"/>
            <p:cNvSpPr/>
            <p:nvPr/>
          </p:nvSpPr>
          <p:spPr>
            <a:xfrm>
              <a:off x="8248551" y="4435099"/>
              <a:ext cx="255184" cy="94865"/>
            </a:xfrm>
            <a:custGeom>
              <a:rect b="b" l="l" r="r" t="t"/>
              <a:pathLst>
                <a:path extrusionOk="0" h="1186" w="3192">
                  <a:moveTo>
                    <a:pt x="3192" y="0"/>
                  </a:moveTo>
                  <a:lnTo>
                    <a:pt x="0" y="61"/>
                  </a:lnTo>
                  <a:lnTo>
                    <a:pt x="61" y="1155"/>
                  </a:lnTo>
                  <a:lnTo>
                    <a:pt x="3040" y="1186"/>
                  </a:lnTo>
                  <a:lnTo>
                    <a:pt x="319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1" name="Google Shape;3561;p33"/>
            <p:cNvSpPr/>
            <p:nvPr/>
          </p:nvSpPr>
          <p:spPr>
            <a:xfrm>
              <a:off x="8265579" y="4527484"/>
              <a:ext cx="213853" cy="34075"/>
            </a:xfrm>
            <a:custGeom>
              <a:rect b="b" l="l" r="r" t="t"/>
              <a:pathLst>
                <a:path extrusionOk="0" h="426" w="2675">
                  <a:moveTo>
                    <a:pt x="0" y="0"/>
                  </a:moveTo>
                  <a:lnTo>
                    <a:pt x="91" y="426"/>
                  </a:lnTo>
                  <a:lnTo>
                    <a:pt x="2645" y="122"/>
                  </a:lnTo>
                  <a:lnTo>
                    <a:pt x="2675" y="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48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2" name="Google Shape;3562;p33"/>
            <p:cNvSpPr/>
            <p:nvPr/>
          </p:nvSpPr>
          <p:spPr>
            <a:xfrm>
              <a:off x="8318982" y="3766483"/>
              <a:ext cx="36535" cy="58391"/>
            </a:xfrm>
            <a:custGeom>
              <a:rect b="b" l="l" r="r" t="t"/>
              <a:pathLst>
                <a:path extrusionOk="0" h="730" w="457">
                  <a:moveTo>
                    <a:pt x="366" y="0"/>
                  </a:moveTo>
                  <a:cubicBezTo>
                    <a:pt x="366" y="0"/>
                    <a:pt x="122" y="122"/>
                    <a:pt x="62" y="304"/>
                  </a:cubicBezTo>
                  <a:cubicBezTo>
                    <a:pt x="1" y="517"/>
                    <a:pt x="62" y="730"/>
                    <a:pt x="62" y="730"/>
                  </a:cubicBezTo>
                  <a:cubicBezTo>
                    <a:pt x="62" y="730"/>
                    <a:pt x="305" y="608"/>
                    <a:pt x="366" y="426"/>
                  </a:cubicBezTo>
                  <a:cubicBezTo>
                    <a:pt x="457" y="244"/>
                    <a:pt x="366" y="0"/>
                    <a:pt x="36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3" name="Google Shape;3563;p33"/>
            <p:cNvSpPr/>
            <p:nvPr/>
          </p:nvSpPr>
          <p:spPr>
            <a:xfrm>
              <a:off x="8248551" y="3759204"/>
              <a:ext cx="58360" cy="65670"/>
            </a:xfrm>
            <a:custGeom>
              <a:rect b="b" l="l" r="r" t="t"/>
              <a:pathLst>
                <a:path extrusionOk="0" h="821" w="730">
                  <a:moveTo>
                    <a:pt x="0" y="0"/>
                  </a:moveTo>
                  <a:cubicBezTo>
                    <a:pt x="0" y="0"/>
                    <a:pt x="0" y="335"/>
                    <a:pt x="183" y="547"/>
                  </a:cubicBezTo>
                  <a:cubicBezTo>
                    <a:pt x="365" y="790"/>
                    <a:pt x="730" y="821"/>
                    <a:pt x="730" y="821"/>
                  </a:cubicBezTo>
                  <a:cubicBezTo>
                    <a:pt x="730" y="821"/>
                    <a:pt x="730" y="487"/>
                    <a:pt x="517" y="243"/>
                  </a:cubicBezTo>
                  <a:cubicBezTo>
                    <a:pt x="335" y="61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4" name="Google Shape;3564;p33"/>
            <p:cNvSpPr/>
            <p:nvPr/>
          </p:nvSpPr>
          <p:spPr>
            <a:xfrm>
              <a:off x="8532835" y="4167621"/>
              <a:ext cx="65715" cy="29275"/>
            </a:xfrm>
            <a:custGeom>
              <a:rect b="b" l="l" r="r" t="t"/>
              <a:pathLst>
                <a:path extrusionOk="0" h="366" w="822">
                  <a:moveTo>
                    <a:pt x="396" y="1"/>
                  </a:moveTo>
                  <a:cubicBezTo>
                    <a:pt x="153" y="1"/>
                    <a:pt x="1" y="213"/>
                    <a:pt x="1" y="213"/>
                  </a:cubicBezTo>
                  <a:cubicBezTo>
                    <a:pt x="1" y="213"/>
                    <a:pt x="183" y="365"/>
                    <a:pt x="426" y="365"/>
                  </a:cubicBezTo>
                  <a:cubicBezTo>
                    <a:pt x="669" y="365"/>
                    <a:pt x="821" y="153"/>
                    <a:pt x="821" y="153"/>
                  </a:cubicBezTo>
                  <a:cubicBezTo>
                    <a:pt x="821" y="153"/>
                    <a:pt x="609" y="1"/>
                    <a:pt x="396" y="1"/>
                  </a:cubicBezTo>
                  <a:close/>
                </a:path>
              </a:pathLst>
            </a:custGeom>
            <a:solidFill>
              <a:srgbClr val="7BBFB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5" name="Google Shape;3565;p33"/>
            <p:cNvSpPr/>
            <p:nvPr/>
          </p:nvSpPr>
          <p:spPr>
            <a:xfrm>
              <a:off x="8518285" y="4092272"/>
              <a:ext cx="48687" cy="80307"/>
            </a:xfrm>
            <a:custGeom>
              <a:rect b="b" l="l" r="r" t="t"/>
              <a:pathLst>
                <a:path extrusionOk="0" h="1004" w="609">
                  <a:moveTo>
                    <a:pt x="487" y="0"/>
                  </a:moveTo>
                  <a:cubicBezTo>
                    <a:pt x="487" y="0"/>
                    <a:pt x="183" y="152"/>
                    <a:pt x="61" y="426"/>
                  </a:cubicBezTo>
                  <a:cubicBezTo>
                    <a:pt x="0" y="699"/>
                    <a:pt x="122" y="1003"/>
                    <a:pt x="122" y="1003"/>
                  </a:cubicBezTo>
                  <a:cubicBezTo>
                    <a:pt x="122" y="1003"/>
                    <a:pt x="426" y="851"/>
                    <a:pt x="547" y="578"/>
                  </a:cubicBezTo>
                  <a:cubicBezTo>
                    <a:pt x="608" y="304"/>
                    <a:pt x="487" y="0"/>
                    <a:pt x="487" y="0"/>
                  </a:cubicBezTo>
                  <a:close/>
                </a:path>
              </a:pathLst>
            </a:custGeom>
            <a:solidFill>
              <a:srgbClr val="7BBFB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6" name="Google Shape;3566;p33"/>
            <p:cNvSpPr/>
            <p:nvPr/>
          </p:nvSpPr>
          <p:spPr>
            <a:xfrm>
              <a:off x="8071153" y="3827914"/>
              <a:ext cx="592952" cy="566871"/>
            </a:xfrm>
            <a:custGeom>
              <a:rect b="b" l="l" r="r" t="t"/>
              <a:pathLst>
                <a:path extrusionOk="0" h="7087" w="7417">
                  <a:moveTo>
                    <a:pt x="3931" y="0"/>
                  </a:moveTo>
                  <a:cubicBezTo>
                    <a:pt x="3624" y="0"/>
                    <a:pt x="3315" y="31"/>
                    <a:pt x="3010" y="83"/>
                  </a:cubicBezTo>
                  <a:cubicBezTo>
                    <a:pt x="1672" y="296"/>
                    <a:pt x="578" y="965"/>
                    <a:pt x="244" y="2363"/>
                  </a:cubicBezTo>
                  <a:cubicBezTo>
                    <a:pt x="0" y="3275"/>
                    <a:pt x="61" y="4430"/>
                    <a:pt x="426" y="5312"/>
                  </a:cubicBezTo>
                  <a:cubicBezTo>
                    <a:pt x="760" y="6132"/>
                    <a:pt x="1520" y="6770"/>
                    <a:pt x="2402" y="6953"/>
                  </a:cubicBezTo>
                  <a:cubicBezTo>
                    <a:pt x="2775" y="7038"/>
                    <a:pt x="3182" y="7086"/>
                    <a:pt x="3592" y="7086"/>
                  </a:cubicBezTo>
                  <a:cubicBezTo>
                    <a:pt x="4351" y="7086"/>
                    <a:pt x="5123" y="6922"/>
                    <a:pt x="5715" y="6527"/>
                  </a:cubicBezTo>
                  <a:cubicBezTo>
                    <a:pt x="6049" y="6315"/>
                    <a:pt x="6353" y="6071"/>
                    <a:pt x="6657" y="5767"/>
                  </a:cubicBezTo>
                  <a:cubicBezTo>
                    <a:pt x="7022" y="5342"/>
                    <a:pt x="7235" y="4825"/>
                    <a:pt x="7295" y="4308"/>
                  </a:cubicBezTo>
                  <a:cubicBezTo>
                    <a:pt x="7417" y="3640"/>
                    <a:pt x="7417" y="3032"/>
                    <a:pt x="7265" y="2515"/>
                  </a:cubicBezTo>
                  <a:cubicBezTo>
                    <a:pt x="7022" y="1634"/>
                    <a:pt x="6505" y="874"/>
                    <a:pt x="5593" y="387"/>
                  </a:cubicBezTo>
                  <a:cubicBezTo>
                    <a:pt x="5077" y="109"/>
                    <a:pt x="4509" y="0"/>
                    <a:pt x="393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567" name="Google Shape;3567;p33"/>
          <p:cNvGrpSpPr/>
          <p:nvPr/>
        </p:nvGrpSpPr>
        <p:grpSpPr>
          <a:xfrm>
            <a:off x="50855" y="4148281"/>
            <a:ext cx="592952" cy="967689"/>
            <a:chOff x="8071153" y="3759204"/>
            <a:chExt cx="592952" cy="967689"/>
          </a:xfrm>
        </p:grpSpPr>
        <p:sp>
          <p:nvSpPr>
            <p:cNvPr id="3568" name="Google Shape;3568;p33"/>
            <p:cNvSpPr/>
            <p:nvPr/>
          </p:nvSpPr>
          <p:spPr>
            <a:xfrm>
              <a:off x="8350560" y="4196816"/>
              <a:ext cx="43890" cy="282116"/>
            </a:xfrm>
            <a:custGeom>
              <a:rect b="b" l="l" r="r" t="t"/>
              <a:pathLst>
                <a:path extrusionOk="0" h="3527" w="549">
                  <a:moveTo>
                    <a:pt x="153" y="0"/>
                  </a:moveTo>
                  <a:lnTo>
                    <a:pt x="1" y="3526"/>
                  </a:lnTo>
                  <a:lnTo>
                    <a:pt x="548" y="3435"/>
                  </a:lnTo>
                  <a:lnTo>
                    <a:pt x="39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9" name="Google Shape;3569;p33"/>
            <p:cNvSpPr/>
            <p:nvPr/>
          </p:nvSpPr>
          <p:spPr>
            <a:xfrm>
              <a:off x="8263101" y="4478852"/>
              <a:ext cx="221208" cy="248041"/>
            </a:xfrm>
            <a:custGeom>
              <a:rect b="b" l="l" r="r" t="t"/>
              <a:pathLst>
                <a:path extrusionOk="0" h="3101" w="2767">
                  <a:moveTo>
                    <a:pt x="1" y="0"/>
                  </a:moveTo>
                  <a:lnTo>
                    <a:pt x="396" y="3101"/>
                  </a:lnTo>
                  <a:lnTo>
                    <a:pt x="2402" y="3101"/>
                  </a:lnTo>
                  <a:lnTo>
                    <a:pt x="276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0" name="Google Shape;3570;p33"/>
            <p:cNvSpPr/>
            <p:nvPr/>
          </p:nvSpPr>
          <p:spPr>
            <a:xfrm>
              <a:off x="8248551" y="4435099"/>
              <a:ext cx="255184" cy="94865"/>
            </a:xfrm>
            <a:custGeom>
              <a:rect b="b" l="l" r="r" t="t"/>
              <a:pathLst>
                <a:path extrusionOk="0" h="1186" w="3192">
                  <a:moveTo>
                    <a:pt x="3192" y="0"/>
                  </a:moveTo>
                  <a:lnTo>
                    <a:pt x="0" y="61"/>
                  </a:lnTo>
                  <a:lnTo>
                    <a:pt x="61" y="1155"/>
                  </a:lnTo>
                  <a:lnTo>
                    <a:pt x="3040" y="1186"/>
                  </a:lnTo>
                  <a:lnTo>
                    <a:pt x="319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1" name="Google Shape;3571;p33"/>
            <p:cNvSpPr/>
            <p:nvPr/>
          </p:nvSpPr>
          <p:spPr>
            <a:xfrm>
              <a:off x="8265579" y="4527484"/>
              <a:ext cx="213853" cy="34075"/>
            </a:xfrm>
            <a:custGeom>
              <a:rect b="b" l="l" r="r" t="t"/>
              <a:pathLst>
                <a:path extrusionOk="0" h="426" w="2675">
                  <a:moveTo>
                    <a:pt x="0" y="0"/>
                  </a:moveTo>
                  <a:lnTo>
                    <a:pt x="91" y="426"/>
                  </a:lnTo>
                  <a:lnTo>
                    <a:pt x="2645" y="122"/>
                  </a:lnTo>
                  <a:lnTo>
                    <a:pt x="2675" y="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48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2" name="Google Shape;3572;p33"/>
            <p:cNvSpPr/>
            <p:nvPr/>
          </p:nvSpPr>
          <p:spPr>
            <a:xfrm>
              <a:off x="8318982" y="3766483"/>
              <a:ext cx="36535" cy="58391"/>
            </a:xfrm>
            <a:custGeom>
              <a:rect b="b" l="l" r="r" t="t"/>
              <a:pathLst>
                <a:path extrusionOk="0" h="730" w="457">
                  <a:moveTo>
                    <a:pt x="366" y="0"/>
                  </a:moveTo>
                  <a:cubicBezTo>
                    <a:pt x="366" y="0"/>
                    <a:pt x="122" y="122"/>
                    <a:pt x="62" y="304"/>
                  </a:cubicBezTo>
                  <a:cubicBezTo>
                    <a:pt x="1" y="517"/>
                    <a:pt x="62" y="730"/>
                    <a:pt x="62" y="730"/>
                  </a:cubicBezTo>
                  <a:cubicBezTo>
                    <a:pt x="62" y="730"/>
                    <a:pt x="305" y="608"/>
                    <a:pt x="366" y="426"/>
                  </a:cubicBezTo>
                  <a:cubicBezTo>
                    <a:pt x="457" y="244"/>
                    <a:pt x="366" y="0"/>
                    <a:pt x="36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3" name="Google Shape;3573;p33"/>
            <p:cNvSpPr/>
            <p:nvPr/>
          </p:nvSpPr>
          <p:spPr>
            <a:xfrm>
              <a:off x="8248551" y="3759204"/>
              <a:ext cx="58360" cy="65670"/>
            </a:xfrm>
            <a:custGeom>
              <a:rect b="b" l="l" r="r" t="t"/>
              <a:pathLst>
                <a:path extrusionOk="0" h="821" w="730">
                  <a:moveTo>
                    <a:pt x="0" y="0"/>
                  </a:moveTo>
                  <a:cubicBezTo>
                    <a:pt x="0" y="0"/>
                    <a:pt x="0" y="335"/>
                    <a:pt x="183" y="547"/>
                  </a:cubicBezTo>
                  <a:cubicBezTo>
                    <a:pt x="365" y="790"/>
                    <a:pt x="730" y="821"/>
                    <a:pt x="730" y="821"/>
                  </a:cubicBezTo>
                  <a:cubicBezTo>
                    <a:pt x="730" y="821"/>
                    <a:pt x="730" y="487"/>
                    <a:pt x="517" y="243"/>
                  </a:cubicBezTo>
                  <a:cubicBezTo>
                    <a:pt x="335" y="61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4" name="Google Shape;3574;p33"/>
            <p:cNvSpPr/>
            <p:nvPr/>
          </p:nvSpPr>
          <p:spPr>
            <a:xfrm>
              <a:off x="8532835" y="4167621"/>
              <a:ext cx="65715" cy="29275"/>
            </a:xfrm>
            <a:custGeom>
              <a:rect b="b" l="l" r="r" t="t"/>
              <a:pathLst>
                <a:path extrusionOk="0" h="366" w="822">
                  <a:moveTo>
                    <a:pt x="396" y="1"/>
                  </a:moveTo>
                  <a:cubicBezTo>
                    <a:pt x="153" y="1"/>
                    <a:pt x="1" y="213"/>
                    <a:pt x="1" y="213"/>
                  </a:cubicBezTo>
                  <a:cubicBezTo>
                    <a:pt x="1" y="213"/>
                    <a:pt x="183" y="365"/>
                    <a:pt x="426" y="365"/>
                  </a:cubicBezTo>
                  <a:cubicBezTo>
                    <a:pt x="669" y="365"/>
                    <a:pt x="821" y="153"/>
                    <a:pt x="821" y="153"/>
                  </a:cubicBezTo>
                  <a:cubicBezTo>
                    <a:pt x="821" y="153"/>
                    <a:pt x="609" y="1"/>
                    <a:pt x="396" y="1"/>
                  </a:cubicBezTo>
                  <a:close/>
                </a:path>
              </a:pathLst>
            </a:custGeom>
            <a:solidFill>
              <a:srgbClr val="7BBFB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5" name="Google Shape;3575;p33"/>
            <p:cNvSpPr/>
            <p:nvPr/>
          </p:nvSpPr>
          <p:spPr>
            <a:xfrm>
              <a:off x="8518285" y="4092272"/>
              <a:ext cx="48687" cy="80307"/>
            </a:xfrm>
            <a:custGeom>
              <a:rect b="b" l="l" r="r" t="t"/>
              <a:pathLst>
                <a:path extrusionOk="0" h="1004" w="609">
                  <a:moveTo>
                    <a:pt x="487" y="0"/>
                  </a:moveTo>
                  <a:cubicBezTo>
                    <a:pt x="487" y="0"/>
                    <a:pt x="183" y="152"/>
                    <a:pt x="61" y="426"/>
                  </a:cubicBezTo>
                  <a:cubicBezTo>
                    <a:pt x="0" y="699"/>
                    <a:pt x="122" y="1003"/>
                    <a:pt x="122" y="1003"/>
                  </a:cubicBezTo>
                  <a:cubicBezTo>
                    <a:pt x="122" y="1003"/>
                    <a:pt x="426" y="851"/>
                    <a:pt x="547" y="578"/>
                  </a:cubicBezTo>
                  <a:cubicBezTo>
                    <a:pt x="608" y="304"/>
                    <a:pt x="487" y="0"/>
                    <a:pt x="487" y="0"/>
                  </a:cubicBezTo>
                  <a:close/>
                </a:path>
              </a:pathLst>
            </a:custGeom>
            <a:solidFill>
              <a:srgbClr val="7BBFB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6" name="Google Shape;3576;p33"/>
            <p:cNvSpPr/>
            <p:nvPr/>
          </p:nvSpPr>
          <p:spPr>
            <a:xfrm>
              <a:off x="8071153" y="3827914"/>
              <a:ext cx="592952" cy="566871"/>
            </a:xfrm>
            <a:custGeom>
              <a:rect b="b" l="l" r="r" t="t"/>
              <a:pathLst>
                <a:path extrusionOk="0" h="7087" w="7417">
                  <a:moveTo>
                    <a:pt x="3931" y="0"/>
                  </a:moveTo>
                  <a:cubicBezTo>
                    <a:pt x="3624" y="0"/>
                    <a:pt x="3315" y="31"/>
                    <a:pt x="3010" y="83"/>
                  </a:cubicBezTo>
                  <a:cubicBezTo>
                    <a:pt x="1672" y="296"/>
                    <a:pt x="578" y="965"/>
                    <a:pt x="244" y="2363"/>
                  </a:cubicBezTo>
                  <a:cubicBezTo>
                    <a:pt x="0" y="3275"/>
                    <a:pt x="61" y="4430"/>
                    <a:pt x="426" y="5312"/>
                  </a:cubicBezTo>
                  <a:cubicBezTo>
                    <a:pt x="760" y="6132"/>
                    <a:pt x="1520" y="6770"/>
                    <a:pt x="2402" y="6953"/>
                  </a:cubicBezTo>
                  <a:cubicBezTo>
                    <a:pt x="2775" y="7038"/>
                    <a:pt x="3182" y="7086"/>
                    <a:pt x="3592" y="7086"/>
                  </a:cubicBezTo>
                  <a:cubicBezTo>
                    <a:pt x="4351" y="7086"/>
                    <a:pt x="5123" y="6922"/>
                    <a:pt x="5715" y="6527"/>
                  </a:cubicBezTo>
                  <a:cubicBezTo>
                    <a:pt x="6049" y="6315"/>
                    <a:pt x="6353" y="6071"/>
                    <a:pt x="6657" y="5767"/>
                  </a:cubicBezTo>
                  <a:cubicBezTo>
                    <a:pt x="7022" y="5342"/>
                    <a:pt x="7235" y="4825"/>
                    <a:pt x="7295" y="4308"/>
                  </a:cubicBezTo>
                  <a:cubicBezTo>
                    <a:pt x="7417" y="3640"/>
                    <a:pt x="7417" y="3032"/>
                    <a:pt x="7265" y="2515"/>
                  </a:cubicBezTo>
                  <a:cubicBezTo>
                    <a:pt x="7022" y="1634"/>
                    <a:pt x="6505" y="874"/>
                    <a:pt x="5593" y="387"/>
                  </a:cubicBezTo>
                  <a:cubicBezTo>
                    <a:pt x="5077" y="109"/>
                    <a:pt x="4509" y="0"/>
                    <a:pt x="393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77" name="Google Shape;3577;p33"/>
          <p:cNvSpPr/>
          <p:nvPr/>
        </p:nvSpPr>
        <p:spPr>
          <a:xfrm>
            <a:off x="0" y="5107500"/>
            <a:ext cx="9144000" cy="36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8" name="Google Shape;3578;p33"/>
          <p:cNvSpPr txBox="1"/>
          <p:nvPr>
            <p:ph type="title"/>
          </p:nvPr>
        </p:nvSpPr>
        <p:spPr>
          <a:xfrm>
            <a:off x="720000" y="1217250"/>
            <a:ext cx="7704000" cy="270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200"/>
              <a:buNone/>
              <a:defRPr sz="82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79" name="Shape 3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80" name="Google Shape;3580;p34"/>
          <p:cNvGrpSpPr/>
          <p:nvPr/>
        </p:nvGrpSpPr>
        <p:grpSpPr>
          <a:xfrm>
            <a:off x="-15975" y="-52"/>
            <a:ext cx="9175950" cy="5143406"/>
            <a:chOff x="-15975" y="-52"/>
            <a:chExt cx="9175950" cy="5143406"/>
          </a:xfrm>
        </p:grpSpPr>
        <p:sp>
          <p:nvSpPr>
            <p:cNvPr id="3581" name="Google Shape;3581;p34"/>
            <p:cNvSpPr/>
            <p:nvPr/>
          </p:nvSpPr>
          <p:spPr>
            <a:xfrm rot="5400000">
              <a:off x="4570450" y="-378255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2" name="Google Shape;3582;p34"/>
            <p:cNvSpPr/>
            <p:nvPr/>
          </p:nvSpPr>
          <p:spPr>
            <a:xfrm rot="5400000">
              <a:off x="4570450" y="-276311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3" name="Google Shape;3583;p34"/>
            <p:cNvSpPr/>
            <p:nvPr/>
          </p:nvSpPr>
          <p:spPr>
            <a:xfrm rot="5400000">
              <a:off x="4570450" y="-174368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4" name="Google Shape;3584;p34"/>
            <p:cNvSpPr/>
            <p:nvPr/>
          </p:nvSpPr>
          <p:spPr>
            <a:xfrm rot="5400000">
              <a:off x="4570450" y="-72425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5" name="Google Shape;3585;p34"/>
            <p:cNvSpPr/>
            <p:nvPr/>
          </p:nvSpPr>
          <p:spPr>
            <a:xfrm rot="5400000">
              <a:off x="4570450" y="295184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6" name="Google Shape;3586;p34"/>
            <p:cNvSpPr/>
            <p:nvPr/>
          </p:nvSpPr>
          <p:spPr>
            <a:xfrm rot="5400000">
              <a:off x="4570450" y="-429226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7" name="Google Shape;3587;p34"/>
            <p:cNvSpPr/>
            <p:nvPr/>
          </p:nvSpPr>
          <p:spPr>
            <a:xfrm rot="5400000">
              <a:off x="4570450" y="-327283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8" name="Google Shape;3588;p34"/>
            <p:cNvSpPr/>
            <p:nvPr/>
          </p:nvSpPr>
          <p:spPr>
            <a:xfrm rot="5400000">
              <a:off x="4570450" y="-225340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9" name="Google Shape;3589;p34"/>
            <p:cNvSpPr/>
            <p:nvPr/>
          </p:nvSpPr>
          <p:spPr>
            <a:xfrm rot="5400000">
              <a:off x="4570450" y="-123396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0" name="Google Shape;3590;p34"/>
            <p:cNvSpPr/>
            <p:nvPr/>
          </p:nvSpPr>
          <p:spPr>
            <a:xfrm rot="5400000">
              <a:off x="4570450" y="-21453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1" name="Google Shape;3591;p34"/>
            <p:cNvSpPr/>
            <p:nvPr/>
          </p:nvSpPr>
          <p:spPr>
            <a:xfrm>
              <a:off x="5081305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2" name="Google Shape;3592;p34"/>
            <p:cNvSpPr/>
            <p:nvPr/>
          </p:nvSpPr>
          <p:spPr>
            <a:xfrm>
              <a:off x="6100964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3" name="Google Shape;3593;p34"/>
            <p:cNvSpPr/>
            <p:nvPr/>
          </p:nvSpPr>
          <p:spPr>
            <a:xfrm>
              <a:off x="7120623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4" name="Google Shape;3594;p34"/>
            <p:cNvSpPr/>
            <p:nvPr/>
          </p:nvSpPr>
          <p:spPr>
            <a:xfrm>
              <a:off x="8140282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5" name="Google Shape;3595;p34"/>
            <p:cNvSpPr/>
            <p:nvPr/>
          </p:nvSpPr>
          <p:spPr>
            <a:xfrm>
              <a:off x="5591134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6" name="Google Shape;3596;p34"/>
            <p:cNvSpPr/>
            <p:nvPr/>
          </p:nvSpPr>
          <p:spPr>
            <a:xfrm>
              <a:off x="6610793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7" name="Google Shape;3597;p34"/>
            <p:cNvSpPr/>
            <p:nvPr/>
          </p:nvSpPr>
          <p:spPr>
            <a:xfrm>
              <a:off x="7630452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8" name="Google Shape;3598;p34"/>
            <p:cNvSpPr/>
            <p:nvPr/>
          </p:nvSpPr>
          <p:spPr>
            <a:xfrm>
              <a:off x="8650111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599" name="Google Shape;3599;p34"/>
            <p:cNvGrpSpPr/>
            <p:nvPr/>
          </p:nvGrpSpPr>
          <p:grpSpPr>
            <a:xfrm>
              <a:off x="-15975" y="-52"/>
              <a:ext cx="4587484" cy="5143406"/>
              <a:chOff x="-9275" y="-1994782"/>
              <a:chExt cx="4587484" cy="9140583"/>
            </a:xfrm>
          </p:grpSpPr>
          <p:sp>
            <p:nvSpPr>
              <p:cNvPr id="3600" name="Google Shape;3600;p34"/>
              <p:cNvSpPr/>
              <p:nvPr/>
            </p:nvSpPr>
            <p:spPr>
              <a:xfrm>
                <a:off x="50044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01" name="Google Shape;3601;p34"/>
              <p:cNvSpPr/>
              <p:nvPr/>
            </p:nvSpPr>
            <p:spPr>
              <a:xfrm>
                <a:off x="15198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02" name="Google Shape;3602;p34"/>
              <p:cNvSpPr/>
              <p:nvPr/>
            </p:nvSpPr>
            <p:spPr>
              <a:xfrm>
                <a:off x="253930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03" name="Google Shape;3603;p34"/>
              <p:cNvSpPr/>
              <p:nvPr/>
            </p:nvSpPr>
            <p:spPr>
              <a:xfrm>
                <a:off x="355874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04" name="Google Shape;3604;p34"/>
              <p:cNvSpPr/>
              <p:nvPr/>
            </p:nvSpPr>
            <p:spPr>
              <a:xfrm>
                <a:off x="45781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05" name="Google Shape;3605;p34"/>
              <p:cNvSpPr/>
              <p:nvPr/>
            </p:nvSpPr>
            <p:spPr>
              <a:xfrm>
                <a:off x="101015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06" name="Google Shape;3606;p34"/>
              <p:cNvSpPr/>
              <p:nvPr/>
            </p:nvSpPr>
            <p:spPr>
              <a:xfrm>
                <a:off x="202959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07" name="Google Shape;3607;p34"/>
              <p:cNvSpPr/>
              <p:nvPr/>
            </p:nvSpPr>
            <p:spPr>
              <a:xfrm>
                <a:off x="304902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08" name="Google Shape;3608;p34"/>
              <p:cNvSpPr/>
              <p:nvPr/>
            </p:nvSpPr>
            <p:spPr>
              <a:xfrm>
                <a:off x="406845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09" name="Google Shape;3609;p34"/>
              <p:cNvSpPr/>
              <p:nvPr/>
            </p:nvSpPr>
            <p:spPr>
              <a:xfrm>
                <a:off x="-92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10" name="Google Shape;3610;p34"/>
            <p:cNvSpPr/>
            <p:nvPr/>
          </p:nvSpPr>
          <p:spPr>
            <a:xfrm>
              <a:off x="9159941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11" name="Google Shape;3611;p34"/>
          <p:cNvSpPr/>
          <p:nvPr/>
        </p:nvSpPr>
        <p:spPr>
          <a:xfrm>
            <a:off x="0" y="-100"/>
            <a:ext cx="9144000" cy="5143500"/>
          </a:xfrm>
          <a:prstGeom prst="rect">
            <a:avLst/>
          </a:prstGeom>
          <a:solidFill>
            <a:srgbClr val="D6E3EA">
              <a:alpha val="398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612" name="Google Shape;3612;p34"/>
          <p:cNvGrpSpPr/>
          <p:nvPr/>
        </p:nvGrpSpPr>
        <p:grpSpPr>
          <a:xfrm flipH="1">
            <a:off x="0" y="3998946"/>
            <a:ext cx="1496970" cy="1108547"/>
            <a:chOff x="7609470" y="3938246"/>
            <a:chExt cx="1496970" cy="1108547"/>
          </a:xfrm>
        </p:grpSpPr>
        <p:sp>
          <p:nvSpPr>
            <p:cNvPr id="3613" name="Google Shape;3613;p34"/>
            <p:cNvSpPr/>
            <p:nvPr/>
          </p:nvSpPr>
          <p:spPr>
            <a:xfrm flipH="1">
              <a:off x="7609470" y="3938246"/>
              <a:ext cx="1494572" cy="1108547"/>
            </a:xfrm>
            <a:custGeom>
              <a:rect b="b" l="l" r="r" t="t"/>
              <a:pathLst>
                <a:path extrusionOk="0" h="13859" w="18695">
                  <a:moveTo>
                    <a:pt x="1447" y="0"/>
                  </a:moveTo>
                  <a:cubicBezTo>
                    <a:pt x="1061" y="0"/>
                    <a:pt x="617" y="130"/>
                    <a:pt x="122" y="424"/>
                  </a:cubicBezTo>
                  <a:cubicBezTo>
                    <a:pt x="92" y="424"/>
                    <a:pt x="61" y="454"/>
                    <a:pt x="1" y="454"/>
                  </a:cubicBezTo>
                  <a:lnTo>
                    <a:pt x="1" y="13858"/>
                  </a:lnTo>
                  <a:lnTo>
                    <a:pt x="18694" y="13858"/>
                  </a:lnTo>
                  <a:cubicBezTo>
                    <a:pt x="18451" y="13038"/>
                    <a:pt x="17752" y="12339"/>
                    <a:pt x="16992" y="12035"/>
                  </a:cubicBezTo>
                  <a:cubicBezTo>
                    <a:pt x="16604" y="11877"/>
                    <a:pt x="16196" y="11814"/>
                    <a:pt x="15780" y="11814"/>
                  </a:cubicBezTo>
                  <a:cubicBezTo>
                    <a:pt x="15320" y="11814"/>
                    <a:pt x="14850" y="11891"/>
                    <a:pt x="14389" y="12002"/>
                  </a:cubicBezTo>
                  <a:lnTo>
                    <a:pt x="14389" y="12002"/>
                  </a:lnTo>
                  <a:cubicBezTo>
                    <a:pt x="14540" y="11959"/>
                    <a:pt x="14746" y="11667"/>
                    <a:pt x="14864" y="11548"/>
                  </a:cubicBezTo>
                  <a:cubicBezTo>
                    <a:pt x="15138" y="11244"/>
                    <a:pt x="15351" y="10940"/>
                    <a:pt x="15411" y="10576"/>
                  </a:cubicBezTo>
                  <a:cubicBezTo>
                    <a:pt x="15472" y="10120"/>
                    <a:pt x="15320" y="9664"/>
                    <a:pt x="15047" y="9299"/>
                  </a:cubicBezTo>
                  <a:cubicBezTo>
                    <a:pt x="14653" y="8827"/>
                    <a:pt x="14011" y="8581"/>
                    <a:pt x="13374" y="8581"/>
                  </a:cubicBezTo>
                  <a:cubicBezTo>
                    <a:pt x="13272" y="8581"/>
                    <a:pt x="13171" y="8588"/>
                    <a:pt x="13071" y="8600"/>
                  </a:cubicBezTo>
                  <a:lnTo>
                    <a:pt x="12980" y="8600"/>
                  </a:lnTo>
                  <a:cubicBezTo>
                    <a:pt x="12828" y="8630"/>
                    <a:pt x="12706" y="8630"/>
                    <a:pt x="12554" y="8691"/>
                  </a:cubicBezTo>
                  <a:cubicBezTo>
                    <a:pt x="12213" y="8835"/>
                    <a:pt x="11894" y="9021"/>
                    <a:pt x="11601" y="9243"/>
                  </a:cubicBezTo>
                  <a:lnTo>
                    <a:pt x="11601" y="9243"/>
                  </a:lnTo>
                  <a:cubicBezTo>
                    <a:pt x="11894" y="8923"/>
                    <a:pt x="12183" y="8555"/>
                    <a:pt x="12311" y="8235"/>
                  </a:cubicBezTo>
                  <a:cubicBezTo>
                    <a:pt x="13246" y="6312"/>
                    <a:pt x="11645" y="3636"/>
                    <a:pt x="9345" y="3636"/>
                  </a:cubicBezTo>
                  <a:cubicBezTo>
                    <a:pt x="9028" y="3636"/>
                    <a:pt x="8698" y="3687"/>
                    <a:pt x="8359" y="3798"/>
                  </a:cubicBezTo>
                  <a:cubicBezTo>
                    <a:pt x="7436" y="4182"/>
                    <a:pt x="6643" y="4956"/>
                    <a:pt x="6052" y="5864"/>
                  </a:cubicBezTo>
                  <a:lnTo>
                    <a:pt x="6052" y="5864"/>
                  </a:lnTo>
                  <a:cubicBezTo>
                    <a:pt x="7044" y="3936"/>
                    <a:pt x="6013" y="2566"/>
                    <a:pt x="4822" y="2566"/>
                  </a:cubicBezTo>
                  <a:cubicBezTo>
                    <a:pt x="4146" y="2566"/>
                    <a:pt x="3418" y="3008"/>
                    <a:pt x="2979" y="4041"/>
                  </a:cubicBezTo>
                  <a:cubicBezTo>
                    <a:pt x="3611" y="2050"/>
                    <a:pt x="2981" y="0"/>
                    <a:pt x="144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4" name="Google Shape;3614;p34"/>
            <p:cNvSpPr/>
            <p:nvPr/>
          </p:nvSpPr>
          <p:spPr>
            <a:xfrm flipH="1">
              <a:off x="8221849" y="4367699"/>
              <a:ext cx="884591" cy="679094"/>
            </a:xfrm>
            <a:custGeom>
              <a:rect b="b" l="l" r="r" t="t"/>
              <a:pathLst>
                <a:path extrusionOk="0" h="8490" w="11065">
                  <a:moveTo>
                    <a:pt x="486" y="1"/>
                  </a:moveTo>
                  <a:cubicBezTo>
                    <a:pt x="321" y="1"/>
                    <a:pt x="157" y="33"/>
                    <a:pt x="0" y="100"/>
                  </a:cubicBezTo>
                  <a:lnTo>
                    <a:pt x="0" y="8489"/>
                  </a:lnTo>
                  <a:lnTo>
                    <a:pt x="11064" y="8489"/>
                  </a:lnTo>
                  <a:cubicBezTo>
                    <a:pt x="10912" y="8003"/>
                    <a:pt x="10487" y="7578"/>
                    <a:pt x="10031" y="7426"/>
                  </a:cubicBezTo>
                  <a:cubicBezTo>
                    <a:pt x="9799" y="7339"/>
                    <a:pt x="9553" y="7300"/>
                    <a:pt x="9303" y="7300"/>
                  </a:cubicBezTo>
                  <a:cubicBezTo>
                    <a:pt x="9029" y="7300"/>
                    <a:pt x="8751" y="7346"/>
                    <a:pt x="8481" y="7426"/>
                  </a:cubicBezTo>
                  <a:cubicBezTo>
                    <a:pt x="8754" y="6939"/>
                    <a:pt x="8389" y="6271"/>
                    <a:pt x="7903" y="6058"/>
                  </a:cubicBezTo>
                  <a:cubicBezTo>
                    <a:pt x="7756" y="6003"/>
                    <a:pt x="7601" y="5978"/>
                    <a:pt x="7444" y="5978"/>
                  </a:cubicBezTo>
                  <a:cubicBezTo>
                    <a:pt x="7152" y="5978"/>
                    <a:pt x="6851" y="6063"/>
                    <a:pt x="6580" y="6195"/>
                  </a:cubicBezTo>
                  <a:lnTo>
                    <a:pt x="6580" y="6195"/>
                  </a:lnTo>
                  <a:cubicBezTo>
                    <a:pt x="6903" y="5981"/>
                    <a:pt x="7137" y="5620"/>
                    <a:pt x="7265" y="5237"/>
                  </a:cubicBezTo>
                  <a:cubicBezTo>
                    <a:pt x="7801" y="4084"/>
                    <a:pt x="6846" y="2504"/>
                    <a:pt x="5507" y="2504"/>
                  </a:cubicBezTo>
                  <a:cubicBezTo>
                    <a:pt x="5329" y="2504"/>
                    <a:pt x="5144" y="2532"/>
                    <a:pt x="4955" y="2593"/>
                  </a:cubicBezTo>
                  <a:cubicBezTo>
                    <a:pt x="4359" y="2836"/>
                    <a:pt x="3885" y="3321"/>
                    <a:pt x="3509" y="3896"/>
                  </a:cubicBezTo>
                  <a:lnTo>
                    <a:pt x="3509" y="3896"/>
                  </a:lnTo>
                  <a:cubicBezTo>
                    <a:pt x="4180" y="2709"/>
                    <a:pt x="3551" y="1867"/>
                    <a:pt x="2823" y="1867"/>
                  </a:cubicBezTo>
                  <a:cubicBezTo>
                    <a:pt x="2423" y="1867"/>
                    <a:pt x="1993" y="2122"/>
                    <a:pt x="1733" y="2714"/>
                  </a:cubicBezTo>
                  <a:cubicBezTo>
                    <a:pt x="2381" y="1081"/>
                    <a:pt x="1437" y="1"/>
                    <a:pt x="4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5" name="Google Shape;3615;p34"/>
            <p:cNvSpPr/>
            <p:nvPr/>
          </p:nvSpPr>
          <p:spPr>
            <a:xfrm flipH="1">
              <a:off x="8165967" y="4144614"/>
              <a:ext cx="82743" cy="75988"/>
            </a:xfrm>
            <a:custGeom>
              <a:rect b="b" l="l" r="r" t="t"/>
              <a:pathLst>
                <a:path extrusionOk="0" h="950" w="1035">
                  <a:moveTo>
                    <a:pt x="998" y="1"/>
                  </a:moveTo>
                  <a:cubicBezTo>
                    <a:pt x="894" y="1"/>
                    <a:pt x="584" y="21"/>
                    <a:pt x="335" y="245"/>
                  </a:cubicBezTo>
                  <a:cubicBezTo>
                    <a:pt x="31" y="488"/>
                    <a:pt x="1" y="944"/>
                    <a:pt x="1" y="944"/>
                  </a:cubicBezTo>
                  <a:cubicBezTo>
                    <a:pt x="1" y="944"/>
                    <a:pt x="38" y="950"/>
                    <a:pt x="99" y="950"/>
                  </a:cubicBezTo>
                  <a:cubicBezTo>
                    <a:pt x="235" y="950"/>
                    <a:pt x="490" y="921"/>
                    <a:pt x="700" y="731"/>
                  </a:cubicBezTo>
                  <a:cubicBezTo>
                    <a:pt x="1004" y="458"/>
                    <a:pt x="1034" y="2"/>
                    <a:pt x="1034" y="2"/>
                  </a:cubicBezTo>
                  <a:cubicBezTo>
                    <a:pt x="1034" y="2"/>
                    <a:pt x="1021" y="1"/>
                    <a:pt x="99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6" name="Google Shape;3616;p34"/>
            <p:cNvSpPr/>
            <p:nvPr/>
          </p:nvSpPr>
          <p:spPr>
            <a:xfrm flipH="1">
              <a:off x="8853654" y="4378097"/>
              <a:ext cx="82743" cy="116782"/>
            </a:xfrm>
            <a:custGeom>
              <a:rect b="b" l="l" r="r" t="t"/>
              <a:pathLst>
                <a:path extrusionOk="0" h="1460" w="1035">
                  <a:moveTo>
                    <a:pt x="913" y="1"/>
                  </a:moveTo>
                  <a:lnTo>
                    <a:pt x="913" y="1"/>
                  </a:lnTo>
                  <a:cubicBezTo>
                    <a:pt x="913" y="1"/>
                    <a:pt x="457" y="153"/>
                    <a:pt x="244" y="548"/>
                  </a:cubicBezTo>
                  <a:cubicBezTo>
                    <a:pt x="1" y="913"/>
                    <a:pt x="123" y="1460"/>
                    <a:pt x="123" y="1460"/>
                  </a:cubicBezTo>
                  <a:cubicBezTo>
                    <a:pt x="123" y="1460"/>
                    <a:pt x="578" y="1308"/>
                    <a:pt x="791" y="913"/>
                  </a:cubicBezTo>
                  <a:cubicBezTo>
                    <a:pt x="1034" y="548"/>
                    <a:pt x="913" y="1"/>
                    <a:pt x="9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7" name="Google Shape;3617;p34"/>
            <p:cNvSpPr/>
            <p:nvPr/>
          </p:nvSpPr>
          <p:spPr>
            <a:xfrm flipH="1">
              <a:off x="8255906" y="4047429"/>
              <a:ext cx="77786" cy="165414"/>
            </a:xfrm>
            <a:custGeom>
              <a:rect b="b" l="l" r="r" t="t"/>
              <a:pathLst>
                <a:path extrusionOk="0" h="2068" w="973">
                  <a:moveTo>
                    <a:pt x="243" y="1"/>
                  </a:moveTo>
                  <a:cubicBezTo>
                    <a:pt x="243" y="1"/>
                    <a:pt x="0" y="578"/>
                    <a:pt x="91" y="1156"/>
                  </a:cubicBezTo>
                  <a:cubicBezTo>
                    <a:pt x="213" y="1703"/>
                    <a:pt x="699" y="2068"/>
                    <a:pt x="699" y="2068"/>
                  </a:cubicBezTo>
                  <a:cubicBezTo>
                    <a:pt x="699" y="2068"/>
                    <a:pt x="973" y="1490"/>
                    <a:pt x="851" y="913"/>
                  </a:cubicBezTo>
                  <a:cubicBezTo>
                    <a:pt x="760" y="335"/>
                    <a:pt x="243" y="1"/>
                    <a:pt x="2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618" name="Google Shape;3618;p34"/>
          <p:cNvGrpSpPr/>
          <p:nvPr/>
        </p:nvGrpSpPr>
        <p:grpSpPr>
          <a:xfrm>
            <a:off x="0" y="4752988"/>
            <a:ext cx="9144000" cy="354505"/>
            <a:chOff x="0" y="4689888"/>
            <a:chExt cx="9144000" cy="354505"/>
          </a:xfrm>
        </p:grpSpPr>
        <p:grpSp>
          <p:nvGrpSpPr>
            <p:cNvPr id="3619" name="Google Shape;3619;p34"/>
            <p:cNvGrpSpPr/>
            <p:nvPr/>
          </p:nvGrpSpPr>
          <p:grpSpPr>
            <a:xfrm>
              <a:off x="0" y="4793425"/>
              <a:ext cx="9144000" cy="194975"/>
              <a:chOff x="0" y="4789550"/>
              <a:chExt cx="9144000" cy="194975"/>
            </a:xfrm>
          </p:grpSpPr>
          <p:sp>
            <p:nvSpPr>
              <p:cNvPr id="3620" name="Google Shape;3620;p34"/>
              <p:cNvSpPr/>
              <p:nvPr/>
            </p:nvSpPr>
            <p:spPr>
              <a:xfrm>
                <a:off x="0" y="4789550"/>
                <a:ext cx="9144000" cy="360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21" name="Google Shape;3621;p34"/>
              <p:cNvSpPr/>
              <p:nvPr/>
            </p:nvSpPr>
            <p:spPr>
              <a:xfrm>
                <a:off x="0" y="4948525"/>
                <a:ext cx="9144000" cy="360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622" name="Google Shape;3622;p34"/>
            <p:cNvGrpSpPr/>
            <p:nvPr/>
          </p:nvGrpSpPr>
          <p:grpSpPr>
            <a:xfrm>
              <a:off x="28483" y="4689888"/>
              <a:ext cx="9087034" cy="354505"/>
              <a:chOff x="28483" y="4689888"/>
              <a:chExt cx="9087034" cy="354505"/>
            </a:xfrm>
          </p:grpSpPr>
          <p:sp>
            <p:nvSpPr>
              <p:cNvPr id="3623" name="Google Shape;3623;p34"/>
              <p:cNvSpPr/>
              <p:nvPr/>
            </p:nvSpPr>
            <p:spPr>
              <a:xfrm>
                <a:off x="64010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6" y="1"/>
                      <a:pt x="533" y="8"/>
                      <a:pt x="518" y="24"/>
                    </a:cubicBezTo>
                    <a:lnTo>
                      <a:pt x="62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34" y="4431"/>
                      <a:pt x="1065" y="4401"/>
                      <a:pt x="1156" y="4370"/>
                    </a:cubicBezTo>
                    <a:lnTo>
                      <a:pt x="1156" y="601"/>
                    </a:lnTo>
                    <a:lnTo>
                      <a:pt x="1126" y="571"/>
                    </a:lnTo>
                    <a:lnTo>
                      <a:pt x="670" y="24"/>
                    </a:lnTo>
                    <a:cubicBezTo>
                      <a:pt x="639" y="8"/>
                      <a:pt x="609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24" name="Google Shape;3624;p34"/>
              <p:cNvSpPr/>
              <p:nvPr/>
            </p:nvSpPr>
            <p:spPr>
              <a:xfrm>
                <a:off x="79301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3" y="8"/>
                      <a:pt x="517" y="24"/>
                    </a:cubicBezTo>
                    <a:lnTo>
                      <a:pt x="6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34" y="4431"/>
                      <a:pt x="1064" y="4401"/>
                      <a:pt x="1156" y="4370"/>
                    </a:cubicBezTo>
                    <a:lnTo>
                      <a:pt x="1156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9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25" name="Google Shape;3625;p34"/>
              <p:cNvSpPr/>
              <p:nvPr/>
            </p:nvSpPr>
            <p:spPr>
              <a:xfrm>
                <a:off x="94592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2" y="4431"/>
                      <a:pt x="122" y="4431"/>
                    </a:cubicBezTo>
                    <a:lnTo>
                      <a:pt x="1003" y="4431"/>
                    </a:lnTo>
                    <a:cubicBezTo>
                      <a:pt x="103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8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26" name="Google Shape;3626;p34"/>
              <p:cNvSpPr/>
              <p:nvPr/>
            </p:nvSpPr>
            <p:spPr>
              <a:xfrm>
                <a:off x="109882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1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1" y="4431"/>
                      <a:pt x="122" y="4431"/>
                    </a:cubicBezTo>
                    <a:lnTo>
                      <a:pt x="1003" y="4431"/>
                    </a:lnTo>
                    <a:cubicBezTo>
                      <a:pt x="106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8" y="8"/>
                      <a:pt x="608" y="1"/>
                      <a:pt x="58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27" name="Google Shape;3627;p34"/>
              <p:cNvSpPr/>
              <p:nvPr/>
            </p:nvSpPr>
            <p:spPr>
              <a:xfrm>
                <a:off x="1251735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04" y="4431"/>
                      <a:pt x="103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28" name="Google Shape;3628;p34"/>
              <p:cNvSpPr/>
              <p:nvPr/>
            </p:nvSpPr>
            <p:spPr>
              <a:xfrm>
                <a:off x="1402243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29" name="Google Shape;3629;p34"/>
              <p:cNvSpPr/>
              <p:nvPr/>
            </p:nvSpPr>
            <p:spPr>
              <a:xfrm>
                <a:off x="1552751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64" y="4431"/>
                      <a:pt x="109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30" name="Google Shape;3630;p34"/>
              <p:cNvSpPr/>
              <p:nvPr/>
            </p:nvSpPr>
            <p:spPr>
              <a:xfrm>
                <a:off x="751362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31" name="Google Shape;3631;p34"/>
              <p:cNvSpPr/>
              <p:nvPr/>
            </p:nvSpPr>
            <p:spPr>
              <a:xfrm>
                <a:off x="7666529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3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32" name="Google Shape;3632;p34"/>
              <p:cNvSpPr/>
              <p:nvPr/>
            </p:nvSpPr>
            <p:spPr>
              <a:xfrm>
                <a:off x="7816957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33" name="Google Shape;3633;p34"/>
              <p:cNvSpPr/>
              <p:nvPr/>
            </p:nvSpPr>
            <p:spPr>
              <a:xfrm>
                <a:off x="796738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2" y="4431"/>
                      <a:pt x="122" y="4431"/>
                    </a:cubicBezTo>
                    <a:lnTo>
                      <a:pt x="1003" y="4431"/>
                    </a:lnTo>
                    <a:cubicBezTo>
                      <a:pt x="103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8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34" name="Google Shape;3634;p34"/>
              <p:cNvSpPr/>
              <p:nvPr/>
            </p:nvSpPr>
            <p:spPr>
              <a:xfrm>
                <a:off x="812029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93" y="1"/>
                    </a:moveTo>
                    <a:cubicBezTo>
                      <a:pt x="562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1" y="4431"/>
                      <a:pt x="122" y="4431"/>
                    </a:cubicBezTo>
                    <a:lnTo>
                      <a:pt x="1003" y="4431"/>
                    </a:lnTo>
                    <a:cubicBezTo>
                      <a:pt x="106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54" y="8"/>
                      <a:pt x="623" y="1"/>
                      <a:pt x="59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35" name="Google Shape;3635;p34"/>
              <p:cNvSpPr/>
              <p:nvPr/>
            </p:nvSpPr>
            <p:spPr>
              <a:xfrm>
                <a:off x="8273198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1" y="4431"/>
                      <a:pt x="122" y="4431"/>
                    </a:cubicBezTo>
                    <a:lnTo>
                      <a:pt x="973" y="4431"/>
                    </a:lnTo>
                    <a:cubicBezTo>
                      <a:pt x="1034" y="4431"/>
                      <a:pt x="1065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36" name="Google Shape;3636;p34"/>
              <p:cNvSpPr/>
              <p:nvPr/>
            </p:nvSpPr>
            <p:spPr>
              <a:xfrm>
                <a:off x="8423706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34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37" name="Google Shape;3637;p34"/>
              <p:cNvSpPr/>
              <p:nvPr/>
            </p:nvSpPr>
            <p:spPr>
              <a:xfrm>
                <a:off x="8574214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64" y="4431"/>
                      <a:pt x="109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38" name="Google Shape;3638;p34"/>
              <p:cNvSpPr/>
              <p:nvPr/>
            </p:nvSpPr>
            <p:spPr>
              <a:xfrm>
                <a:off x="8724643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2" y="4431"/>
                      <a:pt x="122" y="4431"/>
                    </a:cubicBezTo>
                    <a:lnTo>
                      <a:pt x="974" y="4431"/>
                    </a:lnTo>
                    <a:cubicBezTo>
                      <a:pt x="1065" y="4431"/>
                      <a:pt x="1095" y="4401"/>
                      <a:pt x="1126" y="4370"/>
                    </a:cubicBezTo>
                    <a:lnTo>
                      <a:pt x="112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4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39" name="Google Shape;3639;p34"/>
              <p:cNvSpPr/>
              <p:nvPr/>
            </p:nvSpPr>
            <p:spPr>
              <a:xfrm>
                <a:off x="8875151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74" y="1"/>
                    </a:moveTo>
                    <a:cubicBezTo>
                      <a:pt x="547" y="1"/>
                      <a:pt x="517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122" y="4431"/>
                    </a:cubicBezTo>
                    <a:lnTo>
                      <a:pt x="1003" y="4431"/>
                    </a:lnTo>
                    <a:cubicBezTo>
                      <a:pt x="103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600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40" name="Google Shape;3640;p34"/>
              <p:cNvSpPr/>
              <p:nvPr/>
            </p:nvSpPr>
            <p:spPr>
              <a:xfrm>
                <a:off x="736071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41" name="Google Shape;3641;p34"/>
              <p:cNvSpPr/>
              <p:nvPr/>
            </p:nvSpPr>
            <p:spPr>
              <a:xfrm>
                <a:off x="720781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42" name="Google Shape;3642;p34"/>
              <p:cNvSpPr/>
              <p:nvPr/>
            </p:nvSpPr>
            <p:spPr>
              <a:xfrm>
                <a:off x="705490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43" name="Google Shape;3643;p34"/>
              <p:cNvSpPr/>
              <p:nvPr/>
            </p:nvSpPr>
            <p:spPr>
              <a:xfrm>
                <a:off x="690199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44" name="Google Shape;3644;p34"/>
              <p:cNvSpPr/>
              <p:nvPr/>
            </p:nvSpPr>
            <p:spPr>
              <a:xfrm>
                <a:off x="674909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45" name="Google Shape;3645;p34"/>
              <p:cNvSpPr/>
              <p:nvPr/>
            </p:nvSpPr>
            <p:spPr>
              <a:xfrm>
                <a:off x="659618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46" name="Google Shape;3646;p34"/>
              <p:cNvSpPr/>
              <p:nvPr/>
            </p:nvSpPr>
            <p:spPr>
              <a:xfrm>
                <a:off x="644327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47" name="Google Shape;3647;p34"/>
              <p:cNvSpPr/>
              <p:nvPr/>
            </p:nvSpPr>
            <p:spPr>
              <a:xfrm>
                <a:off x="629037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48" name="Google Shape;3648;p34"/>
              <p:cNvSpPr/>
              <p:nvPr/>
            </p:nvSpPr>
            <p:spPr>
              <a:xfrm>
                <a:off x="613746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49" name="Google Shape;3649;p34"/>
              <p:cNvSpPr/>
              <p:nvPr/>
            </p:nvSpPr>
            <p:spPr>
              <a:xfrm>
                <a:off x="598455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50" name="Google Shape;3650;p34"/>
              <p:cNvSpPr/>
              <p:nvPr/>
            </p:nvSpPr>
            <p:spPr>
              <a:xfrm>
                <a:off x="583165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51" name="Google Shape;3651;p34"/>
              <p:cNvSpPr/>
              <p:nvPr/>
            </p:nvSpPr>
            <p:spPr>
              <a:xfrm>
                <a:off x="567874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52" name="Google Shape;3652;p34"/>
              <p:cNvSpPr/>
              <p:nvPr/>
            </p:nvSpPr>
            <p:spPr>
              <a:xfrm>
                <a:off x="552583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53" name="Google Shape;3653;p34"/>
              <p:cNvSpPr/>
              <p:nvPr/>
            </p:nvSpPr>
            <p:spPr>
              <a:xfrm>
                <a:off x="537293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54" name="Google Shape;3654;p34"/>
              <p:cNvSpPr/>
              <p:nvPr/>
            </p:nvSpPr>
            <p:spPr>
              <a:xfrm>
                <a:off x="522002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55" name="Google Shape;3655;p34"/>
              <p:cNvSpPr/>
              <p:nvPr/>
            </p:nvSpPr>
            <p:spPr>
              <a:xfrm>
                <a:off x="506712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56" name="Google Shape;3656;p34"/>
              <p:cNvSpPr/>
              <p:nvPr/>
            </p:nvSpPr>
            <p:spPr>
              <a:xfrm>
                <a:off x="491421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57" name="Google Shape;3657;p34"/>
              <p:cNvSpPr/>
              <p:nvPr/>
            </p:nvSpPr>
            <p:spPr>
              <a:xfrm>
                <a:off x="476130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58" name="Google Shape;3658;p34"/>
              <p:cNvSpPr/>
              <p:nvPr/>
            </p:nvSpPr>
            <p:spPr>
              <a:xfrm>
                <a:off x="460840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59" name="Google Shape;3659;p34"/>
              <p:cNvSpPr/>
              <p:nvPr/>
            </p:nvSpPr>
            <p:spPr>
              <a:xfrm>
                <a:off x="445549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60" name="Google Shape;3660;p34"/>
              <p:cNvSpPr/>
              <p:nvPr/>
            </p:nvSpPr>
            <p:spPr>
              <a:xfrm>
                <a:off x="430258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61" name="Google Shape;3661;p34"/>
              <p:cNvSpPr/>
              <p:nvPr/>
            </p:nvSpPr>
            <p:spPr>
              <a:xfrm>
                <a:off x="414968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62" name="Google Shape;3662;p34"/>
              <p:cNvSpPr/>
              <p:nvPr/>
            </p:nvSpPr>
            <p:spPr>
              <a:xfrm>
                <a:off x="399677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63" name="Google Shape;3663;p34"/>
              <p:cNvSpPr/>
              <p:nvPr/>
            </p:nvSpPr>
            <p:spPr>
              <a:xfrm>
                <a:off x="384386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64" name="Google Shape;3664;p34"/>
              <p:cNvSpPr/>
              <p:nvPr/>
            </p:nvSpPr>
            <p:spPr>
              <a:xfrm>
                <a:off x="369096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65" name="Google Shape;3665;p34"/>
              <p:cNvSpPr/>
              <p:nvPr/>
            </p:nvSpPr>
            <p:spPr>
              <a:xfrm>
                <a:off x="353805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66" name="Google Shape;3666;p34"/>
              <p:cNvSpPr/>
              <p:nvPr/>
            </p:nvSpPr>
            <p:spPr>
              <a:xfrm>
                <a:off x="338514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67" name="Google Shape;3667;p34"/>
              <p:cNvSpPr/>
              <p:nvPr/>
            </p:nvSpPr>
            <p:spPr>
              <a:xfrm>
                <a:off x="323224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68" name="Google Shape;3668;p34"/>
              <p:cNvSpPr/>
              <p:nvPr/>
            </p:nvSpPr>
            <p:spPr>
              <a:xfrm>
                <a:off x="307933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69" name="Google Shape;3669;p34"/>
              <p:cNvSpPr/>
              <p:nvPr/>
            </p:nvSpPr>
            <p:spPr>
              <a:xfrm>
                <a:off x="292643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70" name="Google Shape;3670;p34"/>
              <p:cNvSpPr/>
              <p:nvPr/>
            </p:nvSpPr>
            <p:spPr>
              <a:xfrm>
                <a:off x="277352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71" name="Google Shape;3671;p34"/>
              <p:cNvSpPr/>
              <p:nvPr/>
            </p:nvSpPr>
            <p:spPr>
              <a:xfrm>
                <a:off x="262061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72" name="Google Shape;3672;p34"/>
              <p:cNvSpPr/>
              <p:nvPr/>
            </p:nvSpPr>
            <p:spPr>
              <a:xfrm>
                <a:off x="246771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73" name="Google Shape;3673;p34"/>
              <p:cNvSpPr/>
              <p:nvPr/>
            </p:nvSpPr>
            <p:spPr>
              <a:xfrm>
                <a:off x="231480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74" name="Google Shape;3674;p34"/>
              <p:cNvSpPr/>
              <p:nvPr/>
            </p:nvSpPr>
            <p:spPr>
              <a:xfrm>
                <a:off x="216189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75" name="Google Shape;3675;p34"/>
              <p:cNvSpPr/>
              <p:nvPr/>
            </p:nvSpPr>
            <p:spPr>
              <a:xfrm>
                <a:off x="200899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76" name="Google Shape;3676;p34"/>
              <p:cNvSpPr/>
              <p:nvPr/>
            </p:nvSpPr>
            <p:spPr>
              <a:xfrm>
                <a:off x="185608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77" name="Google Shape;3677;p34"/>
              <p:cNvSpPr/>
              <p:nvPr/>
            </p:nvSpPr>
            <p:spPr>
              <a:xfrm>
                <a:off x="170317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78" name="Google Shape;3678;p34"/>
              <p:cNvSpPr/>
              <p:nvPr/>
            </p:nvSpPr>
            <p:spPr>
              <a:xfrm>
                <a:off x="48720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79" name="Google Shape;3679;p34"/>
              <p:cNvSpPr/>
              <p:nvPr/>
            </p:nvSpPr>
            <p:spPr>
              <a:xfrm>
                <a:off x="33429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80" name="Google Shape;3680;p34"/>
              <p:cNvSpPr/>
              <p:nvPr/>
            </p:nvSpPr>
            <p:spPr>
              <a:xfrm>
                <a:off x="18139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81" name="Google Shape;3681;p34"/>
              <p:cNvSpPr/>
              <p:nvPr/>
            </p:nvSpPr>
            <p:spPr>
              <a:xfrm>
                <a:off x="2848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82" name="Google Shape;3682;p34"/>
              <p:cNvSpPr/>
              <p:nvPr/>
            </p:nvSpPr>
            <p:spPr>
              <a:xfrm>
                <a:off x="9025579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74" y="1"/>
                    </a:moveTo>
                    <a:cubicBezTo>
                      <a:pt x="547" y="1"/>
                      <a:pt x="517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122" y="4431"/>
                    </a:cubicBezTo>
                    <a:lnTo>
                      <a:pt x="1003" y="4431"/>
                    </a:lnTo>
                    <a:cubicBezTo>
                      <a:pt x="103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600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3683" name="Google Shape;3683;p34"/>
          <p:cNvSpPr/>
          <p:nvPr/>
        </p:nvSpPr>
        <p:spPr>
          <a:xfrm>
            <a:off x="0" y="5107500"/>
            <a:ext cx="9144000" cy="36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4" name="Google Shape;3684;p34"/>
          <p:cNvSpPr txBox="1"/>
          <p:nvPr>
            <p:ph idx="1" type="subTitle"/>
          </p:nvPr>
        </p:nvSpPr>
        <p:spPr>
          <a:xfrm>
            <a:off x="720000" y="2348550"/>
            <a:ext cx="46800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685" name="Google Shape;3685;p34"/>
          <p:cNvSpPr txBox="1"/>
          <p:nvPr>
            <p:ph type="title"/>
          </p:nvPr>
        </p:nvSpPr>
        <p:spPr>
          <a:xfrm>
            <a:off x="720000" y="1378950"/>
            <a:ext cx="4680000" cy="81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410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686" name="Google Shape;3686;p34"/>
          <p:cNvSpPr/>
          <p:nvPr>
            <p:ph idx="2" type="pic"/>
          </p:nvPr>
        </p:nvSpPr>
        <p:spPr>
          <a:xfrm rot="306130">
            <a:off x="5710381" y="1210676"/>
            <a:ext cx="2732427" cy="2740548"/>
          </a:xfrm>
          <a:prstGeom prst="roundRect">
            <a:avLst>
              <a:gd fmla="val 6611" name="adj"/>
            </a:avLst>
          </a:prstGeom>
          <a:noFill/>
          <a:ln cap="flat" cmpd="sng" w="762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31000"/>
              </a:srgbClr>
            </a:outerShdw>
          </a:effectLst>
        </p:spPr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687" name="Shape 3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8" name="Google Shape;3688;p35"/>
          <p:cNvSpPr txBox="1"/>
          <p:nvPr>
            <p:ph type="title"/>
          </p:nvPr>
        </p:nvSpPr>
        <p:spPr>
          <a:xfrm>
            <a:off x="6264000" y="540000"/>
            <a:ext cx="2160000" cy="166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24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3689" name="Google Shape;3689;p35"/>
          <p:cNvGrpSpPr/>
          <p:nvPr/>
        </p:nvGrpSpPr>
        <p:grpSpPr>
          <a:xfrm>
            <a:off x="0" y="4752988"/>
            <a:ext cx="9144000" cy="354505"/>
            <a:chOff x="0" y="4689888"/>
            <a:chExt cx="9144000" cy="354505"/>
          </a:xfrm>
        </p:grpSpPr>
        <p:grpSp>
          <p:nvGrpSpPr>
            <p:cNvPr id="3690" name="Google Shape;3690;p35"/>
            <p:cNvGrpSpPr/>
            <p:nvPr/>
          </p:nvGrpSpPr>
          <p:grpSpPr>
            <a:xfrm>
              <a:off x="0" y="4793425"/>
              <a:ext cx="9144000" cy="194975"/>
              <a:chOff x="0" y="4789550"/>
              <a:chExt cx="9144000" cy="194975"/>
            </a:xfrm>
          </p:grpSpPr>
          <p:sp>
            <p:nvSpPr>
              <p:cNvPr id="3691" name="Google Shape;3691;p35"/>
              <p:cNvSpPr/>
              <p:nvPr/>
            </p:nvSpPr>
            <p:spPr>
              <a:xfrm>
                <a:off x="0" y="4789550"/>
                <a:ext cx="9144000" cy="360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92" name="Google Shape;3692;p35"/>
              <p:cNvSpPr/>
              <p:nvPr/>
            </p:nvSpPr>
            <p:spPr>
              <a:xfrm>
                <a:off x="0" y="4948525"/>
                <a:ext cx="9144000" cy="360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693" name="Google Shape;3693;p35"/>
            <p:cNvGrpSpPr/>
            <p:nvPr/>
          </p:nvGrpSpPr>
          <p:grpSpPr>
            <a:xfrm>
              <a:off x="28483" y="4689888"/>
              <a:ext cx="9087034" cy="354505"/>
              <a:chOff x="28483" y="4689888"/>
              <a:chExt cx="9087034" cy="354505"/>
            </a:xfrm>
          </p:grpSpPr>
          <p:sp>
            <p:nvSpPr>
              <p:cNvPr id="3694" name="Google Shape;3694;p35"/>
              <p:cNvSpPr/>
              <p:nvPr/>
            </p:nvSpPr>
            <p:spPr>
              <a:xfrm>
                <a:off x="64010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6" y="1"/>
                      <a:pt x="533" y="8"/>
                      <a:pt x="518" y="24"/>
                    </a:cubicBezTo>
                    <a:lnTo>
                      <a:pt x="62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34" y="4431"/>
                      <a:pt x="1065" y="4401"/>
                      <a:pt x="1156" y="4370"/>
                    </a:cubicBezTo>
                    <a:lnTo>
                      <a:pt x="1156" y="601"/>
                    </a:lnTo>
                    <a:lnTo>
                      <a:pt x="1126" y="571"/>
                    </a:lnTo>
                    <a:lnTo>
                      <a:pt x="670" y="24"/>
                    </a:lnTo>
                    <a:cubicBezTo>
                      <a:pt x="639" y="8"/>
                      <a:pt x="609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95" name="Google Shape;3695;p35"/>
              <p:cNvSpPr/>
              <p:nvPr/>
            </p:nvSpPr>
            <p:spPr>
              <a:xfrm>
                <a:off x="79301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3" y="8"/>
                      <a:pt x="517" y="24"/>
                    </a:cubicBezTo>
                    <a:lnTo>
                      <a:pt x="6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34" y="4431"/>
                      <a:pt x="1064" y="4401"/>
                      <a:pt x="1156" y="4370"/>
                    </a:cubicBezTo>
                    <a:lnTo>
                      <a:pt x="1156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9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96" name="Google Shape;3696;p35"/>
              <p:cNvSpPr/>
              <p:nvPr/>
            </p:nvSpPr>
            <p:spPr>
              <a:xfrm>
                <a:off x="94592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2" y="4431"/>
                      <a:pt x="122" y="4431"/>
                    </a:cubicBezTo>
                    <a:lnTo>
                      <a:pt x="1003" y="4431"/>
                    </a:lnTo>
                    <a:cubicBezTo>
                      <a:pt x="103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8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97" name="Google Shape;3697;p35"/>
              <p:cNvSpPr/>
              <p:nvPr/>
            </p:nvSpPr>
            <p:spPr>
              <a:xfrm>
                <a:off x="109882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1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1" y="4431"/>
                      <a:pt x="122" y="4431"/>
                    </a:cubicBezTo>
                    <a:lnTo>
                      <a:pt x="1003" y="4431"/>
                    </a:lnTo>
                    <a:cubicBezTo>
                      <a:pt x="106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8" y="8"/>
                      <a:pt x="608" y="1"/>
                      <a:pt x="58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98" name="Google Shape;3698;p35"/>
              <p:cNvSpPr/>
              <p:nvPr/>
            </p:nvSpPr>
            <p:spPr>
              <a:xfrm>
                <a:off x="1251735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04" y="4431"/>
                      <a:pt x="103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99" name="Google Shape;3699;p35"/>
              <p:cNvSpPr/>
              <p:nvPr/>
            </p:nvSpPr>
            <p:spPr>
              <a:xfrm>
                <a:off x="1402243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00" name="Google Shape;3700;p35"/>
              <p:cNvSpPr/>
              <p:nvPr/>
            </p:nvSpPr>
            <p:spPr>
              <a:xfrm>
                <a:off x="1552751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64" y="4431"/>
                      <a:pt x="109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01" name="Google Shape;3701;p35"/>
              <p:cNvSpPr/>
              <p:nvPr/>
            </p:nvSpPr>
            <p:spPr>
              <a:xfrm>
                <a:off x="751362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02" name="Google Shape;3702;p35"/>
              <p:cNvSpPr/>
              <p:nvPr/>
            </p:nvSpPr>
            <p:spPr>
              <a:xfrm>
                <a:off x="7666529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3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03" name="Google Shape;3703;p35"/>
              <p:cNvSpPr/>
              <p:nvPr/>
            </p:nvSpPr>
            <p:spPr>
              <a:xfrm>
                <a:off x="7816957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04" name="Google Shape;3704;p35"/>
              <p:cNvSpPr/>
              <p:nvPr/>
            </p:nvSpPr>
            <p:spPr>
              <a:xfrm>
                <a:off x="796738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2" y="4431"/>
                      <a:pt x="122" y="4431"/>
                    </a:cubicBezTo>
                    <a:lnTo>
                      <a:pt x="1003" y="4431"/>
                    </a:lnTo>
                    <a:cubicBezTo>
                      <a:pt x="103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8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05" name="Google Shape;3705;p35"/>
              <p:cNvSpPr/>
              <p:nvPr/>
            </p:nvSpPr>
            <p:spPr>
              <a:xfrm>
                <a:off x="812029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93" y="1"/>
                    </a:moveTo>
                    <a:cubicBezTo>
                      <a:pt x="562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1" y="4431"/>
                      <a:pt x="122" y="4431"/>
                    </a:cubicBezTo>
                    <a:lnTo>
                      <a:pt x="1003" y="4431"/>
                    </a:lnTo>
                    <a:cubicBezTo>
                      <a:pt x="106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54" y="8"/>
                      <a:pt x="623" y="1"/>
                      <a:pt x="59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06" name="Google Shape;3706;p35"/>
              <p:cNvSpPr/>
              <p:nvPr/>
            </p:nvSpPr>
            <p:spPr>
              <a:xfrm>
                <a:off x="8273198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1" y="4431"/>
                      <a:pt x="122" y="4431"/>
                    </a:cubicBezTo>
                    <a:lnTo>
                      <a:pt x="973" y="4431"/>
                    </a:lnTo>
                    <a:cubicBezTo>
                      <a:pt x="1034" y="4431"/>
                      <a:pt x="1065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07" name="Google Shape;3707;p35"/>
              <p:cNvSpPr/>
              <p:nvPr/>
            </p:nvSpPr>
            <p:spPr>
              <a:xfrm>
                <a:off x="8423706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34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08" name="Google Shape;3708;p35"/>
              <p:cNvSpPr/>
              <p:nvPr/>
            </p:nvSpPr>
            <p:spPr>
              <a:xfrm>
                <a:off x="8574214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64" y="4431"/>
                      <a:pt x="109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09" name="Google Shape;3709;p35"/>
              <p:cNvSpPr/>
              <p:nvPr/>
            </p:nvSpPr>
            <p:spPr>
              <a:xfrm>
                <a:off x="8724643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2" y="4431"/>
                      <a:pt x="122" y="4431"/>
                    </a:cubicBezTo>
                    <a:lnTo>
                      <a:pt x="974" y="4431"/>
                    </a:lnTo>
                    <a:cubicBezTo>
                      <a:pt x="1065" y="4431"/>
                      <a:pt x="1095" y="4401"/>
                      <a:pt x="1126" y="4370"/>
                    </a:cubicBezTo>
                    <a:lnTo>
                      <a:pt x="112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4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10" name="Google Shape;3710;p35"/>
              <p:cNvSpPr/>
              <p:nvPr/>
            </p:nvSpPr>
            <p:spPr>
              <a:xfrm>
                <a:off x="8875151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74" y="1"/>
                    </a:moveTo>
                    <a:cubicBezTo>
                      <a:pt x="547" y="1"/>
                      <a:pt x="517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122" y="4431"/>
                    </a:cubicBezTo>
                    <a:lnTo>
                      <a:pt x="1003" y="4431"/>
                    </a:lnTo>
                    <a:cubicBezTo>
                      <a:pt x="103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600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11" name="Google Shape;3711;p35"/>
              <p:cNvSpPr/>
              <p:nvPr/>
            </p:nvSpPr>
            <p:spPr>
              <a:xfrm>
                <a:off x="736071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12" name="Google Shape;3712;p35"/>
              <p:cNvSpPr/>
              <p:nvPr/>
            </p:nvSpPr>
            <p:spPr>
              <a:xfrm>
                <a:off x="720781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13" name="Google Shape;3713;p35"/>
              <p:cNvSpPr/>
              <p:nvPr/>
            </p:nvSpPr>
            <p:spPr>
              <a:xfrm>
                <a:off x="705490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14" name="Google Shape;3714;p35"/>
              <p:cNvSpPr/>
              <p:nvPr/>
            </p:nvSpPr>
            <p:spPr>
              <a:xfrm>
                <a:off x="690199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15" name="Google Shape;3715;p35"/>
              <p:cNvSpPr/>
              <p:nvPr/>
            </p:nvSpPr>
            <p:spPr>
              <a:xfrm>
                <a:off x="674909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16" name="Google Shape;3716;p35"/>
              <p:cNvSpPr/>
              <p:nvPr/>
            </p:nvSpPr>
            <p:spPr>
              <a:xfrm>
                <a:off x="659618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17" name="Google Shape;3717;p35"/>
              <p:cNvSpPr/>
              <p:nvPr/>
            </p:nvSpPr>
            <p:spPr>
              <a:xfrm>
                <a:off x="644327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18" name="Google Shape;3718;p35"/>
              <p:cNvSpPr/>
              <p:nvPr/>
            </p:nvSpPr>
            <p:spPr>
              <a:xfrm>
                <a:off x="629037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19" name="Google Shape;3719;p35"/>
              <p:cNvSpPr/>
              <p:nvPr/>
            </p:nvSpPr>
            <p:spPr>
              <a:xfrm>
                <a:off x="613746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20" name="Google Shape;3720;p35"/>
              <p:cNvSpPr/>
              <p:nvPr/>
            </p:nvSpPr>
            <p:spPr>
              <a:xfrm>
                <a:off x="598455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21" name="Google Shape;3721;p35"/>
              <p:cNvSpPr/>
              <p:nvPr/>
            </p:nvSpPr>
            <p:spPr>
              <a:xfrm>
                <a:off x="583165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22" name="Google Shape;3722;p35"/>
              <p:cNvSpPr/>
              <p:nvPr/>
            </p:nvSpPr>
            <p:spPr>
              <a:xfrm>
                <a:off x="567874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23" name="Google Shape;3723;p35"/>
              <p:cNvSpPr/>
              <p:nvPr/>
            </p:nvSpPr>
            <p:spPr>
              <a:xfrm>
                <a:off x="552583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24" name="Google Shape;3724;p35"/>
              <p:cNvSpPr/>
              <p:nvPr/>
            </p:nvSpPr>
            <p:spPr>
              <a:xfrm>
                <a:off x="537293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25" name="Google Shape;3725;p35"/>
              <p:cNvSpPr/>
              <p:nvPr/>
            </p:nvSpPr>
            <p:spPr>
              <a:xfrm>
                <a:off x="522002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26" name="Google Shape;3726;p35"/>
              <p:cNvSpPr/>
              <p:nvPr/>
            </p:nvSpPr>
            <p:spPr>
              <a:xfrm>
                <a:off x="506712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27" name="Google Shape;3727;p35"/>
              <p:cNvSpPr/>
              <p:nvPr/>
            </p:nvSpPr>
            <p:spPr>
              <a:xfrm>
                <a:off x="491421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28" name="Google Shape;3728;p35"/>
              <p:cNvSpPr/>
              <p:nvPr/>
            </p:nvSpPr>
            <p:spPr>
              <a:xfrm>
                <a:off x="476130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29" name="Google Shape;3729;p35"/>
              <p:cNvSpPr/>
              <p:nvPr/>
            </p:nvSpPr>
            <p:spPr>
              <a:xfrm>
                <a:off x="460840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30" name="Google Shape;3730;p35"/>
              <p:cNvSpPr/>
              <p:nvPr/>
            </p:nvSpPr>
            <p:spPr>
              <a:xfrm>
                <a:off x="445549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31" name="Google Shape;3731;p35"/>
              <p:cNvSpPr/>
              <p:nvPr/>
            </p:nvSpPr>
            <p:spPr>
              <a:xfrm>
                <a:off x="430258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32" name="Google Shape;3732;p35"/>
              <p:cNvSpPr/>
              <p:nvPr/>
            </p:nvSpPr>
            <p:spPr>
              <a:xfrm>
                <a:off x="414968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33" name="Google Shape;3733;p35"/>
              <p:cNvSpPr/>
              <p:nvPr/>
            </p:nvSpPr>
            <p:spPr>
              <a:xfrm>
                <a:off x="399677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34" name="Google Shape;3734;p35"/>
              <p:cNvSpPr/>
              <p:nvPr/>
            </p:nvSpPr>
            <p:spPr>
              <a:xfrm>
                <a:off x="384386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35" name="Google Shape;3735;p35"/>
              <p:cNvSpPr/>
              <p:nvPr/>
            </p:nvSpPr>
            <p:spPr>
              <a:xfrm>
                <a:off x="369096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36" name="Google Shape;3736;p35"/>
              <p:cNvSpPr/>
              <p:nvPr/>
            </p:nvSpPr>
            <p:spPr>
              <a:xfrm>
                <a:off x="353805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37" name="Google Shape;3737;p35"/>
              <p:cNvSpPr/>
              <p:nvPr/>
            </p:nvSpPr>
            <p:spPr>
              <a:xfrm>
                <a:off x="338514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38" name="Google Shape;3738;p35"/>
              <p:cNvSpPr/>
              <p:nvPr/>
            </p:nvSpPr>
            <p:spPr>
              <a:xfrm>
                <a:off x="323224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39" name="Google Shape;3739;p35"/>
              <p:cNvSpPr/>
              <p:nvPr/>
            </p:nvSpPr>
            <p:spPr>
              <a:xfrm>
                <a:off x="307933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40" name="Google Shape;3740;p35"/>
              <p:cNvSpPr/>
              <p:nvPr/>
            </p:nvSpPr>
            <p:spPr>
              <a:xfrm>
                <a:off x="292643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41" name="Google Shape;3741;p35"/>
              <p:cNvSpPr/>
              <p:nvPr/>
            </p:nvSpPr>
            <p:spPr>
              <a:xfrm>
                <a:off x="277352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42" name="Google Shape;3742;p35"/>
              <p:cNvSpPr/>
              <p:nvPr/>
            </p:nvSpPr>
            <p:spPr>
              <a:xfrm>
                <a:off x="262061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43" name="Google Shape;3743;p35"/>
              <p:cNvSpPr/>
              <p:nvPr/>
            </p:nvSpPr>
            <p:spPr>
              <a:xfrm>
                <a:off x="246771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44" name="Google Shape;3744;p35"/>
              <p:cNvSpPr/>
              <p:nvPr/>
            </p:nvSpPr>
            <p:spPr>
              <a:xfrm>
                <a:off x="231480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45" name="Google Shape;3745;p35"/>
              <p:cNvSpPr/>
              <p:nvPr/>
            </p:nvSpPr>
            <p:spPr>
              <a:xfrm>
                <a:off x="216189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46" name="Google Shape;3746;p35"/>
              <p:cNvSpPr/>
              <p:nvPr/>
            </p:nvSpPr>
            <p:spPr>
              <a:xfrm>
                <a:off x="200899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47" name="Google Shape;3747;p35"/>
              <p:cNvSpPr/>
              <p:nvPr/>
            </p:nvSpPr>
            <p:spPr>
              <a:xfrm>
                <a:off x="185608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48" name="Google Shape;3748;p35"/>
              <p:cNvSpPr/>
              <p:nvPr/>
            </p:nvSpPr>
            <p:spPr>
              <a:xfrm>
                <a:off x="170317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49" name="Google Shape;3749;p35"/>
              <p:cNvSpPr/>
              <p:nvPr/>
            </p:nvSpPr>
            <p:spPr>
              <a:xfrm>
                <a:off x="48720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50" name="Google Shape;3750;p35"/>
              <p:cNvSpPr/>
              <p:nvPr/>
            </p:nvSpPr>
            <p:spPr>
              <a:xfrm>
                <a:off x="33429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51" name="Google Shape;3751;p35"/>
              <p:cNvSpPr/>
              <p:nvPr/>
            </p:nvSpPr>
            <p:spPr>
              <a:xfrm>
                <a:off x="18139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52" name="Google Shape;3752;p35"/>
              <p:cNvSpPr/>
              <p:nvPr/>
            </p:nvSpPr>
            <p:spPr>
              <a:xfrm>
                <a:off x="2848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53" name="Google Shape;3753;p35"/>
              <p:cNvSpPr/>
              <p:nvPr/>
            </p:nvSpPr>
            <p:spPr>
              <a:xfrm>
                <a:off x="9025579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74" y="1"/>
                    </a:moveTo>
                    <a:cubicBezTo>
                      <a:pt x="547" y="1"/>
                      <a:pt x="517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122" y="4431"/>
                    </a:cubicBezTo>
                    <a:lnTo>
                      <a:pt x="1003" y="4431"/>
                    </a:lnTo>
                    <a:cubicBezTo>
                      <a:pt x="103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600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3754" name="Google Shape;3754;p35"/>
          <p:cNvSpPr/>
          <p:nvPr/>
        </p:nvSpPr>
        <p:spPr>
          <a:xfrm>
            <a:off x="0" y="5107500"/>
            <a:ext cx="9144000" cy="36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3755" name="Shape 3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56" name="Google Shape;3756;p36"/>
          <p:cNvGrpSpPr/>
          <p:nvPr/>
        </p:nvGrpSpPr>
        <p:grpSpPr>
          <a:xfrm>
            <a:off x="-15975" y="-52"/>
            <a:ext cx="9175950" cy="5143406"/>
            <a:chOff x="-15975" y="-52"/>
            <a:chExt cx="9175950" cy="5143406"/>
          </a:xfrm>
        </p:grpSpPr>
        <p:sp>
          <p:nvSpPr>
            <p:cNvPr id="3757" name="Google Shape;3757;p36"/>
            <p:cNvSpPr/>
            <p:nvPr/>
          </p:nvSpPr>
          <p:spPr>
            <a:xfrm rot="5400000">
              <a:off x="4570450" y="-378255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8" name="Google Shape;3758;p36"/>
            <p:cNvSpPr/>
            <p:nvPr/>
          </p:nvSpPr>
          <p:spPr>
            <a:xfrm rot="5400000">
              <a:off x="4570450" y="-276311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9" name="Google Shape;3759;p36"/>
            <p:cNvSpPr/>
            <p:nvPr/>
          </p:nvSpPr>
          <p:spPr>
            <a:xfrm rot="5400000">
              <a:off x="4570450" y="-174368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0" name="Google Shape;3760;p36"/>
            <p:cNvSpPr/>
            <p:nvPr/>
          </p:nvSpPr>
          <p:spPr>
            <a:xfrm rot="5400000">
              <a:off x="4570450" y="-72425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1" name="Google Shape;3761;p36"/>
            <p:cNvSpPr/>
            <p:nvPr/>
          </p:nvSpPr>
          <p:spPr>
            <a:xfrm rot="5400000">
              <a:off x="4570450" y="295184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2" name="Google Shape;3762;p36"/>
            <p:cNvSpPr/>
            <p:nvPr/>
          </p:nvSpPr>
          <p:spPr>
            <a:xfrm rot="5400000">
              <a:off x="4570450" y="-429226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3" name="Google Shape;3763;p36"/>
            <p:cNvSpPr/>
            <p:nvPr/>
          </p:nvSpPr>
          <p:spPr>
            <a:xfrm rot="5400000">
              <a:off x="4570450" y="-327283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4" name="Google Shape;3764;p36"/>
            <p:cNvSpPr/>
            <p:nvPr/>
          </p:nvSpPr>
          <p:spPr>
            <a:xfrm rot="5400000">
              <a:off x="4570450" y="-225340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5" name="Google Shape;3765;p36"/>
            <p:cNvSpPr/>
            <p:nvPr/>
          </p:nvSpPr>
          <p:spPr>
            <a:xfrm rot="5400000">
              <a:off x="4570450" y="-123396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6" name="Google Shape;3766;p36"/>
            <p:cNvSpPr/>
            <p:nvPr/>
          </p:nvSpPr>
          <p:spPr>
            <a:xfrm rot="5400000">
              <a:off x="4570450" y="-21453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7" name="Google Shape;3767;p36"/>
            <p:cNvSpPr/>
            <p:nvPr/>
          </p:nvSpPr>
          <p:spPr>
            <a:xfrm>
              <a:off x="5081305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8" name="Google Shape;3768;p36"/>
            <p:cNvSpPr/>
            <p:nvPr/>
          </p:nvSpPr>
          <p:spPr>
            <a:xfrm>
              <a:off x="6100964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9" name="Google Shape;3769;p36"/>
            <p:cNvSpPr/>
            <p:nvPr/>
          </p:nvSpPr>
          <p:spPr>
            <a:xfrm>
              <a:off x="7120623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0" name="Google Shape;3770;p36"/>
            <p:cNvSpPr/>
            <p:nvPr/>
          </p:nvSpPr>
          <p:spPr>
            <a:xfrm>
              <a:off x="8140282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1" name="Google Shape;3771;p36"/>
            <p:cNvSpPr/>
            <p:nvPr/>
          </p:nvSpPr>
          <p:spPr>
            <a:xfrm>
              <a:off x="5591134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2" name="Google Shape;3772;p36"/>
            <p:cNvSpPr/>
            <p:nvPr/>
          </p:nvSpPr>
          <p:spPr>
            <a:xfrm>
              <a:off x="6610793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3" name="Google Shape;3773;p36"/>
            <p:cNvSpPr/>
            <p:nvPr/>
          </p:nvSpPr>
          <p:spPr>
            <a:xfrm>
              <a:off x="7630452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4" name="Google Shape;3774;p36"/>
            <p:cNvSpPr/>
            <p:nvPr/>
          </p:nvSpPr>
          <p:spPr>
            <a:xfrm>
              <a:off x="8650111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75" name="Google Shape;3775;p36"/>
            <p:cNvGrpSpPr/>
            <p:nvPr/>
          </p:nvGrpSpPr>
          <p:grpSpPr>
            <a:xfrm>
              <a:off x="-15975" y="-52"/>
              <a:ext cx="4587484" cy="5143406"/>
              <a:chOff x="-9275" y="-1994782"/>
              <a:chExt cx="4587484" cy="9140583"/>
            </a:xfrm>
          </p:grpSpPr>
          <p:sp>
            <p:nvSpPr>
              <p:cNvPr id="3776" name="Google Shape;3776;p36"/>
              <p:cNvSpPr/>
              <p:nvPr/>
            </p:nvSpPr>
            <p:spPr>
              <a:xfrm>
                <a:off x="50044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77" name="Google Shape;3777;p36"/>
              <p:cNvSpPr/>
              <p:nvPr/>
            </p:nvSpPr>
            <p:spPr>
              <a:xfrm>
                <a:off x="15198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78" name="Google Shape;3778;p36"/>
              <p:cNvSpPr/>
              <p:nvPr/>
            </p:nvSpPr>
            <p:spPr>
              <a:xfrm>
                <a:off x="253930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79" name="Google Shape;3779;p36"/>
              <p:cNvSpPr/>
              <p:nvPr/>
            </p:nvSpPr>
            <p:spPr>
              <a:xfrm>
                <a:off x="355874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80" name="Google Shape;3780;p36"/>
              <p:cNvSpPr/>
              <p:nvPr/>
            </p:nvSpPr>
            <p:spPr>
              <a:xfrm>
                <a:off x="45781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81" name="Google Shape;3781;p36"/>
              <p:cNvSpPr/>
              <p:nvPr/>
            </p:nvSpPr>
            <p:spPr>
              <a:xfrm>
                <a:off x="101015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82" name="Google Shape;3782;p36"/>
              <p:cNvSpPr/>
              <p:nvPr/>
            </p:nvSpPr>
            <p:spPr>
              <a:xfrm>
                <a:off x="202959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83" name="Google Shape;3783;p36"/>
              <p:cNvSpPr/>
              <p:nvPr/>
            </p:nvSpPr>
            <p:spPr>
              <a:xfrm>
                <a:off x="304902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84" name="Google Shape;3784;p36"/>
              <p:cNvSpPr/>
              <p:nvPr/>
            </p:nvSpPr>
            <p:spPr>
              <a:xfrm>
                <a:off x="406845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85" name="Google Shape;3785;p36"/>
              <p:cNvSpPr/>
              <p:nvPr/>
            </p:nvSpPr>
            <p:spPr>
              <a:xfrm>
                <a:off x="-92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786" name="Google Shape;3786;p36"/>
            <p:cNvSpPr/>
            <p:nvPr/>
          </p:nvSpPr>
          <p:spPr>
            <a:xfrm>
              <a:off x="9159941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787" name="Google Shape;3787;p36"/>
          <p:cNvSpPr/>
          <p:nvPr/>
        </p:nvSpPr>
        <p:spPr>
          <a:xfrm>
            <a:off x="0" y="-100"/>
            <a:ext cx="9144000" cy="5143500"/>
          </a:xfrm>
          <a:prstGeom prst="rect">
            <a:avLst/>
          </a:prstGeom>
          <a:solidFill>
            <a:srgbClr val="D6E3EA">
              <a:alpha val="398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788" name="Google Shape;3788;p36"/>
          <p:cNvGrpSpPr/>
          <p:nvPr/>
        </p:nvGrpSpPr>
        <p:grpSpPr>
          <a:xfrm flipH="1">
            <a:off x="0" y="3998946"/>
            <a:ext cx="1496970" cy="1108547"/>
            <a:chOff x="7609470" y="3938246"/>
            <a:chExt cx="1496970" cy="1108547"/>
          </a:xfrm>
        </p:grpSpPr>
        <p:sp>
          <p:nvSpPr>
            <p:cNvPr id="3789" name="Google Shape;3789;p36"/>
            <p:cNvSpPr/>
            <p:nvPr/>
          </p:nvSpPr>
          <p:spPr>
            <a:xfrm flipH="1">
              <a:off x="7609470" y="3938246"/>
              <a:ext cx="1494572" cy="1108547"/>
            </a:xfrm>
            <a:custGeom>
              <a:rect b="b" l="l" r="r" t="t"/>
              <a:pathLst>
                <a:path extrusionOk="0" h="13859" w="18695">
                  <a:moveTo>
                    <a:pt x="1447" y="0"/>
                  </a:moveTo>
                  <a:cubicBezTo>
                    <a:pt x="1061" y="0"/>
                    <a:pt x="617" y="130"/>
                    <a:pt x="122" y="424"/>
                  </a:cubicBezTo>
                  <a:cubicBezTo>
                    <a:pt x="92" y="424"/>
                    <a:pt x="61" y="454"/>
                    <a:pt x="1" y="454"/>
                  </a:cubicBezTo>
                  <a:lnTo>
                    <a:pt x="1" y="13858"/>
                  </a:lnTo>
                  <a:lnTo>
                    <a:pt x="18694" y="13858"/>
                  </a:lnTo>
                  <a:cubicBezTo>
                    <a:pt x="18451" y="13038"/>
                    <a:pt x="17752" y="12339"/>
                    <a:pt x="16992" y="12035"/>
                  </a:cubicBezTo>
                  <a:cubicBezTo>
                    <a:pt x="16604" y="11877"/>
                    <a:pt x="16196" y="11814"/>
                    <a:pt x="15780" y="11814"/>
                  </a:cubicBezTo>
                  <a:cubicBezTo>
                    <a:pt x="15320" y="11814"/>
                    <a:pt x="14850" y="11891"/>
                    <a:pt x="14389" y="12002"/>
                  </a:cubicBezTo>
                  <a:lnTo>
                    <a:pt x="14389" y="12002"/>
                  </a:lnTo>
                  <a:cubicBezTo>
                    <a:pt x="14540" y="11959"/>
                    <a:pt x="14746" y="11667"/>
                    <a:pt x="14864" y="11548"/>
                  </a:cubicBezTo>
                  <a:cubicBezTo>
                    <a:pt x="15138" y="11244"/>
                    <a:pt x="15351" y="10940"/>
                    <a:pt x="15411" y="10576"/>
                  </a:cubicBezTo>
                  <a:cubicBezTo>
                    <a:pt x="15472" y="10120"/>
                    <a:pt x="15320" y="9664"/>
                    <a:pt x="15047" y="9299"/>
                  </a:cubicBezTo>
                  <a:cubicBezTo>
                    <a:pt x="14653" y="8827"/>
                    <a:pt x="14011" y="8581"/>
                    <a:pt x="13374" y="8581"/>
                  </a:cubicBezTo>
                  <a:cubicBezTo>
                    <a:pt x="13272" y="8581"/>
                    <a:pt x="13171" y="8588"/>
                    <a:pt x="13071" y="8600"/>
                  </a:cubicBezTo>
                  <a:lnTo>
                    <a:pt x="12980" y="8600"/>
                  </a:lnTo>
                  <a:cubicBezTo>
                    <a:pt x="12828" y="8630"/>
                    <a:pt x="12706" y="8630"/>
                    <a:pt x="12554" y="8691"/>
                  </a:cubicBezTo>
                  <a:cubicBezTo>
                    <a:pt x="12213" y="8835"/>
                    <a:pt x="11894" y="9021"/>
                    <a:pt x="11601" y="9243"/>
                  </a:cubicBezTo>
                  <a:lnTo>
                    <a:pt x="11601" y="9243"/>
                  </a:lnTo>
                  <a:cubicBezTo>
                    <a:pt x="11894" y="8923"/>
                    <a:pt x="12183" y="8555"/>
                    <a:pt x="12311" y="8235"/>
                  </a:cubicBezTo>
                  <a:cubicBezTo>
                    <a:pt x="13246" y="6312"/>
                    <a:pt x="11645" y="3636"/>
                    <a:pt x="9345" y="3636"/>
                  </a:cubicBezTo>
                  <a:cubicBezTo>
                    <a:pt x="9028" y="3636"/>
                    <a:pt x="8698" y="3687"/>
                    <a:pt x="8359" y="3798"/>
                  </a:cubicBezTo>
                  <a:cubicBezTo>
                    <a:pt x="7436" y="4182"/>
                    <a:pt x="6643" y="4956"/>
                    <a:pt x="6052" y="5864"/>
                  </a:cubicBezTo>
                  <a:lnTo>
                    <a:pt x="6052" y="5864"/>
                  </a:lnTo>
                  <a:cubicBezTo>
                    <a:pt x="7044" y="3936"/>
                    <a:pt x="6013" y="2566"/>
                    <a:pt x="4822" y="2566"/>
                  </a:cubicBezTo>
                  <a:cubicBezTo>
                    <a:pt x="4146" y="2566"/>
                    <a:pt x="3418" y="3008"/>
                    <a:pt x="2979" y="4041"/>
                  </a:cubicBezTo>
                  <a:cubicBezTo>
                    <a:pt x="3611" y="2050"/>
                    <a:pt x="2981" y="0"/>
                    <a:pt x="144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0" name="Google Shape;3790;p36"/>
            <p:cNvSpPr/>
            <p:nvPr/>
          </p:nvSpPr>
          <p:spPr>
            <a:xfrm flipH="1">
              <a:off x="8221849" y="4367699"/>
              <a:ext cx="884591" cy="679094"/>
            </a:xfrm>
            <a:custGeom>
              <a:rect b="b" l="l" r="r" t="t"/>
              <a:pathLst>
                <a:path extrusionOk="0" h="8490" w="11065">
                  <a:moveTo>
                    <a:pt x="486" y="1"/>
                  </a:moveTo>
                  <a:cubicBezTo>
                    <a:pt x="321" y="1"/>
                    <a:pt x="157" y="33"/>
                    <a:pt x="0" y="100"/>
                  </a:cubicBezTo>
                  <a:lnTo>
                    <a:pt x="0" y="8489"/>
                  </a:lnTo>
                  <a:lnTo>
                    <a:pt x="11064" y="8489"/>
                  </a:lnTo>
                  <a:cubicBezTo>
                    <a:pt x="10912" y="8003"/>
                    <a:pt x="10487" y="7578"/>
                    <a:pt x="10031" y="7426"/>
                  </a:cubicBezTo>
                  <a:cubicBezTo>
                    <a:pt x="9799" y="7339"/>
                    <a:pt x="9553" y="7300"/>
                    <a:pt x="9303" y="7300"/>
                  </a:cubicBezTo>
                  <a:cubicBezTo>
                    <a:pt x="9029" y="7300"/>
                    <a:pt x="8751" y="7346"/>
                    <a:pt x="8481" y="7426"/>
                  </a:cubicBezTo>
                  <a:cubicBezTo>
                    <a:pt x="8754" y="6939"/>
                    <a:pt x="8389" y="6271"/>
                    <a:pt x="7903" y="6058"/>
                  </a:cubicBezTo>
                  <a:cubicBezTo>
                    <a:pt x="7756" y="6003"/>
                    <a:pt x="7601" y="5978"/>
                    <a:pt x="7444" y="5978"/>
                  </a:cubicBezTo>
                  <a:cubicBezTo>
                    <a:pt x="7152" y="5978"/>
                    <a:pt x="6851" y="6063"/>
                    <a:pt x="6580" y="6195"/>
                  </a:cubicBezTo>
                  <a:lnTo>
                    <a:pt x="6580" y="6195"/>
                  </a:lnTo>
                  <a:cubicBezTo>
                    <a:pt x="6903" y="5981"/>
                    <a:pt x="7137" y="5620"/>
                    <a:pt x="7265" y="5237"/>
                  </a:cubicBezTo>
                  <a:cubicBezTo>
                    <a:pt x="7801" y="4084"/>
                    <a:pt x="6846" y="2504"/>
                    <a:pt x="5507" y="2504"/>
                  </a:cubicBezTo>
                  <a:cubicBezTo>
                    <a:pt x="5329" y="2504"/>
                    <a:pt x="5144" y="2532"/>
                    <a:pt x="4955" y="2593"/>
                  </a:cubicBezTo>
                  <a:cubicBezTo>
                    <a:pt x="4359" y="2836"/>
                    <a:pt x="3885" y="3321"/>
                    <a:pt x="3509" y="3896"/>
                  </a:cubicBezTo>
                  <a:lnTo>
                    <a:pt x="3509" y="3896"/>
                  </a:lnTo>
                  <a:cubicBezTo>
                    <a:pt x="4180" y="2709"/>
                    <a:pt x="3551" y="1867"/>
                    <a:pt x="2823" y="1867"/>
                  </a:cubicBezTo>
                  <a:cubicBezTo>
                    <a:pt x="2423" y="1867"/>
                    <a:pt x="1993" y="2122"/>
                    <a:pt x="1733" y="2714"/>
                  </a:cubicBezTo>
                  <a:cubicBezTo>
                    <a:pt x="2381" y="1081"/>
                    <a:pt x="1437" y="1"/>
                    <a:pt x="4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1" name="Google Shape;3791;p36"/>
            <p:cNvSpPr/>
            <p:nvPr/>
          </p:nvSpPr>
          <p:spPr>
            <a:xfrm flipH="1">
              <a:off x="8165967" y="4144614"/>
              <a:ext cx="82743" cy="75988"/>
            </a:xfrm>
            <a:custGeom>
              <a:rect b="b" l="l" r="r" t="t"/>
              <a:pathLst>
                <a:path extrusionOk="0" h="950" w="1035">
                  <a:moveTo>
                    <a:pt x="998" y="1"/>
                  </a:moveTo>
                  <a:cubicBezTo>
                    <a:pt x="894" y="1"/>
                    <a:pt x="584" y="21"/>
                    <a:pt x="335" y="245"/>
                  </a:cubicBezTo>
                  <a:cubicBezTo>
                    <a:pt x="31" y="488"/>
                    <a:pt x="1" y="944"/>
                    <a:pt x="1" y="944"/>
                  </a:cubicBezTo>
                  <a:cubicBezTo>
                    <a:pt x="1" y="944"/>
                    <a:pt x="38" y="950"/>
                    <a:pt x="99" y="950"/>
                  </a:cubicBezTo>
                  <a:cubicBezTo>
                    <a:pt x="235" y="950"/>
                    <a:pt x="490" y="921"/>
                    <a:pt x="700" y="731"/>
                  </a:cubicBezTo>
                  <a:cubicBezTo>
                    <a:pt x="1004" y="458"/>
                    <a:pt x="1034" y="2"/>
                    <a:pt x="1034" y="2"/>
                  </a:cubicBezTo>
                  <a:cubicBezTo>
                    <a:pt x="1034" y="2"/>
                    <a:pt x="1021" y="1"/>
                    <a:pt x="99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2" name="Google Shape;3792;p36"/>
            <p:cNvSpPr/>
            <p:nvPr/>
          </p:nvSpPr>
          <p:spPr>
            <a:xfrm flipH="1">
              <a:off x="8853654" y="4378097"/>
              <a:ext cx="82743" cy="116782"/>
            </a:xfrm>
            <a:custGeom>
              <a:rect b="b" l="l" r="r" t="t"/>
              <a:pathLst>
                <a:path extrusionOk="0" h="1460" w="1035">
                  <a:moveTo>
                    <a:pt x="913" y="1"/>
                  </a:moveTo>
                  <a:lnTo>
                    <a:pt x="913" y="1"/>
                  </a:lnTo>
                  <a:cubicBezTo>
                    <a:pt x="913" y="1"/>
                    <a:pt x="457" y="153"/>
                    <a:pt x="244" y="548"/>
                  </a:cubicBezTo>
                  <a:cubicBezTo>
                    <a:pt x="1" y="913"/>
                    <a:pt x="123" y="1460"/>
                    <a:pt x="123" y="1460"/>
                  </a:cubicBezTo>
                  <a:cubicBezTo>
                    <a:pt x="123" y="1460"/>
                    <a:pt x="578" y="1308"/>
                    <a:pt x="791" y="913"/>
                  </a:cubicBezTo>
                  <a:cubicBezTo>
                    <a:pt x="1034" y="548"/>
                    <a:pt x="913" y="1"/>
                    <a:pt x="9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3" name="Google Shape;3793;p36"/>
            <p:cNvSpPr/>
            <p:nvPr/>
          </p:nvSpPr>
          <p:spPr>
            <a:xfrm flipH="1">
              <a:off x="8255906" y="4047429"/>
              <a:ext cx="77786" cy="165414"/>
            </a:xfrm>
            <a:custGeom>
              <a:rect b="b" l="l" r="r" t="t"/>
              <a:pathLst>
                <a:path extrusionOk="0" h="2068" w="973">
                  <a:moveTo>
                    <a:pt x="243" y="1"/>
                  </a:moveTo>
                  <a:cubicBezTo>
                    <a:pt x="243" y="1"/>
                    <a:pt x="0" y="578"/>
                    <a:pt x="91" y="1156"/>
                  </a:cubicBezTo>
                  <a:cubicBezTo>
                    <a:pt x="213" y="1703"/>
                    <a:pt x="699" y="2068"/>
                    <a:pt x="699" y="2068"/>
                  </a:cubicBezTo>
                  <a:cubicBezTo>
                    <a:pt x="699" y="2068"/>
                    <a:pt x="973" y="1490"/>
                    <a:pt x="851" y="913"/>
                  </a:cubicBezTo>
                  <a:cubicBezTo>
                    <a:pt x="760" y="335"/>
                    <a:pt x="243" y="1"/>
                    <a:pt x="2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794" name="Google Shape;3794;p36"/>
          <p:cNvGrpSpPr/>
          <p:nvPr/>
        </p:nvGrpSpPr>
        <p:grpSpPr>
          <a:xfrm>
            <a:off x="0" y="4752988"/>
            <a:ext cx="9144000" cy="354505"/>
            <a:chOff x="0" y="4689888"/>
            <a:chExt cx="9144000" cy="354505"/>
          </a:xfrm>
        </p:grpSpPr>
        <p:grpSp>
          <p:nvGrpSpPr>
            <p:cNvPr id="3795" name="Google Shape;3795;p36"/>
            <p:cNvGrpSpPr/>
            <p:nvPr/>
          </p:nvGrpSpPr>
          <p:grpSpPr>
            <a:xfrm>
              <a:off x="0" y="4793425"/>
              <a:ext cx="9144000" cy="194975"/>
              <a:chOff x="0" y="4789550"/>
              <a:chExt cx="9144000" cy="194975"/>
            </a:xfrm>
          </p:grpSpPr>
          <p:sp>
            <p:nvSpPr>
              <p:cNvPr id="3796" name="Google Shape;3796;p36"/>
              <p:cNvSpPr/>
              <p:nvPr/>
            </p:nvSpPr>
            <p:spPr>
              <a:xfrm>
                <a:off x="0" y="4789550"/>
                <a:ext cx="9144000" cy="360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97" name="Google Shape;3797;p36"/>
              <p:cNvSpPr/>
              <p:nvPr/>
            </p:nvSpPr>
            <p:spPr>
              <a:xfrm>
                <a:off x="0" y="4948525"/>
                <a:ext cx="9144000" cy="360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798" name="Google Shape;3798;p36"/>
            <p:cNvGrpSpPr/>
            <p:nvPr/>
          </p:nvGrpSpPr>
          <p:grpSpPr>
            <a:xfrm>
              <a:off x="28483" y="4689888"/>
              <a:ext cx="9087034" cy="354505"/>
              <a:chOff x="28483" y="4689888"/>
              <a:chExt cx="9087034" cy="354505"/>
            </a:xfrm>
          </p:grpSpPr>
          <p:sp>
            <p:nvSpPr>
              <p:cNvPr id="3799" name="Google Shape;3799;p36"/>
              <p:cNvSpPr/>
              <p:nvPr/>
            </p:nvSpPr>
            <p:spPr>
              <a:xfrm>
                <a:off x="64010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6" y="1"/>
                      <a:pt x="533" y="8"/>
                      <a:pt x="518" y="24"/>
                    </a:cubicBezTo>
                    <a:lnTo>
                      <a:pt x="62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34" y="4431"/>
                      <a:pt x="1065" y="4401"/>
                      <a:pt x="1156" y="4370"/>
                    </a:cubicBezTo>
                    <a:lnTo>
                      <a:pt x="1156" y="601"/>
                    </a:lnTo>
                    <a:lnTo>
                      <a:pt x="1126" y="571"/>
                    </a:lnTo>
                    <a:lnTo>
                      <a:pt x="670" y="24"/>
                    </a:lnTo>
                    <a:cubicBezTo>
                      <a:pt x="639" y="8"/>
                      <a:pt x="609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00" name="Google Shape;3800;p36"/>
              <p:cNvSpPr/>
              <p:nvPr/>
            </p:nvSpPr>
            <p:spPr>
              <a:xfrm>
                <a:off x="79301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3" y="8"/>
                      <a:pt x="517" y="24"/>
                    </a:cubicBezTo>
                    <a:lnTo>
                      <a:pt x="6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34" y="4431"/>
                      <a:pt x="1064" y="4401"/>
                      <a:pt x="1156" y="4370"/>
                    </a:cubicBezTo>
                    <a:lnTo>
                      <a:pt x="1156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9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01" name="Google Shape;3801;p36"/>
              <p:cNvSpPr/>
              <p:nvPr/>
            </p:nvSpPr>
            <p:spPr>
              <a:xfrm>
                <a:off x="94592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2" y="4431"/>
                      <a:pt x="122" y="4431"/>
                    </a:cubicBezTo>
                    <a:lnTo>
                      <a:pt x="1003" y="4431"/>
                    </a:lnTo>
                    <a:cubicBezTo>
                      <a:pt x="103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8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02" name="Google Shape;3802;p36"/>
              <p:cNvSpPr/>
              <p:nvPr/>
            </p:nvSpPr>
            <p:spPr>
              <a:xfrm>
                <a:off x="109882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1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1" y="4431"/>
                      <a:pt x="122" y="4431"/>
                    </a:cubicBezTo>
                    <a:lnTo>
                      <a:pt x="1003" y="4431"/>
                    </a:lnTo>
                    <a:cubicBezTo>
                      <a:pt x="106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8" y="8"/>
                      <a:pt x="608" y="1"/>
                      <a:pt x="58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03" name="Google Shape;3803;p36"/>
              <p:cNvSpPr/>
              <p:nvPr/>
            </p:nvSpPr>
            <p:spPr>
              <a:xfrm>
                <a:off x="1251735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04" y="4431"/>
                      <a:pt x="103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04" name="Google Shape;3804;p36"/>
              <p:cNvSpPr/>
              <p:nvPr/>
            </p:nvSpPr>
            <p:spPr>
              <a:xfrm>
                <a:off x="1402243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05" name="Google Shape;3805;p36"/>
              <p:cNvSpPr/>
              <p:nvPr/>
            </p:nvSpPr>
            <p:spPr>
              <a:xfrm>
                <a:off x="1552751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64" y="4431"/>
                      <a:pt x="109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06" name="Google Shape;3806;p36"/>
              <p:cNvSpPr/>
              <p:nvPr/>
            </p:nvSpPr>
            <p:spPr>
              <a:xfrm>
                <a:off x="751362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07" name="Google Shape;3807;p36"/>
              <p:cNvSpPr/>
              <p:nvPr/>
            </p:nvSpPr>
            <p:spPr>
              <a:xfrm>
                <a:off x="7666529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3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08" name="Google Shape;3808;p36"/>
              <p:cNvSpPr/>
              <p:nvPr/>
            </p:nvSpPr>
            <p:spPr>
              <a:xfrm>
                <a:off x="7816957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09" name="Google Shape;3809;p36"/>
              <p:cNvSpPr/>
              <p:nvPr/>
            </p:nvSpPr>
            <p:spPr>
              <a:xfrm>
                <a:off x="796738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2" y="4431"/>
                      <a:pt x="122" y="4431"/>
                    </a:cubicBezTo>
                    <a:lnTo>
                      <a:pt x="1003" y="4431"/>
                    </a:lnTo>
                    <a:cubicBezTo>
                      <a:pt x="103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8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10" name="Google Shape;3810;p36"/>
              <p:cNvSpPr/>
              <p:nvPr/>
            </p:nvSpPr>
            <p:spPr>
              <a:xfrm>
                <a:off x="812029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93" y="1"/>
                    </a:moveTo>
                    <a:cubicBezTo>
                      <a:pt x="562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1" y="4431"/>
                      <a:pt x="122" y="4431"/>
                    </a:cubicBezTo>
                    <a:lnTo>
                      <a:pt x="1003" y="4431"/>
                    </a:lnTo>
                    <a:cubicBezTo>
                      <a:pt x="106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54" y="8"/>
                      <a:pt x="623" y="1"/>
                      <a:pt x="59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11" name="Google Shape;3811;p36"/>
              <p:cNvSpPr/>
              <p:nvPr/>
            </p:nvSpPr>
            <p:spPr>
              <a:xfrm>
                <a:off x="8273198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1" y="4431"/>
                      <a:pt x="122" y="4431"/>
                    </a:cubicBezTo>
                    <a:lnTo>
                      <a:pt x="973" y="4431"/>
                    </a:lnTo>
                    <a:cubicBezTo>
                      <a:pt x="1034" y="4431"/>
                      <a:pt x="1065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12" name="Google Shape;3812;p36"/>
              <p:cNvSpPr/>
              <p:nvPr/>
            </p:nvSpPr>
            <p:spPr>
              <a:xfrm>
                <a:off x="8423706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34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13" name="Google Shape;3813;p36"/>
              <p:cNvSpPr/>
              <p:nvPr/>
            </p:nvSpPr>
            <p:spPr>
              <a:xfrm>
                <a:off x="8574214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64" y="4431"/>
                      <a:pt x="109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14" name="Google Shape;3814;p36"/>
              <p:cNvSpPr/>
              <p:nvPr/>
            </p:nvSpPr>
            <p:spPr>
              <a:xfrm>
                <a:off x="8724643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2" y="4431"/>
                      <a:pt x="122" y="4431"/>
                    </a:cubicBezTo>
                    <a:lnTo>
                      <a:pt x="974" y="4431"/>
                    </a:lnTo>
                    <a:cubicBezTo>
                      <a:pt x="1065" y="4431"/>
                      <a:pt x="1095" y="4401"/>
                      <a:pt x="1126" y="4370"/>
                    </a:cubicBezTo>
                    <a:lnTo>
                      <a:pt x="112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4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15" name="Google Shape;3815;p36"/>
              <p:cNvSpPr/>
              <p:nvPr/>
            </p:nvSpPr>
            <p:spPr>
              <a:xfrm>
                <a:off x="8875151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74" y="1"/>
                    </a:moveTo>
                    <a:cubicBezTo>
                      <a:pt x="547" y="1"/>
                      <a:pt x="517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122" y="4431"/>
                    </a:cubicBezTo>
                    <a:lnTo>
                      <a:pt x="1003" y="4431"/>
                    </a:lnTo>
                    <a:cubicBezTo>
                      <a:pt x="103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600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16" name="Google Shape;3816;p36"/>
              <p:cNvSpPr/>
              <p:nvPr/>
            </p:nvSpPr>
            <p:spPr>
              <a:xfrm>
                <a:off x="736071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17" name="Google Shape;3817;p36"/>
              <p:cNvSpPr/>
              <p:nvPr/>
            </p:nvSpPr>
            <p:spPr>
              <a:xfrm>
                <a:off x="720781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18" name="Google Shape;3818;p36"/>
              <p:cNvSpPr/>
              <p:nvPr/>
            </p:nvSpPr>
            <p:spPr>
              <a:xfrm>
                <a:off x="705490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19" name="Google Shape;3819;p36"/>
              <p:cNvSpPr/>
              <p:nvPr/>
            </p:nvSpPr>
            <p:spPr>
              <a:xfrm>
                <a:off x="690199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20" name="Google Shape;3820;p36"/>
              <p:cNvSpPr/>
              <p:nvPr/>
            </p:nvSpPr>
            <p:spPr>
              <a:xfrm>
                <a:off x="674909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21" name="Google Shape;3821;p36"/>
              <p:cNvSpPr/>
              <p:nvPr/>
            </p:nvSpPr>
            <p:spPr>
              <a:xfrm>
                <a:off x="659618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22" name="Google Shape;3822;p36"/>
              <p:cNvSpPr/>
              <p:nvPr/>
            </p:nvSpPr>
            <p:spPr>
              <a:xfrm>
                <a:off x="644327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23" name="Google Shape;3823;p36"/>
              <p:cNvSpPr/>
              <p:nvPr/>
            </p:nvSpPr>
            <p:spPr>
              <a:xfrm>
                <a:off x="629037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24" name="Google Shape;3824;p36"/>
              <p:cNvSpPr/>
              <p:nvPr/>
            </p:nvSpPr>
            <p:spPr>
              <a:xfrm>
                <a:off x="613746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25" name="Google Shape;3825;p36"/>
              <p:cNvSpPr/>
              <p:nvPr/>
            </p:nvSpPr>
            <p:spPr>
              <a:xfrm>
                <a:off x="598455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26" name="Google Shape;3826;p36"/>
              <p:cNvSpPr/>
              <p:nvPr/>
            </p:nvSpPr>
            <p:spPr>
              <a:xfrm>
                <a:off x="583165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27" name="Google Shape;3827;p36"/>
              <p:cNvSpPr/>
              <p:nvPr/>
            </p:nvSpPr>
            <p:spPr>
              <a:xfrm>
                <a:off x="567874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28" name="Google Shape;3828;p36"/>
              <p:cNvSpPr/>
              <p:nvPr/>
            </p:nvSpPr>
            <p:spPr>
              <a:xfrm>
                <a:off x="552583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29" name="Google Shape;3829;p36"/>
              <p:cNvSpPr/>
              <p:nvPr/>
            </p:nvSpPr>
            <p:spPr>
              <a:xfrm>
                <a:off x="537293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30" name="Google Shape;3830;p36"/>
              <p:cNvSpPr/>
              <p:nvPr/>
            </p:nvSpPr>
            <p:spPr>
              <a:xfrm>
                <a:off x="522002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31" name="Google Shape;3831;p36"/>
              <p:cNvSpPr/>
              <p:nvPr/>
            </p:nvSpPr>
            <p:spPr>
              <a:xfrm>
                <a:off x="506712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32" name="Google Shape;3832;p36"/>
              <p:cNvSpPr/>
              <p:nvPr/>
            </p:nvSpPr>
            <p:spPr>
              <a:xfrm>
                <a:off x="491421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33" name="Google Shape;3833;p36"/>
              <p:cNvSpPr/>
              <p:nvPr/>
            </p:nvSpPr>
            <p:spPr>
              <a:xfrm>
                <a:off x="476130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34" name="Google Shape;3834;p36"/>
              <p:cNvSpPr/>
              <p:nvPr/>
            </p:nvSpPr>
            <p:spPr>
              <a:xfrm>
                <a:off x="460840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35" name="Google Shape;3835;p36"/>
              <p:cNvSpPr/>
              <p:nvPr/>
            </p:nvSpPr>
            <p:spPr>
              <a:xfrm>
                <a:off x="445549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36" name="Google Shape;3836;p36"/>
              <p:cNvSpPr/>
              <p:nvPr/>
            </p:nvSpPr>
            <p:spPr>
              <a:xfrm>
                <a:off x="430258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37" name="Google Shape;3837;p36"/>
              <p:cNvSpPr/>
              <p:nvPr/>
            </p:nvSpPr>
            <p:spPr>
              <a:xfrm>
                <a:off x="414968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38" name="Google Shape;3838;p36"/>
              <p:cNvSpPr/>
              <p:nvPr/>
            </p:nvSpPr>
            <p:spPr>
              <a:xfrm>
                <a:off x="399677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39" name="Google Shape;3839;p36"/>
              <p:cNvSpPr/>
              <p:nvPr/>
            </p:nvSpPr>
            <p:spPr>
              <a:xfrm>
                <a:off x="384386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40" name="Google Shape;3840;p36"/>
              <p:cNvSpPr/>
              <p:nvPr/>
            </p:nvSpPr>
            <p:spPr>
              <a:xfrm>
                <a:off x="369096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41" name="Google Shape;3841;p36"/>
              <p:cNvSpPr/>
              <p:nvPr/>
            </p:nvSpPr>
            <p:spPr>
              <a:xfrm>
                <a:off x="353805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42" name="Google Shape;3842;p36"/>
              <p:cNvSpPr/>
              <p:nvPr/>
            </p:nvSpPr>
            <p:spPr>
              <a:xfrm>
                <a:off x="338514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43" name="Google Shape;3843;p36"/>
              <p:cNvSpPr/>
              <p:nvPr/>
            </p:nvSpPr>
            <p:spPr>
              <a:xfrm>
                <a:off x="323224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44" name="Google Shape;3844;p36"/>
              <p:cNvSpPr/>
              <p:nvPr/>
            </p:nvSpPr>
            <p:spPr>
              <a:xfrm>
                <a:off x="307933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45" name="Google Shape;3845;p36"/>
              <p:cNvSpPr/>
              <p:nvPr/>
            </p:nvSpPr>
            <p:spPr>
              <a:xfrm>
                <a:off x="292643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46" name="Google Shape;3846;p36"/>
              <p:cNvSpPr/>
              <p:nvPr/>
            </p:nvSpPr>
            <p:spPr>
              <a:xfrm>
                <a:off x="277352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47" name="Google Shape;3847;p36"/>
              <p:cNvSpPr/>
              <p:nvPr/>
            </p:nvSpPr>
            <p:spPr>
              <a:xfrm>
                <a:off x="262061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48" name="Google Shape;3848;p36"/>
              <p:cNvSpPr/>
              <p:nvPr/>
            </p:nvSpPr>
            <p:spPr>
              <a:xfrm>
                <a:off x="246771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49" name="Google Shape;3849;p36"/>
              <p:cNvSpPr/>
              <p:nvPr/>
            </p:nvSpPr>
            <p:spPr>
              <a:xfrm>
                <a:off x="231480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50" name="Google Shape;3850;p36"/>
              <p:cNvSpPr/>
              <p:nvPr/>
            </p:nvSpPr>
            <p:spPr>
              <a:xfrm>
                <a:off x="216189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51" name="Google Shape;3851;p36"/>
              <p:cNvSpPr/>
              <p:nvPr/>
            </p:nvSpPr>
            <p:spPr>
              <a:xfrm>
                <a:off x="200899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52" name="Google Shape;3852;p36"/>
              <p:cNvSpPr/>
              <p:nvPr/>
            </p:nvSpPr>
            <p:spPr>
              <a:xfrm>
                <a:off x="185608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53" name="Google Shape;3853;p36"/>
              <p:cNvSpPr/>
              <p:nvPr/>
            </p:nvSpPr>
            <p:spPr>
              <a:xfrm>
                <a:off x="170317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54" name="Google Shape;3854;p36"/>
              <p:cNvSpPr/>
              <p:nvPr/>
            </p:nvSpPr>
            <p:spPr>
              <a:xfrm>
                <a:off x="48720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55" name="Google Shape;3855;p36"/>
              <p:cNvSpPr/>
              <p:nvPr/>
            </p:nvSpPr>
            <p:spPr>
              <a:xfrm>
                <a:off x="33429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56" name="Google Shape;3856;p36"/>
              <p:cNvSpPr/>
              <p:nvPr/>
            </p:nvSpPr>
            <p:spPr>
              <a:xfrm>
                <a:off x="18139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57" name="Google Shape;3857;p36"/>
              <p:cNvSpPr/>
              <p:nvPr/>
            </p:nvSpPr>
            <p:spPr>
              <a:xfrm>
                <a:off x="2848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58" name="Google Shape;3858;p36"/>
              <p:cNvSpPr/>
              <p:nvPr/>
            </p:nvSpPr>
            <p:spPr>
              <a:xfrm>
                <a:off x="9025579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74" y="1"/>
                    </a:moveTo>
                    <a:cubicBezTo>
                      <a:pt x="547" y="1"/>
                      <a:pt x="517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122" y="4431"/>
                    </a:cubicBezTo>
                    <a:lnTo>
                      <a:pt x="1003" y="4431"/>
                    </a:lnTo>
                    <a:cubicBezTo>
                      <a:pt x="103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600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3859" name="Google Shape;3859;p36"/>
          <p:cNvSpPr/>
          <p:nvPr/>
        </p:nvSpPr>
        <p:spPr>
          <a:xfrm>
            <a:off x="0" y="5107500"/>
            <a:ext cx="9144000" cy="36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0" name="Google Shape;3860;p36"/>
          <p:cNvSpPr txBox="1"/>
          <p:nvPr>
            <p:ph hasCustomPrompt="1" type="title"/>
          </p:nvPr>
        </p:nvSpPr>
        <p:spPr>
          <a:xfrm>
            <a:off x="720000" y="1356125"/>
            <a:ext cx="7704000" cy="172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3861" name="Google Shape;3861;p36"/>
          <p:cNvSpPr txBox="1"/>
          <p:nvPr>
            <p:ph idx="1" type="subTitle"/>
          </p:nvPr>
        </p:nvSpPr>
        <p:spPr>
          <a:xfrm>
            <a:off x="720000" y="3079925"/>
            <a:ext cx="7704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 Medium"/>
              <a:buNone/>
              <a:defRPr sz="1600">
                <a:solidFill>
                  <a:schemeClr val="accent6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3862" name="Shape 386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_11_1_1_1">
    <p:spTree>
      <p:nvGrpSpPr>
        <p:cNvPr id="3863" name="Shape 3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64" name="Google Shape;3864;p38"/>
          <p:cNvGrpSpPr/>
          <p:nvPr/>
        </p:nvGrpSpPr>
        <p:grpSpPr>
          <a:xfrm>
            <a:off x="-15975" y="-52"/>
            <a:ext cx="9175950" cy="5143406"/>
            <a:chOff x="-15975" y="-52"/>
            <a:chExt cx="9175950" cy="5143406"/>
          </a:xfrm>
        </p:grpSpPr>
        <p:sp>
          <p:nvSpPr>
            <p:cNvPr id="3865" name="Google Shape;3865;p38"/>
            <p:cNvSpPr/>
            <p:nvPr/>
          </p:nvSpPr>
          <p:spPr>
            <a:xfrm rot="5400000">
              <a:off x="4570450" y="-378255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6" name="Google Shape;3866;p38"/>
            <p:cNvSpPr/>
            <p:nvPr/>
          </p:nvSpPr>
          <p:spPr>
            <a:xfrm rot="5400000">
              <a:off x="4570450" y="-276311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7" name="Google Shape;3867;p38"/>
            <p:cNvSpPr/>
            <p:nvPr/>
          </p:nvSpPr>
          <p:spPr>
            <a:xfrm rot="5400000">
              <a:off x="4570450" y="-174368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8" name="Google Shape;3868;p38"/>
            <p:cNvSpPr/>
            <p:nvPr/>
          </p:nvSpPr>
          <p:spPr>
            <a:xfrm rot="5400000">
              <a:off x="4570450" y="-72425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9" name="Google Shape;3869;p38"/>
            <p:cNvSpPr/>
            <p:nvPr/>
          </p:nvSpPr>
          <p:spPr>
            <a:xfrm rot="5400000">
              <a:off x="4570450" y="295184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0" name="Google Shape;3870;p38"/>
            <p:cNvSpPr/>
            <p:nvPr/>
          </p:nvSpPr>
          <p:spPr>
            <a:xfrm rot="5400000">
              <a:off x="4570450" y="-429226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1" name="Google Shape;3871;p38"/>
            <p:cNvSpPr/>
            <p:nvPr/>
          </p:nvSpPr>
          <p:spPr>
            <a:xfrm rot="5400000">
              <a:off x="4570450" y="-327283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2" name="Google Shape;3872;p38"/>
            <p:cNvSpPr/>
            <p:nvPr/>
          </p:nvSpPr>
          <p:spPr>
            <a:xfrm rot="5400000">
              <a:off x="4570450" y="-225340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3" name="Google Shape;3873;p38"/>
            <p:cNvSpPr/>
            <p:nvPr/>
          </p:nvSpPr>
          <p:spPr>
            <a:xfrm rot="5400000">
              <a:off x="4570450" y="-123396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4" name="Google Shape;3874;p38"/>
            <p:cNvSpPr/>
            <p:nvPr/>
          </p:nvSpPr>
          <p:spPr>
            <a:xfrm rot="5400000">
              <a:off x="4570450" y="-21453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5" name="Google Shape;3875;p38"/>
            <p:cNvSpPr/>
            <p:nvPr/>
          </p:nvSpPr>
          <p:spPr>
            <a:xfrm>
              <a:off x="5081305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6" name="Google Shape;3876;p38"/>
            <p:cNvSpPr/>
            <p:nvPr/>
          </p:nvSpPr>
          <p:spPr>
            <a:xfrm>
              <a:off x="6100964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7" name="Google Shape;3877;p38"/>
            <p:cNvSpPr/>
            <p:nvPr/>
          </p:nvSpPr>
          <p:spPr>
            <a:xfrm>
              <a:off x="7120623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8" name="Google Shape;3878;p38"/>
            <p:cNvSpPr/>
            <p:nvPr/>
          </p:nvSpPr>
          <p:spPr>
            <a:xfrm>
              <a:off x="8140282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9" name="Google Shape;3879;p38"/>
            <p:cNvSpPr/>
            <p:nvPr/>
          </p:nvSpPr>
          <p:spPr>
            <a:xfrm>
              <a:off x="5591134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0" name="Google Shape;3880;p38"/>
            <p:cNvSpPr/>
            <p:nvPr/>
          </p:nvSpPr>
          <p:spPr>
            <a:xfrm>
              <a:off x="6610793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1" name="Google Shape;3881;p38"/>
            <p:cNvSpPr/>
            <p:nvPr/>
          </p:nvSpPr>
          <p:spPr>
            <a:xfrm>
              <a:off x="7630452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2" name="Google Shape;3882;p38"/>
            <p:cNvSpPr/>
            <p:nvPr/>
          </p:nvSpPr>
          <p:spPr>
            <a:xfrm>
              <a:off x="8650111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883" name="Google Shape;3883;p38"/>
            <p:cNvGrpSpPr/>
            <p:nvPr/>
          </p:nvGrpSpPr>
          <p:grpSpPr>
            <a:xfrm>
              <a:off x="-15975" y="-52"/>
              <a:ext cx="4587484" cy="5143406"/>
              <a:chOff x="-9275" y="-1994782"/>
              <a:chExt cx="4587484" cy="9140583"/>
            </a:xfrm>
          </p:grpSpPr>
          <p:sp>
            <p:nvSpPr>
              <p:cNvPr id="3884" name="Google Shape;3884;p38"/>
              <p:cNvSpPr/>
              <p:nvPr/>
            </p:nvSpPr>
            <p:spPr>
              <a:xfrm>
                <a:off x="50044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85" name="Google Shape;3885;p38"/>
              <p:cNvSpPr/>
              <p:nvPr/>
            </p:nvSpPr>
            <p:spPr>
              <a:xfrm>
                <a:off x="15198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86" name="Google Shape;3886;p38"/>
              <p:cNvSpPr/>
              <p:nvPr/>
            </p:nvSpPr>
            <p:spPr>
              <a:xfrm>
                <a:off x="253930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87" name="Google Shape;3887;p38"/>
              <p:cNvSpPr/>
              <p:nvPr/>
            </p:nvSpPr>
            <p:spPr>
              <a:xfrm>
                <a:off x="355874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88" name="Google Shape;3888;p38"/>
              <p:cNvSpPr/>
              <p:nvPr/>
            </p:nvSpPr>
            <p:spPr>
              <a:xfrm>
                <a:off x="45781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89" name="Google Shape;3889;p38"/>
              <p:cNvSpPr/>
              <p:nvPr/>
            </p:nvSpPr>
            <p:spPr>
              <a:xfrm>
                <a:off x="101015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90" name="Google Shape;3890;p38"/>
              <p:cNvSpPr/>
              <p:nvPr/>
            </p:nvSpPr>
            <p:spPr>
              <a:xfrm>
                <a:off x="202959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91" name="Google Shape;3891;p38"/>
              <p:cNvSpPr/>
              <p:nvPr/>
            </p:nvSpPr>
            <p:spPr>
              <a:xfrm>
                <a:off x="304902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92" name="Google Shape;3892;p38"/>
              <p:cNvSpPr/>
              <p:nvPr/>
            </p:nvSpPr>
            <p:spPr>
              <a:xfrm>
                <a:off x="406845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93" name="Google Shape;3893;p38"/>
              <p:cNvSpPr/>
              <p:nvPr/>
            </p:nvSpPr>
            <p:spPr>
              <a:xfrm>
                <a:off x="-92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894" name="Google Shape;3894;p38"/>
            <p:cNvSpPr/>
            <p:nvPr/>
          </p:nvSpPr>
          <p:spPr>
            <a:xfrm>
              <a:off x="9159941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895" name="Google Shape;3895;p38"/>
          <p:cNvSpPr/>
          <p:nvPr/>
        </p:nvSpPr>
        <p:spPr>
          <a:xfrm>
            <a:off x="0" y="-75"/>
            <a:ext cx="9144000" cy="5143500"/>
          </a:xfrm>
          <a:prstGeom prst="rect">
            <a:avLst/>
          </a:prstGeom>
          <a:solidFill>
            <a:srgbClr val="D6E3EA">
              <a:alpha val="398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6" name="Google Shape;3896;p38"/>
          <p:cNvSpPr/>
          <p:nvPr/>
        </p:nvSpPr>
        <p:spPr>
          <a:xfrm>
            <a:off x="8423997" y="230400"/>
            <a:ext cx="627009" cy="570231"/>
          </a:xfrm>
          <a:custGeom>
            <a:rect b="b" l="l" r="r" t="t"/>
            <a:pathLst>
              <a:path extrusionOk="0" h="7129" w="7843">
                <a:moveTo>
                  <a:pt x="3921" y="1"/>
                </a:moveTo>
                <a:cubicBezTo>
                  <a:pt x="3010" y="1"/>
                  <a:pt x="2098" y="343"/>
                  <a:pt x="1399" y="1027"/>
                </a:cubicBezTo>
                <a:cubicBezTo>
                  <a:pt x="0" y="2425"/>
                  <a:pt x="0" y="4705"/>
                  <a:pt x="1399" y="6103"/>
                </a:cubicBezTo>
                <a:cubicBezTo>
                  <a:pt x="2098" y="6787"/>
                  <a:pt x="3010" y="7129"/>
                  <a:pt x="3921" y="7129"/>
                </a:cubicBezTo>
                <a:cubicBezTo>
                  <a:pt x="4833" y="7129"/>
                  <a:pt x="5745" y="6787"/>
                  <a:pt x="6444" y="6103"/>
                </a:cubicBezTo>
                <a:cubicBezTo>
                  <a:pt x="7843" y="4705"/>
                  <a:pt x="7843" y="2425"/>
                  <a:pt x="6444" y="1027"/>
                </a:cubicBezTo>
                <a:cubicBezTo>
                  <a:pt x="5745" y="343"/>
                  <a:pt x="4833" y="1"/>
                  <a:pt x="3921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897" name="Google Shape;3897;p38"/>
          <p:cNvGrpSpPr/>
          <p:nvPr/>
        </p:nvGrpSpPr>
        <p:grpSpPr>
          <a:xfrm>
            <a:off x="7647030" y="3998946"/>
            <a:ext cx="1496970" cy="1108547"/>
            <a:chOff x="7609470" y="3938246"/>
            <a:chExt cx="1496970" cy="1108547"/>
          </a:xfrm>
        </p:grpSpPr>
        <p:sp>
          <p:nvSpPr>
            <p:cNvPr id="3898" name="Google Shape;3898;p38"/>
            <p:cNvSpPr/>
            <p:nvPr/>
          </p:nvSpPr>
          <p:spPr>
            <a:xfrm flipH="1">
              <a:off x="7609470" y="3938246"/>
              <a:ext cx="1494572" cy="1108547"/>
            </a:xfrm>
            <a:custGeom>
              <a:rect b="b" l="l" r="r" t="t"/>
              <a:pathLst>
                <a:path extrusionOk="0" h="13859" w="18695">
                  <a:moveTo>
                    <a:pt x="1447" y="0"/>
                  </a:moveTo>
                  <a:cubicBezTo>
                    <a:pt x="1061" y="0"/>
                    <a:pt x="617" y="130"/>
                    <a:pt x="122" y="424"/>
                  </a:cubicBezTo>
                  <a:cubicBezTo>
                    <a:pt x="92" y="424"/>
                    <a:pt x="61" y="454"/>
                    <a:pt x="1" y="454"/>
                  </a:cubicBezTo>
                  <a:lnTo>
                    <a:pt x="1" y="13858"/>
                  </a:lnTo>
                  <a:lnTo>
                    <a:pt x="18694" y="13858"/>
                  </a:lnTo>
                  <a:cubicBezTo>
                    <a:pt x="18451" y="13038"/>
                    <a:pt x="17752" y="12339"/>
                    <a:pt x="16992" y="12035"/>
                  </a:cubicBezTo>
                  <a:cubicBezTo>
                    <a:pt x="16604" y="11877"/>
                    <a:pt x="16196" y="11814"/>
                    <a:pt x="15780" y="11814"/>
                  </a:cubicBezTo>
                  <a:cubicBezTo>
                    <a:pt x="15320" y="11814"/>
                    <a:pt x="14850" y="11891"/>
                    <a:pt x="14389" y="12002"/>
                  </a:cubicBezTo>
                  <a:lnTo>
                    <a:pt x="14389" y="12002"/>
                  </a:lnTo>
                  <a:cubicBezTo>
                    <a:pt x="14540" y="11959"/>
                    <a:pt x="14746" y="11667"/>
                    <a:pt x="14864" y="11548"/>
                  </a:cubicBezTo>
                  <a:cubicBezTo>
                    <a:pt x="15138" y="11244"/>
                    <a:pt x="15351" y="10940"/>
                    <a:pt x="15411" y="10576"/>
                  </a:cubicBezTo>
                  <a:cubicBezTo>
                    <a:pt x="15472" y="10120"/>
                    <a:pt x="15320" y="9664"/>
                    <a:pt x="15047" y="9299"/>
                  </a:cubicBezTo>
                  <a:cubicBezTo>
                    <a:pt x="14653" y="8827"/>
                    <a:pt x="14011" y="8581"/>
                    <a:pt x="13374" y="8581"/>
                  </a:cubicBezTo>
                  <a:cubicBezTo>
                    <a:pt x="13272" y="8581"/>
                    <a:pt x="13171" y="8588"/>
                    <a:pt x="13071" y="8600"/>
                  </a:cubicBezTo>
                  <a:lnTo>
                    <a:pt x="12980" y="8600"/>
                  </a:lnTo>
                  <a:cubicBezTo>
                    <a:pt x="12828" y="8630"/>
                    <a:pt x="12706" y="8630"/>
                    <a:pt x="12554" y="8691"/>
                  </a:cubicBezTo>
                  <a:cubicBezTo>
                    <a:pt x="12213" y="8835"/>
                    <a:pt x="11894" y="9021"/>
                    <a:pt x="11601" y="9243"/>
                  </a:cubicBezTo>
                  <a:lnTo>
                    <a:pt x="11601" y="9243"/>
                  </a:lnTo>
                  <a:cubicBezTo>
                    <a:pt x="11894" y="8923"/>
                    <a:pt x="12183" y="8555"/>
                    <a:pt x="12311" y="8235"/>
                  </a:cubicBezTo>
                  <a:cubicBezTo>
                    <a:pt x="13246" y="6312"/>
                    <a:pt x="11645" y="3636"/>
                    <a:pt x="9345" y="3636"/>
                  </a:cubicBezTo>
                  <a:cubicBezTo>
                    <a:pt x="9028" y="3636"/>
                    <a:pt x="8698" y="3687"/>
                    <a:pt x="8359" y="3798"/>
                  </a:cubicBezTo>
                  <a:cubicBezTo>
                    <a:pt x="7436" y="4182"/>
                    <a:pt x="6643" y="4956"/>
                    <a:pt x="6052" y="5864"/>
                  </a:cubicBezTo>
                  <a:lnTo>
                    <a:pt x="6052" y="5864"/>
                  </a:lnTo>
                  <a:cubicBezTo>
                    <a:pt x="7044" y="3936"/>
                    <a:pt x="6013" y="2566"/>
                    <a:pt x="4822" y="2566"/>
                  </a:cubicBezTo>
                  <a:cubicBezTo>
                    <a:pt x="4146" y="2566"/>
                    <a:pt x="3418" y="3008"/>
                    <a:pt x="2979" y="4041"/>
                  </a:cubicBezTo>
                  <a:cubicBezTo>
                    <a:pt x="3611" y="2050"/>
                    <a:pt x="2981" y="0"/>
                    <a:pt x="144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9" name="Google Shape;3899;p38"/>
            <p:cNvSpPr/>
            <p:nvPr/>
          </p:nvSpPr>
          <p:spPr>
            <a:xfrm flipH="1">
              <a:off x="8221849" y="4367699"/>
              <a:ext cx="884591" cy="679094"/>
            </a:xfrm>
            <a:custGeom>
              <a:rect b="b" l="l" r="r" t="t"/>
              <a:pathLst>
                <a:path extrusionOk="0" h="8490" w="11065">
                  <a:moveTo>
                    <a:pt x="486" y="1"/>
                  </a:moveTo>
                  <a:cubicBezTo>
                    <a:pt x="321" y="1"/>
                    <a:pt x="157" y="33"/>
                    <a:pt x="0" y="100"/>
                  </a:cubicBezTo>
                  <a:lnTo>
                    <a:pt x="0" y="8489"/>
                  </a:lnTo>
                  <a:lnTo>
                    <a:pt x="11064" y="8489"/>
                  </a:lnTo>
                  <a:cubicBezTo>
                    <a:pt x="10912" y="8003"/>
                    <a:pt x="10487" y="7578"/>
                    <a:pt x="10031" y="7426"/>
                  </a:cubicBezTo>
                  <a:cubicBezTo>
                    <a:pt x="9799" y="7339"/>
                    <a:pt x="9553" y="7300"/>
                    <a:pt x="9303" y="7300"/>
                  </a:cubicBezTo>
                  <a:cubicBezTo>
                    <a:pt x="9029" y="7300"/>
                    <a:pt x="8751" y="7346"/>
                    <a:pt x="8481" y="7426"/>
                  </a:cubicBezTo>
                  <a:cubicBezTo>
                    <a:pt x="8754" y="6939"/>
                    <a:pt x="8389" y="6271"/>
                    <a:pt x="7903" y="6058"/>
                  </a:cubicBezTo>
                  <a:cubicBezTo>
                    <a:pt x="7756" y="6003"/>
                    <a:pt x="7601" y="5978"/>
                    <a:pt x="7444" y="5978"/>
                  </a:cubicBezTo>
                  <a:cubicBezTo>
                    <a:pt x="7152" y="5978"/>
                    <a:pt x="6851" y="6063"/>
                    <a:pt x="6580" y="6195"/>
                  </a:cubicBezTo>
                  <a:lnTo>
                    <a:pt x="6580" y="6195"/>
                  </a:lnTo>
                  <a:cubicBezTo>
                    <a:pt x="6903" y="5981"/>
                    <a:pt x="7137" y="5620"/>
                    <a:pt x="7265" y="5237"/>
                  </a:cubicBezTo>
                  <a:cubicBezTo>
                    <a:pt x="7801" y="4084"/>
                    <a:pt x="6846" y="2504"/>
                    <a:pt x="5507" y="2504"/>
                  </a:cubicBezTo>
                  <a:cubicBezTo>
                    <a:pt x="5329" y="2504"/>
                    <a:pt x="5144" y="2532"/>
                    <a:pt x="4955" y="2593"/>
                  </a:cubicBezTo>
                  <a:cubicBezTo>
                    <a:pt x="4359" y="2836"/>
                    <a:pt x="3885" y="3321"/>
                    <a:pt x="3509" y="3896"/>
                  </a:cubicBezTo>
                  <a:lnTo>
                    <a:pt x="3509" y="3896"/>
                  </a:lnTo>
                  <a:cubicBezTo>
                    <a:pt x="4180" y="2709"/>
                    <a:pt x="3551" y="1867"/>
                    <a:pt x="2823" y="1867"/>
                  </a:cubicBezTo>
                  <a:cubicBezTo>
                    <a:pt x="2423" y="1867"/>
                    <a:pt x="1993" y="2122"/>
                    <a:pt x="1733" y="2714"/>
                  </a:cubicBezTo>
                  <a:cubicBezTo>
                    <a:pt x="2381" y="1081"/>
                    <a:pt x="1437" y="1"/>
                    <a:pt x="4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0" name="Google Shape;3900;p38"/>
            <p:cNvSpPr/>
            <p:nvPr/>
          </p:nvSpPr>
          <p:spPr>
            <a:xfrm flipH="1">
              <a:off x="8165967" y="4144614"/>
              <a:ext cx="82743" cy="75988"/>
            </a:xfrm>
            <a:custGeom>
              <a:rect b="b" l="l" r="r" t="t"/>
              <a:pathLst>
                <a:path extrusionOk="0" h="950" w="1035">
                  <a:moveTo>
                    <a:pt x="998" y="1"/>
                  </a:moveTo>
                  <a:cubicBezTo>
                    <a:pt x="894" y="1"/>
                    <a:pt x="584" y="21"/>
                    <a:pt x="335" y="245"/>
                  </a:cubicBezTo>
                  <a:cubicBezTo>
                    <a:pt x="31" y="488"/>
                    <a:pt x="1" y="944"/>
                    <a:pt x="1" y="944"/>
                  </a:cubicBezTo>
                  <a:cubicBezTo>
                    <a:pt x="1" y="944"/>
                    <a:pt x="38" y="950"/>
                    <a:pt x="99" y="950"/>
                  </a:cubicBezTo>
                  <a:cubicBezTo>
                    <a:pt x="235" y="950"/>
                    <a:pt x="490" y="921"/>
                    <a:pt x="700" y="731"/>
                  </a:cubicBezTo>
                  <a:cubicBezTo>
                    <a:pt x="1004" y="458"/>
                    <a:pt x="1034" y="2"/>
                    <a:pt x="1034" y="2"/>
                  </a:cubicBezTo>
                  <a:cubicBezTo>
                    <a:pt x="1034" y="2"/>
                    <a:pt x="1021" y="1"/>
                    <a:pt x="99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1" name="Google Shape;3901;p38"/>
            <p:cNvSpPr/>
            <p:nvPr/>
          </p:nvSpPr>
          <p:spPr>
            <a:xfrm flipH="1">
              <a:off x="8853654" y="4378097"/>
              <a:ext cx="82743" cy="116782"/>
            </a:xfrm>
            <a:custGeom>
              <a:rect b="b" l="l" r="r" t="t"/>
              <a:pathLst>
                <a:path extrusionOk="0" h="1460" w="1035">
                  <a:moveTo>
                    <a:pt x="913" y="1"/>
                  </a:moveTo>
                  <a:lnTo>
                    <a:pt x="913" y="1"/>
                  </a:lnTo>
                  <a:cubicBezTo>
                    <a:pt x="913" y="1"/>
                    <a:pt x="457" y="153"/>
                    <a:pt x="244" y="548"/>
                  </a:cubicBezTo>
                  <a:cubicBezTo>
                    <a:pt x="1" y="913"/>
                    <a:pt x="123" y="1460"/>
                    <a:pt x="123" y="1460"/>
                  </a:cubicBezTo>
                  <a:cubicBezTo>
                    <a:pt x="123" y="1460"/>
                    <a:pt x="578" y="1308"/>
                    <a:pt x="791" y="913"/>
                  </a:cubicBezTo>
                  <a:cubicBezTo>
                    <a:pt x="1034" y="548"/>
                    <a:pt x="913" y="1"/>
                    <a:pt x="9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2" name="Google Shape;3902;p38"/>
            <p:cNvSpPr/>
            <p:nvPr/>
          </p:nvSpPr>
          <p:spPr>
            <a:xfrm flipH="1">
              <a:off x="8255906" y="4047429"/>
              <a:ext cx="77786" cy="165414"/>
            </a:xfrm>
            <a:custGeom>
              <a:rect b="b" l="l" r="r" t="t"/>
              <a:pathLst>
                <a:path extrusionOk="0" h="2068" w="973">
                  <a:moveTo>
                    <a:pt x="243" y="1"/>
                  </a:moveTo>
                  <a:cubicBezTo>
                    <a:pt x="243" y="1"/>
                    <a:pt x="0" y="578"/>
                    <a:pt x="91" y="1156"/>
                  </a:cubicBezTo>
                  <a:cubicBezTo>
                    <a:pt x="213" y="1703"/>
                    <a:pt x="699" y="2068"/>
                    <a:pt x="699" y="2068"/>
                  </a:cubicBezTo>
                  <a:cubicBezTo>
                    <a:pt x="699" y="2068"/>
                    <a:pt x="973" y="1490"/>
                    <a:pt x="851" y="913"/>
                  </a:cubicBezTo>
                  <a:cubicBezTo>
                    <a:pt x="760" y="335"/>
                    <a:pt x="243" y="1"/>
                    <a:pt x="2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903" name="Google Shape;3903;p38"/>
          <p:cNvGrpSpPr/>
          <p:nvPr/>
        </p:nvGrpSpPr>
        <p:grpSpPr>
          <a:xfrm flipH="1">
            <a:off x="-518902" y="2809772"/>
            <a:ext cx="1496970" cy="2297721"/>
            <a:chOff x="243098" y="2746672"/>
            <a:chExt cx="1496970" cy="2297721"/>
          </a:xfrm>
        </p:grpSpPr>
        <p:sp>
          <p:nvSpPr>
            <p:cNvPr id="3904" name="Google Shape;3904;p38"/>
            <p:cNvSpPr/>
            <p:nvPr/>
          </p:nvSpPr>
          <p:spPr>
            <a:xfrm>
              <a:off x="789842" y="4086383"/>
              <a:ext cx="461762" cy="958010"/>
            </a:xfrm>
            <a:custGeom>
              <a:rect b="b" l="l" r="r" t="t"/>
              <a:pathLst>
                <a:path extrusionOk="0" h="11977" w="5776">
                  <a:moveTo>
                    <a:pt x="2888" y="0"/>
                  </a:moveTo>
                  <a:lnTo>
                    <a:pt x="2797" y="2219"/>
                  </a:lnTo>
                  <a:lnTo>
                    <a:pt x="1611" y="1307"/>
                  </a:lnTo>
                  <a:lnTo>
                    <a:pt x="1520" y="1429"/>
                  </a:lnTo>
                  <a:lnTo>
                    <a:pt x="2645" y="2797"/>
                  </a:lnTo>
                  <a:lnTo>
                    <a:pt x="2432" y="7082"/>
                  </a:lnTo>
                  <a:lnTo>
                    <a:pt x="1885" y="6535"/>
                  </a:lnTo>
                  <a:lnTo>
                    <a:pt x="1915" y="5076"/>
                  </a:lnTo>
                  <a:lnTo>
                    <a:pt x="1703" y="5015"/>
                  </a:lnTo>
                  <a:lnTo>
                    <a:pt x="1520" y="6201"/>
                  </a:lnTo>
                  <a:lnTo>
                    <a:pt x="152" y="5015"/>
                  </a:lnTo>
                  <a:lnTo>
                    <a:pt x="0" y="5137"/>
                  </a:lnTo>
                  <a:lnTo>
                    <a:pt x="2310" y="7812"/>
                  </a:lnTo>
                  <a:lnTo>
                    <a:pt x="2007" y="11976"/>
                  </a:lnTo>
                  <a:lnTo>
                    <a:pt x="3891" y="11976"/>
                  </a:lnTo>
                  <a:lnTo>
                    <a:pt x="3678" y="6748"/>
                  </a:lnTo>
                  <a:lnTo>
                    <a:pt x="4681" y="5107"/>
                  </a:lnTo>
                  <a:lnTo>
                    <a:pt x="5776" y="4955"/>
                  </a:lnTo>
                  <a:lnTo>
                    <a:pt x="5776" y="4772"/>
                  </a:lnTo>
                  <a:lnTo>
                    <a:pt x="4803" y="4803"/>
                  </a:lnTo>
                  <a:lnTo>
                    <a:pt x="5350" y="3921"/>
                  </a:lnTo>
                  <a:lnTo>
                    <a:pt x="5228" y="3800"/>
                  </a:lnTo>
                  <a:lnTo>
                    <a:pt x="3678" y="5471"/>
                  </a:lnTo>
                  <a:lnTo>
                    <a:pt x="3405" y="2736"/>
                  </a:lnTo>
                  <a:lnTo>
                    <a:pt x="319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5" name="Google Shape;3905;p38"/>
            <p:cNvSpPr/>
            <p:nvPr/>
          </p:nvSpPr>
          <p:spPr>
            <a:xfrm>
              <a:off x="274676" y="2746672"/>
              <a:ext cx="1465392" cy="1589112"/>
            </a:xfrm>
            <a:custGeom>
              <a:rect b="b" l="l" r="r" t="t"/>
              <a:pathLst>
                <a:path extrusionOk="0" h="19867" w="18330">
                  <a:moveTo>
                    <a:pt x="9682" y="1"/>
                  </a:moveTo>
                  <a:cubicBezTo>
                    <a:pt x="9666" y="1"/>
                    <a:pt x="9651" y="1"/>
                    <a:pt x="9636" y="1"/>
                  </a:cubicBezTo>
                  <a:cubicBezTo>
                    <a:pt x="8663" y="32"/>
                    <a:pt x="7873" y="731"/>
                    <a:pt x="7265" y="1460"/>
                  </a:cubicBezTo>
                  <a:cubicBezTo>
                    <a:pt x="6019" y="2980"/>
                    <a:pt x="5259" y="4865"/>
                    <a:pt x="5107" y="6840"/>
                  </a:cubicBezTo>
                  <a:cubicBezTo>
                    <a:pt x="4712" y="6354"/>
                    <a:pt x="4377" y="5868"/>
                    <a:pt x="3891" y="5472"/>
                  </a:cubicBezTo>
                  <a:cubicBezTo>
                    <a:pt x="3485" y="5168"/>
                    <a:pt x="2993" y="4926"/>
                    <a:pt x="2488" y="4926"/>
                  </a:cubicBezTo>
                  <a:cubicBezTo>
                    <a:pt x="2389" y="4926"/>
                    <a:pt x="2289" y="4936"/>
                    <a:pt x="2189" y="4956"/>
                  </a:cubicBezTo>
                  <a:cubicBezTo>
                    <a:pt x="1186" y="5108"/>
                    <a:pt x="548" y="6111"/>
                    <a:pt x="274" y="7114"/>
                  </a:cubicBezTo>
                  <a:cubicBezTo>
                    <a:pt x="1" y="8178"/>
                    <a:pt x="61" y="9272"/>
                    <a:pt x="396" y="10305"/>
                  </a:cubicBezTo>
                  <a:cubicBezTo>
                    <a:pt x="912" y="12007"/>
                    <a:pt x="2219" y="13375"/>
                    <a:pt x="3466" y="14622"/>
                  </a:cubicBezTo>
                  <a:cubicBezTo>
                    <a:pt x="3336" y="14567"/>
                    <a:pt x="3199" y="14541"/>
                    <a:pt x="3063" y="14541"/>
                  </a:cubicBezTo>
                  <a:cubicBezTo>
                    <a:pt x="2595" y="14541"/>
                    <a:pt x="2127" y="14843"/>
                    <a:pt x="1915" y="15290"/>
                  </a:cubicBezTo>
                  <a:cubicBezTo>
                    <a:pt x="1520" y="16050"/>
                    <a:pt x="1915" y="16901"/>
                    <a:pt x="2402" y="17509"/>
                  </a:cubicBezTo>
                  <a:cubicBezTo>
                    <a:pt x="2858" y="18026"/>
                    <a:pt x="3435" y="18391"/>
                    <a:pt x="4043" y="18695"/>
                  </a:cubicBezTo>
                  <a:cubicBezTo>
                    <a:pt x="5651" y="19498"/>
                    <a:pt x="7434" y="19866"/>
                    <a:pt x="9228" y="19866"/>
                  </a:cubicBezTo>
                  <a:cubicBezTo>
                    <a:pt x="11164" y="19866"/>
                    <a:pt x="13112" y="19437"/>
                    <a:pt x="14864" y="18664"/>
                  </a:cubicBezTo>
                  <a:cubicBezTo>
                    <a:pt x="16110" y="18117"/>
                    <a:pt x="16992" y="17205"/>
                    <a:pt x="17691" y="15989"/>
                  </a:cubicBezTo>
                  <a:cubicBezTo>
                    <a:pt x="18147" y="15290"/>
                    <a:pt x="18299" y="14439"/>
                    <a:pt x="18329" y="13649"/>
                  </a:cubicBezTo>
                  <a:cubicBezTo>
                    <a:pt x="18329" y="13102"/>
                    <a:pt x="18299" y="12585"/>
                    <a:pt x="18086" y="12129"/>
                  </a:cubicBezTo>
                  <a:cubicBezTo>
                    <a:pt x="17873" y="11673"/>
                    <a:pt x="17448" y="11248"/>
                    <a:pt x="16931" y="11187"/>
                  </a:cubicBezTo>
                  <a:cubicBezTo>
                    <a:pt x="16869" y="11174"/>
                    <a:pt x="16804" y="11168"/>
                    <a:pt x="16739" y="11168"/>
                  </a:cubicBezTo>
                  <a:cubicBezTo>
                    <a:pt x="16511" y="11168"/>
                    <a:pt x="16279" y="11244"/>
                    <a:pt x="16148" y="11384"/>
                  </a:cubicBezTo>
                  <a:lnTo>
                    <a:pt x="16148" y="11384"/>
                  </a:lnTo>
                  <a:cubicBezTo>
                    <a:pt x="16711" y="10695"/>
                    <a:pt x="17239" y="9890"/>
                    <a:pt x="17448" y="8998"/>
                  </a:cubicBezTo>
                  <a:cubicBezTo>
                    <a:pt x="17691" y="8086"/>
                    <a:pt x="17569" y="7083"/>
                    <a:pt x="16961" y="6384"/>
                  </a:cubicBezTo>
                  <a:cubicBezTo>
                    <a:pt x="16487" y="5810"/>
                    <a:pt x="15766" y="5523"/>
                    <a:pt x="15019" y="5523"/>
                  </a:cubicBezTo>
                  <a:cubicBezTo>
                    <a:pt x="14856" y="5523"/>
                    <a:pt x="14692" y="5536"/>
                    <a:pt x="14530" y="5564"/>
                  </a:cubicBezTo>
                  <a:cubicBezTo>
                    <a:pt x="13618" y="5716"/>
                    <a:pt x="12858" y="6202"/>
                    <a:pt x="12250" y="6871"/>
                  </a:cubicBezTo>
                  <a:cubicBezTo>
                    <a:pt x="12311" y="5472"/>
                    <a:pt x="12615" y="4074"/>
                    <a:pt x="12372" y="2706"/>
                  </a:cubicBezTo>
                  <a:cubicBezTo>
                    <a:pt x="12101" y="1354"/>
                    <a:pt x="11057" y="1"/>
                    <a:pt x="968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6" name="Google Shape;3906;p38"/>
            <p:cNvSpPr/>
            <p:nvPr/>
          </p:nvSpPr>
          <p:spPr>
            <a:xfrm>
              <a:off x="635228" y="4360980"/>
              <a:ext cx="324817" cy="282356"/>
            </a:xfrm>
            <a:custGeom>
              <a:rect b="b" l="l" r="r" t="t"/>
              <a:pathLst>
                <a:path extrusionOk="0" h="3530" w="4063">
                  <a:moveTo>
                    <a:pt x="1850" y="0"/>
                  </a:moveTo>
                  <a:cubicBezTo>
                    <a:pt x="1502" y="0"/>
                    <a:pt x="1195" y="373"/>
                    <a:pt x="1570" y="944"/>
                  </a:cubicBezTo>
                  <a:cubicBezTo>
                    <a:pt x="1296" y="663"/>
                    <a:pt x="1033" y="551"/>
                    <a:pt x="819" y="551"/>
                  </a:cubicBezTo>
                  <a:cubicBezTo>
                    <a:pt x="223" y="551"/>
                    <a:pt x="1" y="1409"/>
                    <a:pt x="962" y="1856"/>
                  </a:cubicBezTo>
                  <a:cubicBezTo>
                    <a:pt x="37" y="1881"/>
                    <a:pt x="304" y="2974"/>
                    <a:pt x="969" y="2974"/>
                  </a:cubicBezTo>
                  <a:cubicBezTo>
                    <a:pt x="1100" y="2974"/>
                    <a:pt x="1247" y="2931"/>
                    <a:pt x="1403" y="2829"/>
                  </a:cubicBezTo>
                  <a:lnTo>
                    <a:pt x="1403" y="2829"/>
                  </a:lnTo>
                  <a:cubicBezTo>
                    <a:pt x="1083" y="3075"/>
                    <a:pt x="1301" y="3529"/>
                    <a:pt x="1714" y="3529"/>
                  </a:cubicBezTo>
                  <a:cubicBezTo>
                    <a:pt x="1726" y="3529"/>
                    <a:pt x="1739" y="3529"/>
                    <a:pt x="1752" y="3528"/>
                  </a:cubicBezTo>
                  <a:cubicBezTo>
                    <a:pt x="2877" y="3315"/>
                    <a:pt x="4062" y="1491"/>
                    <a:pt x="3029" y="519"/>
                  </a:cubicBezTo>
                  <a:cubicBezTo>
                    <a:pt x="2955" y="430"/>
                    <a:pt x="2810" y="370"/>
                    <a:pt x="2680" y="370"/>
                  </a:cubicBezTo>
                  <a:cubicBezTo>
                    <a:pt x="2542" y="370"/>
                    <a:pt x="2421" y="438"/>
                    <a:pt x="2421" y="610"/>
                  </a:cubicBezTo>
                  <a:cubicBezTo>
                    <a:pt x="2358" y="184"/>
                    <a:pt x="2094" y="0"/>
                    <a:pt x="185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7" name="Google Shape;3907;p38"/>
            <p:cNvSpPr/>
            <p:nvPr/>
          </p:nvSpPr>
          <p:spPr>
            <a:xfrm>
              <a:off x="663449" y="3468479"/>
              <a:ext cx="794733" cy="858426"/>
            </a:xfrm>
            <a:custGeom>
              <a:rect b="b" l="l" r="r" t="t"/>
              <a:pathLst>
                <a:path extrusionOk="0" h="10732" w="9941">
                  <a:moveTo>
                    <a:pt x="3393" y="0"/>
                  </a:moveTo>
                  <a:cubicBezTo>
                    <a:pt x="3295" y="0"/>
                    <a:pt x="3197" y="11"/>
                    <a:pt x="3101" y="35"/>
                  </a:cubicBezTo>
                  <a:cubicBezTo>
                    <a:pt x="2341" y="217"/>
                    <a:pt x="1977" y="1129"/>
                    <a:pt x="2068" y="1889"/>
                  </a:cubicBezTo>
                  <a:cubicBezTo>
                    <a:pt x="2129" y="2649"/>
                    <a:pt x="2524" y="3379"/>
                    <a:pt x="2797" y="4078"/>
                  </a:cubicBezTo>
                  <a:cubicBezTo>
                    <a:pt x="2435" y="3871"/>
                    <a:pt x="2029" y="3730"/>
                    <a:pt x="1598" y="3730"/>
                  </a:cubicBezTo>
                  <a:cubicBezTo>
                    <a:pt x="1522" y="3730"/>
                    <a:pt x="1446" y="3734"/>
                    <a:pt x="1369" y="3743"/>
                  </a:cubicBezTo>
                  <a:cubicBezTo>
                    <a:pt x="882" y="3835"/>
                    <a:pt x="426" y="4139"/>
                    <a:pt x="244" y="4594"/>
                  </a:cubicBezTo>
                  <a:cubicBezTo>
                    <a:pt x="1" y="5081"/>
                    <a:pt x="122" y="5598"/>
                    <a:pt x="396" y="6053"/>
                  </a:cubicBezTo>
                  <a:cubicBezTo>
                    <a:pt x="670" y="6479"/>
                    <a:pt x="1065" y="6813"/>
                    <a:pt x="1490" y="7117"/>
                  </a:cubicBezTo>
                  <a:cubicBezTo>
                    <a:pt x="1414" y="7087"/>
                    <a:pt x="1331" y="7072"/>
                    <a:pt x="1247" y="7072"/>
                  </a:cubicBezTo>
                  <a:cubicBezTo>
                    <a:pt x="1163" y="7072"/>
                    <a:pt x="1080" y="7087"/>
                    <a:pt x="1004" y="7117"/>
                  </a:cubicBezTo>
                  <a:cubicBezTo>
                    <a:pt x="730" y="7239"/>
                    <a:pt x="578" y="7512"/>
                    <a:pt x="548" y="7816"/>
                  </a:cubicBezTo>
                  <a:cubicBezTo>
                    <a:pt x="518" y="8090"/>
                    <a:pt x="578" y="8394"/>
                    <a:pt x="670" y="8637"/>
                  </a:cubicBezTo>
                  <a:cubicBezTo>
                    <a:pt x="822" y="9093"/>
                    <a:pt x="1034" y="9519"/>
                    <a:pt x="1338" y="9701"/>
                  </a:cubicBezTo>
                  <a:cubicBezTo>
                    <a:pt x="1885" y="10248"/>
                    <a:pt x="2493" y="10582"/>
                    <a:pt x="3253" y="10674"/>
                  </a:cubicBezTo>
                  <a:cubicBezTo>
                    <a:pt x="3573" y="10712"/>
                    <a:pt x="3897" y="10731"/>
                    <a:pt x="4223" y="10731"/>
                  </a:cubicBezTo>
                  <a:cubicBezTo>
                    <a:pt x="5969" y="10731"/>
                    <a:pt x="7747" y="10171"/>
                    <a:pt x="9028" y="8941"/>
                  </a:cubicBezTo>
                  <a:cubicBezTo>
                    <a:pt x="9272" y="8728"/>
                    <a:pt x="9545" y="8424"/>
                    <a:pt x="9697" y="8060"/>
                  </a:cubicBezTo>
                  <a:cubicBezTo>
                    <a:pt x="9879" y="7695"/>
                    <a:pt x="9940" y="7148"/>
                    <a:pt x="9636" y="6813"/>
                  </a:cubicBezTo>
                  <a:cubicBezTo>
                    <a:pt x="9478" y="6690"/>
                    <a:pt x="9268" y="6607"/>
                    <a:pt x="9066" y="6607"/>
                  </a:cubicBezTo>
                  <a:cubicBezTo>
                    <a:pt x="8920" y="6607"/>
                    <a:pt x="8778" y="6650"/>
                    <a:pt x="8664" y="6753"/>
                  </a:cubicBezTo>
                  <a:cubicBezTo>
                    <a:pt x="9120" y="5841"/>
                    <a:pt x="9636" y="4929"/>
                    <a:pt x="9636" y="3926"/>
                  </a:cubicBezTo>
                  <a:cubicBezTo>
                    <a:pt x="9636" y="3348"/>
                    <a:pt x="9484" y="2740"/>
                    <a:pt x="9180" y="2224"/>
                  </a:cubicBezTo>
                  <a:cubicBezTo>
                    <a:pt x="8931" y="1807"/>
                    <a:pt x="8504" y="1391"/>
                    <a:pt x="7992" y="1391"/>
                  </a:cubicBezTo>
                  <a:cubicBezTo>
                    <a:pt x="7943" y="1391"/>
                    <a:pt x="7893" y="1395"/>
                    <a:pt x="7843" y="1403"/>
                  </a:cubicBezTo>
                  <a:cubicBezTo>
                    <a:pt x="7509" y="1464"/>
                    <a:pt x="7205" y="1707"/>
                    <a:pt x="6992" y="1950"/>
                  </a:cubicBezTo>
                  <a:cubicBezTo>
                    <a:pt x="6809" y="2254"/>
                    <a:pt x="6688" y="2558"/>
                    <a:pt x="6597" y="2923"/>
                  </a:cubicBezTo>
                  <a:cubicBezTo>
                    <a:pt x="6202" y="1889"/>
                    <a:pt x="5472" y="1008"/>
                    <a:pt x="4560" y="400"/>
                  </a:cubicBezTo>
                  <a:cubicBezTo>
                    <a:pt x="4194" y="180"/>
                    <a:pt x="3790" y="0"/>
                    <a:pt x="339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8" name="Google Shape;3908;p38"/>
            <p:cNvSpPr/>
            <p:nvPr/>
          </p:nvSpPr>
          <p:spPr>
            <a:xfrm>
              <a:off x="354861" y="3840821"/>
              <a:ext cx="72990" cy="104624"/>
            </a:xfrm>
            <a:custGeom>
              <a:rect b="b" l="l" r="r" t="t"/>
              <a:pathLst>
                <a:path extrusionOk="0" h="1308" w="913">
                  <a:moveTo>
                    <a:pt x="92" y="0"/>
                  </a:moveTo>
                  <a:cubicBezTo>
                    <a:pt x="92" y="0"/>
                    <a:pt x="1" y="456"/>
                    <a:pt x="183" y="791"/>
                  </a:cubicBezTo>
                  <a:cubicBezTo>
                    <a:pt x="365" y="1125"/>
                    <a:pt x="791" y="1307"/>
                    <a:pt x="791" y="1307"/>
                  </a:cubicBezTo>
                  <a:cubicBezTo>
                    <a:pt x="791" y="1307"/>
                    <a:pt x="912" y="851"/>
                    <a:pt x="700" y="487"/>
                  </a:cubicBezTo>
                  <a:cubicBezTo>
                    <a:pt x="487" y="152"/>
                    <a:pt x="92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9" name="Google Shape;3909;p38"/>
            <p:cNvSpPr/>
            <p:nvPr/>
          </p:nvSpPr>
          <p:spPr>
            <a:xfrm>
              <a:off x="243098" y="3940326"/>
              <a:ext cx="158051" cy="70869"/>
            </a:xfrm>
            <a:custGeom>
              <a:rect b="b" l="l" r="r" t="t"/>
              <a:pathLst>
                <a:path extrusionOk="0" h="886" w="1977">
                  <a:moveTo>
                    <a:pt x="996" y="1"/>
                  </a:moveTo>
                  <a:cubicBezTo>
                    <a:pt x="978" y="1"/>
                    <a:pt x="960" y="1"/>
                    <a:pt x="943" y="2"/>
                  </a:cubicBezTo>
                  <a:cubicBezTo>
                    <a:pt x="396" y="2"/>
                    <a:pt x="0" y="519"/>
                    <a:pt x="0" y="519"/>
                  </a:cubicBezTo>
                  <a:cubicBezTo>
                    <a:pt x="0" y="519"/>
                    <a:pt x="451" y="886"/>
                    <a:pt x="946" y="886"/>
                  </a:cubicBezTo>
                  <a:cubicBezTo>
                    <a:pt x="965" y="886"/>
                    <a:pt x="984" y="885"/>
                    <a:pt x="1003" y="884"/>
                  </a:cubicBezTo>
                  <a:cubicBezTo>
                    <a:pt x="1551" y="854"/>
                    <a:pt x="1976" y="398"/>
                    <a:pt x="1976" y="398"/>
                  </a:cubicBezTo>
                  <a:cubicBezTo>
                    <a:pt x="1976" y="398"/>
                    <a:pt x="1494" y="1"/>
                    <a:pt x="99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0" name="Google Shape;3910;p38"/>
            <p:cNvSpPr/>
            <p:nvPr/>
          </p:nvSpPr>
          <p:spPr>
            <a:xfrm>
              <a:off x="1256401" y="4479441"/>
              <a:ext cx="58360" cy="29755"/>
            </a:xfrm>
            <a:custGeom>
              <a:rect b="b" l="l" r="r" t="t"/>
              <a:pathLst>
                <a:path extrusionOk="0" h="372" w="730">
                  <a:moveTo>
                    <a:pt x="235" y="0"/>
                  </a:moveTo>
                  <a:cubicBezTo>
                    <a:pt x="108" y="0"/>
                    <a:pt x="0" y="41"/>
                    <a:pt x="0" y="41"/>
                  </a:cubicBezTo>
                  <a:cubicBezTo>
                    <a:pt x="0" y="41"/>
                    <a:pt x="122" y="253"/>
                    <a:pt x="304" y="345"/>
                  </a:cubicBezTo>
                  <a:cubicBezTo>
                    <a:pt x="365" y="365"/>
                    <a:pt x="433" y="372"/>
                    <a:pt x="496" y="372"/>
                  </a:cubicBezTo>
                  <a:cubicBezTo>
                    <a:pt x="622" y="372"/>
                    <a:pt x="730" y="345"/>
                    <a:pt x="730" y="345"/>
                  </a:cubicBezTo>
                  <a:cubicBezTo>
                    <a:pt x="730" y="345"/>
                    <a:pt x="608" y="101"/>
                    <a:pt x="426" y="41"/>
                  </a:cubicBezTo>
                  <a:cubicBezTo>
                    <a:pt x="365" y="10"/>
                    <a:pt x="298" y="0"/>
                    <a:pt x="23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1" name="Google Shape;3911;p38"/>
            <p:cNvSpPr/>
            <p:nvPr/>
          </p:nvSpPr>
          <p:spPr>
            <a:xfrm>
              <a:off x="1256401" y="4409692"/>
              <a:ext cx="60838" cy="58471"/>
            </a:xfrm>
            <a:custGeom>
              <a:rect b="b" l="l" r="r" t="t"/>
              <a:pathLst>
                <a:path extrusionOk="0" h="731" w="761">
                  <a:moveTo>
                    <a:pt x="760" y="1"/>
                  </a:moveTo>
                  <a:cubicBezTo>
                    <a:pt x="760" y="1"/>
                    <a:pt x="456" y="1"/>
                    <a:pt x="213" y="183"/>
                  </a:cubicBezTo>
                  <a:cubicBezTo>
                    <a:pt x="31" y="366"/>
                    <a:pt x="0" y="730"/>
                    <a:pt x="0" y="730"/>
                  </a:cubicBezTo>
                  <a:cubicBezTo>
                    <a:pt x="0" y="730"/>
                    <a:pt x="304" y="730"/>
                    <a:pt x="547" y="518"/>
                  </a:cubicBezTo>
                  <a:cubicBezTo>
                    <a:pt x="760" y="335"/>
                    <a:pt x="760" y="1"/>
                    <a:pt x="76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2" name="Google Shape;3912;p38"/>
            <p:cNvSpPr/>
            <p:nvPr/>
          </p:nvSpPr>
          <p:spPr>
            <a:xfrm>
              <a:off x="1217548" y="3476078"/>
              <a:ext cx="82663" cy="82787"/>
            </a:xfrm>
            <a:custGeom>
              <a:rect b="b" l="l" r="r" t="t"/>
              <a:pathLst>
                <a:path extrusionOk="0" h="1035" w="1034">
                  <a:moveTo>
                    <a:pt x="973" y="1"/>
                  </a:moveTo>
                  <a:lnTo>
                    <a:pt x="973" y="1"/>
                  </a:lnTo>
                  <a:cubicBezTo>
                    <a:pt x="973" y="1"/>
                    <a:pt x="517" y="1"/>
                    <a:pt x="274" y="305"/>
                  </a:cubicBezTo>
                  <a:cubicBezTo>
                    <a:pt x="0" y="578"/>
                    <a:pt x="0" y="1034"/>
                    <a:pt x="0" y="1034"/>
                  </a:cubicBezTo>
                  <a:cubicBezTo>
                    <a:pt x="0" y="1034"/>
                    <a:pt x="456" y="1034"/>
                    <a:pt x="730" y="730"/>
                  </a:cubicBezTo>
                  <a:cubicBezTo>
                    <a:pt x="1033" y="426"/>
                    <a:pt x="973" y="1"/>
                    <a:pt x="97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3" name="Google Shape;3913;p38"/>
            <p:cNvSpPr/>
            <p:nvPr/>
          </p:nvSpPr>
          <p:spPr>
            <a:xfrm>
              <a:off x="695027" y="3711641"/>
              <a:ext cx="72990" cy="37114"/>
            </a:xfrm>
            <a:custGeom>
              <a:rect b="b" l="l" r="r" t="t"/>
              <a:pathLst>
                <a:path extrusionOk="0" h="464" w="913">
                  <a:moveTo>
                    <a:pt x="318" y="1"/>
                  </a:moveTo>
                  <a:cubicBezTo>
                    <a:pt x="146" y="1"/>
                    <a:pt x="1" y="65"/>
                    <a:pt x="1" y="65"/>
                  </a:cubicBezTo>
                  <a:cubicBezTo>
                    <a:pt x="1" y="65"/>
                    <a:pt x="123" y="308"/>
                    <a:pt x="366" y="430"/>
                  </a:cubicBezTo>
                  <a:cubicBezTo>
                    <a:pt x="432" y="455"/>
                    <a:pt x="503" y="464"/>
                    <a:pt x="571" y="464"/>
                  </a:cubicBezTo>
                  <a:cubicBezTo>
                    <a:pt x="752" y="464"/>
                    <a:pt x="913" y="399"/>
                    <a:pt x="913" y="399"/>
                  </a:cubicBezTo>
                  <a:cubicBezTo>
                    <a:pt x="913" y="399"/>
                    <a:pt x="791" y="126"/>
                    <a:pt x="518" y="35"/>
                  </a:cubicBezTo>
                  <a:cubicBezTo>
                    <a:pt x="451" y="10"/>
                    <a:pt x="383" y="1"/>
                    <a:pt x="3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4" name="Google Shape;3914;p38"/>
            <p:cNvSpPr/>
            <p:nvPr/>
          </p:nvSpPr>
          <p:spPr>
            <a:xfrm>
              <a:off x="1113060" y="3398330"/>
              <a:ext cx="94815" cy="148377"/>
            </a:xfrm>
            <a:custGeom>
              <a:rect b="b" l="l" r="r" t="t"/>
              <a:pathLst>
                <a:path extrusionOk="0" h="1855" w="1186">
                  <a:moveTo>
                    <a:pt x="243" y="0"/>
                  </a:moveTo>
                  <a:cubicBezTo>
                    <a:pt x="243" y="0"/>
                    <a:pt x="0" y="517"/>
                    <a:pt x="213" y="1064"/>
                  </a:cubicBezTo>
                  <a:cubicBezTo>
                    <a:pt x="395" y="1581"/>
                    <a:pt x="973" y="1854"/>
                    <a:pt x="973" y="1854"/>
                  </a:cubicBezTo>
                  <a:cubicBezTo>
                    <a:pt x="973" y="1854"/>
                    <a:pt x="1185" y="1307"/>
                    <a:pt x="1003" y="791"/>
                  </a:cubicBezTo>
                  <a:cubicBezTo>
                    <a:pt x="821" y="304"/>
                    <a:pt x="243" y="0"/>
                    <a:pt x="24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5" name="Google Shape;3915;p38"/>
            <p:cNvSpPr/>
            <p:nvPr/>
          </p:nvSpPr>
          <p:spPr>
            <a:xfrm>
              <a:off x="758264" y="4468083"/>
              <a:ext cx="136146" cy="124061"/>
            </a:xfrm>
            <a:custGeom>
              <a:rect b="b" l="l" r="r" t="t"/>
              <a:pathLst>
                <a:path extrusionOk="0" h="1551" w="1703">
                  <a:moveTo>
                    <a:pt x="1277" y="0"/>
                  </a:moveTo>
                  <a:cubicBezTo>
                    <a:pt x="1094" y="0"/>
                    <a:pt x="1064" y="213"/>
                    <a:pt x="912" y="213"/>
                  </a:cubicBezTo>
                  <a:cubicBezTo>
                    <a:pt x="882" y="213"/>
                    <a:pt x="851" y="213"/>
                    <a:pt x="791" y="183"/>
                  </a:cubicBezTo>
                  <a:cubicBezTo>
                    <a:pt x="760" y="152"/>
                    <a:pt x="730" y="61"/>
                    <a:pt x="639" y="61"/>
                  </a:cubicBezTo>
                  <a:cubicBezTo>
                    <a:pt x="578" y="61"/>
                    <a:pt x="487" y="152"/>
                    <a:pt x="456" y="213"/>
                  </a:cubicBezTo>
                  <a:cubicBezTo>
                    <a:pt x="426" y="304"/>
                    <a:pt x="456" y="395"/>
                    <a:pt x="456" y="487"/>
                  </a:cubicBezTo>
                  <a:cubicBezTo>
                    <a:pt x="456" y="608"/>
                    <a:pt x="456" y="669"/>
                    <a:pt x="426" y="760"/>
                  </a:cubicBezTo>
                  <a:cubicBezTo>
                    <a:pt x="304" y="882"/>
                    <a:pt x="122" y="851"/>
                    <a:pt x="31" y="1003"/>
                  </a:cubicBezTo>
                  <a:cubicBezTo>
                    <a:pt x="0" y="1125"/>
                    <a:pt x="31" y="1277"/>
                    <a:pt x="122" y="1368"/>
                  </a:cubicBezTo>
                  <a:cubicBezTo>
                    <a:pt x="243" y="1459"/>
                    <a:pt x="335" y="1550"/>
                    <a:pt x="487" y="1550"/>
                  </a:cubicBezTo>
                  <a:lnTo>
                    <a:pt x="791" y="1550"/>
                  </a:lnTo>
                  <a:cubicBezTo>
                    <a:pt x="1064" y="1520"/>
                    <a:pt x="1307" y="1429"/>
                    <a:pt x="1490" y="1155"/>
                  </a:cubicBezTo>
                  <a:cubicBezTo>
                    <a:pt x="1672" y="943"/>
                    <a:pt x="1702" y="639"/>
                    <a:pt x="1642" y="365"/>
                  </a:cubicBezTo>
                  <a:cubicBezTo>
                    <a:pt x="1550" y="213"/>
                    <a:pt x="1490" y="31"/>
                    <a:pt x="127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16" name="Google Shape;3916;p38"/>
          <p:cNvSpPr/>
          <p:nvPr/>
        </p:nvSpPr>
        <p:spPr>
          <a:xfrm>
            <a:off x="0" y="5107500"/>
            <a:ext cx="9144000" cy="36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17" name="Google Shape;3917;p38"/>
          <p:cNvGrpSpPr/>
          <p:nvPr/>
        </p:nvGrpSpPr>
        <p:grpSpPr>
          <a:xfrm>
            <a:off x="0" y="4752988"/>
            <a:ext cx="9144000" cy="354505"/>
            <a:chOff x="0" y="4689888"/>
            <a:chExt cx="9144000" cy="354505"/>
          </a:xfrm>
        </p:grpSpPr>
        <p:grpSp>
          <p:nvGrpSpPr>
            <p:cNvPr id="3918" name="Google Shape;3918;p38"/>
            <p:cNvGrpSpPr/>
            <p:nvPr/>
          </p:nvGrpSpPr>
          <p:grpSpPr>
            <a:xfrm>
              <a:off x="0" y="4793425"/>
              <a:ext cx="9144000" cy="194975"/>
              <a:chOff x="0" y="4789550"/>
              <a:chExt cx="9144000" cy="194975"/>
            </a:xfrm>
          </p:grpSpPr>
          <p:sp>
            <p:nvSpPr>
              <p:cNvPr id="3919" name="Google Shape;3919;p38"/>
              <p:cNvSpPr/>
              <p:nvPr/>
            </p:nvSpPr>
            <p:spPr>
              <a:xfrm>
                <a:off x="0" y="4789550"/>
                <a:ext cx="9144000" cy="360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20" name="Google Shape;3920;p38"/>
              <p:cNvSpPr/>
              <p:nvPr/>
            </p:nvSpPr>
            <p:spPr>
              <a:xfrm>
                <a:off x="0" y="4948525"/>
                <a:ext cx="9144000" cy="360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921" name="Google Shape;3921;p38"/>
            <p:cNvGrpSpPr/>
            <p:nvPr/>
          </p:nvGrpSpPr>
          <p:grpSpPr>
            <a:xfrm>
              <a:off x="28483" y="4689888"/>
              <a:ext cx="9087034" cy="354505"/>
              <a:chOff x="28483" y="4689888"/>
              <a:chExt cx="9087034" cy="354505"/>
            </a:xfrm>
          </p:grpSpPr>
          <p:sp>
            <p:nvSpPr>
              <p:cNvPr id="3922" name="Google Shape;3922;p38"/>
              <p:cNvSpPr/>
              <p:nvPr/>
            </p:nvSpPr>
            <p:spPr>
              <a:xfrm>
                <a:off x="64010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6" y="1"/>
                      <a:pt x="533" y="8"/>
                      <a:pt x="518" y="24"/>
                    </a:cubicBezTo>
                    <a:lnTo>
                      <a:pt x="62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34" y="4431"/>
                      <a:pt x="1065" y="4401"/>
                      <a:pt x="1156" y="4370"/>
                    </a:cubicBezTo>
                    <a:lnTo>
                      <a:pt x="1156" y="601"/>
                    </a:lnTo>
                    <a:lnTo>
                      <a:pt x="1126" y="571"/>
                    </a:lnTo>
                    <a:lnTo>
                      <a:pt x="670" y="24"/>
                    </a:lnTo>
                    <a:cubicBezTo>
                      <a:pt x="639" y="8"/>
                      <a:pt x="609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23" name="Google Shape;3923;p38"/>
              <p:cNvSpPr/>
              <p:nvPr/>
            </p:nvSpPr>
            <p:spPr>
              <a:xfrm>
                <a:off x="79301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3" y="8"/>
                      <a:pt x="517" y="24"/>
                    </a:cubicBezTo>
                    <a:lnTo>
                      <a:pt x="6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34" y="4431"/>
                      <a:pt x="1064" y="4401"/>
                      <a:pt x="1156" y="4370"/>
                    </a:cubicBezTo>
                    <a:lnTo>
                      <a:pt x="1156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9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24" name="Google Shape;3924;p38"/>
              <p:cNvSpPr/>
              <p:nvPr/>
            </p:nvSpPr>
            <p:spPr>
              <a:xfrm>
                <a:off x="94592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2" y="4431"/>
                      <a:pt x="122" y="4431"/>
                    </a:cubicBezTo>
                    <a:lnTo>
                      <a:pt x="1003" y="4431"/>
                    </a:lnTo>
                    <a:cubicBezTo>
                      <a:pt x="103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8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25" name="Google Shape;3925;p38"/>
              <p:cNvSpPr/>
              <p:nvPr/>
            </p:nvSpPr>
            <p:spPr>
              <a:xfrm>
                <a:off x="109882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1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1" y="4431"/>
                      <a:pt x="122" y="4431"/>
                    </a:cubicBezTo>
                    <a:lnTo>
                      <a:pt x="1003" y="4431"/>
                    </a:lnTo>
                    <a:cubicBezTo>
                      <a:pt x="106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8" y="8"/>
                      <a:pt x="608" y="1"/>
                      <a:pt x="58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26" name="Google Shape;3926;p38"/>
              <p:cNvSpPr/>
              <p:nvPr/>
            </p:nvSpPr>
            <p:spPr>
              <a:xfrm>
                <a:off x="1251735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04" y="4431"/>
                      <a:pt x="103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27" name="Google Shape;3927;p38"/>
              <p:cNvSpPr/>
              <p:nvPr/>
            </p:nvSpPr>
            <p:spPr>
              <a:xfrm>
                <a:off x="1402243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28" name="Google Shape;3928;p38"/>
              <p:cNvSpPr/>
              <p:nvPr/>
            </p:nvSpPr>
            <p:spPr>
              <a:xfrm>
                <a:off x="1552751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64" y="4431"/>
                      <a:pt x="109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29" name="Google Shape;3929;p38"/>
              <p:cNvSpPr/>
              <p:nvPr/>
            </p:nvSpPr>
            <p:spPr>
              <a:xfrm>
                <a:off x="751362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30" name="Google Shape;3930;p38"/>
              <p:cNvSpPr/>
              <p:nvPr/>
            </p:nvSpPr>
            <p:spPr>
              <a:xfrm>
                <a:off x="7666529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3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31" name="Google Shape;3931;p38"/>
              <p:cNvSpPr/>
              <p:nvPr/>
            </p:nvSpPr>
            <p:spPr>
              <a:xfrm>
                <a:off x="7816957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32" name="Google Shape;3932;p38"/>
              <p:cNvSpPr/>
              <p:nvPr/>
            </p:nvSpPr>
            <p:spPr>
              <a:xfrm>
                <a:off x="796738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2" y="4431"/>
                      <a:pt x="122" y="4431"/>
                    </a:cubicBezTo>
                    <a:lnTo>
                      <a:pt x="1003" y="4431"/>
                    </a:lnTo>
                    <a:cubicBezTo>
                      <a:pt x="103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8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33" name="Google Shape;3933;p38"/>
              <p:cNvSpPr/>
              <p:nvPr/>
            </p:nvSpPr>
            <p:spPr>
              <a:xfrm>
                <a:off x="812029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93" y="1"/>
                    </a:moveTo>
                    <a:cubicBezTo>
                      <a:pt x="562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1" y="4431"/>
                      <a:pt x="122" y="4431"/>
                    </a:cubicBezTo>
                    <a:lnTo>
                      <a:pt x="1003" y="4431"/>
                    </a:lnTo>
                    <a:cubicBezTo>
                      <a:pt x="106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54" y="8"/>
                      <a:pt x="623" y="1"/>
                      <a:pt x="59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34" name="Google Shape;3934;p38"/>
              <p:cNvSpPr/>
              <p:nvPr/>
            </p:nvSpPr>
            <p:spPr>
              <a:xfrm>
                <a:off x="8273198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1" y="4431"/>
                      <a:pt x="122" y="4431"/>
                    </a:cubicBezTo>
                    <a:lnTo>
                      <a:pt x="973" y="4431"/>
                    </a:lnTo>
                    <a:cubicBezTo>
                      <a:pt x="1034" y="4431"/>
                      <a:pt x="1065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35" name="Google Shape;3935;p38"/>
              <p:cNvSpPr/>
              <p:nvPr/>
            </p:nvSpPr>
            <p:spPr>
              <a:xfrm>
                <a:off x="8423706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34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36" name="Google Shape;3936;p38"/>
              <p:cNvSpPr/>
              <p:nvPr/>
            </p:nvSpPr>
            <p:spPr>
              <a:xfrm>
                <a:off x="8574214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64" y="4431"/>
                      <a:pt x="109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37" name="Google Shape;3937;p38"/>
              <p:cNvSpPr/>
              <p:nvPr/>
            </p:nvSpPr>
            <p:spPr>
              <a:xfrm>
                <a:off x="8724643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2" y="4431"/>
                      <a:pt x="122" y="4431"/>
                    </a:cubicBezTo>
                    <a:lnTo>
                      <a:pt x="974" y="4431"/>
                    </a:lnTo>
                    <a:cubicBezTo>
                      <a:pt x="1065" y="4431"/>
                      <a:pt x="1095" y="4401"/>
                      <a:pt x="1126" y="4370"/>
                    </a:cubicBezTo>
                    <a:lnTo>
                      <a:pt x="112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4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38" name="Google Shape;3938;p38"/>
              <p:cNvSpPr/>
              <p:nvPr/>
            </p:nvSpPr>
            <p:spPr>
              <a:xfrm>
                <a:off x="8875151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74" y="1"/>
                    </a:moveTo>
                    <a:cubicBezTo>
                      <a:pt x="547" y="1"/>
                      <a:pt x="517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122" y="4431"/>
                    </a:cubicBezTo>
                    <a:lnTo>
                      <a:pt x="1003" y="4431"/>
                    </a:lnTo>
                    <a:cubicBezTo>
                      <a:pt x="103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600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39" name="Google Shape;3939;p38"/>
              <p:cNvSpPr/>
              <p:nvPr/>
            </p:nvSpPr>
            <p:spPr>
              <a:xfrm>
                <a:off x="736071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40" name="Google Shape;3940;p38"/>
              <p:cNvSpPr/>
              <p:nvPr/>
            </p:nvSpPr>
            <p:spPr>
              <a:xfrm>
                <a:off x="720781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41" name="Google Shape;3941;p38"/>
              <p:cNvSpPr/>
              <p:nvPr/>
            </p:nvSpPr>
            <p:spPr>
              <a:xfrm>
                <a:off x="705490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42" name="Google Shape;3942;p38"/>
              <p:cNvSpPr/>
              <p:nvPr/>
            </p:nvSpPr>
            <p:spPr>
              <a:xfrm>
                <a:off x="690199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43" name="Google Shape;3943;p38"/>
              <p:cNvSpPr/>
              <p:nvPr/>
            </p:nvSpPr>
            <p:spPr>
              <a:xfrm>
                <a:off x="674909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44" name="Google Shape;3944;p38"/>
              <p:cNvSpPr/>
              <p:nvPr/>
            </p:nvSpPr>
            <p:spPr>
              <a:xfrm>
                <a:off x="659618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45" name="Google Shape;3945;p38"/>
              <p:cNvSpPr/>
              <p:nvPr/>
            </p:nvSpPr>
            <p:spPr>
              <a:xfrm>
                <a:off x="644327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46" name="Google Shape;3946;p38"/>
              <p:cNvSpPr/>
              <p:nvPr/>
            </p:nvSpPr>
            <p:spPr>
              <a:xfrm>
                <a:off x="629037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47" name="Google Shape;3947;p38"/>
              <p:cNvSpPr/>
              <p:nvPr/>
            </p:nvSpPr>
            <p:spPr>
              <a:xfrm>
                <a:off x="613746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48" name="Google Shape;3948;p38"/>
              <p:cNvSpPr/>
              <p:nvPr/>
            </p:nvSpPr>
            <p:spPr>
              <a:xfrm>
                <a:off x="598455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49" name="Google Shape;3949;p38"/>
              <p:cNvSpPr/>
              <p:nvPr/>
            </p:nvSpPr>
            <p:spPr>
              <a:xfrm>
                <a:off x="583165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50" name="Google Shape;3950;p38"/>
              <p:cNvSpPr/>
              <p:nvPr/>
            </p:nvSpPr>
            <p:spPr>
              <a:xfrm>
                <a:off x="567874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51" name="Google Shape;3951;p38"/>
              <p:cNvSpPr/>
              <p:nvPr/>
            </p:nvSpPr>
            <p:spPr>
              <a:xfrm>
                <a:off x="552583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52" name="Google Shape;3952;p38"/>
              <p:cNvSpPr/>
              <p:nvPr/>
            </p:nvSpPr>
            <p:spPr>
              <a:xfrm>
                <a:off x="537293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53" name="Google Shape;3953;p38"/>
              <p:cNvSpPr/>
              <p:nvPr/>
            </p:nvSpPr>
            <p:spPr>
              <a:xfrm>
                <a:off x="522002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54" name="Google Shape;3954;p38"/>
              <p:cNvSpPr/>
              <p:nvPr/>
            </p:nvSpPr>
            <p:spPr>
              <a:xfrm>
                <a:off x="506712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55" name="Google Shape;3955;p38"/>
              <p:cNvSpPr/>
              <p:nvPr/>
            </p:nvSpPr>
            <p:spPr>
              <a:xfrm>
                <a:off x="491421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56" name="Google Shape;3956;p38"/>
              <p:cNvSpPr/>
              <p:nvPr/>
            </p:nvSpPr>
            <p:spPr>
              <a:xfrm>
                <a:off x="476130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57" name="Google Shape;3957;p38"/>
              <p:cNvSpPr/>
              <p:nvPr/>
            </p:nvSpPr>
            <p:spPr>
              <a:xfrm>
                <a:off x="460840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58" name="Google Shape;3958;p38"/>
              <p:cNvSpPr/>
              <p:nvPr/>
            </p:nvSpPr>
            <p:spPr>
              <a:xfrm>
                <a:off x="445549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59" name="Google Shape;3959;p38"/>
              <p:cNvSpPr/>
              <p:nvPr/>
            </p:nvSpPr>
            <p:spPr>
              <a:xfrm>
                <a:off x="430258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60" name="Google Shape;3960;p38"/>
              <p:cNvSpPr/>
              <p:nvPr/>
            </p:nvSpPr>
            <p:spPr>
              <a:xfrm>
                <a:off x="414968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61" name="Google Shape;3961;p38"/>
              <p:cNvSpPr/>
              <p:nvPr/>
            </p:nvSpPr>
            <p:spPr>
              <a:xfrm>
                <a:off x="399677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62" name="Google Shape;3962;p38"/>
              <p:cNvSpPr/>
              <p:nvPr/>
            </p:nvSpPr>
            <p:spPr>
              <a:xfrm>
                <a:off x="384386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63" name="Google Shape;3963;p38"/>
              <p:cNvSpPr/>
              <p:nvPr/>
            </p:nvSpPr>
            <p:spPr>
              <a:xfrm>
                <a:off x="369096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64" name="Google Shape;3964;p38"/>
              <p:cNvSpPr/>
              <p:nvPr/>
            </p:nvSpPr>
            <p:spPr>
              <a:xfrm>
                <a:off x="353805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65" name="Google Shape;3965;p38"/>
              <p:cNvSpPr/>
              <p:nvPr/>
            </p:nvSpPr>
            <p:spPr>
              <a:xfrm>
                <a:off x="338514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66" name="Google Shape;3966;p38"/>
              <p:cNvSpPr/>
              <p:nvPr/>
            </p:nvSpPr>
            <p:spPr>
              <a:xfrm>
                <a:off x="323224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67" name="Google Shape;3967;p38"/>
              <p:cNvSpPr/>
              <p:nvPr/>
            </p:nvSpPr>
            <p:spPr>
              <a:xfrm>
                <a:off x="307933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68" name="Google Shape;3968;p38"/>
              <p:cNvSpPr/>
              <p:nvPr/>
            </p:nvSpPr>
            <p:spPr>
              <a:xfrm>
                <a:off x="292643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69" name="Google Shape;3969;p38"/>
              <p:cNvSpPr/>
              <p:nvPr/>
            </p:nvSpPr>
            <p:spPr>
              <a:xfrm>
                <a:off x="277352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70" name="Google Shape;3970;p38"/>
              <p:cNvSpPr/>
              <p:nvPr/>
            </p:nvSpPr>
            <p:spPr>
              <a:xfrm>
                <a:off x="262061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71" name="Google Shape;3971;p38"/>
              <p:cNvSpPr/>
              <p:nvPr/>
            </p:nvSpPr>
            <p:spPr>
              <a:xfrm>
                <a:off x="246771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72" name="Google Shape;3972;p38"/>
              <p:cNvSpPr/>
              <p:nvPr/>
            </p:nvSpPr>
            <p:spPr>
              <a:xfrm>
                <a:off x="231480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73" name="Google Shape;3973;p38"/>
              <p:cNvSpPr/>
              <p:nvPr/>
            </p:nvSpPr>
            <p:spPr>
              <a:xfrm>
                <a:off x="216189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74" name="Google Shape;3974;p38"/>
              <p:cNvSpPr/>
              <p:nvPr/>
            </p:nvSpPr>
            <p:spPr>
              <a:xfrm>
                <a:off x="200899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75" name="Google Shape;3975;p38"/>
              <p:cNvSpPr/>
              <p:nvPr/>
            </p:nvSpPr>
            <p:spPr>
              <a:xfrm>
                <a:off x="185608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76" name="Google Shape;3976;p38"/>
              <p:cNvSpPr/>
              <p:nvPr/>
            </p:nvSpPr>
            <p:spPr>
              <a:xfrm>
                <a:off x="170317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77" name="Google Shape;3977;p38"/>
              <p:cNvSpPr/>
              <p:nvPr/>
            </p:nvSpPr>
            <p:spPr>
              <a:xfrm>
                <a:off x="48720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78" name="Google Shape;3978;p38"/>
              <p:cNvSpPr/>
              <p:nvPr/>
            </p:nvSpPr>
            <p:spPr>
              <a:xfrm>
                <a:off x="33429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79" name="Google Shape;3979;p38"/>
              <p:cNvSpPr/>
              <p:nvPr/>
            </p:nvSpPr>
            <p:spPr>
              <a:xfrm>
                <a:off x="18139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80" name="Google Shape;3980;p38"/>
              <p:cNvSpPr/>
              <p:nvPr/>
            </p:nvSpPr>
            <p:spPr>
              <a:xfrm>
                <a:off x="2848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81" name="Google Shape;3981;p38"/>
              <p:cNvSpPr/>
              <p:nvPr/>
            </p:nvSpPr>
            <p:spPr>
              <a:xfrm>
                <a:off x="9025579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74" y="1"/>
                    </a:moveTo>
                    <a:cubicBezTo>
                      <a:pt x="547" y="1"/>
                      <a:pt x="517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122" y="4431"/>
                    </a:cubicBezTo>
                    <a:lnTo>
                      <a:pt x="1003" y="4431"/>
                    </a:lnTo>
                    <a:cubicBezTo>
                      <a:pt x="103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600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3982" name="Google Shape;3982;p38"/>
          <p:cNvSpPr/>
          <p:nvPr/>
        </p:nvSpPr>
        <p:spPr>
          <a:xfrm>
            <a:off x="719850" y="540000"/>
            <a:ext cx="7704300" cy="676800"/>
          </a:xfrm>
          <a:prstGeom prst="roundRect">
            <a:avLst>
              <a:gd fmla="val 17686" name="adj"/>
            </a:avLst>
          </a:prstGeom>
          <a:solidFill>
            <a:schemeClr val="lt1"/>
          </a:solidFill>
          <a:ln cap="flat" cmpd="sng" w="762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3" name="Google Shape;3983;p38"/>
          <p:cNvSpPr txBox="1"/>
          <p:nvPr>
            <p:ph type="title"/>
          </p:nvPr>
        </p:nvSpPr>
        <p:spPr>
          <a:xfrm>
            <a:off x="1837863" y="1407600"/>
            <a:ext cx="2592000" cy="5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984" name="Google Shape;3984;p38"/>
          <p:cNvSpPr txBox="1"/>
          <p:nvPr>
            <p:ph hasCustomPrompt="1" idx="2" type="title"/>
          </p:nvPr>
        </p:nvSpPr>
        <p:spPr>
          <a:xfrm>
            <a:off x="1060738" y="1693758"/>
            <a:ext cx="720000" cy="5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3985" name="Google Shape;3985;p38"/>
          <p:cNvSpPr txBox="1"/>
          <p:nvPr>
            <p:ph idx="1" type="subTitle"/>
          </p:nvPr>
        </p:nvSpPr>
        <p:spPr>
          <a:xfrm>
            <a:off x="1837863" y="1885500"/>
            <a:ext cx="25920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986" name="Google Shape;3986;p38"/>
          <p:cNvSpPr txBox="1"/>
          <p:nvPr>
            <p:ph idx="3" type="title"/>
          </p:nvPr>
        </p:nvSpPr>
        <p:spPr>
          <a:xfrm>
            <a:off x="1837863" y="2512800"/>
            <a:ext cx="2592000" cy="5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987" name="Google Shape;3987;p38"/>
          <p:cNvSpPr txBox="1"/>
          <p:nvPr>
            <p:ph hasCustomPrompt="1" idx="4" type="title"/>
          </p:nvPr>
        </p:nvSpPr>
        <p:spPr>
          <a:xfrm>
            <a:off x="1060738" y="2798742"/>
            <a:ext cx="720000" cy="5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3988" name="Google Shape;3988;p38"/>
          <p:cNvSpPr txBox="1"/>
          <p:nvPr>
            <p:ph idx="5" type="subTitle"/>
          </p:nvPr>
        </p:nvSpPr>
        <p:spPr>
          <a:xfrm>
            <a:off x="1837863" y="2990700"/>
            <a:ext cx="25920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989" name="Google Shape;3989;p38"/>
          <p:cNvSpPr txBox="1"/>
          <p:nvPr>
            <p:ph idx="6" type="title"/>
          </p:nvPr>
        </p:nvSpPr>
        <p:spPr>
          <a:xfrm>
            <a:off x="1837863" y="3613157"/>
            <a:ext cx="2592000" cy="5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990" name="Google Shape;3990;p38"/>
          <p:cNvSpPr txBox="1"/>
          <p:nvPr>
            <p:ph hasCustomPrompt="1" idx="7" type="title"/>
          </p:nvPr>
        </p:nvSpPr>
        <p:spPr>
          <a:xfrm>
            <a:off x="1060738" y="3895882"/>
            <a:ext cx="720000" cy="5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3991" name="Google Shape;3991;p38"/>
          <p:cNvSpPr txBox="1"/>
          <p:nvPr>
            <p:ph idx="8" type="subTitle"/>
          </p:nvPr>
        </p:nvSpPr>
        <p:spPr>
          <a:xfrm>
            <a:off x="1837863" y="4091057"/>
            <a:ext cx="25920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992" name="Google Shape;3992;p38"/>
          <p:cNvSpPr txBox="1"/>
          <p:nvPr>
            <p:ph idx="9" type="title"/>
          </p:nvPr>
        </p:nvSpPr>
        <p:spPr>
          <a:xfrm>
            <a:off x="720000" y="540000"/>
            <a:ext cx="7704000" cy="6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500"/>
              <a:buNone/>
              <a:defRPr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993" name="Google Shape;3993;p38"/>
          <p:cNvSpPr txBox="1"/>
          <p:nvPr>
            <p:ph idx="13" type="title"/>
          </p:nvPr>
        </p:nvSpPr>
        <p:spPr>
          <a:xfrm>
            <a:off x="5546400" y="1407600"/>
            <a:ext cx="2592000" cy="5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994" name="Google Shape;3994;p38"/>
          <p:cNvSpPr txBox="1"/>
          <p:nvPr>
            <p:ph hasCustomPrompt="1" idx="14" type="title"/>
          </p:nvPr>
        </p:nvSpPr>
        <p:spPr>
          <a:xfrm>
            <a:off x="4770600" y="1693758"/>
            <a:ext cx="720000" cy="5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3995" name="Google Shape;3995;p38"/>
          <p:cNvSpPr txBox="1"/>
          <p:nvPr>
            <p:ph idx="15" type="subTitle"/>
          </p:nvPr>
        </p:nvSpPr>
        <p:spPr>
          <a:xfrm>
            <a:off x="5546400" y="1885500"/>
            <a:ext cx="25920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996" name="Google Shape;3996;p38"/>
          <p:cNvSpPr txBox="1"/>
          <p:nvPr>
            <p:ph idx="16" type="title"/>
          </p:nvPr>
        </p:nvSpPr>
        <p:spPr>
          <a:xfrm>
            <a:off x="5546400" y="2512800"/>
            <a:ext cx="2592000" cy="5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997" name="Google Shape;3997;p38"/>
          <p:cNvSpPr txBox="1"/>
          <p:nvPr>
            <p:ph hasCustomPrompt="1" idx="17" type="title"/>
          </p:nvPr>
        </p:nvSpPr>
        <p:spPr>
          <a:xfrm>
            <a:off x="4770600" y="2798742"/>
            <a:ext cx="720000" cy="5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3998" name="Google Shape;3998;p38"/>
          <p:cNvSpPr txBox="1"/>
          <p:nvPr>
            <p:ph idx="18" type="subTitle"/>
          </p:nvPr>
        </p:nvSpPr>
        <p:spPr>
          <a:xfrm>
            <a:off x="5546400" y="2990700"/>
            <a:ext cx="25920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999" name="Google Shape;3999;p38"/>
          <p:cNvSpPr txBox="1"/>
          <p:nvPr>
            <p:ph idx="19" type="title"/>
          </p:nvPr>
        </p:nvSpPr>
        <p:spPr>
          <a:xfrm>
            <a:off x="5546400" y="3613157"/>
            <a:ext cx="2592000" cy="5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00" name="Google Shape;4000;p38"/>
          <p:cNvSpPr txBox="1"/>
          <p:nvPr>
            <p:ph hasCustomPrompt="1" idx="20" type="title"/>
          </p:nvPr>
        </p:nvSpPr>
        <p:spPr>
          <a:xfrm>
            <a:off x="4770600" y="3895882"/>
            <a:ext cx="720000" cy="5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4001" name="Google Shape;4001;p38"/>
          <p:cNvSpPr txBox="1"/>
          <p:nvPr>
            <p:ph idx="21" type="subTitle"/>
          </p:nvPr>
        </p:nvSpPr>
        <p:spPr>
          <a:xfrm>
            <a:off x="5546400" y="4091057"/>
            <a:ext cx="25920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1">
    <p:spTree>
      <p:nvGrpSpPr>
        <p:cNvPr id="4002" name="Shape 4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03" name="Google Shape;4003;p39"/>
          <p:cNvGrpSpPr/>
          <p:nvPr/>
        </p:nvGrpSpPr>
        <p:grpSpPr>
          <a:xfrm>
            <a:off x="-15975" y="-52"/>
            <a:ext cx="9175950" cy="5143406"/>
            <a:chOff x="-15975" y="-52"/>
            <a:chExt cx="9175950" cy="5143406"/>
          </a:xfrm>
        </p:grpSpPr>
        <p:sp>
          <p:nvSpPr>
            <p:cNvPr id="4004" name="Google Shape;4004;p39"/>
            <p:cNvSpPr/>
            <p:nvPr/>
          </p:nvSpPr>
          <p:spPr>
            <a:xfrm rot="5400000">
              <a:off x="4570450" y="-378255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5" name="Google Shape;4005;p39"/>
            <p:cNvSpPr/>
            <p:nvPr/>
          </p:nvSpPr>
          <p:spPr>
            <a:xfrm rot="5400000">
              <a:off x="4570450" y="-276311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6" name="Google Shape;4006;p39"/>
            <p:cNvSpPr/>
            <p:nvPr/>
          </p:nvSpPr>
          <p:spPr>
            <a:xfrm rot="5400000">
              <a:off x="4570450" y="-174368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7" name="Google Shape;4007;p39"/>
            <p:cNvSpPr/>
            <p:nvPr/>
          </p:nvSpPr>
          <p:spPr>
            <a:xfrm rot="5400000">
              <a:off x="4570450" y="-72425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8" name="Google Shape;4008;p39"/>
            <p:cNvSpPr/>
            <p:nvPr/>
          </p:nvSpPr>
          <p:spPr>
            <a:xfrm rot="5400000">
              <a:off x="4570450" y="295184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9" name="Google Shape;4009;p39"/>
            <p:cNvSpPr/>
            <p:nvPr/>
          </p:nvSpPr>
          <p:spPr>
            <a:xfrm rot="5400000">
              <a:off x="4570450" y="-429226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0" name="Google Shape;4010;p39"/>
            <p:cNvSpPr/>
            <p:nvPr/>
          </p:nvSpPr>
          <p:spPr>
            <a:xfrm rot="5400000">
              <a:off x="4570450" y="-327283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1" name="Google Shape;4011;p39"/>
            <p:cNvSpPr/>
            <p:nvPr/>
          </p:nvSpPr>
          <p:spPr>
            <a:xfrm rot="5400000">
              <a:off x="4570450" y="-225340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2" name="Google Shape;4012;p39"/>
            <p:cNvSpPr/>
            <p:nvPr/>
          </p:nvSpPr>
          <p:spPr>
            <a:xfrm rot="5400000">
              <a:off x="4570450" y="-123396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3" name="Google Shape;4013;p39"/>
            <p:cNvSpPr/>
            <p:nvPr/>
          </p:nvSpPr>
          <p:spPr>
            <a:xfrm rot="5400000">
              <a:off x="4570450" y="-21453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4" name="Google Shape;4014;p39"/>
            <p:cNvSpPr/>
            <p:nvPr/>
          </p:nvSpPr>
          <p:spPr>
            <a:xfrm>
              <a:off x="5081305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5" name="Google Shape;4015;p39"/>
            <p:cNvSpPr/>
            <p:nvPr/>
          </p:nvSpPr>
          <p:spPr>
            <a:xfrm>
              <a:off x="6100964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6" name="Google Shape;4016;p39"/>
            <p:cNvSpPr/>
            <p:nvPr/>
          </p:nvSpPr>
          <p:spPr>
            <a:xfrm>
              <a:off x="7120623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7" name="Google Shape;4017;p39"/>
            <p:cNvSpPr/>
            <p:nvPr/>
          </p:nvSpPr>
          <p:spPr>
            <a:xfrm>
              <a:off x="8140282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8" name="Google Shape;4018;p39"/>
            <p:cNvSpPr/>
            <p:nvPr/>
          </p:nvSpPr>
          <p:spPr>
            <a:xfrm>
              <a:off x="5591134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9" name="Google Shape;4019;p39"/>
            <p:cNvSpPr/>
            <p:nvPr/>
          </p:nvSpPr>
          <p:spPr>
            <a:xfrm>
              <a:off x="6610793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0" name="Google Shape;4020;p39"/>
            <p:cNvSpPr/>
            <p:nvPr/>
          </p:nvSpPr>
          <p:spPr>
            <a:xfrm>
              <a:off x="7630452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1" name="Google Shape;4021;p39"/>
            <p:cNvSpPr/>
            <p:nvPr/>
          </p:nvSpPr>
          <p:spPr>
            <a:xfrm>
              <a:off x="8650111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022" name="Google Shape;4022;p39"/>
            <p:cNvGrpSpPr/>
            <p:nvPr/>
          </p:nvGrpSpPr>
          <p:grpSpPr>
            <a:xfrm>
              <a:off x="-15975" y="-52"/>
              <a:ext cx="4587484" cy="5143406"/>
              <a:chOff x="-9275" y="-1994782"/>
              <a:chExt cx="4587484" cy="9140583"/>
            </a:xfrm>
          </p:grpSpPr>
          <p:sp>
            <p:nvSpPr>
              <p:cNvPr id="4023" name="Google Shape;4023;p39"/>
              <p:cNvSpPr/>
              <p:nvPr/>
            </p:nvSpPr>
            <p:spPr>
              <a:xfrm>
                <a:off x="50044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24" name="Google Shape;4024;p39"/>
              <p:cNvSpPr/>
              <p:nvPr/>
            </p:nvSpPr>
            <p:spPr>
              <a:xfrm>
                <a:off x="15198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25" name="Google Shape;4025;p39"/>
              <p:cNvSpPr/>
              <p:nvPr/>
            </p:nvSpPr>
            <p:spPr>
              <a:xfrm>
                <a:off x="253930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26" name="Google Shape;4026;p39"/>
              <p:cNvSpPr/>
              <p:nvPr/>
            </p:nvSpPr>
            <p:spPr>
              <a:xfrm>
                <a:off x="355874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27" name="Google Shape;4027;p39"/>
              <p:cNvSpPr/>
              <p:nvPr/>
            </p:nvSpPr>
            <p:spPr>
              <a:xfrm>
                <a:off x="45781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28" name="Google Shape;4028;p39"/>
              <p:cNvSpPr/>
              <p:nvPr/>
            </p:nvSpPr>
            <p:spPr>
              <a:xfrm>
                <a:off x="101015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29" name="Google Shape;4029;p39"/>
              <p:cNvSpPr/>
              <p:nvPr/>
            </p:nvSpPr>
            <p:spPr>
              <a:xfrm>
                <a:off x="202959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30" name="Google Shape;4030;p39"/>
              <p:cNvSpPr/>
              <p:nvPr/>
            </p:nvSpPr>
            <p:spPr>
              <a:xfrm>
                <a:off x="304902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31" name="Google Shape;4031;p39"/>
              <p:cNvSpPr/>
              <p:nvPr/>
            </p:nvSpPr>
            <p:spPr>
              <a:xfrm>
                <a:off x="406845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32" name="Google Shape;4032;p39"/>
              <p:cNvSpPr/>
              <p:nvPr/>
            </p:nvSpPr>
            <p:spPr>
              <a:xfrm>
                <a:off x="-92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33" name="Google Shape;4033;p39"/>
            <p:cNvSpPr/>
            <p:nvPr/>
          </p:nvSpPr>
          <p:spPr>
            <a:xfrm>
              <a:off x="9159941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034" name="Google Shape;4034;p39"/>
          <p:cNvSpPr/>
          <p:nvPr/>
        </p:nvSpPr>
        <p:spPr>
          <a:xfrm>
            <a:off x="0" y="-100"/>
            <a:ext cx="9144000" cy="5143500"/>
          </a:xfrm>
          <a:prstGeom prst="rect">
            <a:avLst/>
          </a:prstGeom>
          <a:solidFill>
            <a:srgbClr val="D6E3EA">
              <a:alpha val="398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035" name="Google Shape;4035;p39"/>
          <p:cNvGrpSpPr/>
          <p:nvPr/>
        </p:nvGrpSpPr>
        <p:grpSpPr>
          <a:xfrm flipH="1">
            <a:off x="0" y="3998946"/>
            <a:ext cx="1496970" cy="1108547"/>
            <a:chOff x="7609470" y="3938246"/>
            <a:chExt cx="1496970" cy="1108547"/>
          </a:xfrm>
        </p:grpSpPr>
        <p:sp>
          <p:nvSpPr>
            <p:cNvPr id="4036" name="Google Shape;4036;p39"/>
            <p:cNvSpPr/>
            <p:nvPr/>
          </p:nvSpPr>
          <p:spPr>
            <a:xfrm flipH="1">
              <a:off x="7609470" y="3938246"/>
              <a:ext cx="1494572" cy="1108547"/>
            </a:xfrm>
            <a:custGeom>
              <a:rect b="b" l="l" r="r" t="t"/>
              <a:pathLst>
                <a:path extrusionOk="0" h="13859" w="18695">
                  <a:moveTo>
                    <a:pt x="1447" y="0"/>
                  </a:moveTo>
                  <a:cubicBezTo>
                    <a:pt x="1061" y="0"/>
                    <a:pt x="617" y="130"/>
                    <a:pt x="122" y="424"/>
                  </a:cubicBezTo>
                  <a:cubicBezTo>
                    <a:pt x="92" y="424"/>
                    <a:pt x="61" y="454"/>
                    <a:pt x="1" y="454"/>
                  </a:cubicBezTo>
                  <a:lnTo>
                    <a:pt x="1" y="13858"/>
                  </a:lnTo>
                  <a:lnTo>
                    <a:pt x="18694" y="13858"/>
                  </a:lnTo>
                  <a:cubicBezTo>
                    <a:pt x="18451" y="13038"/>
                    <a:pt x="17752" y="12339"/>
                    <a:pt x="16992" y="12035"/>
                  </a:cubicBezTo>
                  <a:cubicBezTo>
                    <a:pt x="16604" y="11877"/>
                    <a:pt x="16196" y="11814"/>
                    <a:pt x="15780" y="11814"/>
                  </a:cubicBezTo>
                  <a:cubicBezTo>
                    <a:pt x="15320" y="11814"/>
                    <a:pt x="14850" y="11891"/>
                    <a:pt x="14389" y="12002"/>
                  </a:cubicBezTo>
                  <a:lnTo>
                    <a:pt x="14389" y="12002"/>
                  </a:lnTo>
                  <a:cubicBezTo>
                    <a:pt x="14540" y="11959"/>
                    <a:pt x="14746" y="11667"/>
                    <a:pt x="14864" y="11548"/>
                  </a:cubicBezTo>
                  <a:cubicBezTo>
                    <a:pt x="15138" y="11244"/>
                    <a:pt x="15351" y="10940"/>
                    <a:pt x="15411" y="10576"/>
                  </a:cubicBezTo>
                  <a:cubicBezTo>
                    <a:pt x="15472" y="10120"/>
                    <a:pt x="15320" y="9664"/>
                    <a:pt x="15047" y="9299"/>
                  </a:cubicBezTo>
                  <a:cubicBezTo>
                    <a:pt x="14653" y="8827"/>
                    <a:pt x="14011" y="8581"/>
                    <a:pt x="13374" y="8581"/>
                  </a:cubicBezTo>
                  <a:cubicBezTo>
                    <a:pt x="13272" y="8581"/>
                    <a:pt x="13171" y="8588"/>
                    <a:pt x="13071" y="8600"/>
                  </a:cubicBezTo>
                  <a:lnTo>
                    <a:pt x="12980" y="8600"/>
                  </a:lnTo>
                  <a:cubicBezTo>
                    <a:pt x="12828" y="8630"/>
                    <a:pt x="12706" y="8630"/>
                    <a:pt x="12554" y="8691"/>
                  </a:cubicBezTo>
                  <a:cubicBezTo>
                    <a:pt x="12213" y="8835"/>
                    <a:pt x="11894" y="9021"/>
                    <a:pt x="11601" y="9243"/>
                  </a:cubicBezTo>
                  <a:lnTo>
                    <a:pt x="11601" y="9243"/>
                  </a:lnTo>
                  <a:cubicBezTo>
                    <a:pt x="11894" y="8923"/>
                    <a:pt x="12183" y="8555"/>
                    <a:pt x="12311" y="8235"/>
                  </a:cubicBezTo>
                  <a:cubicBezTo>
                    <a:pt x="13246" y="6312"/>
                    <a:pt x="11645" y="3636"/>
                    <a:pt x="9345" y="3636"/>
                  </a:cubicBezTo>
                  <a:cubicBezTo>
                    <a:pt x="9028" y="3636"/>
                    <a:pt x="8698" y="3687"/>
                    <a:pt x="8359" y="3798"/>
                  </a:cubicBezTo>
                  <a:cubicBezTo>
                    <a:pt x="7436" y="4182"/>
                    <a:pt x="6643" y="4956"/>
                    <a:pt x="6052" y="5864"/>
                  </a:cubicBezTo>
                  <a:lnTo>
                    <a:pt x="6052" y="5864"/>
                  </a:lnTo>
                  <a:cubicBezTo>
                    <a:pt x="7044" y="3936"/>
                    <a:pt x="6013" y="2566"/>
                    <a:pt x="4822" y="2566"/>
                  </a:cubicBezTo>
                  <a:cubicBezTo>
                    <a:pt x="4146" y="2566"/>
                    <a:pt x="3418" y="3008"/>
                    <a:pt x="2979" y="4041"/>
                  </a:cubicBezTo>
                  <a:cubicBezTo>
                    <a:pt x="3611" y="2050"/>
                    <a:pt x="2981" y="0"/>
                    <a:pt x="144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7" name="Google Shape;4037;p39"/>
            <p:cNvSpPr/>
            <p:nvPr/>
          </p:nvSpPr>
          <p:spPr>
            <a:xfrm flipH="1">
              <a:off x="8221849" y="4367699"/>
              <a:ext cx="884591" cy="679094"/>
            </a:xfrm>
            <a:custGeom>
              <a:rect b="b" l="l" r="r" t="t"/>
              <a:pathLst>
                <a:path extrusionOk="0" h="8490" w="11065">
                  <a:moveTo>
                    <a:pt x="486" y="1"/>
                  </a:moveTo>
                  <a:cubicBezTo>
                    <a:pt x="321" y="1"/>
                    <a:pt x="157" y="33"/>
                    <a:pt x="0" y="100"/>
                  </a:cubicBezTo>
                  <a:lnTo>
                    <a:pt x="0" y="8489"/>
                  </a:lnTo>
                  <a:lnTo>
                    <a:pt x="11064" y="8489"/>
                  </a:lnTo>
                  <a:cubicBezTo>
                    <a:pt x="10912" y="8003"/>
                    <a:pt x="10487" y="7578"/>
                    <a:pt x="10031" y="7426"/>
                  </a:cubicBezTo>
                  <a:cubicBezTo>
                    <a:pt x="9799" y="7339"/>
                    <a:pt x="9553" y="7300"/>
                    <a:pt x="9303" y="7300"/>
                  </a:cubicBezTo>
                  <a:cubicBezTo>
                    <a:pt x="9029" y="7300"/>
                    <a:pt x="8751" y="7346"/>
                    <a:pt x="8481" y="7426"/>
                  </a:cubicBezTo>
                  <a:cubicBezTo>
                    <a:pt x="8754" y="6939"/>
                    <a:pt x="8389" y="6271"/>
                    <a:pt x="7903" y="6058"/>
                  </a:cubicBezTo>
                  <a:cubicBezTo>
                    <a:pt x="7756" y="6003"/>
                    <a:pt x="7601" y="5978"/>
                    <a:pt x="7444" y="5978"/>
                  </a:cubicBezTo>
                  <a:cubicBezTo>
                    <a:pt x="7152" y="5978"/>
                    <a:pt x="6851" y="6063"/>
                    <a:pt x="6580" y="6195"/>
                  </a:cubicBezTo>
                  <a:lnTo>
                    <a:pt x="6580" y="6195"/>
                  </a:lnTo>
                  <a:cubicBezTo>
                    <a:pt x="6903" y="5981"/>
                    <a:pt x="7137" y="5620"/>
                    <a:pt x="7265" y="5237"/>
                  </a:cubicBezTo>
                  <a:cubicBezTo>
                    <a:pt x="7801" y="4084"/>
                    <a:pt x="6846" y="2504"/>
                    <a:pt x="5507" y="2504"/>
                  </a:cubicBezTo>
                  <a:cubicBezTo>
                    <a:pt x="5329" y="2504"/>
                    <a:pt x="5144" y="2532"/>
                    <a:pt x="4955" y="2593"/>
                  </a:cubicBezTo>
                  <a:cubicBezTo>
                    <a:pt x="4359" y="2836"/>
                    <a:pt x="3885" y="3321"/>
                    <a:pt x="3509" y="3896"/>
                  </a:cubicBezTo>
                  <a:lnTo>
                    <a:pt x="3509" y="3896"/>
                  </a:lnTo>
                  <a:cubicBezTo>
                    <a:pt x="4180" y="2709"/>
                    <a:pt x="3551" y="1867"/>
                    <a:pt x="2823" y="1867"/>
                  </a:cubicBezTo>
                  <a:cubicBezTo>
                    <a:pt x="2423" y="1867"/>
                    <a:pt x="1993" y="2122"/>
                    <a:pt x="1733" y="2714"/>
                  </a:cubicBezTo>
                  <a:cubicBezTo>
                    <a:pt x="2381" y="1081"/>
                    <a:pt x="1437" y="1"/>
                    <a:pt x="4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8" name="Google Shape;4038;p39"/>
            <p:cNvSpPr/>
            <p:nvPr/>
          </p:nvSpPr>
          <p:spPr>
            <a:xfrm flipH="1">
              <a:off x="8165967" y="4144614"/>
              <a:ext cx="82743" cy="75988"/>
            </a:xfrm>
            <a:custGeom>
              <a:rect b="b" l="l" r="r" t="t"/>
              <a:pathLst>
                <a:path extrusionOk="0" h="950" w="1035">
                  <a:moveTo>
                    <a:pt x="998" y="1"/>
                  </a:moveTo>
                  <a:cubicBezTo>
                    <a:pt x="894" y="1"/>
                    <a:pt x="584" y="21"/>
                    <a:pt x="335" y="245"/>
                  </a:cubicBezTo>
                  <a:cubicBezTo>
                    <a:pt x="31" y="488"/>
                    <a:pt x="1" y="944"/>
                    <a:pt x="1" y="944"/>
                  </a:cubicBezTo>
                  <a:cubicBezTo>
                    <a:pt x="1" y="944"/>
                    <a:pt x="38" y="950"/>
                    <a:pt x="99" y="950"/>
                  </a:cubicBezTo>
                  <a:cubicBezTo>
                    <a:pt x="235" y="950"/>
                    <a:pt x="490" y="921"/>
                    <a:pt x="700" y="731"/>
                  </a:cubicBezTo>
                  <a:cubicBezTo>
                    <a:pt x="1004" y="458"/>
                    <a:pt x="1034" y="2"/>
                    <a:pt x="1034" y="2"/>
                  </a:cubicBezTo>
                  <a:cubicBezTo>
                    <a:pt x="1034" y="2"/>
                    <a:pt x="1021" y="1"/>
                    <a:pt x="99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9" name="Google Shape;4039;p39"/>
            <p:cNvSpPr/>
            <p:nvPr/>
          </p:nvSpPr>
          <p:spPr>
            <a:xfrm flipH="1">
              <a:off x="8853654" y="4378097"/>
              <a:ext cx="82743" cy="116782"/>
            </a:xfrm>
            <a:custGeom>
              <a:rect b="b" l="l" r="r" t="t"/>
              <a:pathLst>
                <a:path extrusionOk="0" h="1460" w="1035">
                  <a:moveTo>
                    <a:pt x="913" y="1"/>
                  </a:moveTo>
                  <a:lnTo>
                    <a:pt x="913" y="1"/>
                  </a:lnTo>
                  <a:cubicBezTo>
                    <a:pt x="913" y="1"/>
                    <a:pt x="457" y="153"/>
                    <a:pt x="244" y="548"/>
                  </a:cubicBezTo>
                  <a:cubicBezTo>
                    <a:pt x="1" y="913"/>
                    <a:pt x="123" y="1460"/>
                    <a:pt x="123" y="1460"/>
                  </a:cubicBezTo>
                  <a:cubicBezTo>
                    <a:pt x="123" y="1460"/>
                    <a:pt x="578" y="1308"/>
                    <a:pt x="791" y="913"/>
                  </a:cubicBezTo>
                  <a:cubicBezTo>
                    <a:pt x="1034" y="548"/>
                    <a:pt x="913" y="1"/>
                    <a:pt x="9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0" name="Google Shape;4040;p39"/>
            <p:cNvSpPr/>
            <p:nvPr/>
          </p:nvSpPr>
          <p:spPr>
            <a:xfrm flipH="1">
              <a:off x="8255906" y="4047429"/>
              <a:ext cx="77786" cy="165414"/>
            </a:xfrm>
            <a:custGeom>
              <a:rect b="b" l="l" r="r" t="t"/>
              <a:pathLst>
                <a:path extrusionOk="0" h="2068" w="973">
                  <a:moveTo>
                    <a:pt x="243" y="1"/>
                  </a:moveTo>
                  <a:cubicBezTo>
                    <a:pt x="243" y="1"/>
                    <a:pt x="0" y="578"/>
                    <a:pt x="91" y="1156"/>
                  </a:cubicBezTo>
                  <a:cubicBezTo>
                    <a:pt x="213" y="1703"/>
                    <a:pt x="699" y="2068"/>
                    <a:pt x="699" y="2068"/>
                  </a:cubicBezTo>
                  <a:cubicBezTo>
                    <a:pt x="699" y="2068"/>
                    <a:pt x="973" y="1490"/>
                    <a:pt x="851" y="913"/>
                  </a:cubicBezTo>
                  <a:cubicBezTo>
                    <a:pt x="760" y="335"/>
                    <a:pt x="243" y="1"/>
                    <a:pt x="2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041" name="Google Shape;4041;p39"/>
          <p:cNvGrpSpPr/>
          <p:nvPr/>
        </p:nvGrpSpPr>
        <p:grpSpPr>
          <a:xfrm>
            <a:off x="0" y="4752988"/>
            <a:ext cx="9144000" cy="354505"/>
            <a:chOff x="0" y="4689888"/>
            <a:chExt cx="9144000" cy="354505"/>
          </a:xfrm>
        </p:grpSpPr>
        <p:grpSp>
          <p:nvGrpSpPr>
            <p:cNvPr id="4042" name="Google Shape;4042;p39"/>
            <p:cNvGrpSpPr/>
            <p:nvPr/>
          </p:nvGrpSpPr>
          <p:grpSpPr>
            <a:xfrm>
              <a:off x="0" y="4793425"/>
              <a:ext cx="9144000" cy="194975"/>
              <a:chOff x="0" y="4789550"/>
              <a:chExt cx="9144000" cy="194975"/>
            </a:xfrm>
          </p:grpSpPr>
          <p:sp>
            <p:nvSpPr>
              <p:cNvPr id="4043" name="Google Shape;4043;p39"/>
              <p:cNvSpPr/>
              <p:nvPr/>
            </p:nvSpPr>
            <p:spPr>
              <a:xfrm>
                <a:off x="0" y="4789550"/>
                <a:ext cx="9144000" cy="360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44" name="Google Shape;4044;p39"/>
              <p:cNvSpPr/>
              <p:nvPr/>
            </p:nvSpPr>
            <p:spPr>
              <a:xfrm>
                <a:off x="0" y="4948525"/>
                <a:ext cx="9144000" cy="360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045" name="Google Shape;4045;p39"/>
            <p:cNvGrpSpPr/>
            <p:nvPr/>
          </p:nvGrpSpPr>
          <p:grpSpPr>
            <a:xfrm>
              <a:off x="28483" y="4689888"/>
              <a:ext cx="9087034" cy="354505"/>
              <a:chOff x="28483" y="4689888"/>
              <a:chExt cx="9087034" cy="354505"/>
            </a:xfrm>
          </p:grpSpPr>
          <p:sp>
            <p:nvSpPr>
              <p:cNvPr id="4046" name="Google Shape;4046;p39"/>
              <p:cNvSpPr/>
              <p:nvPr/>
            </p:nvSpPr>
            <p:spPr>
              <a:xfrm>
                <a:off x="64010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6" y="1"/>
                      <a:pt x="533" y="8"/>
                      <a:pt x="518" y="24"/>
                    </a:cubicBezTo>
                    <a:lnTo>
                      <a:pt x="62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34" y="4431"/>
                      <a:pt x="1065" y="4401"/>
                      <a:pt x="1156" y="4370"/>
                    </a:cubicBezTo>
                    <a:lnTo>
                      <a:pt x="1156" y="601"/>
                    </a:lnTo>
                    <a:lnTo>
                      <a:pt x="1126" y="571"/>
                    </a:lnTo>
                    <a:lnTo>
                      <a:pt x="670" y="24"/>
                    </a:lnTo>
                    <a:cubicBezTo>
                      <a:pt x="639" y="8"/>
                      <a:pt x="609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47" name="Google Shape;4047;p39"/>
              <p:cNvSpPr/>
              <p:nvPr/>
            </p:nvSpPr>
            <p:spPr>
              <a:xfrm>
                <a:off x="79301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3" y="8"/>
                      <a:pt x="517" y="24"/>
                    </a:cubicBezTo>
                    <a:lnTo>
                      <a:pt x="6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34" y="4431"/>
                      <a:pt x="1064" y="4401"/>
                      <a:pt x="1156" y="4370"/>
                    </a:cubicBezTo>
                    <a:lnTo>
                      <a:pt x="1156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9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48" name="Google Shape;4048;p39"/>
              <p:cNvSpPr/>
              <p:nvPr/>
            </p:nvSpPr>
            <p:spPr>
              <a:xfrm>
                <a:off x="94592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2" y="4431"/>
                      <a:pt x="122" y="4431"/>
                    </a:cubicBezTo>
                    <a:lnTo>
                      <a:pt x="1003" y="4431"/>
                    </a:lnTo>
                    <a:cubicBezTo>
                      <a:pt x="103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8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49" name="Google Shape;4049;p39"/>
              <p:cNvSpPr/>
              <p:nvPr/>
            </p:nvSpPr>
            <p:spPr>
              <a:xfrm>
                <a:off x="109882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1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1" y="4431"/>
                      <a:pt x="122" y="4431"/>
                    </a:cubicBezTo>
                    <a:lnTo>
                      <a:pt x="1003" y="4431"/>
                    </a:lnTo>
                    <a:cubicBezTo>
                      <a:pt x="106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8" y="8"/>
                      <a:pt x="608" y="1"/>
                      <a:pt x="58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50" name="Google Shape;4050;p39"/>
              <p:cNvSpPr/>
              <p:nvPr/>
            </p:nvSpPr>
            <p:spPr>
              <a:xfrm>
                <a:off x="1251735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04" y="4431"/>
                      <a:pt x="103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51" name="Google Shape;4051;p39"/>
              <p:cNvSpPr/>
              <p:nvPr/>
            </p:nvSpPr>
            <p:spPr>
              <a:xfrm>
                <a:off x="1402243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52" name="Google Shape;4052;p39"/>
              <p:cNvSpPr/>
              <p:nvPr/>
            </p:nvSpPr>
            <p:spPr>
              <a:xfrm>
                <a:off x="1552751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64" y="4431"/>
                      <a:pt x="109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53" name="Google Shape;4053;p39"/>
              <p:cNvSpPr/>
              <p:nvPr/>
            </p:nvSpPr>
            <p:spPr>
              <a:xfrm>
                <a:off x="751362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54" name="Google Shape;4054;p39"/>
              <p:cNvSpPr/>
              <p:nvPr/>
            </p:nvSpPr>
            <p:spPr>
              <a:xfrm>
                <a:off x="7666529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3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55" name="Google Shape;4055;p39"/>
              <p:cNvSpPr/>
              <p:nvPr/>
            </p:nvSpPr>
            <p:spPr>
              <a:xfrm>
                <a:off x="7816957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56" name="Google Shape;4056;p39"/>
              <p:cNvSpPr/>
              <p:nvPr/>
            </p:nvSpPr>
            <p:spPr>
              <a:xfrm>
                <a:off x="796738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2" y="4431"/>
                      <a:pt x="122" y="4431"/>
                    </a:cubicBezTo>
                    <a:lnTo>
                      <a:pt x="1003" y="4431"/>
                    </a:lnTo>
                    <a:cubicBezTo>
                      <a:pt x="103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8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57" name="Google Shape;4057;p39"/>
              <p:cNvSpPr/>
              <p:nvPr/>
            </p:nvSpPr>
            <p:spPr>
              <a:xfrm>
                <a:off x="812029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93" y="1"/>
                    </a:moveTo>
                    <a:cubicBezTo>
                      <a:pt x="562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1" y="4431"/>
                      <a:pt x="122" y="4431"/>
                    </a:cubicBezTo>
                    <a:lnTo>
                      <a:pt x="1003" y="4431"/>
                    </a:lnTo>
                    <a:cubicBezTo>
                      <a:pt x="106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54" y="8"/>
                      <a:pt x="623" y="1"/>
                      <a:pt x="59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58" name="Google Shape;4058;p39"/>
              <p:cNvSpPr/>
              <p:nvPr/>
            </p:nvSpPr>
            <p:spPr>
              <a:xfrm>
                <a:off x="8273198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1" y="4431"/>
                      <a:pt x="122" y="4431"/>
                    </a:cubicBezTo>
                    <a:lnTo>
                      <a:pt x="973" y="4431"/>
                    </a:lnTo>
                    <a:cubicBezTo>
                      <a:pt x="1034" y="4431"/>
                      <a:pt x="1065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59" name="Google Shape;4059;p39"/>
              <p:cNvSpPr/>
              <p:nvPr/>
            </p:nvSpPr>
            <p:spPr>
              <a:xfrm>
                <a:off x="8423706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34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60" name="Google Shape;4060;p39"/>
              <p:cNvSpPr/>
              <p:nvPr/>
            </p:nvSpPr>
            <p:spPr>
              <a:xfrm>
                <a:off x="8574214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64" y="4431"/>
                      <a:pt x="109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61" name="Google Shape;4061;p39"/>
              <p:cNvSpPr/>
              <p:nvPr/>
            </p:nvSpPr>
            <p:spPr>
              <a:xfrm>
                <a:off x="8724643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2" y="4431"/>
                      <a:pt x="122" y="4431"/>
                    </a:cubicBezTo>
                    <a:lnTo>
                      <a:pt x="974" y="4431"/>
                    </a:lnTo>
                    <a:cubicBezTo>
                      <a:pt x="1065" y="4431"/>
                      <a:pt x="1095" y="4401"/>
                      <a:pt x="1126" y="4370"/>
                    </a:cubicBezTo>
                    <a:lnTo>
                      <a:pt x="112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4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62" name="Google Shape;4062;p39"/>
              <p:cNvSpPr/>
              <p:nvPr/>
            </p:nvSpPr>
            <p:spPr>
              <a:xfrm>
                <a:off x="8875151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74" y="1"/>
                    </a:moveTo>
                    <a:cubicBezTo>
                      <a:pt x="547" y="1"/>
                      <a:pt x="517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122" y="4431"/>
                    </a:cubicBezTo>
                    <a:lnTo>
                      <a:pt x="1003" y="4431"/>
                    </a:lnTo>
                    <a:cubicBezTo>
                      <a:pt x="103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600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63" name="Google Shape;4063;p39"/>
              <p:cNvSpPr/>
              <p:nvPr/>
            </p:nvSpPr>
            <p:spPr>
              <a:xfrm>
                <a:off x="736071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64" name="Google Shape;4064;p39"/>
              <p:cNvSpPr/>
              <p:nvPr/>
            </p:nvSpPr>
            <p:spPr>
              <a:xfrm>
                <a:off x="720781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65" name="Google Shape;4065;p39"/>
              <p:cNvSpPr/>
              <p:nvPr/>
            </p:nvSpPr>
            <p:spPr>
              <a:xfrm>
                <a:off x="705490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66" name="Google Shape;4066;p39"/>
              <p:cNvSpPr/>
              <p:nvPr/>
            </p:nvSpPr>
            <p:spPr>
              <a:xfrm>
                <a:off x="690199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67" name="Google Shape;4067;p39"/>
              <p:cNvSpPr/>
              <p:nvPr/>
            </p:nvSpPr>
            <p:spPr>
              <a:xfrm>
                <a:off x="674909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68" name="Google Shape;4068;p39"/>
              <p:cNvSpPr/>
              <p:nvPr/>
            </p:nvSpPr>
            <p:spPr>
              <a:xfrm>
                <a:off x="659618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69" name="Google Shape;4069;p39"/>
              <p:cNvSpPr/>
              <p:nvPr/>
            </p:nvSpPr>
            <p:spPr>
              <a:xfrm>
                <a:off x="644327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70" name="Google Shape;4070;p39"/>
              <p:cNvSpPr/>
              <p:nvPr/>
            </p:nvSpPr>
            <p:spPr>
              <a:xfrm>
                <a:off x="629037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71" name="Google Shape;4071;p39"/>
              <p:cNvSpPr/>
              <p:nvPr/>
            </p:nvSpPr>
            <p:spPr>
              <a:xfrm>
                <a:off x="613746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72" name="Google Shape;4072;p39"/>
              <p:cNvSpPr/>
              <p:nvPr/>
            </p:nvSpPr>
            <p:spPr>
              <a:xfrm>
                <a:off x="598455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73" name="Google Shape;4073;p39"/>
              <p:cNvSpPr/>
              <p:nvPr/>
            </p:nvSpPr>
            <p:spPr>
              <a:xfrm>
                <a:off x="583165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74" name="Google Shape;4074;p39"/>
              <p:cNvSpPr/>
              <p:nvPr/>
            </p:nvSpPr>
            <p:spPr>
              <a:xfrm>
                <a:off x="567874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75" name="Google Shape;4075;p39"/>
              <p:cNvSpPr/>
              <p:nvPr/>
            </p:nvSpPr>
            <p:spPr>
              <a:xfrm>
                <a:off x="552583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76" name="Google Shape;4076;p39"/>
              <p:cNvSpPr/>
              <p:nvPr/>
            </p:nvSpPr>
            <p:spPr>
              <a:xfrm>
                <a:off x="537293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77" name="Google Shape;4077;p39"/>
              <p:cNvSpPr/>
              <p:nvPr/>
            </p:nvSpPr>
            <p:spPr>
              <a:xfrm>
                <a:off x="522002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78" name="Google Shape;4078;p39"/>
              <p:cNvSpPr/>
              <p:nvPr/>
            </p:nvSpPr>
            <p:spPr>
              <a:xfrm>
                <a:off x="506712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79" name="Google Shape;4079;p39"/>
              <p:cNvSpPr/>
              <p:nvPr/>
            </p:nvSpPr>
            <p:spPr>
              <a:xfrm>
                <a:off x="491421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80" name="Google Shape;4080;p39"/>
              <p:cNvSpPr/>
              <p:nvPr/>
            </p:nvSpPr>
            <p:spPr>
              <a:xfrm>
                <a:off x="476130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81" name="Google Shape;4081;p39"/>
              <p:cNvSpPr/>
              <p:nvPr/>
            </p:nvSpPr>
            <p:spPr>
              <a:xfrm>
                <a:off x="460840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82" name="Google Shape;4082;p39"/>
              <p:cNvSpPr/>
              <p:nvPr/>
            </p:nvSpPr>
            <p:spPr>
              <a:xfrm>
                <a:off x="445549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83" name="Google Shape;4083;p39"/>
              <p:cNvSpPr/>
              <p:nvPr/>
            </p:nvSpPr>
            <p:spPr>
              <a:xfrm>
                <a:off x="430258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84" name="Google Shape;4084;p39"/>
              <p:cNvSpPr/>
              <p:nvPr/>
            </p:nvSpPr>
            <p:spPr>
              <a:xfrm>
                <a:off x="414968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85" name="Google Shape;4085;p39"/>
              <p:cNvSpPr/>
              <p:nvPr/>
            </p:nvSpPr>
            <p:spPr>
              <a:xfrm>
                <a:off x="399677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86" name="Google Shape;4086;p39"/>
              <p:cNvSpPr/>
              <p:nvPr/>
            </p:nvSpPr>
            <p:spPr>
              <a:xfrm>
                <a:off x="384386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87" name="Google Shape;4087;p39"/>
              <p:cNvSpPr/>
              <p:nvPr/>
            </p:nvSpPr>
            <p:spPr>
              <a:xfrm>
                <a:off x="369096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88" name="Google Shape;4088;p39"/>
              <p:cNvSpPr/>
              <p:nvPr/>
            </p:nvSpPr>
            <p:spPr>
              <a:xfrm>
                <a:off x="353805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89" name="Google Shape;4089;p39"/>
              <p:cNvSpPr/>
              <p:nvPr/>
            </p:nvSpPr>
            <p:spPr>
              <a:xfrm>
                <a:off x="338514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90" name="Google Shape;4090;p39"/>
              <p:cNvSpPr/>
              <p:nvPr/>
            </p:nvSpPr>
            <p:spPr>
              <a:xfrm>
                <a:off x="323224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91" name="Google Shape;4091;p39"/>
              <p:cNvSpPr/>
              <p:nvPr/>
            </p:nvSpPr>
            <p:spPr>
              <a:xfrm>
                <a:off x="307933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92" name="Google Shape;4092;p39"/>
              <p:cNvSpPr/>
              <p:nvPr/>
            </p:nvSpPr>
            <p:spPr>
              <a:xfrm>
                <a:off x="292643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93" name="Google Shape;4093;p39"/>
              <p:cNvSpPr/>
              <p:nvPr/>
            </p:nvSpPr>
            <p:spPr>
              <a:xfrm>
                <a:off x="277352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94" name="Google Shape;4094;p39"/>
              <p:cNvSpPr/>
              <p:nvPr/>
            </p:nvSpPr>
            <p:spPr>
              <a:xfrm>
                <a:off x="262061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95" name="Google Shape;4095;p39"/>
              <p:cNvSpPr/>
              <p:nvPr/>
            </p:nvSpPr>
            <p:spPr>
              <a:xfrm>
                <a:off x="246771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96" name="Google Shape;4096;p39"/>
              <p:cNvSpPr/>
              <p:nvPr/>
            </p:nvSpPr>
            <p:spPr>
              <a:xfrm>
                <a:off x="231480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97" name="Google Shape;4097;p39"/>
              <p:cNvSpPr/>
              <p:nvPr/>
            </p:nvSpPr>
            <p:spPr>
              <a:xfrm>
                <a:off x="216189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98" name="Google Shape;4098;p39"/>
              <p:cNvSpPr/>
              <p:nvPr/>
            </p:nvSpPr>
            <p:spPr>
              <a:xfrm>
                <a:off x="200899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99" name="Google Shape;4099;p39"/>
              <p:cNvSpPr/>
              <p:nvPr/>
            </p:nvSpPr>
            <p:spPr>
              <a:xfrm>
                <a:off x="185608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00" name="Google Shape;4100;p39"/>
              <p:cNvSpPr/>
              <p:nvPr/>
            </p:nvSpPr>
            <p:spPr>
              <a:xfrm>
                <a:off x="170317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01" name="Google Shape;4101;p39"/>
              <p:cNvSpPr/>
              <p:nvPr/>
            </p:nvSpPr>
            <p:spPr>
              <a:xfrm>
                <a:off x="48720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02" name="Google Shape;4102;p39"/>
              <p:cNvSpPr/>
              <p:nvPr/>
            </p:nvSpPr>
            <p:spPr>
              <a:xfrm>
                <a:off x="33429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03" name="Google Shape;4103;p39"/>
              <p:cNvSpPr/>
              <p:nvPr/>
            </p:nvSpPr>
            <p:spPr>
              <a:xfrm>
                <a:off x="18139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04" name="Google Shape;4104;p39"/>
              <p:cNvSpPr/>
              <p:nvPr/>
            </p:nvSpPr>
            <p:spPr>
              <a:xfrm>
                <a:off x="2848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05" name="Google Shape;4105;p39"/>
              <p:cNvSpPr/>
              <p:nvPr/>
            </p:nvSpPr>
            <p:spPr>
              <a:xfrm>
                <a:off x="9025579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74" y="1"/>
                    </a:moveTo>
                    <a:cubicBezTo>
                      <a:pt x="547" y="1"/>
                      <a:pt x="517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122" y="4431"/>
                    </a:cubicBezTo>
                    <a:lnTo>
                      <a:pt x="1003" y="4431"/>
                    </a:lnTo>
                    <a:cubicBezTo>
                      <a:pt x="103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600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4106" name="Google Shape;4106;p39"/>
          <p:cNvSpPr/>
          <p:nvPr/>
        </p:nvSpPr>
        <p:spPr>
          <a:xfrm>
            <a:off x="0" y="5107500"/>
            <a:ext cx="9144000" cy="36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7" name="Google Shape;4107;p39"/>
          <p:cNvSpPr txBox="1"/>
          <p:nvPr>
            <p:ph type="title"/>
          </p:nvPr>
        </p:nvSpPr>
        <p:spPr>
          <a:xfrm>
            <a:off x="1636050" y="3262400"/>
            <a:ext cx="5871900" cy="52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108" name="Google Shape;4108;p39"/>
          <p:cNvSpPr txBox="1"/>
          <p:nvPr>
            <p:ph idx="1" type="subTitle"/>
          </p:nvPr>
        </p:nvSpPr>
        <p:spPr>
          <a:xfrm>
            <a:off x="1636050" y="1277600"/>
            <a:ext cx="58719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Montserrat Medium"/>
              <a:buNone/>
              <a:defRPr sz="2800">
                <a:solidFill>
                  <a:schemeClr val="accent6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6">
    <p:spTree>
      <p:nvGrpSpPr>
        <p:cNvPr id="4109" name="Shape 4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10" name="Google Shape;4110;p40"/>
          <p:cNvGrpSpPr/>
          <p:nvPr/>
        </p:nvGrpSpPr>
        <p:grpSpPr>
          <a:xfrm>
            <a:off x="-15975" y="-52"/>
            <a:ext cx="9175950" cy="5143406"/>
            <a:chOff x="-15975" y="-52"/>
            <a:chExt cx="9175950" cy="5143406"/>
          </a:xfrm>
        </p:grpSpPr>
        <p:sp>
          <p:nvSpPr>
            <p:cNvPr id="4111" name="Google Shape;4111;p40"/>
            <p:cNvSpPr/>
            <p:nvPr/>
          </p:nvSpPr>
          <p:spPr>
            <a:xfrm rot="5400000">
              <a:off x="4570450" y="-378255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2" name="Google Shape;4112;p40"/>
            <p:cNvSpPr/>
            <p:nvPr/>
          </p:nvSpPr>
          <p:spPr>
            <a:xfrm rot="5400000">
              <a:off x="4570450" y="-276311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3" name="Google Shape;4113;p40"/>
            <p:cNvSpPr/>
            <p:nvPr/>
          </p:nvSpPr>
          <p:spPr>
            <a:xfrm rot="5400000">
              <a:off x="4570450" y="-174368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4" name="Google Shape;4114;p40"/>
            <p:cNvSpPr/>
            <p:nvPr/>
          </p:nvSpPr>
          <p:spPr>
            <a:xfrm rot="5400000">
              <a:off x="4570450" y="-72425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5" name="Google Shape;4115;p40"/>
            <p:cNvSpPr/>
            <p:nvPr/>
          </p:nvSpPr>
          <p:spPr>
            <a:xfrm rot="5400000">
              <a:off x="4570450" y="295184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6" name="Google Shape;4116;p40"/>
            <p:cNvSpPr/>
            <p:nvPr/>
          </p:nvSpPr>
          <p:spPr>
            <a:xfrm rot="5400000">
              <a:off x="4570450" y="-429226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7" name="Google Shape;4117;p40"/>
            <p:cNvSpPr/>
            <p:nvPr/>
          </p:nvSpPr>
          <p:spPr>
            <a:xfrm rot="5400000">
              <a:off x="4570450" y="-327283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8" name="Google Shape;4118;p40"/>
            <p:cNvSpPr/>
            <p:nvPr/>
          </p:nvSpPr>
          <p:spPr>
            <a:xfrm rot="5400000">
              <a:off x="4570450" y="-225340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9" name="Google Shape;4119;p40"/>
            <p:cNvSpPr/>
            <p:nvPr/>
          </p:nvSpPr>
          <p:spPr>
            <a:xfrm rot="5400000">
              <a:off x="4570450" y="-123396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0" name="Google Shape;4120;p40"/>
            <p:cNvSpPr/>
            <p:nvPr/>
          </p:nvSpPr>
          <p:spPr>
            <a:xfrm rot="5400000">
              <a:off x="4570450" y="-21453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1" name="Google Shape;4121;p40"/>
            <p:cNvSpPr/>
            <p:nvPr/>
          </p:nvSpPr>
          <p:spPr>
            <a:xfrm>
              <a:off x="5081305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2" name="Google Shape;4122;p40"/>
            <p:cNvSpPr/>
            <p:nvPr/>
          </p:nvSpPr>
          <p:spPr>
            <a:xfrm>
              <a:off x="6100964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3" name="Google Shape;4123;p40"/>
            <p:cNvSpPr/>
            <p:nvPr/>
          </p:nvSpPr>
          <p:spPr>
            <a:xfrm>
              <a:off x="7120623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4" name="Google Shape;4124;p40"/>
            <p:cNvSpPr/>
            <p:nvPr/>
          </p:nvSpPr>
          <p:spPr>
            <a:xfrm>
              <a:off x="8140282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5" name="Google Shape;4125;p40"/>
            <p:cNvSpPr/>
            <p:nvPr/>
          </p:nvSpPr>
          <p:spPr>
            <a:xfrm>
              <a:off x="5591134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6" name="Google Shape;4126;p40"/>
            <p:cNvSpPr/>
            <p:nvPr/>
          </p:nvSpPr>
          <p:spPr>
            <a:xfrm>
              <a:off x="6610793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7" name="Google Shape;4127;p40"/>
            <p:cNvSpPr/>
            <p:nvPr/>
          </p:nvSpPr>
          <p:spPr>
            <a:xfrm>
              <a:off x="7630452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8" name="Google Shape;4128;p40"/>
            <p:cNvSpPr/>
            <p:nvPr/>
          </p:nvSpPr>
          <p:spPr>
            <a:xfrm>
              <a:off x="8650111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129" name="Google Shape;4129;p40"/>
            <p:cNvGrpSpPr/>
            <p:nvPr/>
          </p:nvGrpSpPr>
          <p:grpSpPr>
            <a:xfrm>
              <a:off x="-15975" y="-52"/>
              <a:ext cx="4587484" cy="5143406"/>
              <a:chOff x="-9275" y="-1994782"/>
              <a:chExt cx="4587484" cy="9140583"/>
            </a:xfrm>
          </p:grpSpPr>
          <p:sp>
            <p:nvSpPr>
              <p:cNvPr id="4130" name="Google Shape;4130;p40"/>
              <p:cNvSpPr/>
              <p:nvPr/>
            </p:nvSpPr>
            <p:spPr>
              <a:xfrm>
                <a:off x="50044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31" name="Google Shape;4131;p40"/>
              <p:cNvSpPr/>
              <p:nvPr/>
            </p:nvSpPr>
            <p:spPr>
              <a:xfrm>
                <a:off x="15198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32" name="Google Shape;4132;p40"/>
              <p:cNvSpPr/>
              <p:nvPr/>
            </p:nvSpPr>
            <p:spPr>
              <a:xfrm>
                <a:off x="253930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33" name="Google Shape;4133;p40"/>
              <p:cNvSpPr/>
              <p:nvPr/>
            </p:nvSpPr>
            <p:spPr>
              <a:xfrm>
                <a:off x="355874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34" name="Google Shape;4134;p40"/>
              <p:cNvSpPr/>
              <p:nvPr/>
            </p:nvSpPr>
            <p:spPr>
              <a:xfrm>
                <a:off x="45781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35" name="Google Shape;4135;p40"/>
              <p:cNvSpPr/>
              <p:nvPr/>
            </p:nvSpPr>
            <p:spPr>
              <a:xfrm>
                <a:off x="101015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36" name="Google Shape;4136;p40"/>
              <p:cNvSpPr/>
              <p:nvPr/>
            </p:nvSpPr>
            <p:spPr>
              <a:xfrm>
                <a:off x="202959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37" name="Google Shape;4137;p40"/>
              <p:cNvSpPr/>
              <p:nvPr/>
            </p:nvSpPr>
            <p:spPr>
              <a:xfrm>
                <a:off x="304902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38" name="Google Shape;4138;p40"/>
              <p:cNvSpPr/>
              <p:nvPr/>
            </p:nvSpPr>
            <p:spPr>
              <a:xfrm>
                <a:off x="406845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39" name="Google Shape;4139;p40"/>
              <p:cNvSpPr/>
              <p:nvPr/>
            </p:nvSpPr>
            <p:spPr>
              <a:xfrm>
                <a:off x="-92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140" name="Google Shape;4140;p40"/>
            <p:cNvSpPr/>
            <p:nvPr/>
          </p:nvSpPr>
          <p:spPr>
            <a:xfrm>
              <a:off x="9159941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141" name="Google Shape;4141;p40"/>
          <p:cNvSpPr/>
          <p:nvPr/>
        </p:nvSpPr>
        <p:spPr>
          <a:xfrm>
            <a:off x="0" y="-75"/>
            <a:ext cx="9144000" cy="5143500"/>
          </a:xfrm>
          <a:prstGeom prst="rect">
            <a:avLst/>
          </a:prstGeom>
          <a:solidFill>
            <a:srgbClr val="D6E3EA">
              <a:alpha val="398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142" name="Google Shape;4142;p40"/>
          <p:cNvGrpSpPr/>
          <p:nvPr/>
        </p:nvGrpSpPr>
        <p:grpSpPr>
          <a:xfrm>
            <a:off x="0" y="4752988"/>
            <a:ext cx="9144000" cy="354505"/>
            <a:chOff x="0" y="4689888"/>
            <a:chExt cx="9144000" cy="354505"/>
          </a:xfrm>
        </p:grpSpPr>
        <p:grpSp>
          <p:nvGrpSpPr>
            <p:cNvPr id="4143" name="Google Shape;4143;p40"/>
            <p:cNvGrpSpPr/>
            <p:nvPr/>
          </p:nvGrpSpPr>
          <p:grpSpPr>
            <a:xfrm>
              <a:off x="0" y="4793425"/>
              <a:ext cx="9144000" cy="194975"/>
              <a:chOff x="0" y="4789550"/>
              <a:chExt cx="9144000" cy="194975"/>
            </a:xfrm>
          </p:grpSpPr>
          <p:sp>
            <p:nvSpPr>
              <p:cNvPr id="4144" name="Google Shape;4144;p40"/>
              <p:cNvSpPr/>
              <p:nvPr/>
            </p:nvSpPr>
            <p:spPr>
              <a:xfrm>
                <a:off x="0" y="4789550"/>
                <a:ext cx="9144000" cy="360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45" name="Google Shape;4145;p40"/>
              <p:cNvSpPr/>
              <p:nvPr/>
            </p:nvSpPr>
            <p:spPr>
              <a:xfrm>
                <a:off x="0" y="4948525"/>
                <a:ext cx="9144000" cy="360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146" name="Google Shape;4146;p40"/>
            <p:cNvGrpSpPr/>
            <p:nvPr/>
          </p:nvGrpSpPr>
          <p:grpSpPr>
            <a:xfrm>
              <a:off x="28483" y="4689888"/>
              <a:ext cx="9087034" cy="354505"/>
              <a:chOff x="28483" y="4689888"/>
              <a:chExt cx="9087034" cy="354505"/>
            </a:xfrm>
          </p:grpSpPr>
          <p:sp>
            <p:nvSpPr>
              <p:cNvPr id="4147" name="Google Shape;4147;p40"/>
              <p:cNvSpPr/>
              <p:nvPr/>
            </p:nvSpPr>
            <p:spPr>
              <a:xfrm>
                <a:off x="64010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6" y="1"/>
                      <a:pt x="533" y="8"/>
                      <a:pt x="518" y="24"/>
                    </a:cubicBezTo>
                    <a:lnTo>
                      <a:pt x="62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34" y="4431"/>
                      <a:pt x="1065" y="4401"/>
                      <a:pt x="1156" y="4370"/>
                    </a:cubicBezTo>
                    <a:lnTo>
                      <a:pt x="1156" y="601"/>
                    </a:lnTo>
                    <a:lnTo>
                      <a:pt x="1126" y="571"/>
                    </a:lnTo>
                    <a:lnTo>
                      <a:pt x="670" y="24"/>
                    </a:lnTo>
                    <a:cubicBezTo>
                      <a:pt x="639" y="8"/>
                      <a:pt x="609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48" name="Google Shape;4148;p40"/>
              <p:cNvSpPr/>
              <p:nvPr/>
            </p:nvSpPr>
            <p:spPr>
              <a:xfrm>
                <a:off x="79301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3" y="8"/>
                      <a:pt x="517" y="24"/>
                    </a:cubicBezTo>
                    <a:lnTo>
                      <a:pt x="6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34" y="4431"/>
                      <a:pt x="1064" y="4401"/>
                      <a:pt x="1156" y="4370"/>
                    </a:cubicBezTo>
                    <a:lnTo>
                      <a:pt x="1156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9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49" name="Google Shape;4149;p40"/>
              <p:cNvSpPr/>
              <p:nvPr/>
            </p:nvSpPr>
            <p:spPr>
              <a:xfrm>
                <a:off x="94592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2" y="4431"/>
                      <a:pt x="122" y="4431"/>
                    </a:cubicBezTo>
                    <a:lnTo>
                      <a:pt x="1003" y="4431"/>
                    </a:lnTo>
                    <a:cubicBezTo>
                      <a:pt x="103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8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50" name="Google Shape;4150;p40"/>
              <p:cNvSpPr/>
              <p:nvPr/>
            </p:nvSpPr>
            <p:spPr>
              <a:xfrm>
                <a:off x="109882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1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1" y="4431"/>
                      <a:pt x="122" y="4431"/>
                    </a:cubicBezTo>
                    <a:lnTo>
                      <a:pt x="1003" y="4431"/>
                    </a:lnTo>
                    <a:cubicBezTo>
                      <a:pt x="106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8" y="8"/>
                      <a:pt x="608" y="1"/>
                      <a:pt x="58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51" name="Google Shape;4151;p40"/>
              <p:cNvSpPr/>
              <p:nvPr/>
            </p:nvSpPr>
            <p:spPr>
              <a:xfrm>
                <a:off x="1251735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04" y="4431"/>
                      <a:pt x="103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52" name="Google Shape;4152;p40"/>
              <p:cNvSpPr/>
              <p:nvPr/>
            </p:nvSpPr>
            <p:spPr>
              <a:xfrm>
                <a:off x="1402243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53" name="Google Shape;4153;p40"/>
              <p:cNvSpPr/>
              <p:nvPr/>
            </p:nvSpPr>
            <p:spPr>
              <a:xfrm>
                <a:off x="1552751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64" y="4431"/>
                      <a:pt x="109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54" name="Google Shape;4154;p40"/>
              <p:cNvSpPr/>
              <p:nvPr/>
            </p:nvSpPr>
            <p:spPr>
              <a:xfrm>
                <a:off x="751362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55" name="Google Shape;4155;p40"/>
              <p:cNvSpPr/>
              <p:nvPr/>
            </p:nvSpPr>
            <p:spPr>
              <a:xfrm>
                <a:off x="7666529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3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56" name="Google Shape;4156;p40"/>
              <p:cNvSpPr/>
              <p:nvPr/>
            </p:nvSpPr>
            <p:spPr>
              <a:xfrm>
                <a:off x="7816957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57" name="Google Shape;4157;p40"/>
              <p:cNvSpPr/>
              <p:nvPr/>
            </p:nvSpPr>
            <p:spPr>
              <a:xfrm>
                <a:off x="796738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2" y="4431"/>
                      <a:pt x="122" y="4431"/>
                    </a:cubicBezTo>
                    <a:lnTo>
                      <a:pt x="1003" y="4431"/>
                    </a:lnTo>
                    <a:cubicBezTo>
                      <a:pt x="103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8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58" name="Google Shape;4158;p40"/>
              <p:cNvSpPr/>
              <p:nvPr/>
            </p:nvSpPr>
            <p:spPr>
              <a:xfrm>
                <a:off x="812029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93" y="1"/>
                    </a:moveTo>
                    <a:cubicBezTo>
                      <a:pt x="562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1" y="4431"/>
                      <a:pt x="122" y="4431"/>
                    </a:cubicBezTo>
                    <a:lnTo>
                      <a:pt x="1003" y="4431"/>
                    </a:lnTo>
                    <a:cubicBezTo>
                      <a:pt x="106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54" y="8"/>
                      <a:pt x="623" y="1"/>
                      <a:pt x="59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59" name="Google Shape;4159;p40"/>
              <p:cNvSpPr/>
              <p:nvPr/>
            </p:nvSpPr>
            <p:spPr>
              <a:xfrm>
                <a:off x="8273198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1" y="4431"/>
                      <a:pt x="122" y="4431"/>
                    </a:cubicBezTo>
                    <a:lnTo>
                      <a:pt x="973" y="4431"/>
                    </a:lnTo>
                    <a:cubicBezTo>
                      <a:pt x="1034" y="4431"/>
                      <a:pt x="1065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60" name="Google Shape;4160;p40"/>
              <p:cNvSpPr/>
              <p:nvPr/>
            </p:nvSpPr>
            <p:spPr>
              <a:xfrm>
                <a:off x="8423706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34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61" name="Google Shape;4161;p40"/>
              <p:cNvSpPr/>
              <p:nvPr/>
            </p:nvSpPr>
            <p:spPr>
              <a:xfrm>
                <a:off x="8574214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64" y="4431"/>
                      <a:pt x="109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62" name="Google Shape;4162;p40"/>
              <p:cNvSpPr/>
              <p:nvPr/>
            </p:nvSpPr>
            <p:spPr>
              <a:xfrm>
                <a:off x="8724643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2" y="4431"/>
                      <a:pt x="122" y="4431"/>
                    </a:cubicBezTo>
                    <a:lnTo>
                      <a:pt x="974" y="4431"/>
                    </a:lnTo>
                    <a:cubicBezTo>
                      <a:pt x="1065" y="4431"/>
                      <a:pt x="1095" y="4401"/>
                      <a:pt x="1126" y="4370"/>
                    </a:cubicBezTo>
                    <a:lnTo>
                      <a:pt x="112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4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63" name="Google Shape;4163;p40"/>
              <p:cNvSpPr/>
              <p:nvPr/>
            </p:nvSpPr>
            <p:spPr>
              <a:xfrm>
                <a:off x="8875151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74" y="1"/>
                    </a:moveTo>
                    <a:cubicBezTo>
                      <a:pt x="547" y="1"/>
                      <a:pt x="517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122" y="4431"/>
                    </a:cubicBezTo>
                    <a:lnTo>
                      <a:pt x="1003" y="4431"/>
                    </a:lnTo>
                    <a:cubicBezTo>
                      <a:pt x="103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600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64" name="Google Shape;4164;p40"/>
              <p:cNvSpPr/>
              <p:nvPr/>
            </p:nvSpPr>
            <p:spPr>
              <a:xfrm>
                <a:off x="736071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65" name="Google Shape;4165;p40"/>
              <p:cNvSpPr/>
              <p:nvPr/>
            </p:nvSpPr>
            <p:spPr>
              <a:xfrm>
                <a:off x="720781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66" name="Google Shape;4166;p40"/>
              <p:cNvSpPr/>
              <p:nvPr/>
            </p:nvSpPr>
            <p:spPr>
              <a:xfrm>
                <a:off x="705490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67" name="Google Shape;4167;p40"/>
              <p:cNvSpPr/>
              <p:nvPr/>
            </p:nvSpPr>
            <p:spPr>
              <a:xfrm>
                <a:off x="690199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68" name="Google Shape;4168;p40"/>
              <p:cNvSpPr/>
              <p:nvPr/>
            </p:nvSpPr>
            <p:spPr>
              <a:xfrm>
                <a:off x="674909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69" name="Google Shape;4169;p40"/>
              <p:cNvSpPr/>
              <p:nvPr/>
            </p:nvSpPr>
            <p:spPr>
              <a:xfrm>
                <a:off x="659618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70" name="Google Shape;4170;p40"/>
              <p:cNvSpPr/>
              <p:nvPr/>
            </p:nvSpPr>
            <p:spPr>
              <a:xfrm>
                <a:off x="644327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71" name="Google Shape;4171;p40"/>
              <p:cNvSpPr/>
              <p:nvPr/>
            </p:nvSpPr>
            <p:spPr>
              <a:xfrm>
                <a:off x="629037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72" name="Google Shape;4172;p40"/>
              <p:cNvSpPr/>
              <p:nvPr/>
            </p:nvSpPr>
            <p:spPr>
              <a:xfrm>
                <a:off x="613746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73" name="Google Shape;4173;p40"/>
              <p:cNvSpPr/>
              <p:nvPr/>
            </p:nvSpPr>
            <p:spPr>
              <a:xfrm>
                <a:off x="598455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74" name="Google Shape;4174;p40"/>
              <p:cNvSpPr/>
              <p:nvPr/>
            </p:nvSpPr>
            <p:spPr>
              <a:xfrm>
                <a:off x="583165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75" name="Google Shape;4175;p40"/>
              <p:cNvSpPr/>
              <p:nvPr/>
            </p:nvSpPr>
            <p:spPr>
              <a:xfrm>
                <a:off x="567874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76" name="Google Shape;4176;p40"/>
              <p:cNvSpPr/>
              <p:nvPr/>
            </p:nvSpPr>
            <p:spPr>
              <a:xfrm>
                <a:off x="552583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77" name="Google Shape;4177;p40"/>
              <p:cNvSpPr/>
              <p:nvPr/>
            </p:nvSpPr>
            <p:spPr>
              <a:xfrm>
                <a:off x="537293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78" name="Google Shape;4178;p40"/>
              <p:cNvSpPr/>
              <p:nvPr/>
            </p:nvSpPr>
            <p:spPr>
              <a:xfrm>
                <a:off x="522002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79" name="Google Shape;4179;p40"/>
              <p:cNvSpPr/>
              <p:nvPr/>
            </p:nvSpPr>
            <p:spPr>
              <a:xfrm>
                <a:off x="506712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80" name="Google Shape;4180;p40"/>
              <p:cNvSpPr/>
              <p:nvPr/>
            </p:nvSpPr>
            <p:spPr>
              <a:xfrm>
                <a:off x="491421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81" name="Google Shape;4181;p40"/>
              <p:cNvSpPr/>
              <p:nvPr/>
            </p:nvSpPr>
            <p:spPr>
              <a:xfrm>
                <a:off x="476130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82" name="Google Shape;4182;p40"/>
              <p:cNvSpPr/>
              <p:nvPr/>
            </p:nvSpPr>
            <p:spPr>
              <a:xfrm>
                <a:off x="460840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83" name="Google Shape;4183;p40"/>
              <p:cNvSpPr/>
              <p:nvPr/>
            </p:nvSpPr>
            <p:spPr>
              <a:xfrm>
                <a:off x="445549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84" name="Google Shape;4184;p40"/>
              <p:cNvSpPr/>
              <p:nvPr/>
            </p:nvSpPr>
            <p:spPr>
              <a:xfrm>
                <a:off x="430258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85" name="Google Shape;4185;p40"/>
              <p:cNvSpPr/>
              <p:nvPr/>
            </p:nvSpPr>
            <p:spPr>
              <a:xfrm>
                <a:off x="414968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86" name="Google Shape;4186;p40"/>
              <p:cNvSpPr/>
              <p:nvPr/>
            </p:nvSpPr>
            <p:spPr>
              <a:xfrm>
                <a:off x="399677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87" name="Google Shape;4187;p40"/>
              <p:cNvSpPr/>
              <p:nvPr/>
            </p:nvSpPr>
            <p:spPr>
              <a:xfrm>
                <a:off x="384386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88" name="Google Shape;4188;p40"/>
              <p:cNvSpPr/>
              <p:nvPr/>
            </p:nvSpPr>
            <p:spPr>
              <a:xfrm>
                <a:off x="369096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89" name="Google Shape;4189;p40"/>
              <p:cNvSpPr/>
              <p:nvPr/>
            </p:nvSpPr>
            <p:spPr>
              <a:xfrm>
                <a:off x="353805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90" name="Google Shape;4190;p40"/>
              <p:cNvSpPr/>
              <p:nvPr/>
            </p:nvSpPr>
            <p:spPr>
              <a:xfrm>
                <a:off x="338514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91" name="Google Shape;4191;p40"/>
              <p:cNvSpPr/>
              <p:nvPr/>
            </p:nvSpPr>
            <p:spPr>
              <a:xfrm>
                <a:off x="323224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92" name="Google Shape;4192;p40"/>
              <p:cNvSpPr/>
              <p:nvPr/>
            </p:nvSpPr>
            <p:spPr>
              <a:xfrm>
                <a:off x="307933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93" name="Google Shape;4193;p40"/>
              <p:cNvSpPr/>
              <p:nvPr/>
            </p:nvSpPr>
            <p:spPr>
              <a:xfrm>
                <a:off x="292643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94" name="Google Shape;4194;p40"/>
              <p:cNvSpPr/>
              <p:nvPr/>
            </p:nvSpPr>
            <p:spPr>
              <a:xfrm>
                <a:off x="277352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95" name="Google Shape;4195;p40"/>
              <p:cNvSpPr/>
              <p:nvPr/>
            </p:nvSpPr>
            <p:spPr>
              <a:xfrm>
                <a:off x="262061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96" name="Google Shape;4196;p40"/>
              <p:cNvSpPr/>
              <p:nvPr/>
            </p:nvSpPr>
            <p:spPr>
              <a:xfrm>
                <a:off x="246771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97" name="Google Shape;4197;p40"/>
              <p:cNvSpPr/>
              <p:nvPr/>
            </p:nvSpPr>
            <p:spPr>
              <a:xfrm>
                <a:off x="231480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98" name="Google Shape;4198;p40"/>
              <p:cNvSpPr/>
              <p:nvPr/>
            </p:nvSpPr>
            <p:spPr>
              <a:xfrm>
                <a:off x="216189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99" name="Google Shape;4199;p40"/>
              <p:cNvSpPr/>
              <p:nvPr/>
            </p:nvSpPr>
            <p:spPr>
              <a:xfrm>
                <a:off x="200899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00" name="Google Shape;4200;p40"/>
              <p:cNvSpPr/>
              <p:nvPr/>
            </p:nvSpPr>
            <p:spPr>
              <a:xfrm>
                <a:off x="185608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01" name="Google Shape;4201;p40"/>
              <p:cNvSpPr/>
              <p:nvPr/>
            </p:nvSpPr>
            <p:spPr>
              <a:xfrm>
                <a:off x="170317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02" name="Google Shape;4202;p40"/>
              <p:cNvSpPr/>
              <p:nvPr/>
            </p:nvSpPr>
            <p:spPr>
              <a:xfrm>
                <a:off x="48720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03" name="Google Shape;4203;p40"/>
              <p:cNvSpPr/>
              <p:nvPr/>
            </p:nvSpPr>
            <p:spPr>
              <a:xfrm>
                <a:off x="33429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04" name="Google Shape;4204;p40"/>
              <p:cNvSpPr/>
              <p:nvPr/>
            </p:nvSpPr>
            <p:spPr>
              <a:xfrm>
                <a:off x="18139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05" name="Google Shape;4205;p40"/>
              <p:cNvSpPr/>
              <p:nvPr/>
            </p:nvSpPr>
            <p:spPr>
              <a:xfrm>
                <a:off x="2848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06" name="Google Shape;4206;p40"/>
              <p:cNvSpPr/>
              <p:nvPr/>
            </p:nvSpPr>
            <p:spPr>
              <a:xfrm>
                <a:off x="9025579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74" y="1"/>
                    </a:moveTo>
                    <a:cubicBezTo>
                      <a:pt x="547" y="1"/>
                      <a:pt x="517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122" y="4431"/>
                    </a:cubicBezTo>
                    <a:lnTo>
                      <a:pt x="1003" y="4431"/>
                    </a:lnTo>
                    <a:cubicBezTo>
                      <a:pt x="103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600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4207" name="Google Shape;4207;p40"/>
          <p:cNvGrpSpPr/>
          <p:nvPr/>
        </p:nvGrpSpPr>
        <p:grpSpPr>
          <a:xfrm>
            <a:off x="8500193" y="4148281"/>
            <a:ext cx="592952" cy="967689"/>
            <a:chOff x="8071153" y="3759204"/>
            <a:chExt cx="592952" cy="967689"/>
          </a:xfrm>
        </p:grpSpPr>
        <p:sp>
          <p:nvSpPr>
            <p:cNvPr id="4208" name="Google Shape;4208;p40"/>
            <p:cNvSpPr/>
            <p:nvPr/>
          </p:nvSpPr>
          <p:spPr>
            <a:xfrm>
              <a:off x="8350560" y="4196816"/>
              <a:ext cx="43890" cy="282116"/>
            </a:xfrm>
            <a:custGeom>
              <a:rect b="b" l="l" r="r" t="t"/>
              <a:pathLst>
                <a:path extrusionOk="0" h="3527" w="549">
                  <a:moveTo>
                    <a:pt x="153" y="0"/>
                  </a:moveTo>
                  <a:lnTo>
                    <a:pt x="1" y="3526"/>
                  </a:lnTo>
                  <a:lnTo>
                    <a:pt x="548" y="3435"/>
                  </a:lnTo>
                  <a:lnTo>
                    <a:pt x="39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9" name="Google Shape;4209;p40"/>
            <p:cNvSpPr/>
            <p:nvPr/>
          </p:nvSpPr>
          <p:spPr>
            <a:xfrm>
              <a:off x="8263101" y="4478852"/>
              <a:ext cx="221208" cy="248041"/>
            </a:xfrm>
            <a:custGeom>
              <a:rect b="b" l="l" r="r" t="t"/>
              <a:pathLst>
                <a:path extrusionOk="0" h="3101" w="2767">
                  <a:moveTo>
                    <a:pt x="1" y="0"/>
                  </a:moveTo>
                  <a:lnTo>
                    <a:pt x="396" y="3101"/>
                  </a:lnTo>
                  <a:lnTo>
                    <a:pt x="2402" y="3101"/>
                  </a:lnTo>
                  <a:lnTo>
                    <a:pt x="276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0" name="Google Shape;4210;p40"/>
            <p:cNvSpPr/>
            <p:nvPr/>
          </p:nvSpPr>
          <p:spPr>
            <a:xfrm>
              <a:off x="8248551" y="4435099"/>
              <a:ext cx="255184" cy="94865"/>
            </a:xfrm>
            <a:custGeom>
              <a:rect b="b" l="l" r="r" t="t"/>
              <a:pathLst>
                <a:path extrusionOk="0" h="1186" w="3192">
                  <a:moveTo>
                    <a:pt x="3192" y="0"/>
                  </a:moveTo>
                  <a:lnTo>
                    <a:pt x="0" y="61"/>
                  </a:lnTo>
                  <a:lnTo>
                    <a:pt x="61" y="1155"/>
                  </a:lnTo>
                  <a:lnTo>
                    <a:pt x="3040" y="1186"/>
                  </a:lnTo>
                  <a:lnTo>
                    <a:pt x="319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1" name="Google Shape;4211;p40"/>
            <p:cNvSpPr/>
            <p:nvPr/>
          </p:nvSpPr>
          <p:spPr>
            <a:xfrm>
              <a:off x="8265579" y="4527484"/>
              <a:ext cx="213853" cy="34075"/>
            </a:xfrm>
            <a:custGeom>
              <a:rect b="b" l="l" r="r" t="t"/>
              <a:pathLst>
                <a:path extrusionOk="0" h="426" w="2675">
                  <a:moveTo>
                    <a:pt x="0" y="0"/>
                  </a:moveTo>
                  <a:lnTo>
                    <a:pt x="91" y="426"/>
                  </a:lnTo>
                  <a:lnTo>
                    <a:pt x="2645" y="122"/>
                  </a:lnTo>
                  <a:lnTo>
                    <a:pt x="2675" y="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48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2" name="Google Shape;4212;p40"/>
            <p:cNvSpPr/>
            <p:nvPr/>
          </p:nvSpPr>
          <p:spPr>
            <a:xfrm>
              <a:off x="8318982" y="3766483"/>
              <a:ext cx="36535" cy="58391"/>
            </a:xfrm>
            <a:custGeom>
              <a:rect b="b" l="l" r="r" t="t"/>
              <a:pathLst>
                <a:path extrusionOk="0" h="730" w="457">
                  <a:moveTo>
                    <a:pt x="366" y="0"/>
                  </a:moveTo>
                  <a:cubicBezTo>
                    <a:pt x="366" y="0"/>
                    <a:pt x="122" y="122"/>
                    <a:pt x="62" y="304"/>
                  </a:cubicBezTo>
                  <a:cubicBezTo>
                    <a:pt x="1" y="517"/>
                    <a:pt x="62" y="730"/>
                    <a:pt x="62" y="730"/>
                  </a:cubicBezTo>
                  <a:cubicBezTo>
                    <a:pt x="62" y="730"/>
                    <a:pt x="305" y="608"/>
                    <a:pt x="366" y="426"/>
                  </a:cubicBezTo>
                  <a:cubicBezTo>
                    <a:pt x="457" y="244"/>
                    <a:pt x="366" y="0"/>
                    <a:pt x="36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3" name="Google Shape;4213;p40"/>
            <p:cNvSpPr/>
            <p:nvPr/>
          </p:nvSpPr>
          <p:spPr>
            <a:xfrm>
              <a:off x="8248551" y="3759204"/>
              <a:ext cx="58360" cy="65670"/>
            </a:xfrm>
            <a:custGeom>
              <a:rect b="b" l="l" r="r" t="t"/>
              <a:pathLst>
                <a:path extrusionOk="0" h="821" w="730">
                  <a:moveTo>
                    <a:pt x="0" y="0"/>
                  </a:moveTo>
                  <a:cubicBezTo>
                    <a:pt x="0" y="0"/>
                    <a:pt x="0" y="335"/>
                    <a:pt x="183" y="547"/>
                  </a:cubicBezTo>
                  <a:cubicBezTo>
                    <a:pt x="365" y="790"/>
                    <a:pt x="730" y="821"/>
                    <a:pt x="730" y="821"/>
                  </a:cubicBezTo>
                  <a:cubicBezTo>
                    <a:pt x="730" y="821"/>
                    <a:pt x="730" y="487"/>
                    <a:pt x="517" y="243"/>
                  </a:cubicBezTo>
                  <a:cubicBezTo>
                    <a:pt x="335" y="61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4" name="Google Shape;4214;p40"/>
            <p:cNvSpPr/>
            <p:nvPr/>
          </p:nvSpPr>
          <p:spPr>
            <a:xfrm>
              <a:off x="8532835" y="4167621"/>
              <a:ext cx="65715" cy="29275"/>
            </a:xfrm>
            <a:custGeom>
              <a:rect b="b" l="l" r="r" t="t"/>
              <a:pathLst>
                <a:path extrusionOk="0" h="366" w="822">
                  <a:moveTo>
                    <a:pt x="396" y="1"/>
                  </a:moveTo>
                  <a:cubicBezTo>
                    <a:pt x="153" y="1"/>
                    <a:pt x="1" y="213"/>
                    <a:pt x="1" y="213"/>
                  </a:cubicBezTo>
                  <a:cubicBezTo>
                    <a:pt x="1" y="213"/>
                    <a:pt x="183" y="365"/>
                    <a:pt x="426" y="365"/>
                  </a:cubicBezTo>
                  <a:cubicBezTo>
                    <a:pt x="669" y="365"/>
                    <a:pt x="821" y="153"/>
                    <a:pt x="821" y="153"/>
                  </a:cubicBezTo>
                  <a:cubicBezTo>
                    <a:pt x="821" y="153"/>
                    <a:pt x="609" y="1"/>
                    <a:pt x="396" y="1"/>
                  </a:cubicBezTo>
                  <a:close/>
                </a:path>
              </a:pathLst>
            </a:custGeom>
            <a:solidFill>
              <a:srgbClr val="7BBFB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5" name="Google Shape;4215;p40"/>
            <p:cNvSpPr/>
            <p:nvPr/>
          </p:nvSpPr>
          <p:spPr>
            <a:xfrm>
              <a:off x="8518285" y="4092272"/>
              <a:ext cx="48687" cy="80307"/>
            </a:xfrm>
            <a:custGeom>
              <a:rect b="b" l="l" r="r" t="t"/>
              <a:pathLst>
                <a:path extrusionOk="0" h="1004" w="609">
                  <a:moveTo>
                    <a:pt x="487" y="0"/>
                  </a:moveTo>
                  <a:cubicBezTo>
                    <a:pt x="487" y="0"/>
                    <a:pt x="183" y="152"/>
                    <a:pt x="61" y="426"/>
                  </a:cubicBezTo>
                  <a:cubicBezTo>
                    <a:pt x="0" y="699"/>
                    <a:pt x="122" y="1003"/>
                    <a:pt x="122" y="1003"/>
                  </a:cubicBezTo>
                  <a:cubicBezTo>
                    <a:pt x="122" y="1003"/>
                    <a:pt x="426" y="851"/>
                    <a:pt x="547" y="578"/>
                  </a:cubicBezTo>
                  <a:cubicBezTo>
                    <a:pt x="608" y="304"/>
                    <a:pt x="487" y="0"/>
                    <a:pt x="487" y="0"/>
                  </a:cubicBezTo>
                  <a:close/>
                </a:path>
              </a:pathLst>
            </a:custGeom>
            <a:solidFill>
              <a:srgbClr val="7BBFB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6" name="Google Shape;4216;p40"/>
            <p:cNvSpPr/>
            <p:nvPr/>
          </p:nvSpPr>
          <p:spPr>
            <a:xfrm>
              <a:off x="8071153" y="3827914"/>
              <a:ext cx="592952" cy="566871"/>
            </a:xfrm>
            <a:custGeom>
              <a:rect b="b" l="l" r="r" t="t"/>
              <a:pathLst>
                <a:path extrusionOk="0" h="7087" w="7417">
                  <a:moveTo>
                    <a:pt x="3931" y="0"/>
                  </a:moveTo>
                  <a:cubicBezTo>
                    <a:pt x="3624" y="0"/>
                    <a:pt x="3315" y="31"/>
                    <a:pt x="3010" y="83"/>
                  </a:cubicBezTo>
                  <a:cubicBezTo>
                    <a:pt x="1672" y="296"/>
                    <a:pt x="578" y="965"/>
                    <a:pt x="244" y="2363"/>
                  </a:cubicBezTo>
                  <a:cubicBezTo>
                    <a:pt x="0" y="3275"/>
                    <a:pt x="61" y="4430"/>
                    <a:pt x="426" y="5312"/>
                  </a:cubicBezTo>
                  <a:cubicBezTo>
                    <a:pt x="760" y="6132"/>
                    <a:pt x="1520" y="6770"/>
                    <a:pt x="2402" y="6953"/>
                  </a:cubicBezTo>
                  <a:cubicBezTo>
                    <a:pt x="2775" y="7038"/>
                    <a:pt x="3182" y="7086"/>
                    <a:pt x="3592" y="7086"/>
                  </a:cubicBezTo>
                  <a:cubicBezTo>
                    <a:pt x="4351" y="7086"/>
                    <a:pt x="5123" y="6922"/>
                    <a:pt x="5715" y="6527"/>
                  </a:cubicBezTo>
                  <a:cubicBezTo>
                    <a:pt x="6049" y="6315"/>
                    <a:pt x="6353" y="6071"/>
                    <a:pt x="6657" y="5767"/>
                  </a:cubicBezTo>
                  <a:cubicBezTo>
                    <a:pt x="7022" y="5342"/>
                    <a:pt x="7235" y="4825"/>
                    <a:pt x="7295" y="4308"/>
                  </a:cubicBezTo>
                  <a:cubicBezTo>
                    <a:pt x="7417" y="3640"/>
                    <a:pt x="7417" y="3032"/>
                    <a:pt x="7265" y="2515"/>
                  </a:cubicBezTo>
                  <a:cubicBezTo>
                    <a:pt x="7022" y="1634"/>
                    <a:pt x="6505" y="874"/>
                    <a:pt x="5593" y="387"/>
                  </a:cubicBezTo>
                  <a:cubicBezTo>
                    <a:pt x="5077" y="109"/>
                    <a:pt x="4509" y="0"/>
                    <a:pt x="393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217" name="Google Shape;4217;p40"/>
          <p:cNvGrpSpPr/>
          <p:nvPr/>
        </p:nvGrpSpPr>
        <p:grpSpPr>
          <a:xfrm>
            <a:off x="50855" y="4148281"/>
            <a:ext cx="592952" cy="967689"/>
            <a:chOff x="8071153" y="3759204"/>
            <a:chExt cx="592952" cy="967689"/>
          </a:xfrm>
        </p:grpSpPr>
        <p:sp>
          <p:nvSpPr>
            <p:cNvPr id="4218" name="Google Shape;4218;p40"/>
            <p:cNvSpPr/>
            <p:nvPr/>
          </p:nvSpPr>
          <p:spPr>
            <a:xfrm>
              <a:off x="8350560" y="4196816"/>
              <a:ext cx="43890" cy="282116"/>
            </a:xfrm>
            <a:custGeom>
              <a:rect b="b" l="l" r="r" t="t"/>
              <a:pathLst>
                <a:path extrusionOk="0" h="3527" w="549">
                  <a:moveTo>
                    <a:pt x="153" y="0"/>
                  </a:moveTo>
                  <a:lnTo>
                    <a:pt x="1" y="3526"/>
                  </a:lnTo>
                  <a:lnTo>
                    <a:pt x="548" y="3435"/>
                  </a:lnTo>
                  <a:lnTo>
                    <a:pt x="39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9" name="Google Shape;4219;p40"/>
            <p:cNvSpPr/>
            <p:nvPr/>
          </p:nvSpPr>
          <p:spPr>
            <a:xfrm>
              <a:off x="8263101" y="4478852"/>
              <a:ext cx="221208" cy="248041"/>
            </a:xfrm>
            <a:custGeom>
              <a:rect b="b" l="l" r="r" t="t"/>
              <a:pathLst>
                <a:path extrusionOk="0" h="3101" w="2767">
                  <a:moveTo>
                    <a:pt x="1" y="0"/>
                  </a:moveTo>
                  <a:lnTo>
                    <a:pt x="396" y="3101"/>
                  </a:lnTo>
                  <a:lnTo>
                    <a:pt x="2402" y="3101"/>
                  </a:lnTo>
                  <a:lnTo>
                    <a:pt x="276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0" name="Google Shape;4220;p40"/>
            <p:cNvSpPr/>
            <p:nvPr/>
          </p:nvSpPr>
          <p:spPr>
            <a:xfrm>
              <a:off x="8248551" y="4435099"/>
              <a:ext cx="255184" cy="94865"/>
            </a:xfrm>
            <a:custGeom>
              <a:rect b="b" l="l" r="r" t="t"/>
              <a:pathLst>
                <a:path extrusionOk="0" h="1186" w="3192">
                  <a:moveTo>
                    <a:pt x="3192" y="0"/>
                  </a:moveTo>
                  <a:lnTo>
                    <a:pt x="0" y="61"/>
                  </a:lnTo>
                  <a:lnTo>
                    <a:pt x="61" y="1155"/>
                  </a:lnTo>
                  <a:lnTo>
                    <a:pt x="3040" y="1186"/>
                  </a:lnTo>
                  <a:lnTo>
                    <a:pt x="319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1" name="Google Shape;4221;p40"/>
            <p:cNvSpPr/>
            <p:nvPr/>
          </p:nvSpPr>
          <p:spPr>
            <a:xfrm>
              <a:off x="8265579" y="4527484"/>
              <a:ext cx="213853" cy="34075"/>
            </a:xfrm>
            <a:custGeom>
              <a:rect b="b" l="l" r="r" t="t"/>
              <a:pathLst>
                <a:path extrusionOk="0" h="426" w="2675">
                  <a:moveTo>
                    <a:pt x="0" y="0"/>
                  </a:moveTo>
                  <a:lnTo>
                    <a:pt x="91" y="426"/>
                  </a:lnTo>
                  <a:lnTo>
                    <a:pt x="2645" y="122"/>
                  </a:lnTo>
                  <a:lnTo>
                    <a:pt x="2675" y="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48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2" name="Google Shape;4222;p40"/>
            <p:cNvSpPr/>
            <p:nvPr/>
          </p:nvSpPr>
          <p:spPr>
            <a:xfrm>
              <a:off x="8318982" y="3766483"/>
              <a:ext cx="36535" cy="58391"/>
            </a:xfrm>
            <a:custGeom>
              <a:rect b="b" l="l" r="r" t="t"/>
              <a:pathLst>
                <a:path extrusionOk="0" h="730" w="457">
                  <a:moveTo>
                    <a:pt x="366" y="0"/>
                  </a:moveTo>
                  <a:cubicBezTo>
                    <a:pt x="366" y="0"/>
                    <a:pt x="122" y="122"/>
                    <a:pt x="62" y="304"/>
                  </a:cubicBezTo>
                  <a:cubicBezTo>
                    <a:pt x="1" y="517"/>
                    <a:pt x="62" y="730"/>
                    <a:pt x="62" y="730"/>
                  </a:cubicBezTo>
                  <a:cubicBezTo>
                    <a:pt x="62" y="730"/>
                    <a:pt x="305" y="608"/>
                    <a:pt x="366" y="426"/>
                  </a:cubicBezTo>
                  <a:cubicBezTo>
                    <a:pt x="457" y="244"/>
                    <a:pt x="366" y="0"/>
                    <a:pt x="36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3" name="Google Shape;4223;p40"/>
            <p:cNvSpPr/>
            <p:nvPr/>
          </p:nvSpPr>
          <p:spPr>
            <a:xfrm>
              <a:off x="8248551" y="3759204"/>
              <a:ext cx="58360" cy="65670"/>
            </a:xfrm>
            <a:custGeom>
              <a:rect b="b" l="l" r="r" t="t"/>
              <a:pathLst>
                <a:path extrusionOk="0" h="821" w="730">
                  <a:moveTo>
                    <a:pt x="0" y="0"/>
                  </a:moveTo>
                  <a:cubicBezTo>
                    <a:pt x="0" y="0"/>
                    <a:pt x="0" y="335"/>
                    <a:pt x="183" y="547"/>
                  </a:cubicBezTo>
                  <a:cubicBezTo>
                    <a:pt x="365" y="790"/>
                    <a:pt x="730" y="821"/>
                    <a:pt x="730" y="821"/>
                  </a:cubicBezTo>
                  <a:cubicBezTo>
                    <a:pt x="730" y="821"/>
                    <a:pt x="730" y="487"/>
                    <a:pt x="517" y="243"/>
                  </a:cubicBezTo>
                  <a:cubicBezTo>
                    <a:pt x="335" y="61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4" name="Google Shape;4224;p40"/>
            <p:cNvSpPr/>
            <p:nvPr/>
          </p:nvSpPr>
          <p:spPr>
            <a:xfrm>
              <a:off x="8532835" y="4167621"/>
              <a:ext cx="65715" cy="29275"/>
            </a:xfrm>
            <a:custGeom>
              <a:rect b="b" l="l" r="r" t="t"/>
              <a:pathLst>
                <a:path extrusionOk="0" h="366" w="822">
                  <a:moveTo>
                    <a:pt x="396" y="1"/>
                  </a:moveTo>
                  <a:cubicBezTo>
                    <a:pt x="153" y="1"/>
                    <a:pt x="1" y="213"/>
                    <a:pt x="1" y="213"/>
                  </a:cubicBezTo>
                  <a:cubicBezTo>
                    <a:pt x="1" y="213"/>
                    <a:pt x="183" y="365"/>
                    <a:pt x="426" y="365"/>
                  </a:cubicBezTo>
                  <a:cubicBezTo>
                    <a:pt x="669" y="365"/>
                    <a:pt x="821" y="153"/>
                    <a:pt x="821" y="153"/>
                  </a:cubicBezTo>
                  <a:cubicBezTo>
                    <a:pt x="821" y="153"/>
                    <a:pt x="609" y="1"/>
                    <a:pt x="396" y="1"/>
                  </a:cubicBezTo>
                  <a:close/>
                </a:path>
              </a:pathLst>
            </a:custGeom>
            <a:solidFill>
              <a:srgbClr val="7BBFB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5" name="Google Shape;4225;p40"/>
            <p:cNvSpPr/>
            <p:nvPr/>
          </p:nvSpPr>
          <p:spPr>
            <a:xfrm>
              <a:off x="8518285" y="4092272"/>
              <a:ext cx="48687" cy="80307"/>
            </a:xfrm>
            <a:custGeom>
              <a:rect b="b" l="l" r="r" t="t"/>
              <a:pathLst>
                <a:path extrusionOk="0" h="1004" w="609">
                  <a:moveTo>
                    <a:pt x="487" y="0"/>
                  </a:moveTo>
                  <a:cubicBezTo>
                    <a:pt x="487" y="0"/>
                    <a:pt x="183" y="152"/>
                    <a:pt x="61" y="426"/>
                  </a:cubicBezTo>
                  <a:cubicBezTo>
                    <a:pt x="0" y="699"/>
                    <a:pt x="122" y="1003"/>
                    <a:pt x="122" y="1003"/>
                  </a:cubicBezTo>
                  <a:cubicBezTo>
                    <a:pt x="122" y="1003"/>
                    <a:pt x="426" y="851"/>
                    <a:pt x="547" y="578"/>
                  </a:cubicBezTo>
                  <a:cubicBezTo>
                    <a:pt x="608" y="304"/>
                    <a:pt x="487" y="0"/>
                    <a:pt x="487" y="0"/>
                  </a:cubicBezTo>
                  <a:close/>
                </a:path>
              </a:pathLst>
            </a:custGeom>
            <a:solidFill>
              <a:srgbClr val="7BBFB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6" name="Google Shape;4226;p40"/>
            <p:cNvSpPr/>
            <p:nvPr/>
          </p:nvSpPr>
          <p:spPr>
            <a:xfrm>
              <a:off x="8071153" y="3827914"/>
              <a:ext cx="592952" cy="566871"/>
            </a:xfrm>
            <a:custGeom>
              <a:rect b="b" l="l" r="r" t="t"/>
              <a:pathLst>
                <a:path extrusionOk="0" h="7087" w="7417">
                  <a:moveTo>
                    <a:pt x="3931" y="0"/>
                  </a:moveTo>
                  <a:cubicBezTo>
                    <a:pt x="3624" y="0"/>
                    <a:pt x="3315" y="31"/>
                    <a:pt x="3010" y="83"/>
                  </a:cubicBezTo>
                  <a:cubicBezTo>
                    <a:pt x="1672" y="296"/>
                    <a:pt x="578" y="965"/>
                    <a:pt x="244" y="2363"/>
                  </a:cubicBezTo>
                  <a:cubicBezTo>
                    <a:pt x="0" y="3275"/>
                    <a:pt x="61" y="4430"/>
                    <a:pt x="426" y="5312"/>
                  </a:cubicBezTo>
                  <a:cubicBezTo>
                    <a:pt x="760" y="6132"/>
                    <a:pt x="1520" y="6770"/>
                    <a:pt x="2402" y="6953"/>
                  </a:cubicBezTo>
                  <a:cubicBezTo>
                    <a:pt x="2775" y="7038"/>
                    <a:pt x="3182" y="7086"/>
                    <a:pt x="3592" y="7086"/>
                  </a:cubicBezTo>
                  <a:cubicBezTo>
                    <a:pt x="4351" y="7086"/>
                    <a:pt x="5123" y="6922"/>
                    <a:pt x="5715" y="6527"/>
                  </a:cubicBezTo>
                  <a:cubicBezTo>
                    <a:pt x="6049" y="6315"/>
                    <a:pt x="6353" y="6071"/>
                    <a:pt x="6657" y="5767"/>
                  </a:cubicBezTo>
                  <a:cubicBezTo>
                    <a:pt x="7022" y="5342"/>
                    <a:pt x="7235" y="4825"/>
                    <a:pt x="7295" y="4308"/>
                  </a:cubicBezTo>
                  <a:cubicBezTo>
                    <a:pt x="7417" y="3640"/>
                    <a:pt x="7417" y="3032"/>
                    <a:pt x="7265" y="2515"/>
                  </a:cubicBezTo>
                  <a:cubicBezTo>
                    <a:pt x="7022" y="1634"/>
                    <a:pt x="6505" y="874"/>
                    <a:pt x="5593" y="387"/>
                  </a:cubicBezTo>
                  <a:cubicBezTo>
                    <a:pt x="5077" y="109"/>
                    <a:pt x="4509" y="0"/>
                    <a:pt x="393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227" name="Google Shape;4227;p40"/>
          <p:cNvSpPr/>
          <p:nvPr/>
        </p:nvSpPr>
        <p:spPr>
          <a:xfrm>
            <a:off x="0" y="5107500"/>
            <a:ext cx="9144000" cy="36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8" name="Google Shape;4228;p40"/>
          <p:cNvSpPr/>
          <p:nvPr/>
        </p:nvSpPr>
        <p:spPr>
          <a:xfrm>
            <a:off x="719850" y="540000"/>
            <a:ext cx="7704300" cy="676800"/>
          </a:xfrm>
          <a:prstGeom prst="roundRect">
            <a:avLst>
              <a:gd fmla="val 17686" name="adj"/>
            </a:avLst>
          </a:prstGeom>
          <a:solidFill>
            <a:schemeClr val="lt1"/>
          </a:solidFill>
          <a:ln cap="flat" cmpd="sng" w="762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9" name="Google Shape;4229;p40"/>
          <p:cNvSpPr txBox="1"/>
          <p:nvPr>
            <p:ph type="title"/>
          </p:nvPr>
        </p:nvSpPr>
        <p:spPr>
          <a:xfrm>
            <a:off x="720000" y="540000"/>
            <a:ext cx="7704000" cy="6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500"/>
              <a:buNone/>
              <a:defRPr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230" name="Google Shape;4230;p40"/>
          <p:cNvSpPr/>
          <p:nvPr/>
        </p:nvSpPr>
        <p:spPr>
          <a:xfrm>
            <a:off x="6852380" y="168442"/>
            <a:ext cx="869002" cy="219166"/>
          </a:xfrm>
          <a:custGeom>
            <a:rect b="b" l="l" r="r" t="t"/>
            <a:pathLst>
              <a:path extrusionOk="0" h="2740" w="10870">
                <a:moveTo>
                  <a:pt x="6002" y="0"/>
                </a:moveTo>
                <a:cubicBezTo>
                  <a:pt x="5393" y="0"/>
                  <a:pt x="4863" y="301"/>
                  <a:pt x="4456" y="1068"/>
                </a:cubicBezTo>
                <a:cubicBezTo>
                  <a:pt x="3326" y="733"/>
                  <a:pt x="2475" y="593"/>
                  <a:pt x="1841" y="593"/>
                </a:cubicBezTo>
                <a:cubicBezTo>
                  <a:pt x="57" y="593"/>
                  <a:pt x="1" y="1708"/>
                  <a:pt x="292" y="2739"/>
                </a:cubicBezTo>
                <a:lnTo>
                  <a:pt x="10870" y="2739"/>
                </a:lnTo>
                <a:cubicBezTo>
                  <a:pt x="9199" y="1576"/>
                  <a:pt x="7395" y="0"/>
                  <a:pt x="6002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10_1">
    <p:spTree>
      <p:nvGrpSpPr>
        <p:cNvPr id="4231" name="Shape 4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32" name="Google Shape;4232;p41"/>
          <p:cNvGrpSpPr/>
          <p:nvPr/>
        </p:nvGrpSpPr>
        <p:grpSpPr>
          <a:xfrm>
            <a:off x="-15975" y="-52"/>
            <a:ext cx="9175950" cy="5143406"/>
            <a:chOff x="-15975" y="-52"/>
            <a:chExt cx="9175950" cy="5143406"/>
          </a:xfrm>
        </p:grpSpPr>
        <p:sp>
          <p:nvSpPr>
            <p:cNvPr id="4233" name="Google Shape;4233;p41"/>
            <p:cNvSpPr/>
            <p:nvPr/>
          </p:nvSpPr>
          <p:spPr>
            <a:xfrm rot="5400000">
              <a:off x="4570450" y="-378255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4" name="Google Shape;4234;p41"/>
            <p:cNvSpPr/>
            <p:nvPr/>
          </p:nvSpPr>
          <p:spPr>
            <a:xfrm rot="5400000">
              <a:off x="4570450" y="-276311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5" name="Google Shape;4235;p41"/>
            <p:cNvSpPr/>
            <p:nvPr/>
          </p:nvSpPr>
          <p:spPr>
            <a:xfrm rot="5400000">
              <a:off x="4570450" y="-174368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6" name="Google Shape;4236;p41"/>
            <p:cNvSpPr/>
            <p:nvPr/>
          </p:nvSpPr>
          <p:spPr>
            <a:xfrm rot="5400000">
              <a:off x="4570450" y="-72425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7" name="Google Shape;4237;p41"/>
            <p:cNvSpPr/>
            <p:nvPr/>
          </p:nvSpPr>
          <p:spPr>
            <a:xfrm rot="5400000">
              <a:off x="4570450" y="295184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8" name="Google Shape;4238;p41"/>
            <p:cNvSpPr/>
            <p:nvPr/>
          </p:nvSpPr>
          <p:spPr>
            <a:xfrm rot="5400000">
              <a:off x="4570450" y="-429226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9" name="Google Shape;4239;p41"/>
            <p:cNvSpPr/>
            <p:nvPr/>
          </p:nvSpPr>
          <p:spPr>
            <a:xfrm rot="5400000">
              <a:off x="4570450" y="-327283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0" name="Google Shape;4240;p41"/>
            <p:cNvSpPr/>
            <p:nvPr/>
          </p:nvSpPr>
          <p:spPr>
            <a:xfrm rot="5400000">
              <a:off x="4570450" y="-225340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1" name="Google Shape;4241;p41"/>
            <p:cNvSpPr/>
            <p:nvPr/>
          </p:nvSpPr>
          <p:spPr>
            <a:xfrm rot="5400000">
              <a:off x="4570450" y="-123396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2" name="Google Shape;4242;p41"/>
            <p:cNvSpPr/>
            <p:nvPr/>
          </p:nvSpPr>
          <p:spPr>
            <a:xfrm rot="5400000">
              <a:off x="4570450" y="-21453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3" name="Google Shape;4243;p41"/>
            <p:cNvSpPr/>
            <p:nvPr/>
          </p:nvSpPr>
          <p:spPr>
            <a:xfrm>
              <a:off x="5081305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4" name="Google Shape;4244;p41"/>
            <p:cNvSpPr/>
            <p:nvPr/>
          </p:nvSpPr>
          <p:spPr>
            <a:xfrm>
              <a:off x="6100964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5" name="Google Shape;4245;p41"/>
            <p:cNvSpPr/>
            <p:nvPr/>
          </p:nvSpPr>
          <p:spPr>
            <a:xfrm>
              <a:off x="7120623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6" name="Google Shape;4246;p41"/>
            <p:cNvSpPr/>
            <p:nvPr/>
          </p:nvSpPr>
          <p:spPr>
            <a:xfrm>
              <a:off x="8140282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7" name="Google Shape;4247;p41"/>
            <p:cNvSpPr/>
            <p:nvPr/>
          </p:nvSpPr>
          <p:spPr>
            <a:xfrm>
              <a:off x="5591134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8" name="Google Shape;4248;p41"/>
            <p:cNvSpPr/>
            <p:nvPr/>
          </p:nvSpPr>
          <p:spPr>
            <a:xfrm>
              <a:off x="6610793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9" name="Google Shape;4249;p41"/>
            <p:cNvSpPr/>
            <p:nvPr/>
          </p:nvSpPr>
          <p:spPr>
            <a:xfrm>
              <a:off x="7630452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0" name="Google Shape;4250;p41"/>
            <p:cNvSpPr/>
            <p:nvPr/>
          </p:nvSpPr>
          <p:spPr>
            <a:xfrm>
              <a:off x="8650111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251" name="Google Shape;4251;p41"/>
            <p:cNvGrpSpPr/>
            <p:nvPr/>
          </p:nvGrpSpPr>
          <p:grpSpPr>
            <a:xfrm>
              <a:off x="-15975" y="-52"/>
              <a:ext cx="4587484" cy="5143406"/>
              <a:chOff x="-9275" y="-1994782"/>
              <a:chExt cx="4587484" cy="9140583"/>
            </a:xfrm>
          </p:grpSpPr>
          <p:sp>
            <p:nvSpPr>
              <p:cNvPr id="4252" name="Google Shape;4252;p41"/>
              <p:cNvSpPr/>
              <p:nvPr/>
            </p:nvSpPr>
            <p:spPr>
              <a:xfrm>
                <a:off x="50044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53" name="Google Shape;4253;p41"/>
              <p:cNvSpPr/>
              <p:nvPr/>
            </p:nvSpPr>
            <p:spPr>
              <a:xfrm>
                <a:off x="15198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54" name="Google Shape;4254;p41"/>
              <p:cNvSpPr/>
              <p:nvPr/>
            </p:nvSpPr>
            <p:spPr>
              <a:xfrm>
                <a:off x="253930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55" name="Google Shape;4255;p41"/>
              <p:cNvSpPr/>
              <p:nvPr/>
            </p:nvSpPr>
            <p:spPr>
              <a:xfrm>
                <a:off x="355874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56" name="Google Shape;4256;p41"/>
              <p:cNvSpPr/>
              <p:nvPr/>
            </p:nvSpPr>
            <p:spPr>
              <a:xfrm>
                <a:off x="45781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57" name="Google Shape;4257;p41"/>
              <p:cNvSpPr/>
              <p:nvPr/>
            </p:nvSpPr>
            <p:spPr>
              <a:xfrm>
                <a:off x="101015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58" name="Google Shape;4258;p41"/>
              <p:cNvSpPr/>
              <p:nvPr/>
            </p:nvSpPr>
            <p:spPr>
              <a:xfrm>
                <a:off x="202959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59" name="Google Shape;4259;p41"/>
              <p:cNvSpPr/>
              <p:nvPr/>
            </p:nvSpPr>
            <p:spPr>
              <a:xfrm>
                <a:off x="304902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60" name="Google Shape;4260;p41"/>
              <p:cNvSpPr/>
              <p:nvPr/>
            </p:nvSpPr>
            <p:spPr>
              <a:xfrm>
                <a:off x="406845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61" name="Google Shape;4261;p41"/>
              <p:cNvSpPr/>
              <p:nvPr/>
            </p:nvSpPr>
            <p:spPr>
              <a:xfrm>
                <a:off x="-92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262" name="Google Shape;4262;p41"/>
            <p:cNvSpPr/>
            <p:nvPr/>
          </p:nvSpPr>
          <p:spPr>
            <a:xfrm>
              <a:off x="9159941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263" name="Google Shape;4263;p41"/>
          <p:cNvSpPr/>
          <p:nvPr/>
        </p:nvSpPr>
        <p:spPr>
          <a:xfrm>
            <a:off x="0" y="-75"/>
            <a:ext cx="9144000" cy="5143500"/>
          </a:xfrm>
          <a:prstGeom prst="rect">
            <a:avLst/>
          </a:prstGeom>
          <a:solidFill>
            <a:srgbClr val="D6E3EA">
              <a:alpha val="398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64" name="Google Shape;4264;p41"/>
          <p:cNvGrpSpPr/>
          <p:nvPr/>
        </p:nvGrpSpPr>
        <p:grpSpPr>
          <a:xfrm>
            <a:off x="230643" y="4100850"/>
            <a:ext cx="413156" cy="1006643"/>
            <a:chOff x="128217" y="4100850"/>
            <a:chExt cx="413156" cy="1006643"/>
          </a:xfrm>
        </p:grpSpPr>
        <p:sp>
          <p:nvSpPr>
            <p:cNvPr id="4265" name="Google Shape;4265;p41"/>
            <p:cNvSpPr/>
            <p:nvPr/>
          </p:nvSpPr>
          <p:spPr>
            <a:xfrm>
              <a:off x="342070" y="4382886"/>
              <a:ext cx="34057" cy="724607"/>
            </a:xfrm>
            <a:custGeom>
              <a:rect b="b" l="l" r="r" t="t"/>
              <a:pathLst>
                <a:path extrusionOk="0" h="9059" w="426">
                  <a:moveTo>
                    <a:pt x="0" y="0"/>
                  </a:moveTo>
                  <a:lnTo>
                    <a:pt x="0" y="9058"/>
                  </a:lnTo>
                  <a:lnTo>
                    <a:pt x="426" y="9058"/>
                  </a:lnTo>
                  <a:lnTo>
                    <a:pt x="42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6" name="Google Shape;4266;p41"/>
            <p:cNvSpPr/>
            <p:nvPr/>
          </p:nvSpPr>
          <p:spPr>
            <a:xfrm>
              <a:off x="220554" y="4168920"/>
              <a:ext cx="320819" cy="252920"/>
            </a:xfrm>
            <a:custGeom>
              <a:rect b="b" l="l" r="r" t="t"/>
              <a:pathLst>
                <a:path extrusionOk="0" h="3162" w="4013">
                  <a:moveTo>
                    <a:pt x="0" y="0"/>
                  </a:moveTo>
                  <a:cubicBezTo>
                    <a:pt x="699" y="0"/>
                    <a:pt x="1216" y="578"/>
                    <a:pt x="1216" y="1216"/>
                  </a:cubicBezTo>
                  <a:lnTo>
                    <a:pt x="1216" y="3040"/>
                  </a:lnTo>
                  <a:lnTo>
                    <a:pt x="973" y="3162"/>
                  </a:lnTo>
                  <a:lnTo>
                    <a:pt x="3800" y="3162"/>
                  </a:lnTo>
                  <a:cubicBezTo>
                    <a:pt x="3921" y="3162"/>
                    <a:pt x="4013" y="3070"/>
                    <a:pt x="4013" y="2949"/>
                  </a:cubicBezTo>
                  <a:lnTo>
                    <a:pt x="4013" y="1216"/>
                  </a:lnTo>
                  <a:cubicBezTo>
                    <a:pt x="4013" y="578"/>
                    <a:pt x="3465" y="0"/>
                    <a:pt x="27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7" name="Google Shape;4267;p41"/>
            <p:cNvSpPr/>
            <p:nvPr/>
          </p:nvSpPr>
          <p:spPr>
            <a:xfrm>
              <a:off x="128217" y="4168920"/>
              <a:ext cx="189630" cy="248041"/>
            </a:xfrm>
            <a:custGeom>
              <a:rect b="b" l="l" r="r" t="t"/>
              <a:pathLst>
                <a:path extrusionOk="0" h="3101" w="2372">
                  <a:moveTo>
                    <a:pt x="1216" y="0"/>
                  </a:moveTo>
                  <a:cubicBezTo>
                    <a:pt x="547" y="0"/>
                    <a:pt x="0" y="578"/>
                    <a:pt x="0" y="1216"/>
                  </a:cubicBezTo>
                  <a:lnTo>
                    <a:pt x="0" y="2979"/>
                  </a:lnTo>
                  <a:cubicBezTo>
                    <a:pt x="0" y="3070"/>
                    <a:pt x="61" y="3101"/>
                    <a:pt x="91" y="3101"/>
                  </a:cubicBezTo>
                  <a:lnTo>
                    <a:pt x="2280" y="3101"/>
                  </a:lnTo>
                  <a:cubicBezTo>
                    <a:pt x="2341" y="3101"/>
                    <a:pt x="2371" y="3040"/>
                    <a:pt x="2371" y="2979"/>
                  </a:cubicBezTo>
                  <a:lnTo>
                    <a:pt x="2371" y="1216"/>
                  </a:lnTo>
                  <a:cubicBezTo>
                    <a:pt x="2371" y="578"/>
                    <a:pt x="1854" y="31"/>
                    <a:pt x="121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8" name="Google Shape;4268;p41"/>
            <p:cNvSpPr/>
            <p:nvPr/>
          </p:nvSpPr>
          <p:spPr>
            <a:xfrm>
              <a:off x="339592" y="4100850"/>
              <a:ext cx="63236" cy="153256"/>
            </a:xfrm>
            <a:custGeom>
              <a:rect b="b" l="l" r="r" t="t"/>
              <a:pathLst>
                <a:path extrusionOk="0" h="1916" w="791">
                  <a:moveTo>
                    <a:pt x="1" y="0"/>
                  </a:moveTo>
                  <a:lnTo>
                    <a:pt x="1" y="1642"/>
                  </a:lnTo>
                  <a:cubicBezTo>
                    <a:pt x="1" y="1794"/>
                    <a:pt x="122" y="1915"/>
                    <a:pt x="274" y="1915"/>
                  </a:cubicBezTo>
                  <a:cubicBezTo>
                    <a:pt x="426" y="1915"/>
                    <a:pt x="517" y="1794"/>
                    <a:pt x="517" y="1642"/>
                  </a:cubicBezTo>
                  <a:cubicBezTo>
                    <a:pt x="517" y="1490"/>
                    <a:pt x="426" y="1368"/>
                    <a:pt x="274" y="1368"/>
                  </a:cubicBezTo>
                  <a:lnTo>
                    <a:pt x="274" y="547"/>
                  </a:lnTo>
                  <a:lnTo>
                    <a:pt x="791" y="456"/>
                  </a:lnTo>
                  <a:lnTo>
                    <a:pt x="79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269" name="Google Shape;4269;p41"/>
          <p:cNvGrpSpPr/>
          <p:nvPr/>
        </p:nvGrpSpPr>
        <p:grpSpPr>
          <a:xfrm>
            <a:off x="2154823" y="4691638"/>
            <a:ext cx="2019411" cy="415855"/>
            <a:chOff x="2154823" y="4691638"/>
            <a:chExt cx="2019411" cy="415855"/>
          </a:xfrm>
        </p:grpSpPr>
        <p:sp>
          <p:nvSpPr>
            <p:cNvPr id="4270" name="Google Shape;4270;p41"/>
            <p:cNvSpPr/>
            <p:nvPr/>
          </p:nvSpPr>
          <p:spPr>
            <a:xfrm>
              <a:off x="2154823" y="4792742"/>
              <a:ext cx="2019411" cy="314751"/>
            </a:xfrm>
            <a:custGeom>
              <a:rect b="b" l="l" r="r" t="t"/>
              <a:pathLst>
                <a:path extrusionOk="0" h="3935" w="25260">
                  <a:moveTo>
                    <a:pt x="17285" y="0"/>
                  </a:moveTo>
                  <a:cubicBezTo>
                    <a:pt x="16170" y="0"/>
                    <a:pt x="15068" y="607"/>
                    <a:pt x="14499" y="1898"/>
                  </a:cubicBezTo>
                  <a:cubicBezTo>
                    <a:pt x="14128" y="1798"/>
                    <a:pt x="13776" y="1750"/>
                    <a:pt x="13440" y="1750"/>
                  </a:cubicBezTo>
                  <a:cubicBezTo>
                    <a:pt x="12345" y="1750"/>
                    <a:pt x="11430" y="2260"/>
                    <a:pt x="10639" y="3144"/>
                  </a:cubicBezTo>
                  <a:cubicBezTo>
                    <a:pt x="10329" y="2738"/>
                    <a:pt x="9724" y="2491"/>
                    <a:pt x="9098" y="2491"/>
                  </a:cubicBezTo>
                  <a:cubicBezTo>
                    <a:pt x="8740" y="2491"/>
                    <a:pt x="8376" y="2572"/>
                    <a:pt x="8055" y="2749"/>
                  </a:cubicBezTo>
                  <a:cubicBezTo>
                    <a:pt x="7677" y="1517"/>
                    <a:pt x="6643" y="853"/>
                    <a:pt x="5623" y="853"/>
                  </a:cubicBezTo>
                  <a:cubicBezTo>
                    <a:pt x="4756" y="853"/>
                    <a:pt x="3899" y="1334"/>
                    <a:pt x="3465" y="2353"/>
                  </a:cubicBezTo>
                  <a:cubicBezTo>
                    <a:pt x="3176" y="2271"/>
                    <a:pt x="2902" y="2232"/>
                    <a:pt x="2641" y="2232"/>
                  </a:cubicBezTo>
                  <a:cubicBezTo>
                    <a:pt x="1559" y="2232"/>
                    <a:pt x="711" y="2905"/>
                    <a:pt x="0" y="3934"/>
                  </a:cubicBezTo>
                  <a:lnTo>
                    <a:pt x="25259" y="3934"/>
                  </a:lnTo>
                  <a:cubicBezTo>
                    <a:pt x="24117" y="2958"/>
                    <a:pt x="22918" y="2281"/>
                    <a:pt x="21591" y="2281"/>
                  </a:cubicBezTo>
                  <a:cubicBezTo>
                    <a:pt x="21223" y="2281"/>
                    <a:pt x="20846" y="2333"/>
                    <a:pt x="20457" y="2445"/>
                  </a:cubicBezTo>
                  <a:cubicBezTo>
                    <a:pt x="19961" y="859"/>
                    <a:pt x="18613" y="0"/>
                    <a:pt x="1728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1" name="Google Shape;4271;p41"/>
            <p:cNvSpPr/>
            <p:nvPr/>
          </p:nvSpPr>
          <p:spPr>
            <a:xfrm>
              <a:off x="2480439" y="4897846"/>
              <a:ext cx="809283" cy="209647"/>
            </a:xfrm>
            <a:custGeom>
              <a:rect b="b" l="l" r="r" t="t"/>
              <a:pathLst>
                <a:path extrusionOk="0" h="2621" w="10123">
                  <a:moveTo>
                    <a:pt x="5318" y="1"/>
                  </a:moveTo>
                  <a:cubicBezTo>
                    <a:pt x="4431" y="1"/>
                    <a:pt x="3525" y="583"/>
                    <a:pt x="3192" y="1647"/>
                  </a:cubicBezTo>
                  <a:cubicBezTo>
                    <a:pt x="2934" y="1566"/>
                    <a:pt x="2682" y="1528"/>
                    <a:pt x="2436" y="1528"/>
                  </a:cubicBezTo>
                  <a:cubicBezTo>
                    <a:pt x="1577" y="1528"/>
                    <a:pt x="779" y="1983"/>
                    <a:pt x="0" y="2620"/>
                  </a:cubicBezTo>
                  <a:lnTo>
                    <a:pt x="10122" y="2620"/>
                  </a:lnTo>
                  <a:cubicBezTo>
                    <a:pt x="9503" y="1729"/>
                    <a:pt x="8764" y="1161"/>
                    <a:pt x="7821" y="1161"/>
                  </a:cubicBezTo>
                  <a:cubicBezTo>
                    <a:pt x="7606" y="1161"/>
                    <a:pt x="7380" y="1190"/>
                    <a:pt x="7143" y="1252"/>
                  </a:cubicBezTo>
                  <a:cubicBezTo>
                    <a:pt x="6772" y="399"/>
                    <a:pt x="6051" y="1"/>
                    <a:pt x="53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2" name="Google Shape;4272;p41"/>
            <p:cNvSpPr/>
            <p:nvPr/>
          </p:nvSpPr>
          <p:spPr>
            <a:xfrm>
              <a:off x="3656510" y="4752428"/>
              <a:ext cx="58440" cy="48712"/>
            </a:xfrm>
            <a:custGeom>
              <a:rect b="b" l="l" r="r" t="t"/>
              <a:pathLst>
                <a:path extrusionOk="0" h="609" w="731">
                  <a:moveTo>
                    <a:pt x="730" y="0"/>
                  </a:moveTo>
                  <a:cubicBezTo>
                    <a:pt x="730" y="0"/>
                    <a:pt x="426" y="0"/>
                    <a:pt x="244" y="152"/>
                  </a:cubicBezTo>
                  <a:cubicBezTo>
                    <a:pt x="31" y="304"/>
                    <a:pt x="1" y="608"/>
                    <a:pt x="1" y="608"/>
                  </a:cubicBezTo>
                  <a:cubicBezTo>
                    <a:pt x="1" y="608"/>
                    <a:pt x="305" y="608"/>
                    <a:pt x="487" y="456"/>
                  </a:cubicBezTo>
                  <a:cubicBezTo>
                    <a:pt x="670" y="304"/>
                    <a:pt x="730" y="0"/>
                    <a:pt x="7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3" name="Google Shape;4273;p41"/>
            <p:cNvSpPr/>
            <p:nvPr/>
          </p:nvSpPr>
          <p:spPr>
            <a:xfrm>
              <a:off x="3598230" y="4691638"/>
              <a:ext cx="55961" cy="99744"/>
            </a:xfrm>
            <a:custGeom>
              <a:rect b="b" l="l" r="r" t="t"/>
              <a:pathLst>
                <a:path extrusionOk="0" h="1247" w="700">
                  <a:moveTo>
                    <a:pt x="213" y="0"/>
                  </a:moveTo>
                  <a:cubicBezTo>
                    <a:pt x="213" y="0"/>
                    <a:pt x="0" y="335"/>
                    <a:pt x="92" y="669"/>
                  </a:cubicBezTo>
                  <a:cubicBezTo>
                    <a:pt x="152" y="1034"/>
                    <a:pt x="517" y="1247"/>
                    <a:pt x="517" y="1247"/>
                  </a:cubicBezTo>
                  <a:cubicBezTo>
                    <a:pt x="517" y="1247"/>
                    <a:pt x="699" y="912"/>
                    <a:pt x="608" y="578"/>
                  </a:cubicBezTo>
                  <a:cubicBezTo>
                    <a:pt x="517" y="213"/>
                    <a:pt x="213" y="0"/>
                    <a:pt x="21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4" name="Google Shape;4274;p41"/>
            <p:cNvSpPr/>
            <p:nvPr/>
          </p:nvSpPr>
          <p:spPr>
            <a:xfrm>
              <a:off x="2611629" y="4932320"/>
              <a:ext cx="43810" cy="73029"/>
            </a:xfrm>
            <a:custGeom>
              <a:rect b="b" l="l" r="r" t="t"/>
              <a:pathLst>
                <a:path extrusionOk="0" h="913" w="548">
                  <a:moveTo>
                    <a:pt x="396" y="1"/>
                  </a:moveTo>
                  <a:cubicBezTo>
                    <a:pt x="396" y="1"/>
                    <a:pt x="153" y="153"/>
                    <a:pt x="92" y="396"/>
                  </a:cubicBezTo>
                  <a:cubicBezTo>
                    <a:pt x="1" y="639"/>
                    <a:pt x="153" y="912"/>
                    <a:pt x="153" y="912"/>
                  </a:cubicBezTo>
                  <a:cubicBezTo>
                    <a:pt x="153" y="912"/>
                    <a:pt x="396" y="760"/>
                    <a:pt x="457" y="487"/>
                  </a:cubicBezTo>
                  <a:cubicBezTo>
                    <a:pt x="548" y="244"/>
                    <a:pt x="396" y="1"/>
                    <a:pt x="3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5" name="Google Shape;4275;p41"/>
            <p:cNvSpPr/>
            <p:nvPr/>
          </p:nvSpPr>
          <p:spPr>
            <a:xfrm>
              <a:off x="2524169" y="4937200"/>
              <a:ext cx="77866" cy="70629"/>
            </a:xfrm>
            <a:custGeom>
              <a:rect b="b" l="l" r="r" t="t"/>
              <a:pathLst>
                <a:path extrusionOk="0" h="883" w="974">
                  <a:moveTo>
                    <a:pt x="0" y="0"/>
                  </a:moveTo>
                  <a:cubicBezTo>
                    <a:pt x="0" y="0"/>
                    <a:pt x="31" y="426"/>
                    <a:pt x="304" y="639"/>
                  </a:cubicBezTo>
                  <a:cubicBezTo>
                    <a:pt x="528" y="862"/>
                    <a:pt x="833" y="883"/>
                    <a:pt x="937" y="883"/>
                  </a:cubicBezTo>
                  <a:cubicBezTo>
                    <a:pt x="960" y="883"/>
                    <a:pt x="973" y="882"/>
                    <a:pt x="973" y="882"/>
                  </a:cubicBezTo>
                  <a:cubicBezTo>
                    <a:pt x="973" y="882"/>
                    <a:pt x="943" y="456"/>
                    <a:pt x="669" y="244"/>
                  </a:cubicBezTo>
                  <a:cubicBezTo>
                    <a:pt x="426" y="0"/>
                    <a:pt x="1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276" name="Google Shape;4276;p41"/>
          <p:cNvGrpSpPr/>
          <p:nvPr/>
        </p:nvGrpSpPr>
        <p:grpSpPr>
          <a:xfrm>
            <a:off x="154919" y="4950158"/>
            <a:ext cx="609980" cy="157335"/>
            <a:chOff x="154919" y="4950158"/>
            <a:chExt cx="609980" cy="157335"/>
          </a:xfrm>
        </p:grpSpPr>
        <p:sp>
          <p:nvSpPr>
            <p:cNvPr id="4277" name="Google Shape;4277;p41"/>
            <p:cNvSpPr/>
            <p:nvPr/>
          </p:nvSpPr>
          <p:spPr>
            <a:xfrm>
              <a:off x="154919" y="4950158"/>
              <a:ext cx="609980" cy="157335"/>
            </a:xfrm>
            <a:custGeom>
              <a:rect b="b" l="l" r="r" t="t"/>
              <a:pathLst>
                <a:path extrusionOk="0" h="1967" w="7630">
                  <a:moveTo>
                    <a:pt x="4011" y="1"/>
                  </a:moveTo>
                  <a:cubicBezTo>
                    <a:pt x="3348" y="1"/>
                    <a:pt x="2667" y="427"/>
                    <a:pt x="2402" y="1206"/>
                  </a:cubicBezTo>
                  <a:cubicBezTo>
                    <a:pt x="2208" y="1146"/>
                    <a:pt x="2019" y="1118"/>
                    <a:pt x="1833" y="1118"/>
                  </a:cubicBezTo>
                  <a:cubicBezTo>
                    <a:pt x="1176" y="1118"/>
                    <a:pt x="570" y="1468"/>
                    <a:pt x="1" y="1966"/>
                  </a:cubicBezTo>
                  <a:lnTo>
                    <a:pt x="7630" y="1966"/>
                  </a:lnTo>
                  <a:cubicBezTo>
                    <a:pt x="7157" y="1295"/>
                    <a:pt x="6604" y="867"/>
                    <a:pt x="5885" y="867"/>
                  </a:cubicBezTo>
                  <a:cubicBezTo>
                    <a:pt x="5725" y="867"/>
                    <a:pt x="5558" y="888"/>
                    <a:pt x="5381" y="933"/>
                  </a:cubicBezTo>
                  <a:cubicBezTo>
                    <a:pt x="5104" y="297"/>
                    <a:pt x="4564" y="1"/>
                    <a:pt x="40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8" name="Google Shape;4278;p41"/>
            <p:cNvSpPr/>
            <p:nvPr/>
          </p:nvSpPr>
          <p:spPr>
            <a:xfrm>
              <a:off x="512113" y="5007669"/>
              <a:ext cx="72990" cy="70629"/>
            </a:xfrm>
            <a:custGeom>
              <a:rect b="b" l="l" r="r" t="t"/>
              <a:pathLst>
                <a:path extrusionOk="0" h="883" w="913">
                  <a:moveTo>
                    <a:pt x="822" y="1"/>
                  </a:moveTo>
                  <a:cubicBezTo>
                    <a:pt x="396" y="183"/>
                    <a:pt x="92" y="518"/>
                    <a:pt x="1" y="882"/>
                  </a:cubicBezTo>
                  <a:cubicBezTo>
                    <a:pt x="1" y="882"/>
                    <a:pt x="244" y="457"/>
                    <a:pt x="913" y="214"/>
                  </a:cubicBezTo>
                  <a:lnTo>
                    <a:pt x="82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9" name="Google Shape;4279;p41"/>
            <p:cNvSpPr/>
            <p:nvPr/>
          </p:nvSpPr>
          <p:spPr>
            <a:xfrm>
              <a:off x="346867" y="5034464"/>
              <a:ext cx="43890" cy="46233"/>
            </a:xfrm>
            <a:custGeom>
              <a:rect b="b" l="l" r="r" t="t"/>
              <a:pathLst>
                <a:path extrusionOk="0" h="578" w="549">
                  <a:moveTo>
                    <a:pt x="31" y="0"/>
                  </a:moveTo>
                  <a:lnTo>
                    <a:pt x="1" y="152"/>
                  </a:lnTo>
                  <a:cubicBezTo>
                    <a:pt x="1" y="152"/>
                    <a:pt x="396" y="335"/>
                    <a:pt x="548" y="578"/>
                  </a:cubicBezTo>
                  <a:cubicBezTo>
                    <a:pt x="396" y="304"/>
                    <a:pt x="244" y="122"/>
                    <a:pt x="3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280" name="Google Shape;4280;p41"/>
          <p:cNvGrpSpPr/>
          <p:nvPr/>
        </p:nvGrpSpPr>
        <p:grpSpPr>
          <a:xfrm>
            <a:off x="0" y="4752988"/>
            <a:ext cx="9144000" cy="354505"/>
            <a:chOff x="0" y="4689888"/>
            <a:chExt cx="9144000" cy="354505"/>
          </a:xfrm>
        </p:grpSpPr>
        <p:grpSp>
          <p:nvGrpSpPr>
            <p:cNvPr id="4281" name="Google Shape;4281;p41"/>
            <p:cNvGrpSpPr/>
            <p:nvPr/>
          </p:nvGrpSpPr>
          <p:grpSpPr>
            <a:xfrm>
              <a:off x="0" y="4793425"/>
              <a:ext cx="9144000" cy="194975"/>
              <a:chOff x="0" y="4789550"/>
              <a:chExt cx="9144000" cy="194975"/>
            </a:xfrm>
          </p:grpSpPr>
          <p:sp>
            <p:nvSpPr>
              <p:cNvPr id="4282" name="Google Shape;4282;p41"/>
              <p:cNvSpPr/>
              <p:nvPr/>
            </p:nvSpPr>
            <p:spPr>
              <a:xfrm>
                <a:off x="0" y="4789550"/>
                <a:ext cx="9144000" cy="360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83" name="Google Shape;4283;p41"/>
              <p:cNvSpPr/>
              <p:nvPr/>
            </p:nvSpPr>
            <p:spPr>
              <a:xfrm>
                <a:off x="0" y="4948525"/>
                <a:ext cx="9144000" cy="360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284" name="Google Shape;4284;p41"/>
            <p:cNvGrpSpPr/>
            <p:nvPr/>
          </p:nvGrpSpPr>
          <p:grpSpPr>
            <a:xfrm>
              <a:off x="28483" y="4689888"/>
              <a:ext cx="9087034" cy="354505"/>
              <a:chOff x="28483" y="4689888"/>
              <a:chExt cx="9087034" cy="354505"/>
            </a:xfrm>
          </p:grpSpPr>
          <p:sp>
            <p:nvSpPr>
              <p:cNvPr id="4285" name="Google Shape;4285;p41"/>
              <p:cNvSpPr/>
              <p:nvPr/>
            </p:nvSpPr>
            <p:spPr>
              <a:xfrm>
                <a:off x="64010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6" y="1"/>
                      <a:pt x="533" y="8"/>
                      <a:pt x="518" y="24"/>
                    </a:cubicBezTo>
                    <a:lnTo>
                      <a:pt x="62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34" y="4431"/>
                      <a:pt x="1065" y="4401"/>
                      <a:pt x="1156" y="4370"/>
                    </a:cubicBezTo>
                    <a:lnTo>
                      <a:pt x="1156" y="601"/>
                    </a:lnTo>
                    <a:lnTo>
                      <a:pt x="1126" y="571"/>
                    </a:lnTo>
                    <a:lnTo>
                      <a:pt x="670" y="24"/>
                    </a:lnTo>
                    <a:cubicBezTo>
                      <a:pt x="639" y="8"/>
                      <a:pt x="609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86" name="Google Shape;4286;p41"/>
              <p:cNvSpPr/>
              <p:nvPr/>
            </p:nvSpPr>
            <p:spPr>
              <a:xfrm>
                <a:off x="79301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3" y="8"/>
                      <a:pt x="517" y="24"/>
                    </a:cubicBezTo>
                    <a:lnTo>
                      <a:pt x="6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34" y="4431"/>
                      <a:pt x="1064" y="4401"/>
                      <a:pt x="1156" y="4370"/>
                    </a:cubicBezTo>
                    <a:lnTo>
                      <a:pt x="1156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9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87" name="Google Shape;4287;p41"/>
              <p:cNvSpPr/>
              <p:nvPr/>
            </p:nvSpPr>
            <p:spPr>
              <a:xfrm>
                <a:off x="94592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2" y="4431"/>
                      <a:pt x="122" y="4431"/>
                    </a:cubicBezTo>
                    <a:lnTo>
                      <a:pt x="1003" y="4431"/>
                    </a:lnTo>
                    <a:cubicBezTo>
                      <a:pt x="103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8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88" name="Google Shape;4288;p41"/>
              <p:cNvSpPr/>
              <p:nvPr/>
            </p:nvSpPr>
            <p:spPr>
              <a:xfrm>
                <a:off x="109882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1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1" y="4431"/>
                      <a:pt x="122" y="4431"/>
                    </a:cubicBezTo>
                    <a:lnTo>
                      <a:pt x="1003" y="4431"/>
                    </a:lnTo>
                    <a:cubicBezTo>
                      <a:pt x="106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8" y="8"/>
                      <a:pt x="608" y="1"/>
                      <a:pt x="58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89" name="Google Shape;4289;p41"/>
              <p:cNvSpPr/>
              <p:nvPr/>
            </p:nvSpPr>
            <p:spPr>
              <a:xfrm>
                <a:off x="1251735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04" y="4431"/>
                      <a:pt x="103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90" name="Google Shape;4290;p41"/>
              <p:cNvSpPr/>
              <p:nvPr/>
            </p:nvSpPr>
            <p:spPr>
              <a:xfrm>
                <a:off x="1402243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91" name="Google Shape;4291;p41"/>
              <p:cNvSpPr/>
              <p:nvPr/>
            </p:nvSpPr>
            <p:spPr>
              <a:xfrm>
                <a:off x="1552751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64" y="4431"/>
                      <a:pt x="109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92" name="Google Shape;4292;p41"/>
              <p:cNvSpPr/>
              <p:nvPr/>
            </p:nvSpPr>
            <p:spPr>
              <a:xfrm>
                <a:off x="751362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93" name="Google Shape;4293;p41"/>
              <p:cNvSpPr/>
              <p:nvPr/>
            </p:nvSpPr>
            <p:spPr>
              <a:xfrm>
                <a:off x="7666529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3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94" name="Google Shape;4294;p41"/>
              <p:cNvSpPr/>
              <p:nvPr/>
            </p:nvSpPr>
            <p:spPr>
              <a:xfrm>
                <a:off x="7816957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95" name="Google Shape;4295;p41"/>
              <p:cNvSpPr/>
              <p:nvPr/>
            </p:nvSpPr>
            <p:spPr>
              <a:xfrm>
                <a:off x="796738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2" y="4431"/>
                      <a:pt x="122" y="4431"/>
                    </a:cubicBezTo>
                    <a:lnTo>
                      <a:pt x="1003" y="4431"/>
                    </a:lnTo>
                    <a:cubicBezTo>
                      <a:pt x="103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8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96" name="Google Shape;4296;p41"/>
              <p:cNvSpPr/>
              <p:nvPr/>
            </p:nvSpPr>
            <p:spPr>
              <a:xfrm>
                <a:off x="812029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93" y="1"/>
                    </a:moveTo>
                    <a:cubicBezTo>
                      <a:pt x="562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1" y="4431"/>
                      <a:pt x="122" y="4431"/>
                    </a:cubicBezTo>
                    <a:lnTo>
                      <a:pt x="1003" y="4431"/>
                    </a:lnTo>
                    <a:cubicBezTo>
                      <a:pt x="106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54" y="8"/>
                      <a:pt x="623" y="1"/>
                      <a:pt x="59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97" name="Google Shape;4297;p41"/>
              <p:cNvSpPr/>
              <p:nvPr/>
            </p:nvSpPr>
            <p:spPr>
              <a:xfrm>
                <a:off x="8273198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1" y="4431"/>
                      <a:pt x="122" y="4431"/>
                    </a:cubicBezTo>
                    <a:lnTo>
                      <a:pt x="973" y="4431"/>
                    </a:lnTo>
                    <a:cubicBezTo>
                      <a:pt x="1034" y="4431"/>
                      <a:pt x="1065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98" name="Google Shape;4298;p41"/>
              <p:cNvSpPr/>
              <p:nvPr/>
            </p:nvSpPr>
            <p:spPr>
              <a:xfrm>
                <a:off x="8423706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34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99" name="Google Shape;4299;p41"/>
              <p:cNvSpPr/>
              <p:nvPr/>
            </p:nvSpPr>
            <p:spPr>
              <a:xfrm>
                <a:off x="8574214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64" y="4431"/>
                      <a:pt x="109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00" name="Google Shape;4300;p41"/>
              <p:cNvSpPr/>
              <p:nvPr/>
            </p:nvSpPr>
            <p:spPr>
              <a:xfrm>
                <a:off x="8724643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2" y="4431"/>
                      <a:pt x="122" y="4431"/>
                    </a:cubicBezTo>
                    <a:lnTo>
                      <a:pt x="974" y="4431"/>
                    </a:lnTo>
                    <a:cubicBezTo>
                      <a:pt x="1065" y="4431"/>
                      <a:pt x="1095" y="4401"/>
                      <a:pt x="1126" y="4370"/>
                    </a:cubicBezTo>
                    <a:lnTo>
                      <a:pt x="112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4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01" name="Google Shape;4301;p41"/>
              <p:cNvSpPr/>
              <p:nvPr/>
            </p:nvSpPr>
            <p:spPr>
              <a:xfrm>
                <a:off x="8875151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74" y="1"/>
                    </a:moveTo>
                    <a:cubicBezTo>
                      <a:pt x="547" y="1"/>
                      <a:pt x="517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122" y="4431"/>
                    </a:cubicBezTo>
                    <a:lnTo>
                      <a:pt x="1003" y="4431"/>
                    </a:lnTo>
                    <a:cubicBezTo>
                      <a:pt x="103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600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02" name="Google Shape;4302;p41"/>
              <p:cNvSpPr/>
              <p:nvPr/>
            </p:nvSpPr>
            <p:spPr>
              <a:xfrm>
                <a:off x="736071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03" name="Google Shape;4303;p41"/>
              <p:cNvSpPr/>
              <p:nvPr/>
            </p:nvSpPr>
            <p:spPr>
              <a:xfrm>
                <a:off x="720781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04" name="Google Shape;4304;p41"/>
              <p:cNvSpPr/>
              <p:nvPr/>
            </p:nvSpPr>
            <p:spPr>
              <a:xfrm>
                <a:off x="705490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05" name="Google Shape;4305;p41"/>
              <p:cNvSpPr/>
              <p:nvPr/>
            </p:nvSpPr>
            <p:spPr>
              <a:xfrm>
                <a:off x="690199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06" name="Google Shape;4306;p41"/>
              <p:cNvSpPr/>
              <p:nvPr/>
            </p:nvSpPr>
            <p:spPr>
              <a:xfrm>
                <a:off x="674909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07" name="Google Shape;4307;p41"/>
              <p:cNvSpPr/>
              <p:nvPr/>
            </p:nvSpPr>
            <p:spPr>
              <a:xfrm>
                <a:off x="659618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08" name="Google Shape;4308;p41"/>
              <p:cNvSpPr/>
              <p:nvPr/>
            </p:nvSpPr>
            <p:spPr>
              <a:xfrm>
                <a:off x="644327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09" name="Google Shape;4309;p41"/>
              <p:cNvSpPr/>
              <p:nvPr/>
            </p:nvSpPr>
            <p:spPr>
              <a:xfrm>
                <a:off x="629037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10" name="Google Shape;4310;p41"/>
              <p:cNvSpPr/>
              <p:nvPr/>
            </p:nvSpPr>
            <p:spPr>
              <a:xfrm>
                <a:off x="613746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11" name="Google Shape;4311;p41"/>
              <p:cNvSpPr/>
              <p:nvPr/>
            </p:nvSpPr>
            <p:spPr>
              <a:xfrm>
                <a:off x="598455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12" name="Google Shape;4312;p41"/>
              <p:cNvSpPr/>
              <p:nvPr/>
            </p:nvSpPr>
            <p:spPr>
              <a:xfrm>
                <a:off x="583165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13" name="Google Shape;4313;p41"/>
              <p:cNvSpPr/>
              <p:nvPr/>
            </p:nvSpPr>
            <p:spPr>
              <a:xfrm>
                <a:off x="567874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14" name="Google Shape;4314;p41"/>
              <p:cNvSpPr/>
              <p:nvPr/>
            </p:nvSpPr>
            <p:spPr>
              <a:xfrm>
                <a:off x="552583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15" name="Google Shape;4315;p41"/>
              <p:cNvSpPr/>
              <p:nvPr/>
            </p:nvSpPr>
            <p:spPr>
              <a:xfrm>
                <a:off x="537293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16" name="Google Shape;4316;p41"/>
              <p:cNvSpPr/>
              <p:nvPr/>
            </p:nvSpPr>
            <p:spPr>
              <a:xfrm>
                <a:off x="522002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17" name="Google Shape;4317;p41"/>
              <p:cNvSpPr/>
              <p:nvPr/>
            </p:nvSpPr>
            <p:spPr>
              <a:xfrm>
                <a:off x="506712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18" name="Google Shape;4318;p41"/>
              <p:cNvSpPr/>
              <p:nvPr/>
            </p:nvSpPr>
            <p:spPr>
              <a:xfrm>
                <a:off x="491421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19" name="Google Shape;4319;p41"/>
              <p:cNvSpPr/>
              <p:nvPr/>
            </p:nvSpPr>
            <p:spPr>
              <a:xfrm>
                <a:off x="476130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20" name="Google Shape;4320;p41"/>
              <p:cNvSpPr/>
              <p:nvPr/>
            </p:nvSpPr>
            <p:spPr>
              <a:xfrm>
                <a:off x="460840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21" name="Google Shape;4321;p41"/>
              <p:cNvSpPr/>
              <p:nvPr/>
            </p:nvSpPr>
            <p:spPr>
              <a:xfrm>
                <a:off x="445549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22" name="Google Shape;4322;p41"/>
              <p:cNvSpPr/>
              <p:nvPr/>
            </p:nvSpPr>
            <p:spPr>
              <a:xfrm>
                <a:off x="430258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23" name="Google Shape;4323;p41"/>
              <p:cNvSpPr/>
              <p:nvPr/>
            </p:nvSpPr>
            <p:spPr>
              <a:xfrm>
                <a:off x="414968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24" name="Google Shape;4324;p41"/>
              <p:cNvSpPr/>
              <p:nvPr/>
            </p:nvSpPr>
            <p:spPr>
              <a:xfrm>
                <a:off x="399677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25" name="Google Shape;4325;p41"/>
              <p:cNvSpPr/>
              <p:nvPr/>
            </p:nvSpPr>
            <p:spPr>
              <a:xfrm>
                <a:off x="384386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26" name="Google Shape;4326;p41"/>
              <p:cNvSpPr/>
              <p:nvPr/>
            </p:nvSpPr>
            <p:spPr>
              <a:xfrm>
                <a:off x="369096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27" name="Google Shape;4327;p41"/>
              <p:cNvSpPr/>
              <p:nvPr/>
            </p:nvSpPr>
            <p:spPr>
              <a:xfrm>
                <a:off x="353805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28" name="Google Shape;4328;p41"/>
              <p:cNvSpPr/>
              <p:nvPr/>
            </p:nvSpPr>
            <p:spPr>
              <a:xfrm>
                <a:off x="338514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29" name="Google Shape;4329;p41"/>
              <p:cNvSpPr/>
              <p:nvPr/>
            </p:nvSpPr>
            <p:spPr>
              <a:xfrm>
                <a:off x="323224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30" name="Google Shape;4330;p41"/>
              <p:cNvSpPr/>
              <p:nvPr/>
            </p:nvSpPr>
            <p:spPr>
              <a:xfrm>
                <a:off x="307933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31" name="Google Shape;4331;p41"/>
              <p:cNvSpPr/>
              <p:nvPr/>
            </p:nvSpPr>
            <p:spPr>
              <a:xfrm>
                <a:off x="292643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32" name="Google Shape;4332;p41"/>
              <p:cNvSpPr/>
              <p:nvPr/>
            </p:nvSpPr>
            <p:spPr>
              <a:xfrm>
                <a:off x="277352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33" name="Google Shape;4333;p41"/>
              <p:cNvSpPr/>
              <p:nvPr/>
            </p:nvSpPr>
            <p:spPr>
              <a:xfrm>
                <a:off x="262061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34" name="Google Shape;4334;p41"/>
              <p:cNvSpPr/>
              <p:nvPr/>
            </p:nvSpPr>
            <p:spPr>
              <a:xfrm>
                <a:off x="246771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35" name="Google Shape;4335;p41"/>
              <p:cNvSpPr/>
              <p:nvPr/>
            </p:nvSpPr>
            <p:spPr>
              <a:xfrm>
                <a:off x="231480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36" name="Google Shape;4336;p41"/>
              <p:cNvSpPr/>
              <p:nvPr/>
            </p:nvSpPr>
            <p:spPr>
              <a:xfrm>
                <a:off x="216189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37" name="Google Shape;4337;p41"/>
              <p:cNvSpPr/>
              <p:nvPr/>
            </p:nvSpPr>
            <p:spPr>
              <a:xfrm>
                <a:off x="200899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38" name="Google Shape;4338;p41"/>
              <p:cNvSpPr/>
              <p:nvPr/>
            </p:nvSpPr>
            <p:spPr>
              <a:xfrm>
                <a:off x="185608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39" name="Google Shape;4339;p41"/>
              <p:cNvSpPr/>
              <p:nvPr/>
            </p:nvSpPr>
            <p:spPr>
              <a:xfrm>
                <a:off x="170317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40" name="Google Shape;4340;p41"/>
              <p:cNvSpPr/>
              <p:nvPr/>
            </p:nvSpPr>
            <p:spPr>
              <a:xfrm>
                <a:off x="48720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41" name="Google Shape;4341;p41"/>
              <p:cNvSpPr/>
              <p:nvPr/>
            </p:nvSpPr>
            <p:spPr>
              <a:xfrm>
                <a:off x="33429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42" name="Google Shape;4342;p41"/>
              <p:cNvSpPr/>
              <p:nvPr/>
            </p:nvSpPr>
            <p:spPr>
              <a:xfrm>
                <a:off x="18139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43" name="Google Shape;4343;p41"/>
              <p:cNvSpPr/>
              <p:nvPr/>
            </p:nvSpPr>
            <p:spPr>
              <a:xfrm>
                <a:off x="2848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44" name="Google Shape;4344;p41"/>
              <p:cNvSpPr/>
              <p:nvPr/>
            </p:nvSpPr>
            <p:spPr>
              <a:xfrm>
                <a:off x="9025579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74" y="1"/>
                    </a:moveTo>
                    <a:cubicBezTo>
                      <a:pt x="547" y="1"/>
                      <a:pt x="517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122" y="4431"/>
                    </a:cubicBezTo>
                    <a:lnTo>
                      <a:pt x="1003" y="4431"/>
                    </a:lnTo>
                    <a:cubicBezTo>
                      <a:pt x="103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600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4345" name="Google Shape;4345;p41"/>
          <p:cNvSpPr/>
          <p:nvPr/>
        </p:nvSpPr>
        <p:spPr>
          <a:xfrm>
            <a:off x="0" y="5107500"/>
            <a:ext cx="9144000" cy="36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6" name="Google Shape;4346;p41"/>
          <p:cNvSpPr/>
          <p:nvPr/>
        </p:nvSpPr>
        <p:spPr>
          <a:xfrm>
            <a:off x="719850" y="540000"/>
            <a:ext cx="7704300" cy="676800"/>
          </a:xfrm>
          <a:prstGeom prst="roundRect">
            <a:avLst>
              <a:gd fmla="val 17686" name="adj"/>
            </a:avLst>
          </a:prstGeom>
          <a:solidFill>
            <a:schemeClr val="lt1"/>
          </a:solidFill>
          <a:ln cap="flat" cmpd="sng" w="762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7" name="Google Shape;4347;p41"/>
          <p:cNvSpPr txBox="1"/>
          <p:nvPr>
            <p:ph type="title"/>
          </p:nvPr>
        </p:nvSpPr>
        <p:spPr>
          <a:xfrm>
            <a:off x="720000" y="540000"/>
            <a:ext cx="7704000" cy="6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348" name="Google Shape;4348;p41"/>
          <p:cNvSpPr txBox="1"/>
          <p:nvPr>
            <p:ph idx="1" type="body"/>
          </p:nvPr>
        </p:nvSpPr>
        <p:spPr>
          <a:xfrm>
            <a:off x="720000" y="1332600"/>
            <a:ext cx="38520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49" name="Google Shape;4349;p41"/>
          <p:cNvSpPr/>
          <p:nvPr/>
        </p:nvSpPr>
        <p:spPr>
          <a:xfrm>
            <a:off x="-300986" y="1223112"/>
            <a:ext cx="760917" cy="189570"/>
          </a:xfrm>
          <a:custGeom>
            <a:rect b="b" l="l" r="r" t="t"/>
            <a:pathLst>
              <a:path extrusionOk="0" h="2370" w="9518">
                <a:moveTo>
                  <a:pt x="5254" y="1"/>
                </a:moveTo>
                <a:cubicBezTo>
                  <a:pt x="4721" y="1"/>
                  <a:pt x="4256" y="265"/>
                  <a:pt x="3894" y="941"/>
                </a:cubicBezTo>
                <a:cubicBezTo>
                  <a:pt x="2891" y="652"/>
                  <a:pt x="2140" y="531"/>
                  <a:pt x="1584" y="531"/>
                </a:cubicBezTo>
                <a:cubicBezTo>
                  <a:pt x="35" y="531"/>
                  <a:pt x="1" y="1475"/>
                  <a:pt x="247" y="2370"/>
                </a:cubicBezTo>
                <a:lnTo>
                  <a:pt x="9518" y="2370"/>
                </a:lnTo>
                <a:cubicBezTo>
                  <a:pt x="8038" y="1376"/>
                  <a:pt x="6471" y="1"/>
                  <a:pt x="5254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CUSTOM_10">
    <p:spTree>
      <p:nvGrpSpPr>
        <p:cNvPr id="4350" name="Shape 4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51" name="Google Shape;4351;p42"/>
          <p:cNvGrpSpPr/>
          <p:nvPr/>
        </p:nvGrpSpPr>
        <p:grpSpPr>
          <a:xfrm>
            <a:off x="-15975" y="-52"/>
            <a:ext cx="9175950" cy="5143406"/>
            <a:chOff x="-15975" y="-52"/>
            <a:chExt cx="9175950" cy="5143406"/>
          </a:xfrm>
        </p:grpSpPr>
        <p:sp>
          <p:nvSpPr>
            <p:cNvPr id="4352" name="Google Shape;4352;p42"/>
            <p:cNvSpPr/>
            <p:nvPr/>
          </p:nvSpPr>
          <p:spPr>
            <a:xfrm rot="5400000">
              <a:off x="4570450" y="-378255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3" name="Google Shape;4353;p42"/>
            <p:cNvSpPr/>
            <p:nvPr/>
          </p:nvSpPr>
          <p:spPr>
            <a:xfrm rot="5400000">
              <a:off x="4570450" y="-276311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4" name="Google Shape;4354;p42"/>
            <p:cNvSpPr/>
            <p:nvPr/>
          </p:nvSpPr>
          <p:spPr>
            <a:xfrm rot="5400000">
              <a:off x="4570450" y="-174368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5" name="Google Shape;4355;p42"/>
            <p:cNvSpPr/>
            <p:nvPr/>
          </p:nvSpPr>
          <p:spPr>
            <a:xfrm rot="5400000">
              <a:off x="4570450" y="-72425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6" name="Google Shape;4356;p42"/>
            <p:cNvSpPr/>
            <p:nvPr/>
          </p:nvSpPr>
          <p:spPr>
            <a:xfrm rot="5400000">
              <a:off x="4570450" y="295184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7" name="Google Shape;4357;p42"/>
            <p:cNvSpPr/>
            <p:nvPr/>
          </p:nvSpPr>
          <p:spPr>
            <a:xfrm rot="5400000">
              <a:off x="4570450" y="-429226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8" name="Google Shape;4358;p42"/>
            <p:cNvSpPr/>
            <p:nvPr/>
          </p:nvSpPr>
          <p:spPr>
            <a:xfrm rot="5400000">
              <a:off x="4570450" y="-327283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9" name="Google Shape;4359;p42"/>
            <p:cNvSpPr/>
            <p:nvPr/>
          </p:nvSpPr>
          <p:spPr>
            <a:xfrm rot="5400000">
              <a:off x="4570450" y="-225340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0" name="Google Shape;4360;p42"/>
            <p:cNvSpPr/>
            <p:nvPr/>
          </p:nvSpPr>
          <p:spPr>
            <a:xfrm rot="5400000">
              <a:off x="4570450" y="-123396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1" name="Google Shape;4361;p42"/>
            <p:cNvSpPr/>
            <p:nvPr/>
          </p:nvSpPr>
          <p:spPr>
            <a:xfrm rot="5400000">
              <a:off x="4570450" y="-21453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2" name="Google Shape;4362;p42"/>
            <p:cNvSpPr/>
            <p:nvPr/>
          </p:nvSpPr>
          <p:spPr>
            <a:xfrm>
              <a:off x="5081305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3" name="Google Shape;4363;p42"/>
            <p:cNvSpPr/>
            <p:nvPr/>
          </p:nvSpPr>
          <p:spPr>
            <a:xfrm>
              <a:off x="6100964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4" name="Google Shape;4364;p42"/>
            <p:cNvSpPr/>
            <p:nvPr/>
          </p:nvSpPr>
          <p:spPr>
            <a:xfrm>
              <a:off x="7120623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5" name="Google Shape;4365;p42"/>
            <p:cNvSpPr/>
            <p:nvPr/>
          </p:nvSpPr>
          <p:spPr>
            <a:xfrm>
              <a:off x="8140282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6" name="Google Shape;4366;p42"/>
            <p:cNvSpPr/>
            <p:nvPr/>
          </p:nvSpPr>
          <p:spPr>
            <a:xfrm>
              <a:off x="5591134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7" name="Google Shape;4367;p42"/>
            <p:cNvSpPr/>
            <p:nvPr/>
          </p:nvSpPr>
          <p:spPr>
            <a:xfrm>
              <a:off x="6610793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8" name="Google Shape;4368;p42"/>
            <p:cNvSpPr/>
            <p:nvPr/>
          </p:nvSpPr>
          <p:spPr>
            <a:xfrm>
              <a:off x="7630452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9" name="Google Shape;4369;p42"/>
            <p:cNvSpPr/>
            <p:nvPr/>
          </p:nvSpPr>
          <p:spPr>
            <a:xfrm>
              <a:off x="8650111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370" name="Google Shape;4370;p42"/>
            <p:cNvGrpSpPr/>
            <p:nvPr/>
          </p:nvGrpSpPr>
          <p:grpSpPr>
            <a:xfrm>
              <a:off x="-15975" y="-52"/>
              <a:ext cx="4587484" cy="5143406"/>
              <a:chOff x="-9275" y="-1994782"/>
              <a:chExt cx="4587484" cy="9140583"/>
            </a:xfrm>
          </p:grpSpPr>
          <p:sp>
            <p:nvSpPr>
              <p:cNvPr id="4371" name="Google Shape;4371;p42"/>
              <p:cNvSpPr/>
              <p:nvPr/>
            </p:nvSpPr>
            <p:spPr>
              <a:xfrm>
                <a:off x="50044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72" name="Google Shape;4372;p42"/>
              <p:cNvSpPr/>
              <p:nvPr/>
            </p:nvSpPr>
            <p:spPr>
              <a:xfrm>
                <a:off x="15198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73" name="Google Shape;4373;p42"/>
              <p:cNvSpPr/>
              <p:nvPr/>
            </p:nvSpPr>
            <p:spPr>
              <a:xfrm>
                <a:off x="253930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74" name="Google Shape;4374;p42"/>
              <p:cNvSpPr/>
              <p:nvPr/>
            </p:nvSpPr>
            <p:spPr>
              <a:xfrm>
                <a:off x="355874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75" name="Google Shape;4375;p42"/>
              <p:cNvSpPr/>
              <p:nvPr/>
            </p:nvSpPr>
            <p:spPr>
              <a:xfrm>
                <a:off x="45781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76" name="Google Shape;4376;p42"/>
              <p:cNvSpPr/>
              <p:nvPr/>
            </p:nvSpPr>
            <p:spPr>
              <a:xfrm>
                <a:off x="101015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77" name="Google Shape;4377;p42"/>
              <p:cNvSpPr/>
              <p:nvPr/>
            </p:nvSpPr>
            <p:spPr>
              <a:xfrm>
                <a:off x="202959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78" name="Google Shape;4378;p42"/>
              <p:cNvSpPr/>
              <p:nvPr/>
            </p:nvSpPr>
            <p:spPr>
              <a:xfrm>
                <a:off x="304902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79" name="Google Shape;4379;p42"/>
              <p:cNvSpPr/>
              <p:nvPr/>
            </p:nvSpPr>
            <p:spPr>
              <a:xfrm>
                <a:off x="406845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80" name="Google Shape;4380;p42"/>
              <p:cNvSpPr/>
              <p:nvPr/>
            </p:nvSpPr>
            <p:spPr>
              <a:xfrm>
                <a:off x="-92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381" name="Google Shape;4381;p42"/>
            <p:cNvSpPr/>
            <p:nvPr/>
          </p:nvSpPr>
          <p:spPr>
            <a:xfrm>
              <a:off x="9159941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382" name="Google Shape;4382;p42"/>
          <p:cNvSpPr/>
          <p:nvPr/>
        </p:nvSpPr>
        <p:spPr>
          <a:xfrm>
            <a:off x="0" y="-100"/>
            <a:ext cx="9144000" cy="5143500"/>
          </a:xfrm>
          <a:prstGeom prst="rect">
            <a:avLst/>
          </a:prstGeom>
          <a:solidFill>
            <a:srgbClr val="D6E3EA">
              <a:alpha val="398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383" name="Google Shape;4383;p42"/>
          <p:cNvGrpSpPr/>
          <p:nvPr/>
        </p:nvGrpSpPr>
        <p:grpSpPr>
          <a:xfrm flipH="1">
            <a:off x="0" y="3998946"/>
            <a:ext cx="1496970" cy="1108547"/>
            <a:chOff x="7609470" y="3938246"/>
            <a:chExt cx="1496970" cy="1108547"/>
          </a:xfrm>
        </p:grpSpPr>
        <p:sp>
          <p:nvSpPr>
            <p:cNvPr id="4384" name="Google Shape;4384;p42"/>
            <p:cNvSpPr/>
            <p:nvPr/>
          </p:nvSpPr>
          <p:spPr>
            <a:xfrm flipH="1">
              <a:off x="7609470" y="3938246"/>
              <a:ext cx="1494572" cy="1108547"/>
            </a:xfrm>
            <a:custGeom>
              <a:rect b="b" l="l" r="r" t="t"/>
              <a:pathLst>
                <a:path extrusionOk="0" h="13859" w="18695">
                  <a:moveTo>
                    <a:pt x="1447" y="0"/>
                  </a:moveTo>
                  <a:cubicBezTo>
                    <a:pt x="1061" y="0"/>
                    <a:pt x="617" y="130"/>
                    <a:pt x="122" y="424"/>
                  </a:cubicBezTo>
                  <a:cubicBezTo>
                    <a:pt x="92" y="424"/>
                    <a:pt x="61" y="454"/>
                    <a:pt x="1" y="454"/>
                  </a:cubicBezTo>
                  <a:lnTo>
                    <a:pt x="1" y="13858"/>
                  </a:lnTo>
                  <a:lnTo>
                    <a:pt x="18694" y="13858"/>
                  </a:lnTo>
                  <a:cubicBezTo>
                    <a:pt x="18451" y="13038"/>
                    <a:pt x="17752" y="12339"/>
                    <a:pt x="16992" y="12035"/>
                  </a:cubicBezTo>
                  <a:cubicBezTo>
                    <a:pt x="16604" y="11877"/>
                    <a:pt x="16196" y="11814"/>
                    <a:pt x="15780" y="11814"/>
                  </a:cubicBezTo>
                  <a:cubicBezTo>
                    <a:pt x="15320" y="11814"/>
                    <a:pt x="14850" y="11891"/>
                    <a:pt x="14389" y="12002"/>
                  </a:cubicBezTo>
                  <a:lnTo>
                    <a:pt x="14389" y="12002"/>
                  </a:lnTo>
                  <a:cubicBezTo>
                    <a:pt x="14540" y="11959"/>
                    <a:pt x="14746" y="11667"/>
                    <a:pt x="14864" y="11548"/>
                  </a:cubicBezTo>
                  <a:cubicBezTo>
                    <a:pt x="15138" y="11244"/>
                    <a:pt x="15351" y="10940"/>
                    <a:pt x="15411" y="10576"/>
                  </a:cubicBezTo>
                  <a:cubicBezTo>
                    <a:pt x="15472" y="10120"/>
                    <a:pt x="15320" y="9664"/>
                    <a:pt x="15047" y="9299"/>
                  </a:cubicBezTo>
                  <a:cubicBezTo>
                    <a:pt x="14653" y="8827"/>
                    <a:pt x="14011" y="8581"/>
                    <a:pt x="13374" y="8581"/>
                  </a:cubicBezTo>
                  <a:cubicBezTo>
                    <a:pt x="13272" y="8581"/>
                    <a:pt x="13171" y="8588"/>
                    <a:pt x="13071" y="8600"/>
                  </a:cubicBezTo>
                  <a:lnTo>
                    <a:pt x="12980" y="8600"/>
                  </a:lnTo>
                  <a:cubicBezTo>
                    <a:pt x="12828" y="8630"/>
                    <a:pt x="12706" y="8630"/>
                    <a:pt x="12554" y="8691"/>
                  </a:cubicBezTo>
                  <a:cubicBezTo>
                    <a:pt x="12213" y="8835"/>
                    <a:pt x="11894" y="9021"/>
                    <a:pt x="11601" y="9243"/>
                  </a:cubicBezTo>
                  <a:lnTo>
                    <a:pt x="11601" y="9243"/>
                  </a:lnTo>
                  <a:cubicBezTo>
                    <a:pt x="11894" y="8923"/>
                    <a:pt x="12183" y="8555"/>
                    <a:pt x="12311" y="8235"/>
                  </a:cubicBezTo>
                  <a:cubicBezTo>
                    <a:pt x="13246" y="6312"/>
                    <a:pt x="11645" y="3636"/>
                    <a:pt x="9345" y="3636"/>
                  </a:cubicBezTo>
                  <a:cubicBezTo>
                    <a:pt x="9028" y="3636"/>
                    <a:pt x="8698" y="3687"/>
                    <a:pt x="8359" y="3798"/>
                  </a:cubicBezTo>
                  <a:cubicBezTo>
                    <a:pt x="7436" y="4182"/>
                    <a:pt x="6643" y="4956"/>
                    <a:pt x="6052" y="5864"/>
                  </a:cubicBezTo>
                  <a:lnTo>
                    <a:pt x="6052" y="5864"/>
                  </a:lnTo>
                  <a:cubicBezTo>
                    <a:pt x="7044" y="3936"/>
                    <a:pt x="6013" y="2566"/>
                    <a:pt x="4822" y="2566"/>
                  </a:cubicBezTo>
                  <a:cubicBezTo>
                    <a:pt x="4146" y="2566"/>
                    <a:pt x="3418" y="3008"/>
                    <a:pt x="2979" y="4041"/>
                  </a:cubicBezTo>
                  <a:cubicBezTo>
                    <a:pt x="3611" y="2050"/>
                    <a:pt x="2981" y="0"/>
                    <a:pt x="144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5" name="Google Shape;4385;p42"/>
            <p:cNvSpPr/>
            <p:nvPr/>
          </p:nvSpPr>
          <p:spPr>
            <a:xfrm flipH="1">
              <a:off x="8221849" y="4367699"/>
              <a:ext cx="884591" cy="679094"/>
            </a:xfrm>
            <a:custGeom>
              <a:rect b="b" l="l" r="r" t="t"/>
              <a:pathLst>
                <a:path extrusionOk="0" h="8490" w="11065">
                  <a:moveTo>
                    <a:pt x="486" y="1"/>
                  </a:moveTo>
                  <a:cubicBezTo>
                    <a:pt x="321" y="1"/>
                    <a:pt x="157" y="33"/>
                    <a:pt x="0" y="100"/>
                  </a:cubicBezTo>
                  <a:lnTo>
                    <a:pt x="0" y="8489"/>
                  </a:lnTo>
                  <a:lnTo>
                    <a:pt x="11064" y="8489"/>
                  </a:lnTo>
                  <a:cubicBezTo>
                    <a:pt x="10912" y="8003"/>
                    <a:pt x="10487" y="7578"/>
                    <a:pt x="10031" y="7426"/>
                  </a:cubicBezTo>
                  <a:cubicBezTo>
                    <a:pt x="9799" y="7339"/>
                    <a:pt x="9553" y="7300"/>
                    <a:pt x="9303" y="7300"/>
                  </a:cubicBezTo>
                  <a:cubicBezTo>
                    <a:pt x="9029" y="7300"/>
                    <a:pt x="8751" y="7346"/>
                    <a:pt x="8481" y="7426"/>
                  </a:cubicBezTo>
                  <a:cubicBezTo>
                    <a:pt x="8754" y="6939"/>
                    <a:pt x="8389" y="6271"/>
                    <a:pt x="7903" y="6058"/>
                  </a:cubicBezTo>
                  <a:cubicBezTo>
                    <a:pt x="7756" y="6003"/>
                    <a:pt x="7601" y="5978"/>
                    <a:pt x="7444" y="5978"/>
                  </a:cubicBezTo>
                  <a:cubicBezTo>
                    <a:pt x="7152" y="5978"/>
                    <a:pt x="6851" y="6063"/>
                    <a:pt x="6580" y="6195"/>
                  </a:cubicBezTo>
                  <a:lnTo>
                    <a:pt x="6580" y="6195"/>
                  </a:lnTo>
                  <a:cubicBezTo>
                    <a:pt x="6903" y="5981"/>
                    <a:pt x="7137" y="5620"/>
                    <a:pt x="7265" y="5237"/>
                  </a:cubicBezTo>
                  <a:cubicBezTo>
                    <a:pt x="7801" y="4084"/>
                    <a:pt x="6846" y="2504"/>
                    <a:pt x="5507" y="2504"/>
                  </a:cubicBezTo>
                  <a:cubicBezTo>
                    <a:pt x="5329" y="2504"/>
                    <a:pt x="5144" y="2532"/>
                    <a:pt x="4955" y="2593"/>
                  </a:cubicBezTo>
                  <a:cubicBezTo>
                    <a:pt x="4359" y="2836"/>
                    <a:pt x="3885" y="3321"/>
                    <a:pt x="3509" y="3896"/>
                  </a:cubicBezTo>
                  <a:lnTo>
                    <a:pt x="3509" y="3896"/>
                  </a:lnTo>
                  <a:cubicBezTo>
                    <a:pt x="4180" y="2709"/>
                    <a:pt x="3551" y="1867"/>
                    <a:pt x="2823" y="1867"/>
                  </a:cubicBezTo>
                  <a:cubicBezTo>
                    <a:pt x="2423" y="1867"/>
                    <a:pt x="1993" y="2122"/>
                    <a:pt x="1733" y="2714"/>
                  </a:cubicBezTo>
                  <a:cubicBezTo>
                    <a:pt x="2381" y="1081"/>
                    <a:pt x="1437" y="1"/>
                    <a:pt x="4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6" name="Google Shape;4386;p42"/>
            <p:cNvSpPr/>
            <p:nvPr/>
          </p:nvSpPr>
          <p:spPr>
            <a:xfrm flipH="1">
              <a:off x="8165967" y="4144614"/>
              <a:ext cx="82743" cy="75988"/>
            </a:xfrm>
            <a:custGeom>
              <a:rect b="b" l="l" r="r" t="t"/>
              <a:pathLst>
                <a:path extrusionOk="0" h="950" w="1035">
                  <a:moveTo>
                    <a:pt x="998" y="1"/>
                  </a:moveTo>
                  <a:cubicBezTo>
                    <a:pt x="894" y="1"/>
                    <a:pt x="584" y="21"/>
                    <a:pt x="335" y="245"/>
                  </a:cubicBezTo>
                  <a:cubicBezTo>
                    <a:pt x="31" y="488"/>
                    <a:pt x="1" y="944"/>
                    <a:pt x="1" y="944"/>
                  </a:cubicBezTo>
                  <a:cubicBezTo>
                    <a:pt x="1" y="944"/>
                    <a:pt x="38" y="950"/>
                    <a:pt x="99" y="950"/>
                  </a:cubicBezTo>
                  <a:cubicBezTo>
                    <a:pt x="235" y="950"/>
                    <a:pt x="490" y="921"/>
                    <a:pt x="700" y="731"/>
                  </a:cubicBezTo>
                  <a:cubicBezTo>
                    <a:pt x="1004" y="458"/>
                    <a:pt x="1034" y="2"/>
                    <a:pt x="1034" y="2"/>
                  </a:cubicBezTo>
                  <a:cubicBezTo>
                    <a:pt x="1034" y="2"/>
                    <a:pt x="1021" y="1"/>
                    <a:pt x="99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7" name="Google Shape;4387;p42"/>
            <p:cNvSpPr/>
            <p:nvPr/>
          </p:nvSpPr>
          <p:spPr>
            <a:xfrm flipH="1">
              <a:off x="8853654" y="4378097"/>
              <a:ext cx="82743" cy="116782"/>
            </a:xfrm>
            <a:custGeom>
              <a:rect b="b" l="l" r="r" t="t"/>
              <a:pathLst>
                <a:path extrusionOk="0" h="1460" w="1035">
                  <a:moveTo>
                    <a:pt x="913" y="1"/>
                  </a:moveTo>
                  <a:lnTo>
                    <a:pt x="913" y="1"/>
                  </a:lnTo>
                  <a:cubicBezTo>
                    <a:pt x="913" y="1"/>
                    <a:pt x="457" y="153"/>
                    <a:pt x="244" y="548"/>
                  </a:cubicBezTo>
                  <a:cubicBezTo>
                    <a:pt x="1" y="913"/>
                    <a:pt x="123" y="1460"/>
                    <a:pt x="123" y="1460"/>
                  </a:cubicBezTo>
                  <a:cubicBezTo>
                    <a:pt x="123" y="1460"/>
                    <a:pt x="578" y="1308"/>
                    <a:pt x="791" y="913"/>
                  </a:cubicBezTo>
                  <a:cubicBezTo>
                    <a:pt x="1034" y="548"/>
                    <a:pt x="913" y="1"/>
                    <a:pt x="9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8" name="Google Shape;4388;p42"/>
            <p:cNvSpPr/>
            <p:nvPr/>
          </p:nvSpPr>
          <p:spPr>
            <a:xfrm flipH="1">
              <a:off x="8255906" y="4047429"/>
              <a:ext cx="77786" cy="165414"/>
            </a:xfrm>
            <a:custGeom>
              <a:rect b="b" l="l" r="r" t="t"/>
              <a:pathLst>
                <a:path extrusionOk="0" h="2068" w="973">
                  <a:moveTo>
                    <a:pt x="243" y="1"/>
                  </a:moveTo>
                  <a:cubicBezTo>
                    <a:pt x="243" y="1"/>
                    <a:pt x="0" y="578"/>
                    <a:pt x="91" y="1156"/>
                  </a:cubicBezTo>
                  <a:cubicBezTo>
                    <a:pt x="213" y="1703"/>
                    <a:pt x="699" y="2068"/>
                    <a:pt x="699" y="2068"/>
                  </a:cubicBezTo>
                  <a:cubicBezTo>
                    <a:pt x="699" y="2068"/>
                    <a:pt x="973" y="1490"/>
                    <a:pt x="851" y="913"/>
                  </a:cubicBezTo>
                  <a:cubicBezTo>
                    <a:pt x="760" y="335"/>
                    <a:pt x="243" y="1"/>
                    <a:pt x="2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89" name="Google Shape;4389;p42"/>
          <p:cNvGrpSpPr/>
          <p:nvPr/>
        </p:nvGrpSpPr>
        <p:grpSpPr>
          <a:xfrm>
            <a:off x="0" y="4752988"/>
            <a:ext cx="9144000" cy="354505"/>
            <a:chOff x="0" y="4689888"/>
            <a:chExt cx="9144000" cy="354505"/>
          </a:xfrm>
        </p:grpSpPr>
        <p:grpSp>
          <p:nvGrpSpPr>
            <p:cNvPr id="4390" name="Google Shape;4390;p42"/>
            <p:cNvGrpSpPr/>
            <p:nvPr/>
          </p:nvGrpSpPr>
          <p:grpSpPr>
            <a:xfrm>
              <a:off x="0" y="4793425"/>
              <a:ext cx="9144000" cy="194975"/>
              <a:chOff x="0" y="4789550"/>
              <a:chExt cx="9144000" cy="194975"/>
            </a:xfrm>
          </p:grpSpPr>
          <p:sp>
            <p:nvSpPr>
              <p:cNvPr id="4391" name="Google Shape;4391;p42"/>
              <p:cNvSpPr/>
              <p:nvPr/>
            </p:nvSpPr>
            <p:spPr>
              <a:xfrm>
                <a:off x="0" y="4789550"/>
                <a:ext cx="9144000" cy="360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92" name="Google Shape;4392;p42"/>
              <p:cNvSpPr/>
              <p:nvPr/>
            </p:nvSpPr>
            <p:spPr>
              <a:xfrm>
                <a:off x="0" y="4948525"/>
                <a:ext cx="9144000" cy="360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393" name="Google Shape;4393;p42"/>
            <p:cNvGrpSpPr/>
            <p:nvPr/>
          </p:nvGrpSpPr>
          <p:grpSpPr>
            <a:xfrm>
              <a:off x="28483" y="4689888"/>
              <a:ext cx="9087034" cy="354505"/>
              <a:chOff x="28483" y="4689888"/>
              <a:chExt cx="9087034" cy="354505"/>
            </a:xfrm>
          </p:grpSpPr>
          <p:sp>
            <p:nvSpPr>
              <p:cNvPr id="4394" name="Google Shape;4394;p42"/>
              <p:cNvSpPr/>
              <p:nvPr/>
            </p:nvSpPr>
            <p:spPr>
              <a:xfrm>
                <a:off x="64010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6" y="1"/>
                      <a:pt x="533" y="8"/>
                      <a:pt x="518" y="24"/>
                    </a:cubicBezTo>
                    <a:lnTo>
                      <a:pt x="62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34" y="4431"/>
                      <a:pt x="1065" y="4401"/>
                      <a:pt x="1156" y="4370"/>
                    </a:cubicBezTo>
                    <a:lnTo>
                      <a:pt x="1156" y="601"/>
                    </a:lnTo>
                    <a:lnTo>
                      <a:pt x="1126" y="571"/>
                    </a:lnTo>
                    <a:lnTo>
                      <a:pt x="670" y="24"/>
                    </a:lnTo>
                    <a:cubicBezTo>
                      <a:pt x="639" y="8"/>
                      <a:pt x="609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95" name="Google Shape;4395;p42"/>
              <p:cNvSpPr/>
              <p:nvPr/>
            </p:nvSpPr>
            <p:spPr>
              <a:xfrm>
                <a:off x="79301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3" y="8"/>
                      <a:pt x="517" y="24"/>
                    </a:cubicBezTo>
                    <a:lnTo>
                      <a:pt x="6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34" y="4431"/>
                      <a:pt x="1064" y="4401"/>
                      <a:pt x="1156" y="4370"/>
                    </a:cubicBezTo>
                    <a:lnTo>
                      <a:pt x="1156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9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96" name="Google Shape;4396;p42"/>
              <p:cNvSpPr/>
              <p:nvPr/>
            </p:nvSpPr>
            <p:spPr>
              <a:xfrm>
                <a:off x="94592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2" y="4431"/>
                      <a:pt x="122" y="4431"/>
                    </a:cubicBezTo>
                    <a:lnTo>
                      <a:pt x="1003" y="4431"/>
                    </a:lnTo>
                    <a:cubicBezTo>
                      <a:pt x="103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8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97" name="Google Shape;4397;p42"/>
              <p:cNvSpPr/>
              <p:nvPr/>
            </p:nvSpPr>
            <p:spPr>
              <a:xfrm>
                <a:off x="109882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1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1" y="4431"/>
                      <a:pt x="122" y="4431"/>
                    </a:cubicBezTo>
                    <a:lnTo>
                      <a:pt x="1003" y="4431"/>
                    </a:lnTo>
                    <a:cubicBezTo>
                      <a:pt x="106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8" y="8"/>
                      <a:pt x="608" y="1"/>
                      <a:pt x="58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98" name="Google Shape;4398;p42"/>
              <p:cNvSpPr/>
              <p:nvPr/>
            </p:nvSpPr>
            <p:spPr>
              <a:xfrm>
                <a:off x="1251735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04" y="4431"/>
                      <a:pt x="103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99" name="Google Shape;4399;p42"/>
              <p:cNvSpPr/>
              <p:nvPr/>
            </p:nvSpPr>
            <p:spPr>
              <a:xfrm>
                <a:off x="1402243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00" name="Google Shape;4400;p42"/>
              <p:cNvSpPr/>
              <p:nvPr/>
            </p:nvSpPr>
            <p:spPr>
              <a:xfrm>
                <a:off x="1552751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64" y="4431"/>
                      <a:pt x="109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01" name="Google Shape;4401;p42"/>
              <p:cNvSpPr/>
              <p:nvPr/>
            </p:nvSpPr>
            <p:spPr>
              <a:xfrm>
                <a:off x="751362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02" name="Google Shape;4402;p42"/>
              <p:cNvSpPr/>
              <p:nvPr/>
            </p:nvSpPr>
            <p:spPr>
              <a:xfrm>
                <a:off x="7666529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3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03" name="Google Shape;4403;p42"/>
              <p:cNvSpPr/>
              <p:nvPr/>
            </p:nvSpPr>
            <p:spPr>
              <a:xfrm>
                <a:off x="7816957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04" name="Google Shape;4404;p42"/>
              <p:cNvSpPr/>
              <p:nvPr/>
            </p:nvSpPr>
            <p:spPr>
              <a:xfrm>
                <a:off x="796738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2" y="4431"/>
                      <a:pt x="122" y="4431"/>
                    </a:cubicBezTo>
                    <a:lnTo>
                      <a:pt x="1003" y="4431"/>
                    </a:lnTo>
                    <a:cubicBezTo>
                      <a:pt x="103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8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05" name="Google Shape;4405;p42"/>
              <p:cNvSpPr/>
              <p:nvPr/>
            </p:nvSpPr>
            <p:spPr>
              <a:xfrm>
                <a:off x="812029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93" y="1"/>
                    </a:moveTo>
                    <a:cubicBezTo>
                      <a:pt x="562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1" y="4431"/>
                      <a:pt x="122" y="4431"/>
                    </a:cubicBezTo>
                    <a:lnTo>
                      <a:pt x="1003" y="4431"/>
                    </a:lnTo>
                    <a:cubicBezTo>
                      <a:pt x="106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54" y="8"/>
                      <a:pt x="623" y="1"/>
                      <a:pt x="59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06" name="Google Shape;4406;p42"/>
              <p:cNvSpPr/>
              <p:nvPr/>
            </p:nvSpPr>
            <p:spPr>
              <a:xfrm>
                <a:off x="8273198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1" y="4431"/>
                      <a:pt x="122" y="4431"/>
                    </a:cubicBezTo>
                    <a:lnTo>
                      <a:pt x="973" y="4431"/>
                    </a:lnTo>
                    <a:cubicBezTo>
                      <a:pt x="1034" y="4431"/>
                      <a:pt x="1065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07" name="Google Shape;4407;p42"/>
              <p:cNvSpPr/>
              <p:nvPr/>
            </p:nvSpPr>
            <p:spPr>
              <a:xfrm>
                <a:off x="8423706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34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08" name="Google Shape;4408;p42"/>
              <p:cNvSpPr/>
              <p:nvPr/>
            </p:nvSpPr>
            <p:spPr>
              <a:xfrm>
                <a:off x="8574214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64" y="4431"/>
                      <a:pt x="109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09" name="Google Shape;4409;p42"/>
              <p:cNvSpPr/>
              <p:nvPr/>
            </p:nvSpPr>
            <p:spPr>
              <a:xfrm>
                <a:off x="8724643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2" y="4431"/>
                      <a:pt x="122" y="4431"/>
                    </a:cubicBezTo>
                    <a:lnTo>
                      <a:pt x="974" y="4431"/>
                    </a:lnTo>
                    <a:cubicBezTo>
                      <a:pt x="1065" y="4431"/>
                      <a:pt x="1095" y="4401"/>
                      <a:pt x="1126" y="4370"/>
                    </a:cubicBezTo>
                    <a:lnTo>
                      <a:pt x="112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4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10" name="Google Shape;4410;p42"/>
              <p:cNvSpPr/>
              <p:nvPr/>
            </p:nvSpPr>
            <p:spPr>
              <a:xfrm>
                <a:off x="8875151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74" y="1"/>
                    </a:moveTo>
                    <a:cubicBezTo>
                      <a:pt x="547" y="1"/>
                      <a:pt x="517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122" y="4431"/>
                    </a:cubicBezTo>
                    <a:lnTo>
                      <a:pt x="1003" y="4431"/>
                    </a:lnTo>
                    <a:cubicBezTo>
                      <a:pt x="103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600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11" name="Google Shape;4411;p42"/>
              <p:cNvSpPr/>
              <p:nvPr/>
            </p:nvSpPr>
            <p:spPr>
              <a:xfrm>
                <a:off x="736071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12" name="Google Shape;4412;p42"/>
              <p:cNvSpPr/>
              <p:nvPr/>
            </p:nvSpPr>
            <p:spPr>
              <a:xfrm>
                <a:off x="720781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13" name="Google Shape;4413;p42"/>
              <p:cNvSpPr/>
              <p:nvPr/>
            </p:nvSpPr>
            <p:spPr>
              <a:xfrm>
                <a:off x="705490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14" name="Google Shape;4414;p42"/>
              <p:cNvSpPr/>
              <p:nvPr/>
            </p:nvSpPr>
            <p:spPr>
              <a:xfrm>
                <a:off x="690199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15" name="Google Shape;4415;p42"/>
              <p:cNvSpPr/>
              <p:nvPr/>
            </p:nvSpPr>
            <p:spPr>
              <a:xfrm>
                <a:off x="674909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16" name="Google Shape;4416;p42"/>
              <p:cNvSpPr/>
              <p:nvPr/>
            </p:nvSpPr>
            <p:spPr>
              <a:xfrm>
                <a:off x="659618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17" name="Google Shape;4417;p42"/>
              <p:cNvSpPr/>
              <p:nvPr/>
            </p:nvSpPr>
            <p:spPr>
              <a:xfrm>
                <a:off x="644327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18" name="Google Shape;4418;p42"/>
              <p:cNvSpPr/>
              <p:nvPr/>
            </p:nvSpPr>
            <p:spPr>
              <a:xfrm>
                <a:off x="629037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19" name="Google Shape;4419;p42"/>
              <p:cNvSpPr/>
              <p:nvPr/>
            </p:nvSpPr>
            <p:spPr>
              <a:xfrm>
                <a:off x="613746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20" name="Google Shape;4420;p42"/>
              <p:cNvSpPr/>
              <p:nvPr/>
            </p:nvSpPr>
            <p:spPr>
              <a:xfrm>
                <a:off x="598455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21" name="Google Shape;4421;p42"/>
              <p:cNvSpPr/>
              <p:nvPr/>
            </p:nvSpPr>
            <p:spPr>
              <a:xfrm>
                <a:off x="583165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22" name="Google Shape;4422;p42"/>
              <p:cNvSpPr/>
              <p:nvPr/>
            </p:nvSpPr>
            <p:spPr>
              <a:xfrm>
                <a:off x="567874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23" name="Google Shape;4423;p42"/>
              <p:cNvSpPr/>
              <p:nvPr/>
            </p:nvSpPr>
            <p:spPr>
              <a:xfrm>
                <a:off x="552583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24" name="Google Shape;4424;p42"/>
              <p:cNvSpPr/>
              <p:nvPr/>
            </p:nvSpPr>
            <p:spPr>
              <a:xfrm>
                <a:off x="537293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25" name="Google Shape;4425;p42"/>
              <p:cNvSpPr/>
              <p:nvPr/>
            </p:nvSpPr>
            <p:spPr>
              <a:xfrm>
                <a:off x="522002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26" name="Google Shape;4426;p42"/>
              <p:cNvSpPr/>
              <p:nvPr/>
            </p:nvSpPr>
            <p:spPr>
              <a:xfrm>
                <a:off x="506712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27" name="Google Shape;4427;p42"/>
              <p:cNvSpPr/>
              <p:nvPr/>
            </p:nvSpPr>
            <p:spPr>
              <a:xfrm>
                <a:off x="491421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28" name="Google Shape;4428;p42"/>
              <p:cNvSpPr/>
              <p:nvPr/>
            </p:nvSpPr>
            <p:spPr>
              <a:xfrm>
                <a:off x="476130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29" name="Google Shape;4429;p42"/>
              <p:cNvSpPr/>
              <p:nvPr/>
            </p:nvSpPr>
            <p:spPr>
              <a:xfrm>
                <a:off x="460840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30" name="Google Shape;4430;p42"/>
              <p:cNvSpPr/>
              <p:nvPr/>
            </p:nvSpPr>
            <p:spPr>
              <a:xfrm>
                <a:off x="445549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31" name="Google Shape;4431;p42"/>
              <p:cNvSpPr/>
              <p:nvPr/>
            </p:nvSpPr>
            <p:spPr>
              <a:xfrm>
                <a:off x="430258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32" name="Google Shape;4432;p42"/>
              <p:cNvSpPr/>
              <p:nvPr/>
            </p:nvSpPr>
            <p:spPr>
              <a:xfrm>
                <a:off x="414968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33" name="Google Shape;4433;p42"/>
              <p:cNvSpPr/>
              <p:nvPr/>
            </p:nvSpPr>
            <p:spPr>
              <a:xfrm>
                <a:off x="399677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34" name="Google Shape;4434;p42"/>
              <p:cNvSpPr/>
              <p:nvPr/>
            </p:nvSpPr>
            <p:spPr>
              <a:xfrm>
                <a:off x="384386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35" name="Google Shape;4435;p42"/>
              <p:cNvSpPr/>
              <p:nvPr/>
            </p:nvSpPr>
            <p:spPr>
              <a:xfrm>
                <a:off x="369096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36" name="Google Shape;4436;p42"/>
              <p:cNvSpPr/>
              <p:nvPr/>
            </p:nvSpPr>
            <p:spPr>
              <a:xfrm>
                <a:off x="353805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37" name="Google Shape;4437;p42"/>
              <p:cNvSpPr/>
              <p:nvPr/>
            </p:nvSpPr>
            <p:spPr>
              <a:xfrm>
                <a:off x="338514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38" name="Google Shape;4438;p42"/>
              <p:cNvSpPr/>
              <p:nvPr/>
            </p:nvSpPr>
            <p:spPr>
              <a:xfrm>
                <a:off x="323224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39" name="Google Shape;4439;p42"/>
              <p:cNvSpPr/>
              <p:nvPr/>
            </p:nvSpPr>
            <p:spPr>
              <a:xfrm>
                <a:off x="307933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40" name="Google Shape;4440;p42"/>
              <p:cNvSpPr/>
              <p:nvPr/>
            </p:nvSpPr>
            <p:spPr>
              <a:xfrm>
                <a:off x="292643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41" name="Google Shape;4441;p42"/>
              <p:cNvSpPr/>
              <p:nvPr/>
            </p:nvSpPr>
            <p:spPr>
              <a:xfrm>
                <a:off x="277352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42" name="Google Shape;4442;p42"/>
              <p:cNvSpPr/>
              <p:nvPr/>
            </p:nvSpPr>
            <p:spPr>
              <a:xfrm>
                <a:off x="262061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43" name="Google Shape;4443;p42"/>
              <p:cNvSpPr/>
              <p:nvPr/>
            </p:nvSpPr>
            <p:spPr>
              <a:xfrm>
                <a:off x="246771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44" name="Google Shape;4444;p42"/>
              <p:cNvSpPr/>
              <p:nvPr/>
            </p:nvSpPr>
            <p:spPr>
              <a:xfrm>
                <a:off x="231480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45" name="Google Shape;4445;p42"/>
              <p:cNvSpPr/>
              <p:nvPr/>
            </p:nvSpPr>
            <p:spPr>
              <a:xfrm>
                <a:off x="216189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46" name="Google Shape;4446;p42"/>
              <p:cNvSpPr/>
              <p:nvPr/>
            </p:nvSpPr>
            <p:spPr>
              <a:xfrm>
                <a:off x="200899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47" name="Google Shape;4447;p42"/>
              <p:cNvSpPr/>
              <p:nvPr/>
            </p:nvSpPr>
            <p:spPr>
              <a:xfrm>
                <a:off x="185608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48" name="Google Shape;4448;p42"/>
              <p:cNvSpPr/>
              <p:nvPr/>
            </p:nvSpPr>
            <p:spPr>
              <a:xfrm>
                <a:off x="170317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49" name="Google Shape;4449;p42"/>
              <p:cNvSpPr/>
              <p:nvPr/>
            </p:nvSpPr>
            <p:spPr>
              <a:xfrm>
                <a:off x="48720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50" name="Google Shape;4450;p42"/>
              <p:cNvSpPr/>
              <p:nvPr/>
            </p:nvSpPr>
            <p:spPr>
              <a:xfrm>
                <a:off x="33429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51" name="Google Shape;4451;p42"/>
              <p:cNvSpPr/>
              <p:nvPr/>
            </p:nvSpPr>
            <p:spPr>
              <a:xfrm>
                <a:off x="18139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52" name="Google Shape;4452;p42"/>
              <p:cNvSpPr/>
              <p:nvPr/>
            </p:nvSpPr>
            <p:spPr>
              <a:xfrm>
                <a:off x="2848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53" name="Google Shape;4453;p42"/>
              <p:cNvSpPr/>
              <p:nvPr/>
            </p:nvSpPr>
            <p:spPr>
              <a:xfrm>
                <a:off x="9025579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74" y="1"/>
                    </a:moveTo>
                    <a:cubicBezTo>
                      <a:pt x="547" y="1"/>
                      <a:pt x="517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122" y="4431"/>
                    </a:cubicBezTo>
                    <a:lnTo>
                      <a:pt x="1003" y="4431"/>
                    </a:lnTo>
                    <a:cubicBezTo>
                      <a:pt x="103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600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4454" name="Google Shape;4454;p42"/>
          <p:cNvSpPr/>
          <p:nvPr/>
        </p:nvSpPr>
        <p:spPr>
          <a:xfrm>
            <a:off x="0" y="5107500"/>
            <a:ext cx="9144000" cy="36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5" name="Google Shape;4455;p42"/>
          <p:cNvSpPr/>
          <p:nvPr/>
        </p:nvSpPr>
        <p:spPr>
          <a:xfrm>
            <a:off x="719850" y="540000"/>
            <a:ext cx="7704300" cy="676800"/>
          </a:xfrm>
          <a:prstGeom prst="roundRect">
            <a:avLst>
              <a:gd fmla="val 17686" name="adj"/>
            </a:avLst>
          </a:prstGeom>
          <a:solidFill>
            <a:schemeClr val="lt1"/>
          </a:solidFill>
          <a:ln cap="flat" cmpd="sng" w="762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6" name="Google Shape;4456;p42"/>
          <p:cNvSpPr txBox="1"/>
          <p:nvPr>
            <p:ph type="title"/>
          </p:nvPr>
        </p:nvSpPr>
        <p:spPr>
          <a:xfrm>
            <a:off x="720000" y="540000"/>
            <a:ext cx="7704000" cy="6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457" name="Google Shape;4457;p42"/>
          <p:cNvSpPr txBox="1"/>
          <p:nvPr>
            <p:ph idx="1" type="body"/>
          </p:nvPr>
        </p:nvSpPr>
        <p:spPr>
          <a:xfrm>
            <a:off x="720000" y="1332600"/>
            <a:ext cx="3852000" cy="327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458" name="Google Shape;4458;p42"/>
          <p:cNvSpPr txBox="1"/>
          <p:nvPr>
            <p:ph idx="2" type="body"/>
          </p:nvPr>
        </p:nvSpPr>
        <p:spPr>
          <a:xfrm>
            <a:off x="4571999" y="1332600"/>
            <a:ext cx="3852000" cy="3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  <a:defRPr sz="2200">
                <a:solidFill>
                  <a:schemeClr val="dk1"/>
                </a:solidFill>
                <a:latin typeface="Rubik ExtraBold"/>
                <a:ea typeface="Rubik ExtraBold"/>
                <a:cs typeface="Rubik ExtraBold"/>
                <a:sym typeface="Rubik ExtraBold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■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■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■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3_2_1">
    <p:spTree>
      <p:nvGrpSpPr>
        <p:cNvPr id="4459" name="Shape 4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60" name="Google Shape;4460;p43"/>
          <p:cNvGrpSpPr/>
          <p:nvPr/>
        </p:nvGrpSpPr>
        <p:grpSpPr>
          <a:xfrm>
            <a:off x="-15975" y="-52"/>
            <a:ext cx="9175950" cy="5143406"/>
            <a:chOff x="-15975" y="-52"/>
            <a:chExt cx="9175950" cy="5143406"/>
          </a:xfrm>
        </p:grpSpPr>
        <p:sp>
          <p:nvSpPr>
            <p:cNvPr id="4461" name="Google Shape;4461;p43"/>
            <p:cNvSpPr/>
            <p:nvPr/>
          </p:nvSpPr>
          <p:spPr>
            <a:xfrm rot="5400000">
              <a:off x="4570450" y="-378255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2" name="Google Shape;4462;p43"/>
            <p:cNvSpPr/>
            <p:nvPr/>
          </p:nvSpPr>
          <p:spPr>
            <a:xfrm rot="5400000">
              <a:off x="4570450" y="-276311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3" name="Google Shape;4463;p43"/>
            <p:cNvSpPr/>
            <p:nvPr/>
          </p:nvSpPr>
          <p:spPr>
            <a:xfrm rot="5400000">
              <a:off x="4570450" y="-174368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4" name="Google Shape;4464;p43"/>
            <p:cNvSpPr/>
            <p:nvPr/>
          </p:nvSpPr>
          <p:spPr>
            <a:xfrm rot="5400000">
              <a:off x="4570450" y="-72425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5" name="Google Shape;4465;p43"/>
            <p:cNvSpPr/>
            <p:nvPr/>
          </p:nvSpPr>
          <p:spPr>
            <a:xfrm rot="5400000">
              <a:off x="4570450" y="295184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6" name="Google Shape;4466;p43"/>
            <p:cNvSpPr/>
            <p:nvPr/>
          </p:nvSpPr>
          <p:spPr>
            <a:xfrm rot="5400000">
              <a:off x="4570450" y="-429226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7" name="Google Shape;4467;p43"/>
            <p:cNvSpPr/>
            <p:nvPr/>
          </p:nvSpPr>
          <p:spPr>
            <a:xfrm rot="5400000">
              <a:off x="4570450" y="-327283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8" name="Google Shape;4468;p43"/>
            <p:cNvSpPr/>
            <p:nvPr/>
          </p:nvSpPr>
          <p:spPr>
            <a:xfrm rot="5400000">
              <a:off x="4570450" y="-225340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9" name="Google Shape;4469;p43"/>
            <p:cNvSpPr/>
            <p:nvPr/>
          </p:nvSpPr>
          <p:spPr>
            <a:xfrm rot="5400000">
              <a:off x="4570450" y="-123396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0" name="Google Shape;4470;p43"/>
            <p:cNvSpPr/>
            <p:nvPr/>
          </p:nvSpPr>
          <p:spPr>
            <a:xfrm rot="5400000">
              <a:off x="4570450" y="-21453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1" name="Google Shape;4471;p43"/>
            <p:cNvSpPr/>
            <p:nvPr/>
          </p:nvSpPr>
          <p:spPr>
            <a:xfrm>
              <a:off x="5081305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2" name="Google Shape;4472;p43"/>
            <p:cNvSpPr/>
            <p:nvPr/>
          </p:nvSpPr>
          <p:spPr>
            <a:xfrm>
              <a:off x="6100964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3" name="Google Shape;4473;p43"/>
            <p:cNvSpPr/>
            <p:nvPr/>
          </p:nvSpPr>
          <p:spPr>
            <a:xfrm>
              <a:off x="7120623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4" name="Google Shape;4474;p43"/>
            <p:cNvSpPr/>
            <p:nvPr/>
          </p:nvSpPr>
          <p:spPr>
            <a:xfrm>
              <a:off x="8140282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5" name="Google Shape;4475;p43"/>
            <p:cNvSpPr/>
            <p:nvPr/>
          </p:nvSpPr>
          <p:spPr>
            <a:xfrm>
              <a:off x="5591134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6" name="Google Shape;4476;p43"/>
            <p:cNvSpPr/>
            <p:nvPr/>
          </p:nvSpPr>
          <p:spPr>
            <a:xfrm>
              <a:off x="6610793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7" name="Google Shape;4477;p43"/>
            <p:cNvSpPr/>
            <p:nvPr/>
          </p:nvSpPr>
          <p:spPr>
            <a:xfrm>
              <a:off x="7630452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8" name="Google Shape;4478;p43"/>
            <p:cNvSpPr/>
            <p:nvPr/>
          </p:nvSpPr>
          <p:spPr>
            <a:xfrm>
              <a:off x="8650111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479" name="Google Shape;4479;p43"/>
            <p:cNvGrpSpPr/>
            <p:nvPr/>
          </p:nvGrpSpPr>
          <p:grpSpPr>
            <a:xfrm>
              <a:off x="-15975" y="-52"/>
              <a:ext cx="4587484" cy="5143406"/>
              <a:chOff x="-9275" y="-1994782"/>
              <a:chExt cx="4587484" cy="9140583"/>
            </a:xfrm>
          </p:grpSpPr>
          <p:sp>
            <p:nvSpPr>
              <p:cNvPr id="4480" name="Google Shape;4480;p43"/>
              <p:cNvSpPr/>
              <p:nvPr/>
            </p:nvSpPr>
            <p:spPr>
              <a:xfrm>
                <a:off x="50044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81" name="Google Shape;4481;p43"/>
              <p:cNvSpPr/>
              <p:nvPr/>
            </p:nvSpPr>
            <p:spPr>
              <a:xfrm>
                <a:off x="15198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82" name="Google Shape;4482;p43"/>
              <p:cNvSpPr/>
              <p:nvPr/>
            </p:nvSpPr>
            <p:spPr>
              <a:xfrm>
                <a:off x="253930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83" name="Google Shape;4483;p43"/>
              <p:cNvSpPr/>
              <p:nvPr/>
            </p:nvSpPr>
            <p:spPr>
              <a:xfrm>
                <a:off x="355874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84" name="Google Shape;4484;p43"/>
              <p:cNvSpPr/>
              <p:nvPr/>
            </p:nvSpPr>
            <p:spPr>
              <a:xfrm>
                <a:off x="45781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85" name="Google Shape;4485;p43"/>
              <p:cNvSpPr/>
              <p:nvPr/>
            </p:nvSpPr>
            <p:spPr>
              <a:xfrm>
                <a:off x="101015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86" name="Google Shape;4486;p43"/>
              <p:cNvSpPr/>
              <p:nvPr/>
            </p:nvSpPr>
            <p:spPr>
              <a:xfrm>
                <a:off x="202959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87" name="Google Shape;4487;p43"/>
              <p:cNvSpPr/>
              <p:nvPr/>
            </p:nvSpPr>
            <p:spPr>
              <a:xfrm>
                <a:off x="304902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88" name="Google Shape;4488;p43"/>
              <p:cNvSpPr/>
              <p:nvPr/>
            </p:nvSpPr>
            <p:spPr>
              <a:xfrm>
                <a:off x="406845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89" name="Google Shape;4489;p43"/>
              <p:cNvSpPr/>
              <p:nvPr/>
            </p:nvSpPr>
            <p:spPr>
              <a:xfrm>
                <a:off x="-92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490" name="Google Shape;4490;p43"/>
            <p:cNvSpPr/>
            <p:nvPr/>
          </p:nvSpPr>
          <p:spPr>
            <a:xfrm>
              <a:off x="9159941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491" name="Google Shape;4491;p43"/>
          <p:cNvSpPr/>
          <p:nvPr/>
        </p:nvSpPr>
        <p:spPr>
          <a:xfrm>
            <a:off x="0" y="-75"/>
            <a:ext cx="9144000" cy="5143500"/>
          </a:xfrm>
          <a:prstGeom prst="rect">
            <a:avLst/>
          </a:prstGeom>
          <a:solidFill>
            <a:srgbClr val="D6E3EA">
              <a:alpha val="398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2" name="Google Shape;4492;p43"/>
          <p:cNvSpPr/>
          <p:nvPr/>
        </p:nvSpPr>
        <p:spPr>
          <a:xfrm>
            <a:off x="719850" y="540000"/>
            <a:ext cx="7704300" cy="676800"/>
          </a:xfrm>
          <a:prstGeom prst="roundRect">
            <a:avLst>
              <a:gd fmla="val 17686" name="adj"/>
            </a:avLst>
          </a:prstGeom>
          <a:solidFill>
            <a:schemeClr val="lt1"/>
          </a:solidFill>
          <a:ln cap="flat" cmpd="sng" w="762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493" name="Google Shape;4493;p43"/>
          <p:cNvGrpSpPr/>
          <p:nvPr/>
        </p:nvGrpSpPr>
        <p:grpSpPr>
          <a:xfrm>
            <a:off x="0" y="4752988"/>
            <a:ext cx="9144000" cy="354505"/>
            <a:chOff x="0" y="4689888"/>
            <a:chExt cx="9144000" cy="354505"/>
          </a:xfrm>
        </p:grpSpPr>
        <p:grpSp>
          <p:nvGrpSpPr>
            <p:cNvPr id="4494" name="Google Shape;4494;p43"/>
            <p:cNvGrpSpPr/>
            <p:nvPr/>
          </p:nvGrpSpPr>
          <p:grpSpPr>
            <a:xfrm>
              <a:off x="0" y="4793425"/>
              <a:ext cx="9144000" cy="194975"/>
              <a:chOff x="0" y="4789550"/>
              <a:chExt cx="9144000" cy="194975"/>
            </a:xfrm>
          </p:grpSpPr>
          <p:sp>
            <p:nvSpPr>
              <p:cNvPr id="4495" name="Google Shape;4495;p43"/>
              <p:cNvSpPr/>
              <p:nvPr/>
            </p:nvSpPr>
            <p:spPr>
              <a:xfrm>
                <a:off x="0" y="4789550"/>
                <a:ext cx="9144000" cy="360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96" name="Google Shape;4496;p43"/>
              <p:cNvSpPr/>
              <p:nvPr/>
            </p:nvSpPr>
            <p:spPr>
              <a:xfrm>
                <a:off x="0" y="4948525"/>
                <a:ext cx="9144000" cy="360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497" name="Google Shape;4497;p43"/>
            <p:cNvGrpSpPr/>
            <p:nvPr/>
          </p:nvGrpSpPr>
          <p:grpSpPr>
            <a:xfrm>
              <a:off x="28483" y="4689888"/>
              <a:ext cx="9087034" cy="354505"/>
              <a:chOff x="28483" y="4689888"/>
              <a:chExt cx="9087034" cy="354505"/>
            </a:xfrm>
          </p:grpSpPr>
          <p:sp>
            <p:nvSpPr>
              <p:cNvPr id="4498" name="Google Shape;4498;p43"/>
              <p:cNvSpPr/>
              <p:nvPr/>
            </p:nvSpPr>
            <p:spPr>
              <a:xfrm>
                <a:off x="64010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6" y="1"/>
                      <a:pt x="533" y="8"/>
                      <a:pt x="518" y="24"/>
                    </a:cubicBezTo>
                    <a:lnTo>
                      <a:pt x="62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34" y="4431"/>
                      <a:pt x="1065" y="4401"/>
                      <a:pt x="1156" y="4370"/>
                    </a:cubicBezTo>
                    <a:lnTo>
                      <a:pt x="1156" y="601"/>
                    </a:lnTo>
                    <a:lnTo>
                      <a:pt x="1126" y="571"/>
                    </a:lnTo>
                    <a:lnTo>
                      <a:pt x="670" y="24"/>
                    </a:lnTo>
                    <a:cubicBezTo>
                      <a:pt x="639" y="8"/>
                      <a:pt x="609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99" name="Google Shape;4499;p43"/>
              <p:cNvSpPr/>
              <p:nvPr/>
            </p:nvSpPr>
            <p:spPr>
              <a:xfrm>
                <a:off x="79301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3" y="8"/>
                      <a:pt x="517" y="24"/>
                    </a:cubicBezTo>
                    <a:lnTo>
                      <a:pt x="6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34" y="4431"/>
                      <a:pt x="1064" y="4401"/>
                      <a:pt x="1156" y="4370"/>
                    </a:cubicBezTo>
                    <a:lnTo>
                      <a:pt x="1156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9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00" name="Google Shape;4500;p43"/>
              <p:cNvSpPr/>
              <p:nvPr/>
            </p:nvSpPr>
            <p:spPr>
              <a:xfrm>
                <a:off x="94592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2" y="4431"/>
                      <a:pt x="122" y="4431"/>
                    </a:cubicBezTo>
                    <a:lnTo>
                      <a:pt x="1003" y="4431"/>
                    </a:lnTo>
                    <a:cubicBezTo>
                      <a:pt x="103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8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01" name="Google Shape;4501;p43"/>
              <p:cNvSpPr/>
              <p:nvPr/>
            </p:nvSpPr>
            <p:spPr>
              <a:xfrm>
                <a:off x="109882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1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1" y="4431"/>
                      <a:pt x="122" y="4431"/>
                    </a:cubicBezTo>
                    <a:lnTo>
                      <a:pt x="1003" y="4431"/>
                    </a:lnTo>
                    <a:cubicBezTo>
                      <a:pt x="106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8" y="8"/>
                      <a:pt x="608" y="1"/>
                      <a:pt x="58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02" name="Google Shape;4502;p43"/>
              <p:cNvSpPr/>
              <p:nvPr/>
            </p:nvSpPr>
            <p:spPr>
              <a:xfrm>
                <a:off x="1251735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04" y="4431"/>
                      <a:pt x="103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03" name="Google Shape;4503;p43"/>
              <p:cNvSpPr/>
              <p:nvPr/>
            </p:nvSpPr>
            <p:spPr>
              <a:xfrm>
                <a:off x="1402243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04" name="Google Shape;4504;p43"/>
              <p:cNvSpPr/>
              <p:nvPr/>
            </p:nvSpPr>
            <p:spPr>
              <a:xfrm>
                <a:off x="1552751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64" y="4431"/>
                      <a:pt x="109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05" name="Google Shape;4505;p43"/>
              <p:cNvSpPr/>
              <p:nvPr/>
            </p:nvSpPr>
            <p:spPr>
              <a:xfrm>
                <a:off x="751362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06" name="Google Shape;4506;p43"/>
              <p:cNvSpPr/>
              <p:nvPr/>
            </p:nvSpPr>
            <p:spPr>
              <a:xfrm>
                <a:off x="7666529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3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07" name="Google Shape;4507;p43"/>
              <p:cNvSpPr/>
              <p:nvPr/>
            </p:nvSpPr>
            <p:spPr>
              <a:xfrm>
                <a:off x="7816957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08" name="Google Shape;4508;p43"/>
              <p:cNvSpPr/>
              <p:nvPr/>
            </p:nvSpPr>
            <p:spPr>
              <a:xfrm>
                <a:off x="796738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2" y="4431"/>
                      <a:pt x="122" y="4431"/>
                    </a:cubicBezTo>
                    <a:lnTo>
                      <a:pt x="1003" y="4431"/>
                    </a:lnTo>
                    <a:cubicBezTo>
                      <a:pt x="103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8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09" name="Google Shape;4509;p43"/>
              <p:cNvSpPr/>
              <p:nvPr/>
            </p:nvSpPr>
            <p:spPr>
              <a:xfrm>
                <a:off x="812029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93" y="1"/>
                    </a:moveTo>
                    <a:cubicBezTo>
                      <a:pt x="562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1" y="4431"/>
                      <a:pt x="122" y="4431"/>
                    </a:cubicBezTo>
                    <a:lnTo>
                      <a:pt x="1003" y="4431"/>
                    </a:lnTo>
                    <a:cubicBezTo>
                      <a:pt x="106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54" y="8"/>
                      <a:pt x="623" y="1"/>
                      <a:pt x="59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10" name="Google Shape;4510;p43"/>
              <p:cNvSpPr/>
              <p:nvPr/>
            </p:nvSpPr>
            <p:spPr>
              <a:xfrm>
                <a:off x="8273198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1" y="4431"/>
                      <a:pt x="122" y="4431"/>
                    </a:cubicBezTo>
                    <a:lnTo>
                      <a:pt x="973" y="4431"/>
                    </a:lnTo>
                    <a:cubicBezTo>
                      <a:pt x="1034" y="4431"/>
                      <a:pt x="1065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11" name="Google Shape;4511;p43"/>
              <p:cNvSpPr/>
              <p:nvPr/>
            </p:nvSpPr>
            <p:spPr>
              <a:xfrm>
                <a:off x="8423706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34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12" name="Google Shape;4512;p43"/>
              <p:cNvSpPr/>
              <p:nvPr/>
            </p:nvSpPr>
            <p:spPr>
              <a:xfrm>
                <a:off x="8574214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64" y="4431"/>
                      <a:pt x="109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13" name="Google Shape;4513;p43"/>
              <p:cNvSpPr/>
              <p:nvPr/>
            </p:nvSpPr>
            <p:spPr>
              <a:xfrm>
                <a:off x="8724643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2" y="4431"/>
                      <a:pt x="122" y="4431"/>
                    </a:cubicBezTo>
                    <a:lnTo>
                      <a:pt x="974" y="4431"/>
                    </a:lnTo>
                    <a:cubicBezTo>
                      <a:pt x="1065" y="4431"/>
                      <a:pt x="1095" y="4401"/>
                      <a:pt x="1126" y="4370"/>
                    </a:cubicBezTo>
                    <a:lnTo>
                      <a:pt x="112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4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14" name="Google Shape;4514;p43"/>
              <p:cNvSpPr/>
              <p:nvPr/>
            </p:nvSpPr>
            <p:spPr>
              <a:xfrm>
                <a:off x="8875151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74" y="1"/>
                    </a:moveTo>
                    <a:cubicBezTo>
                      <a:pt x="547" y="1"/>
                      <a:pt x="517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122" y="4431"/>
                    </a:cubicBezTo>
                    <a:lnTo>
                      <a:pt x="1003" y="4431"/>
                    </a:lnTo>
                    <a:cubicBezTo>
                      <a:pt x="103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600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15" name="Google Shape;4515;p43"/>
              <p:cNvSpPr/>
              <p:nvPr/>
            </p:nvSpPr>
            <p:spPr>
              <a:xfrm>
                <a:off x="736071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16" name="Google Shape;4516;p43"/>
              <p:cNvSpPr/>
              <p:nvPr/>
            </p:nvSpPr>
            <p:spPr>
              <a:xfrm>
                <a:off x="720781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17" name="Google Shape;4517;p43"/>
              <p:cNvSpPr/>
              <p:nvPr/>
            </p:nvSpPr>
            <p:spPr>
              <a:xfrm>
                <a:off x="705490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18" name="Google Shape;4518;p43"/>
              <p:cNvSpPr/>
              <p:nvPr/>
            </p:nvSpPr>
            <p:spPr>
              <a:xfrm>
                <a:off x="690199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19" name="Google Shape;4519;p43"/>
              <p:cNvSpPr/>
              <p:nvPr/>
            </p:nvSpPr>
            <p:spPr>
              <a:xfrm>
                <a:off x="674909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20" name="Google Shape;4520;p43"/>
              <p:cNvSpPr/>
              <p:nvPr/>
            </p:nvSpPr>
            <p:spPr>
              <a:xfrm>
                <a:off x="659618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21" name="Google Shape;4521;p43"/>
              <p:cNvSpPr/>
              <p:nvPr/>
            </p:nvSpPr>
            <p:spPr>
              <a:xfrm>
                <a:off x="644327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22" name="Google Shape;4522;p43"/>
              <p:cNvSpPr/>
              <p:nvPr/>
            </p:nvSpPr>
            <p:spPr>
              <a:xfrm>
                <a:off x="629037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23" name="Google Shape;4523;p43"/>
              <p:cNvSpPr/>
              <p:nvPr/>
            </p:nvSpPr>
            <p:spPr>
              <a:xfrm>
                <a:off x="613746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24" name="Google Shape;4524;p43"/>
              <p:cNvSpPr/>
              <p:nvPr/>
            </p:nvSpPr>
            <p:spPr>
              <a:xfrm>
                <a:off x="598455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25" name="Google Shape;4525;p43"/>
              <p:cNvSpPr/>
              <p:nvPr/>
            </p:nvSpPr>
            <p:spPr>
              <a:xfrm>
                <a:off x="583165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26" name="Google Shape;4526;p43"/>
              <p:cNvSpPr/>
              <p:nvPr/>
            </p:nvSpPr>
            <p:spPr>
              <a:xfrm>
                <a:off x="567874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27" name="Google Shape;4527;p43"/>
              <p:cNvSpPr/>
              <p:nvPr/>
            </p:nvSpPr>
            <p:spPr>
              <a:xfrm>
                <a:off x="552583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28" name="Google Shape;4528;p43"/>
              <p:cNvSpPr/>
              <p:nvPr/>
            </p:nvSpPr>
            <p:spPr>
              <a:xfrm>
                <a:off x="537293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29" name="Google Shape;4529;p43"/>
              <p:cNvSpPr/>
              <p:nvPr/>
            </p:nvSpPr>
            <p:spPr>
              <a:xfrm>
                <a:off x="522002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30" name="Google Shape;4530;p43"/>
              <p:cNvSpPr/>
              <p:nvPr/>
            </p:nvSpPr>
            <p:spPr>
              <a:xfrm>
                <a:off x="506712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31" name="Google Shape;4531;p43"/>
              <p:cNvSpPr/>
              <p:nvPr/>
            </p:nvSpPr>
            <p:spPr>
              <a:xfrm>
                <a:off x="491421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32" name="Google Shape;4532;p43"/>
              <p:cNvSpPr/>
              <p:nvPr/>
            </p:nvSpPr>
            <p:spPr>
              <a:xfrm>
                <a:off x="476130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33" name="Google Shape;4533;p43"/>
              <p:cNvSpPr/>
              <p:nvPr/>
            </p:nvSpPr>
            <p:spPr>
              <a:xfrm>
                <a:off x="460840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34" name="Google Shape;4534;p43"/>
              <p:cNvSpPr/>
              <p:nvPr/>
            </p:nvSpPr>
            <p:spPr>
              <a:xfrm>
                <a:off x="445549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35" name="Google Shape;4535;p43"/>
              <p:cNvSpPr/>
              <p:nvPr/>
            </p:nvSpPr>
            <p:spPr>
              <a:xfrm>
                <a:off x="430258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36" name="Google Shape;4536;p43"/>
              <p:cNvSpPr/>
              <p:nvPr/>
            </p:nvSpPr>
            <p:spPr>
              <a:xfrm>
                <a:off x="414968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37" name="Google Shape;4537;p43"/>
              <p:cNvSpPr/>
              <p:nvPr/>
            </p:nvSpPr>
            <p:spPr>
              <a:xfrm>
                <a:off x="399677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38" name="Google Shape;4538;p43"/>
              <p:cNvSpPr/>
              <p:nvPr/>
            </p:nvSpPr>
            <p:spPr>
              <a:xfrm>
                <a:off x="384386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39" name="Google Shape;4539;p43"/>
              <p:cNvSpPr/>
              <p:nvPr/>
            </p:nvSpPr>
            <p:spPr>
              <a:xfrm>
                <a:off x="369096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40" name="Google Shape;4540;p43"/>
              <p:cNvSpPr/>
              <p:nvPr/>
            </p:nvSpPr>
            <p:spPr>
              <a:xfrm>
                <a:off x="353805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41" name="Google Shape;4541;p43"/>
              <p:cNvSpPr/>
              <p:nvPr/>
            </p:nvSpPr>
            <p:spPr>
              <a:xfrm>
                <a:off x="338514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42" name="Google Shape;4542;p43"/>
              <p:cNvSpPr/>
              <p:nvPr/>
            </p:nvSpPr>
            <p:spPr>
              <a:xfrm>
                <a:off x="323224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43" name="Google Shape;4543;p43"/>
              <p:cNvSpPr/>
              <p:nvPr/>
            </p:nvSpPr>
            <p:spPr>
              <a:xfrm>
                <a:off x="307933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44" name="Google Shape;4544;p43"/>
              <p:cNvSpPr/>
              <p:nvPr/>
            </p:nvSpPr>
            <p:spPr>
              <a:xfrm>
                <a:off x="292643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45" name="Google Shape;4545;p43"/>
              <p:cNvSpPr/>
              <p:nvPr/>
            </p:nvSpPr>
            <p:spPr>
              <a:xfrm>
                <a:off x="277352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46" name="Google Shape;4546;p43"/>
              <p:cNvSpPr/>
              <p:nvPr/>
            </p:nvSpPr>
            <p:spPr>
              <a:xfrm>
                <a:off x="262061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47" name="Google Shape;4547;p43"/>
              <p:cNvSpPr/>
              <p:nvPr/>
            </p:nvSpPr>
            <p:spPr>
              <a:xfrm>
                <a:off x="246771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48" name="Google Shape;4548;p43"/>
              <p:cNvSpPr/>
              <p:nvPr/>
            </p:nvSpPr>
            <p:spPr>
              <a:xfrm>
                <a:off x="231480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49" name="Google Shape;4549;p43"/>
              <p:cNvSpPr/>
              <p:nvPr/>
            </p:nvSpPr>
            <p:spPr>
              <a:xfrm>
                <a:off x="216189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50" name="Google Shape;4550;p43"/>
              <p:cNvSpPr/>
              <p:nvPr/>
            </p:nvSpPr>
            <p:spPr>
              <a:xfrm>
                <a:off x="200899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51" name="Google Shape;4551;p43"/>
              <p:cNvSpPr/>
              <p:nvPr/>
            </p:nvSpPr>
            <p:spPr>
              <a:xfrm>
                <a:off x="185608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52" name="Google Shape;4552;p43"/>
              <p:cNvSpPr/>
              <p:nvPr/>
            </p:nvSpPr>
            <p:spPr>
              <a:xfrm>
                <a:off x="170317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53" name="Google Shape;4553;p43"/>
              <p:cNvSpPr/>
              <p:nvPr/>
            </p:nvSpPr>
            <p:spPr>
              <a:xfrm>
                <a:off x="48720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54" name="Google Shape;4554;p43"/>
              <p:cNvSpPr/>
              <p:nvPr/>
            </p:nvSpPr>
            <p:spPr>
              <a:xfrm>
                <a:off x="33429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55" name="Google Shape;4555;p43"/>
              <p:cNvSpPr/>
              <p:nvPr/>
            </p:nvSpPr>
            <p:spPr>
              <a:xfrm>
                <a:off x="18139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56" name="Google Shape;4556;p43"/>
              <p:cNvSpPr/>
              <p:nvPr/>
            </p:nvSpPr>
            <p:spPr>
              <a:xfrm>
                <a:off x="2848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57" name="Google Shape;4557;p43"/>
              <p:cNvSpPr/>
              <p:nvPr/>
            </p:nvSpPr>
            <p:spPr>
              <a:xfrm>
                <a:off x="9025579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74" y="1"/>
                    </a:moveTo>
                    <a:cubicBezTo>
                      <a:pt x="547" y="1"/>
                      <a:pt x="517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122" y="4431"/>
                    </a:cubicBezTo>
                    <a:lnTo>
                      <a:pt x="1003" y="4431"/>
                    </a:lnTo>
                    <a:cubicBezTo>
                      <a:pt x="103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600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4558" name="Google Shape;4558;p43"/>
          <p:cNvSpPr/>
          <p:nvPr/>
        </p:nvSpPr>
        <p:spPr>
          <a:xfrm>
            <a:off x="0" y="5107500"/>
            <a:ext cx="9144000" cy="36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559" name="Google Shape;4559;p43"/>
          <p:cNvGrpSpPr/>
          <p:nvPr/>
        </p:nvGrpSpPr>
        <p:grpSpPr>
          <a:xfrm>
            <a:off x="8500193" y="4148281"/>
            <a:ext cx="592952" cy="967689"/>
            <a:chOff x="8071153" y="3759204"/>
            <a:chExt cx="592952" cy="967689"/>
          </a:xfrm>
        </p:grpSpPr>
        <p:sp>
          <p:nvSpPr>
            <p:cNvPr id="4560" name="Google Shape;4560;p43"/>
            <p:cNvSpPr/>
            <p:nvPr/>
          </p:nvSpPr>
          <p:spPr>
            <a:xfrm>
              <a:off x="8350560" y="4196816"/>
              <a:ext cx="43890" cy="282116"/>
            </a:xfrm>
            <a:custGeom>
              <a:rect b="b" l="l" r="r" t="t"/>
              <a:pathLst>
                <a:path extrusionOk="0" h="3527" w="549">
                  <a:moveTo>
                    <a:pt x="153" y="0"/>
                  </a:moveTo>
                  <a:lnTo>
                    <a:pt x="1" y="3526"/>
                  </a:lnTo>
                  <a:lnTo>
                    <a:pt x="548" y="3435"/>
                  </a:lnTo>
                  <a:lnTo>
                    <a:pt x="39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1" name="Google Shape;4561;p43"/>
            <p:cNvSpPr/>
            <p:nvPr/>
          </p:nvSpPr>
          <p:spPr>
            <a:xfrm>
              <a:off x="8263101" y="4478852"/>
              <a:ext cx="221208" cy="248041"/>
            </a:xfrm>
            <a:custGeom>
              <a:rect b="b" l="l" r="r" t="t"/>
              <a:pathLst>
                <a:path extrusionOk="0" h="3101" w="2767">
                  <a:moveTo>
                    <a:pt x="1" y="0"/>
                  </a:moveTo>
                  <a:lnTo>
                    <a:pt x="396" y="3101"/>
                  </a:lnTo>
                  <a:lnTo>
                    <a:pt x="2402" y="3101"/>
                  </a:lnTo>
                  <a:lnTo>
                    <a:pt x="276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2" name="Google Shape;4562;p43"/>
            <p:cNvSpPr/>
            <p:nvPr/>
          </p:nvSpPr>
          <p:spPr>
            <a:xfrm>
              <a:off x="8248551" y="4435099"/>
              <a:ext cx="255184" cy="94865"/>
            </a:xfrm>
            <a:custGeom>
              <a:rect b="b" l="l" r="r" t="t"/>
              <a:pathLst>
                <a:path extrusionOk="0" h="1186" w="3192">
                  <a:moveTo>
                    <a:pt x="3192" y="0"/>
                  </a:moveTo>
                  <a:lnTo>
                    <a:pt x="0" y="61"/>
                  </a:lnTo>
                  <a:lnTo>
                    <a:pt x="61" y="1155"/>
                  </a:lnTo>
                  <a:lnTo>
                    <a:pt x="3040" y="1186"/>
                  </a:lnTo>
                  <a:lnTo>
                    <a:pt x="319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3" name="Google Shape;4563;p43"/>
            <p:cNvSpPr/>
            <p:nvPr/>
          </p:nvSpPr>
          <p:spPr>
            <a:xfrm>
              <a:off x="8265579" y="4527484"/>
              <a:ext cx="213853" cy="34075"/>
            </a:xfrm>
            <a:custGeom>
              <a:rect b="b" l="l" r="r" t="t"/>
              <a:pathLst>
                <a:path extrusionOk="0" h="426" w="2675">
                  <a:moveTo>
                    <a:pt x="0" y="0"/>
                  </a:moveTo>
                  <a:lnTo>
                    <a:pt x="91" y="426"/>
                  </a:lnTo>
                  <a:lnTo>
                    <a:pt x="2645" y="122"/>
                  </a:lnTo>
                  <a:lnTo>
                    <a:pt x="2675" y="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48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4" name="Google Shape;4564;p43"/>
            <p:cNvSpPr/>
            <p:nvPr/>
          </p:nvSpPr>
          <p:spPr>
            <a:xfrm>
              <a:off x="8318982" y="3766483"/>
              <a:ext cx="36535" cy="58391"/>
            </a:xfrm>
            <a:custGeom>
              <a:rect b="b" l="l" r="r" t="t"/>
              <a:pathLst>
                <a:path extrusionOk="0" h="730" w="457">
                  <a:moveTo>
                    <a:pt x="366" y="0"/>
                  </a:moveTo>
                  <a:cubicBezTo>
                    <a:pt x="366" y="0"/>
                    <a:pt x="122" y="122"/>
                    <a:pt x="62" y="304"/>
                  </a:cubicBezTo>
                  <a:cubicBezTo>
                    <a:pt x="1" y="517"/>
                    <a:pt x="62" y="730"/>
                    <a:pt x="62" y="730"/>
                  </a:cubicBezTo>
                  <a:cubicBezTo>
                    <a:pt x="62" y="730"/>
                    <a:pt x="305" y="608"/>
                    <a:pt x="366" y="426"/>
                  </a:cubicBezTo>
                  <a:cubicBezTo>
                    <a:pt x="457" y="244"/>
                    <a:pt x="366" y="0"/>
                    <a:pt x="36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5" name="Google Shape;4565;p43"/>
            <p:cNvSpPr/>
            <p:nvPr/>
          </p:nvSpPr>
          <p:spPr>
            <a:xfrm>
              <a:off x="8248551" y="3759204"/>
              <a:ext cx="58360" cy="65670"/>
            </a:xfrm>
            <a:custGeom>
              <a:rect b="b" l="l" r="r" t="t"/>
              <a:pathLst>
                <a:path extrusionOk="0" h="821" w="730">
                  <a:moveTo>
                    <a:pt x="0" y="0"/>
                  </a:moveTo>
                  <a:cubicBezTo>
                    <a:pt x="0" y="0"/>
                    <a:pt x="0" y="335"/>
                    <a:pt x="183" y="547"/>
                  </a:cubicBezTo>
                  <a:cubicBezTo>
                    <a:pt x="365" y="790"/>
                    <a:pt x="730" y="821"/>
                    <a:pt x="730" y="821"/>
                  </a:cubicBezTo>
                  <a:cubicBezTo>
                    <a:pt x="730" y="821"/>
                    <a:pt x="730" y="487"/>
                    <a:pt x="517" y="243"/>
                  </a:cubicBezTo>
                  <a:cubicBezTo>
                    <a:pt x="335" y="61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6" name="Google Shape;4566;p43"/>
            <p:cNvSpPr/>
            <p:nvPr/>
          </p:nvSpPr>
          <p:spPr>
            <a:xfrm>
              <a:off x="8532835" y="4167621"/>
              <a:ext cx="65715" cy="29275"/>
            </a:xfrm>
            <a:custGeom>
              <a:rect b="b" l="l" r="r" t="t"/>
              <a:pathLst>
                <a:path extrusionOk="0" h="366" w="822">
                  <a:moveTo>
                    <a:pt x="396" y="1"/>
                  </a:moveTo>
                  <a:cubicBezTo>
                    <a:pt x="153" y="1"/>
                    <a:pt x="1" y="213"/>
                    <a:pt x="1" y="213"/>
                  </a:cubicBezTo>
                  <a:cubicBezTo>
                    <a:pt x="1" y="213"/>
                    <a:pt x="183" y="365"/>
                    <a:pt x="426" y="365"/>
                  </a:cubicBezTo>
                  <a:cubicBezTo>
                    <a:pt x="669" y="365"/>
                    <a:pt x="821" y="153"/>
                    <a:pt x="821" y="153"/>
                  </a:cubicBezTo>
                  <a:cubicBezTo>
                    <a:pt x="821" y="153"/>
                    <a:pt x="609" y="1"/>
                    <a:pt x="396" y="1"/>
                  </a:cubicBezTo>
                  <a:close/>
                </a:path>
              </a:pathLst>
            </a:custGeom>
            <a:solidFill>
              <a:srgbClr val="7BBFB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7" name="Google Shape;4567;p43"/>
            <p:cNvSpPr/>
            <p:nvPr/>
          </p:nvSpPr>
          <p:spPr>
            <a:xfrm>
              <a:off x="8518285" y="4092272"/>
              <a:ext cx="48687" cy="80307"/>
            </a:xfrm>
            <a:custGeom>
              <a:rect b="b" l="l" r="r" t="t"/>
              <a:pathLst>
                <a:path extrusionOk="0" h="1004" w="609">
                  <a:moveTo>
                    <a:pt x="487" y="0"/>
                  </a:moveTo>
                  <a:cubicBezTo>
                    <a:pt x="487" y="0"/>
                    <a:pt x="183" y="152"/>
                    <a:pt x="61" y="426"/>
                  </a:cubicBezTo>
                  <a:cubicBezTo>
                    <a:pt x="0" y="699"/>
                    <a:pt x="122" y="1003"/>
                    <a:pt x="122" y="1003"/>
                  </a:cubicBezTo>
                  <a:cubicBezTo>
                    <a:pt x="122" y="1003"/>
                    <a:pt x="426" y="851"/>
                    <a:pt x="547" y="578"/>
                  </a:cubicBezTo>
                  <a:cubicBezTo>
                    <a:pt x="608" y="304"/>
                    <a:pt x="487" y="0"/>
                    <a:pt x="487" y="0"/>
                  </a:cubicBezTo>
                  <a:close/>
                </a:path>
              </a:pathLst>
            </a:custGeom>
            <a:solidFill>
              <a:srgbClr val="7BBFB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8" name="Google Shape;4568;p43"/>
            <p:cNvSpPr/>
            <p:nvPr/>
          </p:nvSpPr>
          <p:spPr>
            <a:xfrm>
              <a:off x="8071153" y="3827914"/>
              <a:ext cx="592952" cy="566871"/>
            </a:xfrm>
            <a:custGeom>
              <a:rect b="b" l="l" r="r" t="t"/>
              <a:pathLst>
                <a:path extrusionOk="0" h="7087" w="7417">
                  <a:moveTo>
                    <a:pt x="3931" y="0"/>
                  </a:moveTo>
                  <a:cubicBezTo>
                    <a:pt x="3624" y="0"/>
                    <a:pt x="3315" y="31"/>
                    <a:pt x="3010" y="83"/>
                  </a:cubicBezTo>
                  <a:cubicBezTo>
                    <a:pt x="1672" y="296"/>
                    <a:pt x="578" y="965"/>
                    <a:pt x="244" y="2363"/>
                  </a:cubicBezTo>
                  <a:cubicBezTo>
                    <a:pt x="0" y="3275"/>
                    <a:pt x="61" y="4430"/>
                    <a:pt x="426" y="5312"/>
                  </a:cubicBezTo>
                  <a:cubicBezTo>
                    <a:pt x="760" y="6132"/>
                    <a:pt x="1520" y="6770"/>
                    <a:pt x="2402" y="6953"/>
                  </a:cubicBezTo>
                  <a:cubicBezTo>
                    <a:pt x="2775" y="7038"/>
                    <a:pt x="3182" y="7086"/>
                    <a:pt x="3592" y="7086"/>
                  </a:cubicBezTo>
                  <a:cubicBezTo>
                    <a:pt x="4351" y="7086"/>
                    <a:pt x="5123" y="6922"/>
                    <a:pt x="5715" y="6527"/>
                  </a:cubicBezTo>
                  <a:cubicBezTo>
                    <a:pt x="6049" y="6315"/>
                    <a:pt x="6353" y="6071"/>
                    <a:pt x="6657" y="5767"/>
                  </a:cubicBezTo>
                  <a:cubicBezTo>
                    <a:pt x="7022" y="5342"/>
                    <a:pt x="7235" y="4825"/>
                    <a:pt x="7295" y="4308"/>
                  </a:cubicBezTo>
                  <a:cubicBezTo>
                    <a:pt x="7417" y="3640"/>
                    <a:pt x="7417" y="3032"/>
                    <a:pt x="7265" y="2515"/>
                  </a:cubicBezTo>
                  <a:cubicBezTo>
                    <a:pt x="7022" y="1634"/>
                    <a:pt x="6505" y="874"/>
                    <a:pt x="5593" y="387"/>
                  </a:cubicBezTo>
                  <a:cubicBezTo>
                    <a:pt x="5077" y="109"/>
                    <a:pt x="4509" y="0"/>
                    <a:pt x="393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569" name="Google Shape;4569;p43"/>
          <p:cNvGrpSpPr/>
          <p:nvPr/>
        </p:nvGrpSpPr>
        <p:grpSpPr>
          <a:xfrm>
            <a:off x="50855" y="4148281"/>
            <a:ext cx="592952" cy="967689"/>
            <a:chOff x="8071153" y="3759204"/>
            <a:chExt cx="592952" cy="967689"/>
          </a:xfrm>
        </p:grpSpPr>
        <p:sp>
          <p:nvSpPr>
            <p:cNvPr id="4570" name="Google Shape;4570;p43"/>
            <p:cNvSpPr/>
            <p:nvPr/>
          </p:nvSpPr>
          <p:spPr>
            <a:xfrm>
              <a:off x="8350560" y="4196816"/>
              <a:ext cx="43890" cy="282116"/>
            </a:xfrm>
            <a:custGeom>
              <a:rect b="b" l="l" r="r" t="t"/>
              <a:pathLst>
                <a:path extrusionOk="0" h="3527" w="549">
                  <a:moveTo>
                    <a:pt x="153" y="0"/>
                  </a:moveTo>
                  <a:lnTo>
                    <a:pt x="1" y="3526"/>
                  </a:lnTo>
                  <a:lnTo>
                    <a:pt x="548" y="3435"/>
                  </a:lnTo>
                  <a:lnTo>
                    <a:pt x="39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1" name="Google Shape;4571;p43"/>
            <p:cNvSpPr/>
            <p:nvPr/>
          </p:nvSpPr>
          <p:spPr>
            <a:xfrm>
              <a:off x="8263101" y="4478852"/>
              <a:ext cx="221208" cy="248041"/>
            </a:xfrm>
            <a:custGeom>
              <a:rect b="b" l="l" r="r" t="t"/>
              <a:pathLst>
                <a:path extrusionOk="0" h="3101" w="2767">
                  <a:moveTo>
                    <a:pt x="1" y="0"/>
                  </a:moveTo>
                  <a:lnTo>
                    <a:pt x="396" y="3101"/>
                  </a:lnTo>
                  <a:lnTo>
                    <a:pt x="2402" y="3101"/>
                  </a:lnTo>
                  <a:lnTo>
                    <a:pt x="276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2" name="Google Shape;4572;p43"/>
            <p:cNvSpPr/>
            <p:nvPr/>
          </p:nvSpPr>
          <p:spPr>
            <a:xfrm>
              <a:off x="8248551" y="4435099"/>
              <a:ext cx="255184" cy="94865"/>
            </a:xfrm>
            <a:custGeom>
              <a:rect b="b" l="l" r="r" t="t"/>
              <a:pathLst>
                <a:path extrusionOk="0" h="1186" w="3192">
                  <a:moveTo>
                    <a:pt x="3192" y="0"/>
                  </a:moveTo>
                  <a:lnTo>
                    <a:pt x="0" y="61"/>
                  </a:lnTo>
                  <a:lnTo>
                    <a:pt x="61" y="1155"/>
                  </a:lnTo>
                  <a:lnTo>
                    <a:pt x="3040" y="1186"/>
                  </a:lnTo>
                  <a:lnTo>
                    <a:pt x="319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3" name="Google Shape;4573;p43"/>
            <p:cNvSpPr/>
            <p:nvPr/>
          </p:nvSpPr>
          <p:spPr>
            <a:xfrm>
              <a:off x="8265579" y="4527484"/>
              <a:ext cx="213853" cy="34075"/>
            </a:xfrm>
            <a:custGeom>
              <a:rect b="b" l="l" r="r" t="t"/>
              <a:pathLst>
                <a:path extrusionOk="0" h="426" w="2675">
                  <a:moveTo>
                    <a:pt x="0" y="0"/>
                  </a:moveTo>
                  <a:lnTo>
                    <a:pt x="91" y="426"/>
                  </a:lnTo>
                  <a:lnTo>
                    <a:pt x="2645" y="122"/>
                  </a:lnTo>
                  <a:lnTo>
                    <a:pt x="2675" y="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48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4" name="Google Shape;4574;p43"/>
            <p:cNvSpPr/>
            <p:nvPr/>
          </p:nvSpPr>
          <p:spPr>
            <a:xfrm>
              <a:off x="8318982" y="3766483"/>
              <a:ext cx="36535" cy="58391"/>
            </a:xfrm>
            <a:custGeom>
              <a:rect b="b" l="l" r="r" t="t"/>
              <a:pathLst>
                <a:path extrusionOk="0" h="730" w="457">
                  <a:moveTo>
                    <a:pt x="366" y="0"/>
                  </a:moveTo>
                  <a:cubicBezTo>
                    <a:pt x="366" y="0"/>
                    <a:pt x="122" y="122"/>
                    <a:pt x="62" y="304"/>
                  </a:cubicBezTo>
                  <a:cubicBezTo>
                    <a:pt x="1" y="517"/>
                    <a:pt x="62" y="730"/>
                    <a:pt x="62" y="730"/>
                  </a:cubicBezTo>
                  <a:cubicBezTo>
                    <a:pt x="62" y="730"/>
                    <a:pt x="305" y="608"/>
                    <a:pt x="366" y="426"/>
                  </a:cubicBezTo>
                  <a:cubicBezTo>
                    <a:pt x="457" y="244"/>
                    <a:pt x="366" y="0"/>
                    <a:pt x="36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5" name="Google Shape;4575;p43"/>
            <p:cNvSpPr/>
            <p:nvPr/>
          </p:nvSpPr>
          <p:spPr>
            <a:xfrm>
              <a:off x="8248551" y="3759204"/>
              <a:ext cx="58360" cy="65670"/>
            </a:xfrm>
            <a:custGeom>
              <a:rect b="b" l="l" r="r" t="t"/>
              <a:pathLst>
                <a:path extrusionOk="0" h="821" w="730">
                  <a:moveTo>
                    <a:pt x="0" y="0"/>
                  </a:moveTo>
                  <a:cubicBezTo>
                    <a:pt x="0" y="0"/>
                    <a:pt x="0" y="335"/>
                    <a:pt x="183" y="547"/>
                  </a:cubicBezTo>
                  <a:cubicBezTo>
                    <a:pt x="365" y="790"/>
                    <a:pt x="730" y="821"/>
                    <a:pt x="730" y="821"/>
                  </a:cubicBezTo>
                  <a:cubicBezTo>
                    <a:pt x="730" y="821"/>
                    <a:pt x="730" y="487"/>
                    <a:pt x="517" y="243"/>
                  </a:cubicBezTo>
                  <a:cubicBezTo>
                    <a:pt x="335" y="61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6" name="Google Shape;4576;p43"/>
            <p:cNvSpPr/>
            <p:nvPr/>
          </p:nvSpPr>
          <p:spPr>
            <a:xfrm>
              <a:off x="8532835" y="4167621"/>
              <a:ext cx="65715" cy="29275"/>
            </a:xfrm>
            <a:custGeom>
              <a:rect b="b" l="l" r="r" t="t"/>
              <a:pathLst>
                <a:path extrusionOk="0" h="366" w="822">
                  <a:moveTo>
                    <a:pt x="396" y="1"/>
                  </a:moveTo>
                  <a:cubicBezTo>
                    <a:pt x="153" y="1"/>
                    <a:pt x="1" y="213"/>
                    <a:pt x="1" y="213"/>
                  </a:cubicBezTo>
                  <a:cubicBezTo>
                    <a:pt x="1" y="213"/>
                    <a:pt x="183" y="365"/>
                    <a:pt x="426" y="365"/>
                  </a:cubicBezTo>
                  <a:cubicBezTo>
                    <a:pt x="669" y="365"/>
                    <a:pt x="821" y="153"/>
                    <a:pt x="821" y="153"/>
                  </a:cubicBezTo>
                  <a:cubicBezTo>
                    <a:pt x="821" y="153"/>
                    <a:pt x="609" y="1"/>
                    <a:pt x="396" y="1"/>
                  </a:cubicBezTo>
                  <a:close/>
                </a:path>
              </a:pathLst>
            </a:custGeom>
            <a:solidFill>
              <a:srgbClr val="7BBFB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7" name="Google Shape;4577;p43"/>
            <p:cNvSpPr/>
            <p:nvPr/>
          </p:nvSpPr>
          <p:spPr>
            <a:xfrm>
              <a:off x="8518285" y="4092272"/>
              <a:ext cx="48687" cy="80307"/>
            </a:xfrm>
            <a:custGeom>
              <a:rect b="b" l="l" r="r" t="t"/>
              <a:pathLst>
                <a:path extrusionOk="0" h="1004" w="609">
                  <a:moveTo>
                    <a:pt x="487" y="0"/>
                  </a:moveTo>
                  <a:cubicBezTo>
                    <a:pt x="487" y="0"/>
                    <a:pt x="183" y="152"/>
                    <a:pt x="61" y="426"/>
                  </a:cubicBezTo>
                  <a:cubicBezTo>
                    <a:pt x="0" y="699"/>
                    <a:pt x="122" y="1003"/>
                    <a:pt x="122" y="1003"/>
                  </a:cubicBezTo>
                  <a:cubicBezTo>
                    <a:pt x="122" y="1003"/>
                    <a:pt x="426" y="851"/>
                    <a:pt x="547" y="578"/>
                  </a:cubicBezTo>
                  <a:cubicBezTo>
                    <a:pt x="608" y="304"/>
                    <a:pt x="487" y="0"/>
                    <a:pt x="487" y="0"/>
                  </a:cubicBezTo>
                  <a:close/>
                </a:path>
              </a:pathLst>
            </a:custGeom>
            <a:solidFill>
              <a:srgbClr val="7BBFB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8" name="Google Shape;4578;p43"/>
            <p:cNvSpPr/>
            <p:nvPr/>
          </p:nvSpPr>
          <p:spPr>
            <a:xfrm>
              <a:off x="8071153" y="3827914"/>
              <a:ext cx="592952" cy="566871"/>
            </a:xfrm>
            <a:custGeom>
              <a:rect b="b" l="l" r="r" t="t"/>
              <a:pathLst>
                <a:path extrusionOk="0" h="7087" w="7417">
                  <a:moveTo>
                    <a:pt x="3931" y="0"/>
                  </a:moveTo>
                  <a:cubicBezTo>
                    <a:pt x="3624" y="0"/>
                    <a:pt x="3315" y="31"/>
                    <a:pt x="3010" y="83"/>
                  </a:cubicBezTo>
                  <a:cubicBezTo>
                    <a:pt x="1672" y="296"/>
                    <a:pt x="578" y="965"/>
                    <a:pt x="244" y="2363"/>
                  </a:cubicBezTo>
                  <a:cubicBezTo>
                    <a:pt x="0" y="3275"/>
                    <a:pt x="61" y="4430"/>
                    <a:pt x="426" y="5312"/>
                  </a:cubicBezTo>
                  <a:cubicBezTo>
                    <a:pt x="760" y="6132"/>
                    <a:pt x="1520" y="6770"/>
                    <a:pt x="2402" y="6953"/>
                  </a:cubicBezTo>
                  <a:cubicBezTo>
                    <a:pt x="2775" y="7038"/>
                    <a:pt x="3182" y="7086"/>
                    <a:pt x="3592" y="7086"/>
                  </a:cubicBezTo>
                  <a:cubicBezTo>
                    <a:pt x="4351" y="7086"/>
                    <a:pt x="5123" y="6922"/>
                    <a:pt x="5715" y="6527"/>
                  </a:cubicBezTo>
                  <a:cubicBezTo>
                    <a:pt x="6049" y="6315"/>
                    <a:pt x="6353" y="6071"/>
                    <a:pt x="6657" y="5767"/>
                  </a:cubicBezTo>
                  <a:cubicBezTo>
                    <a:pt x="7022" y="5342"/>
                    <a:pt x="7235" y="4825"/>
                    <a:pt x="7295" y="4308"/>
                  </a:cubicBezTo>
                  <a:cubicBezTo>
                    <a:pt x="7417" y="3640"/>
                    <a:pt x="7417" y="3032"/>
                    <a:pt x="7265" y="2515"/>
                  </a:cubicBezTo>
                  <a:cubicBezTo>
                    <a:pt x="7022" y="1634"/>
                    <a:pt x="6505" y="874"/>
                    <a:pt x="5593" y="387"/>
                  </a:cubicBezTo>
                  <a:cubicBezTo>
                    <a:pt x="5077" y="109"/>
                    <a:pt x="4509" y="0"/>
                    <a:pt x="393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79" name="Google Shape;4579;p43"/>
          <p:cNvSpPr txBox="1"/>
          <p:nvPr>
            <p:ph type="title"/>
          </p:nvPr>
        </p:nvSpPr>
        <p:spPr>
          <a:xfrm>
            <a:off x="720000" y="540000"/>
            <a:ext cx="7704000" cy="6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500"/>
              <a:buNone/>
              <a:defRPr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580" name="Google Shape;4580;p43"/>
          <p:cNvSpPr txBox="1"/>
          <p:nvPr>
            <p:ph idx="2" type="title"/>
          </p:nvPr>
        </p:nvSpPr>
        <p:spPr>
          <a:xfrm>
            <a:off x="1592400" y="1407600"/>
            <a:ext cx="2246400" cy="5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581" name="Google Shape;4581;p43"/>
          <p:cNvSpPr txBox="1"/>
          <p:nvPr>
            <p:ph idx="1" type="subTitle"/>
          </p:nvPr>
        </p:nvSpPr>
        <p:spPr>
          <a:xfrm>
            <a:off x="1592400" y="1885500"/>
            <a:ext cx="22464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4582" name="Google Shape;4582;p43"/>
          <p:cNvSpPr txBox="1"/>
          <p:nvPr>
            <p:ph idx="3" type="title"/>
          </p:nvPr>
        </p:nvSpPr>
        <p:spPr>
          <a:xfrm>
            <a:off x="1592400" y="2512800"/>
            <a:ext cx="2246400" cy="5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583" name="Google Shape;4583;p43"/>
          <p:cNvSpPr txBox="1"/>
          <p:nvPr>
            <p:ph idx="4" type="subTitle"/>
          </p:nvPr>
        </p:nvSpPr>
        <p:spPr>
          <a:xfrm>
            <a:off x="1592400" y="2990700"/>
            <a:ext cx="22464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4584" name="Google Shape;4584;p43"/>
          <p:cNvSpPr txBox="1"/>
          <p:nvPr>
            <p:ph idx="5" type="title"/>
          </p:nvPr>
        </p:nvSpPr>
        <p:spPr>
          <a:xfrm>
            <a:off x="1592400" y="3618900"/>
            <a:ext cx="2246400" cy="5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585" name="Google Shape;4585;p43"/>
          <p:cNvSpPr txBox="1"/>
          <p:nvPr>
            <p:ph idx="6" type="subTitle"/>
          </p:nvPr>
        </p:nvSpPr>
        <p:spPr>
          <a:xfrm>
            <a:off x="1592400" y="4096800"/>
            <a:ext cx="22464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4586" name="Google Shape;4586;p43"/>
          <p:cNvSpPr/>
          <p:nvPr/>
        </p:nvSpPr>
        <p:spPr>
          <a:xfrm>
            <a:off x="4547726" y="49970"/>
            <a:ext cx="1851686" cy="342426"/>
          </a:xfrm>
          <a:custGeom>
            <a:rect b="b" l="l" r="r" t="t"/>
            <a:pathLst>
              <a:path extrusionOk="0" h="4281" w="23162">
                <a:moveTo>
                  <a:pt x="12634" y="0"/>
                </a:moveTo>
                <a:cubicBezTo>
                  <a:pt x="11685" y="0"/>
                  <a:pt x="10826" y="596"/>
                  <a:pt x="10153" y="1849"/>
                </a:cubicBezTo>
                <a:cubicBezTo>
                  <a:pt x="8810" y="1477"/>
                  <a:pt x="7539" y="1314"/>
                  <a:pt x="6378" y="1314"/>
                </a:cubicBezTo>
                <a:cubicBezTo>
                  <a:pt x="2992" y="1314"/>
                  <a:pt x="544" y="2696"/>
                  <a:pt x="0" y="4281"/>
                </a:cubicBezTo>
                <a:lnTo>
                  <a:pt x="23162" y="4281"/>
                </a:lnTo>
                <a:cubicBezTo>
                  <a:pt x="22864" y="3777"/>
                  <a:pt x="20924" y="2045"/>
                  <a:pt x="18685" y="2045"/>
                </a:cubicBezTo>
                <a:cubicBezTo>
                  <a:pt x="17954" y="2045"/>
                  <a:pt x="17192" y="2229"/>
                  <a:pt x="16445" y="2700"/>
                </a:cubicBezTo>
                <a:cubicBezTo>
                  <a:pt x="15158" y="940"/>
                  <a:pt x="13825" y="0"/>
                  <a:pt x="12634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4_1">
    <p:spTree>
      <p:nvGrpSpPr>
        <p:cNvPr id="4587" name="Shape 4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88" name="Google Shape;4588;p44"/>
          <p:cNvGrpSpPr/>
          <p:nvPr/>
        </p:nvGrpSpPr>
        <p:grpSpPr>
          <a:xfrm>
            <a:off x="-15975" y="-52"/>
            <a:ext cx="9175950" cy="5143406"/>
            <a:chOff x="-15975" y="-52"/>
            <a:chExt cx="9175950" cy="5143406"/>
          </a:xfrm>
        </p:grpSpPr>
        <p:sp>
          <p:nvSpPr>
            <p:cNvPr id="4589" name="Google Shape;4589;p44"/>
            <p:cNvSpPr/>
            <p:nvPr/>
          </p:nvSpPr>
          <p:spPr>
            <a:xfrm rot="5400000">
              <a:off x="4570450" y="-378255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0" name="Google Shape;4590;p44"/>
            <p:cNvSpPr/>
            <p:nvPr/>
          </p:nvSpPr>
          <p:spPr>
            <a:xfrm rot="5400000">
              <a:off x="4570450" y="-276311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1" name="Google Shape;4591;p44"/>
            <p:cNvSpPr/>
            <p:nvPr/>
          </p:nvSpPr>
          <p:spPr>
            <a:xfrm rot="5400000">
              <a:off x="4570450" y="-174368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2" name="Google Shape;4592;p44"/>
            <p:cNvSpPr/>
            <p:nvPr/>
          </p:nvSpPr>
          <p:spPr>
            <a:xfrm rot="5400000">
              <a:off x="4570450" y="-72425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3" name="Google Shape;4593;p44"/>
            <p:cNvSpPr/>
            <p:nvPr/>
          </p:nvSpPr>
          <p:spPr>
            <a:xfrm rot="5400000">
              <a:off x="4570450" y="295184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4" name="Google Shape;4594;p44"/>
            <p:cNvSpPr/>
            <p:nvPr/>
          </p:nvSpPr>
          <p:spPr>
            <a:xfrm rot="5400000">
              <a:off x="4570450" y="-429226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5" name="Google Shape;4595;p44"/>
            <p:cNvSpPr/>
            <p:nvPr/>
          </p:nvSpPr>
          <p:spPr>
            <a:xfrm rot="5400000">
              <a:off x="4570450" y="-327283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6" name="Google Shape;4596;p44"/>
            <p:cNvSpPr/>
            <p:nvPr/>
          </p:nvSpPr>
          <p:spPr>
            <a:xfrm rot="5400000">
              <a:off x="4570450" y="-225340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7" name="Google Shape;4597;p44"/>
            <p:cNvSpPr/>
            <p:nvPr/>
          </p:nvSpPr>
          <p:spPr>
            <a:xfrm rot="5400000">
              <a:off x="4570450" y="-123396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8" name="Google Shape;4598;p44"/>
            <p:cNvSpPr/>
            <p:nvPr/>
          </p:nvSpPr>
          <p:spPr>
            <a:xfrm rot="5400000">
              <a:off x="4570450" y="-21453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9" name="Google Shape;4599;p44"/>
            <p:cNvSpPr/>
            <p:nvPr/>
          </p:nvSpPr>
          <p:spPr>
            <a:xfrm>
              <a:off x="5081305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0" name="Google Shape;4600;p44"/>
            <p:cNvSpPr/>
            <p:nvPr/>
          </p:nvSpPr>
          <p:spPr>
            <a:xfrm>
              <a:off x="6100964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1" name="Google Shape;4601;p44"/>
            <p:cNvSpPr/>
            <p:nvPr/>
          </p:nvSpPr>
          <p:spPr>
            <a:xfrm>
              <a:off x="7120623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2" name="Google Shape;4602;p44"/>
            <p:cNvSpPr/>
            <p:nvPr/>
          </p:nvSpPr>
          <p:spPr>
            <a:xfrm>
              <a:off x="8140282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3" name="Google Shape;4603;p44"/>
            <p:cNvSpPr/>
            <p:nvPr/>
          </p:nvSpPr>
          <p:spPr>
            <a:xfrm>
              <a:off x="5591134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4" name="Google Shape;4604;p44"/>
            <p:cNvSpPr/>
            <p:nvPr/>
          </p:nvSpPr>
          <p:spPr>
            <a:xfrm>
              <a:off x="6610793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5" name="Google Shape;4605;p44"/>
            <p:cNvSpPr/>
            <p:nvPr/>
          </p:nvSpPr>
          <p:spPr>
            <a:xfrm>
              <a:off x="7630452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6" name="Google Shape;4606;p44"/>
            <p:cNvSpPr/>
            <p:nvPr/>
          </p:nvSpPr>
          <p:spPr>
            <a:xfrm>
              <a:off x="8650111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607" name="Google Shape;4607;p44"/>
            <p:cNvGrpSpPr/>
            <p:nvPr/>
          </p:nvGrpSpPr>
          <p:grpSpPr>
            <a:xfrm>
              <a:off x="-15975" y="-52"/>
              <a:ext cx="4587484" cy="5143406"/>
              <a:chOff x="-9275" y="-1994782"/>
              <a:chExt cx="4587484" cy="9140583"/>
            </a:xfrm>
          </p:grpSpPr>
          <p:sp>
            <p:nvSpPr>
              <p:cNvPr id="4608" name="Google Shape;4608;p44"/>
              <p:cNvSpPr/>
              <p:nvPr/>
            </p:nvSpPr>
            <p:spPr>
              <a:xfrm>
                <a:off x="50044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09" name="Google Shape;4609;p44"/>
              <p:cNvSpPr/>
              <p:nvPr/>
            </p:nvSpPr>
            <p:spPr>
              <a:xfrm>
                <a:off x="15198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10" name="Google Shape;4610;p44"/>
              <p:cNvSpPr/>
              <p:nvPr/>
            </p:nvSpPr>
            <p:spPr>
              <a:xfrm>
                <a:off x="253930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11" name="Google Shape;4611;p44"/>
              <p:cNvSpPr/>
              <p:nvPr/>
            </p:nvSpPr>
            <p:spPr>
              <a:xfrm>
                <a:off x="355874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12" name="Google Shape;4612;p44"/>
              <p:cNvSpPr/>
              <p:nvPr/>
            </p:nvSpPr>
            <p:spPr>
              <a:xfrm>
                <a:off x="45781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13" name="Google Shape;4613;p44"/>
              <p:cNvSpPr/>
              <p:nvPr/>
            </p:nvSpPr>
            <p:spPr>
              <a:xfrm>
                <a:off x="101015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14" name="Google Shape;4614;p44"/>
              <p:cNvSpPr/>
              <p:nvPr/>
            </p:nvSpPr>
            <p:spPr>
              <a:xfrm>
                <a:off x="202959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15" name="Google Shape;4615;p44"/>
              <p:cNvSpPr/>
              <p:nvPr/>
            </p:nvSpPr>
            <p:spPr>
              <a:xfrm>
                <a:off x="304902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16" name="Google Shape;4616;p44"/>
              <p:cNvSpPr/>
              <p:nvPr/>
            </p:nvSpPr>
            <p:spPr>
              <a:xfrm>
                <a:off x="406845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17" name="Google Shape;4617;p44"/>
              <p:cNvSpPr/>
              <p:nvPr/>
            </p:nvSpPr>
            <p:spPr>
              <a:xfrm>
                <a:off x="-92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618" name="Google Shape;4618;p44"/>
            <p:cNvSpPr/>
            <p:nvPr/>
          </p:nvSpPr>
          <p:spPr>
            <a:xfrm>
              <a:off x="9159941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19" name="Google Shape;4619;p44"/>
          <p:cNvSpPr/>
          <p:nvPr/>
        </p:nvSpPr>
        <p:spPr>
          <a:xfrm>
            <a:off x="0" y="-75"/>
            <a:ext cx="9144000" cy="5143500"/>
          </a:xfrm>
          <a:prstGeom prst="rect">
            <a:avLst/>
          </a:prstGeom>
          <a:solidFill>
            <a:srgbClr val="D6E3EA">
              <a:alpha val="398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0" name="Google Shape;4620;p44"/>
          <p:cNvSpPr/>
          <p:nvPr/>
        </p:nvSpPr>
        <p:spPr>
          <a:xfrm>
            <a:off x="8423997" y="230400"/>
            <a:ext cx="627009" cy="570231"/>
          </a:xfrm>
          <a:custGeom>
            <a:rect b="b" l="l" r="r" t="t"/>
            <a:pathLst>
              <a:path extrusionOk="0" h="7129" w="7843">
                <a:moveTo>
                  <a:pt x="3921" y="1"/>
                </a:moveTo>
                <a:cubicBezTo>
                  <a:pt x="3010" y="1"/>
                  <a:pt x="2098" y="343"/>
                  <a:pt x="1399" y="1027"/>
                </a:cubicBezTo>
                <a:cubicBezTo>
                  <a:pt x="0" y="2425"/>
                  <a:pt x="0" y="4705"/>
                  <a:pt x="1399" y="6103"/>
                </a:cubicBezTo>
                <a:cubicBezTo>
                  <a:pt x="2098" y="6787"/>
                  <a:pt x="3010" y="7129"/>
                  <a:pt x="3921" y="7129"/>
                </a:cubicBezTo>
                <a:cubicBezTo>
                  <a:pt x="4833" y="7129"/>
                  <a:pt x="5745" y="6787"/>
                  <a:pt x="6444" y="6103"/>
                </a:cubicBezTo>
                <a:cubicBezTo>
                  <a:pt x="7843" y="4705"/>
                  <a:pt x="7843" y="2425"/>
                  <a:pt x="6444" y="1027"/>
                </a:cubicBezTo>
                <a:cubicBezTo>
                  <a:pt x="5745" y="343"/>
                  <a:pt x="4833" y="1"/>
                  <a:pt x="3921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621" name="Google Shape;4621;p44"/>
          <p:cNvGrpSpPr/>
          <p:nvPr/>
        </p:nvGrpSpPr>
        <p:grpSpPr>
          <a:xfrm>
            <a:off x="7647030" y="3998946"/>
            <a:ext cx="1496970" cy="1108547"/>
            <a:chOff x="7609470" y="3938246"/>
            <a:chExt cx="1496970" cy="1108547"/>
          </a:xfrm>
        </p:grpSpPr>
        <p:sp>
          <p:nvSpPr>
            <p:cNvPr id="4622" name="Google Shape;4622;p44"/>
            <p:cNvSpPr/>
            <p:nvPr/>
          </p:nvSpPr>
          <p:spPr>
            <a:xfrm flipH="1">
              <a:off x="7609470" y="3938246"/>
              <a:ext cx="1494572" cy="1108547"/>
            </a:xfrm>
            <a:custGeom>
              <a:rect b="b" l="l" r="r" t="t"/>
              <a:pathLst>
                <a:path extrusionOk="0" h="13859" w="18695">
                  <a:moveTo>
                    <a:pt x="1447" y="0"/>
                  </a:moveTo>
                  <a:cubicBezTo>
                    <a:pt x="1061" y="0"/>
                    <a:pt x="617" y="130"/>
                    <a:pt x="122" y="424"/>
                  </a:cubicBezTo>
                  <a:cubicBezTo>
                    <a:pt x="92" y="424"/>
                    <a:pt x="61" y="454"/>
                    <a:pt x="1" y="454"/>
                  </a:cubicBezTo>
                  <a:lnTo>
                    <a:pt x="1" y="13858"/>
                  </a:lnTo>
                  <a:lnTo>
                    <a:pt x="18694" y="13858"/>
                  </a:lnTo>
                  <a:cubicBezTo>
                    <a:pt x="18451" y="13038"/>
                    <a:pt x="17752" y="12339"/>
                    <a:pt x="16992" y="12035"/>
                  </a:cubicBezTo>
                  <a:cubicBezTo>
                    <a:pt x="16604" y="11877"/>
                    <a:pt x="16196" y="11814"/>
                    <a:pt x="15780" y="11814"/>
                  </a:cubicBezTo>
                  <a:cubicBezTo>
                    <a:pt x="15320" y="11814"/>
                    <a:pt x="14850" y="11891"/>
                    <a:pt x="14389" y="12002"/>
                  </a:cubicBezTo>
                  <a:lnTo>
                    <a:pt x="14389" y="12002"/>
                  </a:lnTo>
                  <a:cubicBezTo>
                    <a:pt x="14540" y="11959"/>
                    <a:pt x="14746" y="11667"/>
                    <a:pt x="14864" y="11548"/>
                  </a:cubicBezTo>
                  <a:cubicBezTo>
                    <a:pt x="15138" y="11244"/>
                    <a:pt x="15351" y="10940"/>
                    <a:pt x="15411" y="10576"/>
                  </a:cubicBezTo>
                  <a:cubicBezTo>
                    <a:pt x="15472" y="10120"/>
                    <a:pt x="15320" y="9664"/>
                    <a:pt x="15047" y="9299"/>
                  </a:cubicBezTo>
                  <a:cubicBezTo>
                    <a:pt x="14653" y="8827"/>
                    <a:pt x="14011" y="8581"/>
                    <a:pt x="13374" y="8581"/>
                  </a:cubicBezTo>
                  <a:cubicBezTo>
                    <a:pt x="13272" y="8581"/>
                    <a:pt x="13171" y="8588"/>
                    <a:pt x="13071" y="8600"/>
                  </a:cubicBezTo>
                  <a:lnTo>
                    <a:pt x="12980" y="8600"/>
                  </a:lnTo>
                  <a:cubicBezTo>
                    <a:pt x="12828" y="8630"/>
                    <a:pt x="12706" y="8630"/>
                    <a:pt x="12554" y="8691"/>
                  </a:cubicBezTo>
                  <a:cubicBezTo>
                    <a:pt x="12213" y="8835"/>
                    <a:pt x="11894" y="9021"/>
                    <a:pt x="11601" y="9243"/>
                  </a:cubicBezTo>
                  <a:lnTo>
                    <a:pt x="11601" y="9243"/>
                  </a:lnTo>
                  <a:cubicBezTo>
                    <a:pt x="11894" y="8923"/>
                    <a:pt x="12183" y="8555"/>
                    <a:pt x="12311" y="8235"/>
                  </a:cubicBezTo>
                  <a:cubicBezTo>
                    <a:pt x="13246" y="6312"/>
                    <a:pt x="11645" y="3636"/>
                    <a:pt x="9345" y="3636"/>
                  </a:cubicBezTo>
                  <a:cubicBezTo>
                    <a:pt x="9028" y="3636"/>
                    <a:pt x="8698" y="3687"/>
                    <a:pt x="8359" y="3798"/>
                  </a:cubicBezTo>
                  <a:cubicBezTo>
                    <a:pt x="7436" y="4182"/>
                    <a:pt x="6643" y="4956"/>
                    <a:pt x="6052" y="5864"/>
                  </a:cubicBezTo>
                  <a:lnTo>
                    <a:pt x="6052" y="5864"/>
                  </a:lnTo>
                  <a:cubicBezTo>
                    <a:pt x="7044" y="3936"/>
                    <a:pt x="6013" y="2566"/>
                    <a:pt x="4822" y="2566"/>
                  </a:cubicBezTo>
                  <a:cubicBezTo>
                    <a:pt x="4146" y="2566"/>
                    <a:pt x="3418" y="3008"/>
                    <a:pt x="2979" y="4041"/>
                  </a:cubicBezTo>
                  <a:cubicBezTo>
                    <a:pt x="3611" y="2050"/>
                    <a:pt x="2981" y="0"/>
                    <a:pt x="144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3" name="Google Shape;4623;p44"/>
            <p:cNvSpPr/>
            <p:nvPr/>
          </p:nvSpPr>
          <p:spPr>
            <a:xfrm flipH="1">
              <a:off x="8221849" y="4367699"/>
              <a:ext cx="884591" cy="679094"/>
            </a:xfrm>
            <a:custGeom>
              <a:rect b="b" l="l" r="r" t="t"/>
              <a:pathLst>
                <a:path extrusionOk="0" h="8490" w="11065">
                  <a:moveTo>
                    <a:pt x="486" y="1"/>
                  </a:moveTo>
                  <a:cubicBezTo>
                    <a:pt x="321" y="1"/>
                    <a:pt x="157" y="33"/>
                    <a:pt x="0" y="100"/>
                  </a:cubicBezTo>
                  <a:lnTo>
                    <a:pt x="0" y="8489"/>
                  </a:lnTo>
                  <a:lnTo>
                    <a:pt x="11064" y="8489"/>
                  </a:lnTo>
                  <a:cubicBezTo>
                    <a:pt x="10912" y="8003"/>
                    <a:pt x="10487" y="7578"/>
                    <a:pt x="10031" y="7426"/>
                  </a:cubicBezTo>
                  <a:cubicBezTo>
                    <a:pt x="9799" y="7339"/>
                    <a:pt x="9553" y="7300"/>
                    <a:pt x="9303" y="7300"/>
                  </a:cubicBezTo>
                  <a:cubicBezTo>
                    <a:pt x="9029" y="7300"/>
                    <a:pt x="8751" y="7346"/>
                    <a:pt x="8481" y="7426"/>
                  </a:cubicBezTo>
                  <a:cubicBezTo>
                    <a:pt x="8754" y="6939"/>
                    <a:pt x="8389" y="6271"/>
                    <a:pt x="7903" y="6058"/>
                  </a:cubicBezTo>
                  <a:cubicBezTo>
                    <a:pt x="7756" y="6003"/>
                    <a:pt x="7601" y="5978"/>
                    <a:pt x="7444" y="5978"/>
                  </a:cubicBezTo>
                  <a:cubicBezTo>
                    <a:pt x="7152" y="5978"/>
                    <a:pt x="6851" y="6063"/>
                    <a:pt x="6580" y="6195"/>
                  </a:cubicBezTo>
                  <a:lnTo>
                    <a:pt x="6580" y="6195"/>
                  </a:lnTo>
                  <a:cubicBezTo>
                    <a:pt x="6903" y="5981"/>
                    <a:pt x="7137" y="5620"/>
                    <a:pt x="7265" y="5237"/>
                  </a:cubicBezTo>
                  <a:cubicBezTo>
                    <a:pt x="7801" y="4084"/>
                    <a:pt x="6846" y="2504"/>
                    <a:pt x="5507" y="2504"/>
                  </a:cubicBezTo>
                  <a:cubicBezTo>
                    <a:pt x="5329" y="2504"/>
                    <a:pt x="5144" y="2532"/>
                    <a:pt x="4955" y="2593"/>
                  </a:cubicBezTo>
                  <a:cubicBezTo>
                    <a:pt x="4359" y="2836"/>
                    <a:pt x="3885" y="3321"/>
                    <a:pt x="3509" y="3896"/>
                  </a:cubicBezTo>
                  <a:lnTo>
                    <a:pt x="3509" y="3896"/>
                  </a:lnTo>
                  <a:cubicBezTo>
                    <a:pt x="4180" y="2709"/>
                    <a:pt x="3551" y="1867"/>
                    <a:pt x="2823" y="1867"/>
                  </a:cubicBezTo>
                  <a:cubicBezTo>
                    <a:pt x="2423" y="1867"/>
                    <a:pt x="1993" y="2122"/>
                    <a:pt x="1733" y="2714"/>
                  </a:cubicBezTo>
                  <a:cubicBezTo>
                    <a:pt x="2381" y="1081"/>
                    <a:pt x="1437" y="1"/>
                    <a:pt x="4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4" name="Google Shape;4624;p44"/>
            <p:cNvSpPr/>
            <p:nvPr/>
          </p:nvSpPr>
          <p:spPr>
            <a:xfrm flipH="1">
              <a:off x="8165967" y="4144614"/>
              <a:ext cx="82743" cy="75988"/>
            </a:xfrm>
            <a:custGeom>
              <a:rect b="b" l="l" r="r" t="t"/>
              <a:pathLst>
                <a:path extrusionOk="0" h="950" w="1035">
                  <a:moveTo>
                    <a:pt x="998" y="1"/>
                  </a:moveTo>
                  <a:cubicBezTo>
                    <a:pt x="894" y="1"/>
                    <a:pt x="584" y="21"/>
                    <a:pt x="335" y="245"/>
                  </a:cubicBezTo>
                  <a:cubicBezTo>
                    <a:pt x="31" y="488"/>
                    <a:pt x="1" y="944"/>
                    <a:pt x="1" y="944"/>
                  </a:cubicBezTo>
                  <a:cubicBezTo>
                    <a:pt x="1" y="944"/>
                    <a:pt x="38" y="950"/>
                    <a:pt x="99" y="950"/>
                  </a:cubicBezTo>
                  <a:cubicBezTo>
                    <a:pt x="235" y="950"/>
                    <a:pt x="490" y="921"/>
                    <a:pt x="700" y="731"/>
                  </a:cubicBezTo>
                  <a:cubicBezTo>
                    <a:pt x="1004" y="458"/>
                    <a:pt x="1034" y="2"/>
                    <a:pt x="1034" y="2"/>
                  </a:cubicBezTo>
                  <a:cubicBezTo>
                    <a:pt x="1034" y="2"/>
                    <a:pt x="1021" y="1"/>
                    <a:pt x="99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5" name="Google Shape;4625;p44"/>
            <p:cNvSpPr/>
            <p:nvPr/>
          </p:nvSpPr>
          <p:spPr>
            <a:xfrm flipH="1">
              <a:off x="8853654" y="4378097"/>
              <a:ext cx="82743" cy="116782"/>
            </a:xfrm>
            <a:custGeom>
              <a:rect b="b" l="l" r="r" t="t"/>
              <a:pathLst>
                <a:path extrusionOk="0" h="1460" w="1035">
                  <a:moveTo>
                    <a:pt x="913" y="1"/>
                  </a:moveTo>
                  <a:lnTo>
                    <a:pt x="913" y="1"/>
                  </a:lnTo>
                  <a:cubicBezTo>
                    <a:pt x="913" y="1"/>
                    <a:pt x="457" y="153"/>
                    <a:pt x="244" y="548"/>
                  </a:cubicBezTo>
                  <a:cubicBezTo>
                    <a:pt x="1" y="913"/>
                    <a:pt x="123" y="1460"/>
                    <a:pt x="123" y="1460"/>
                  </a:cubicBezTo>
                  <a:cubicBezTo>
                    <a:pt x="123" y="1460"/>
                    <a:pt x="578" y="1308"/>
                    <a:pt x="791" y="913"/>
                  </a:cubicBezTo>
                  <a:cubicBezTo>
                    <a:pt x="1034" y="548"/>
                    <a:pt x="913" y="1"/>
                    <a:pt x="9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6" name="Google Shape;4626;p44"/>
            <p:cNvSpPr/>
            <p:nvPr/>
          </p:nvSpPr>
          <p:spPr>
            <a:xfrm flipH="1">
              <a:off x="8255906" y="4047429"/>
              <a:ext cx="77786" cy="165414"/>
            </a:xfrm>
            <a:custGeom>
              <a:rect b="b" l="l" r="r" t="t"/>
              <a:pathLst>
                <a:path extrusionOk="0" h="2068" w="973">
                  <a:moveTo>
                    <a:pt x="243" y="1"/>
                  </a:moveTo>
                  <a:cubicBezTo>
                    <a:pt x="243" y="1"/>
                    <a:pt x="0" y="578"/>
                    <a:pt x="91" y="1156"/>
                  </a:cubicBezTo>
                  <a:cubicBezTo>
                    <a:pt x="213" y="1703"/>
                    <a:pt x="699" y="2068"/>
                    <a:pt x="699" y="2068"/>
                  </a:cubicBezTo>
                  <a:cubicBezTo>
                    <a:pt x="699" y="2068"/>
                    <a:pt x="973" y="1490"/>
                    <a:pt x="851" y="913"/>
                  </a:cubicBezTo>
                  <a:cubicBezTo>
                    <a:pt x="760" y="335"/>
                    <a:pt x="243" y="1"/>
                    <a:pt x="2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627" name="Google Shape;4627;p44"/>
          <p:cNvGrpSpPr/>
          <p:nvPr/>
        </p:nvGrpSpPr>
        <p:grpSpPr>
          <a:xfrm flipH="1">
            <a:off x="-518902" y="2809772"/>
            <a:ext cx="1496970" cy="2297721"/>
            <a:chOff x="243098" y="2746672"/>
            <a:chExt cx="1496970" cy="2297721"/>
          </a:xfrm>
        </p:grpSpPr>
        <p:sp>
          <p:nvSpPr>
            <p:cNvPr id="4628" name="Google Shape;4628;p44"/>
            <p:cNvSpPr/>
            <p:nvPr/>
          </p:nvSpPr>
          <p:spPr>
            <a:xfrm>
              <a:off x="789842" y="4086383"/>
              <a:ext cx="461762" cy="958010"/>
            </a:xfrm>
            <a:custGeom>
              <a:rect b="b" l="l" r="r" t="t"/>
              <a:pathLst>
                <a:path extrusionOk="0" h="11977" w="5776">
                  <a:moveTo>
                    <a:pt x="2888" y="0"/>
                  </a:moveTo>
                  <a:lnTo>
                    <a:pt x="2797" y="2219"/>
                  </a:lnTo>
                  <a:lnTo>
                    <a:pt x="1611" y="1307"/>
                  </a:lnTo>
                  <a:lnTo>
                    <a:pt x="1520" y="1429"/>
                  </a:lnTo>
                  <a:lnTo>
                    <a:pt x="2645" y="2797"/>
                  </a:lnTo>
                  <a:lnTo>
                    <a:pt x="2432" y="7082"/>
                  </a:lnTo>
                  <a:lnTo>
                    <a:pt x="1885" y="6535"/>
                  </a:lnTo>
                  <a:lnTo>
                    <a:pt x="1915" y="5076"/>
                  </a:lnTo>
                  <a:lnTo>
                    <a:pt x="1703" y="5015"/>
                  </a:lnTo>
                  <a:lnTo>
                    <a:pt x="1520" y="6201"/>
                  </a:lnTo>
                  <a:lnTo>
                    <a:pt x="152" y="5015"/>
                  </a:lnTo>
                  <a:lnTo>
                    <a:pt x="0" y="5137"/>
                  </a:lnTo>
                  <a:lnTo>
                    <a:pt x="2310" y="7812"/>
                  </a:lnTo>
                  <a:lnTo>
                    <a:pt x="2007" y="11976"/>
                  </a:lnTo>
                  <a:lnTo>
                    <a:pt x="3891" y="11976"/>
                  </a:lnTo>
                  <a:lnTo>
                    <a:pt x="3678" y="6748"/>
                  </a:lnTo>
                  <a:lnTo>
                    <a:pt x="4681" y="5107"/>
                  </a:lnTo>
                  <a:lnTo>
                    <a:pt x="5776" y="4955"/>
                  </a:lnTo>
                  <a:lnTo>
                    <a:pt x="5776" y="4772"/>
                  </a:lnTo>
                  <a:lnTo>
                    <a:pt x="4803" y="4803"/>
                  </a:lnTo>
                  <a:lnTo>
                    <a:pt x="5350" y="3921"/>
                  </a:lnTo>
                  <a:lnTo>
                    <a:pt x="5228" y="3800"/>
                  </a:lnTo>
                  <a:lnTo>
                    <a:pt x="3678" y="5471"/>
                  </a:lnTo>
                  <a:lnTo>
                    <a:pt x="3405" y="2736"/>
                  </a:lnTo>
                  <a:lnTo>
                    <a:pt x="319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9" name="Google Shape;4629;p44"/>
            <p:cNvSpPr/>
            <p:nvPr/>
          </p:nvSpPr>
          <p:spPr>
            <a:xfrm>
              <a:off x="274676" y="2746672"/>
              <a:ext cx="1465392" cy="1589112"/>
            </a:xfrm>
            <a:custGeom>
              <a:rect b="b" l="l" r="r" t="t"/>
              <a:pathLst>
                <a:path extrusionOk="0" h="19867" w="18330">
                  <a:moveTo>
                    <a:pt x="9682" y="1"/>
                  </a:moveTo>
                  <a:cubicBezTo>
                    <a:pt x="9666" y="1"/>
                    <a:pt x="9651" y="1"/>
                    <a:pt x="9636" y="1"/>
                  </a:cubicBezTo>
                  <a:cubicBezTo>
                    <a:pt x="8663" y="32"/>
                    <a:pt x="7873" y="731"/>
                    <a:pt x="7265" y="1460"/>
                  </a:cubicBezTo>
                  <a:cubicBezTo>
                    <a:pt x="6019" y="2980"/>
                    <a:pt x="5259" y="4865"/>
                    <a:pt x="5107" y="6840"/>
                  </a:cubicBezTo>
                  <a:cubicBezTo>
                    <a:pt x="4712" y="6354"/>
                    <a:pt x="4377" y="5868"/>
                    <a:pt x="3891" y="5472"/>
                  </a:cubicBezTo>
                  <a:cubicBezTo>
                    <a:pt x="3485" y="5168"/>
                    <a:pt x="2993" y="4926"/>
                    <a:pt x="2488" y="4926"/>
                  </a:cubicBezTo>
                  <a:cubicBezTo>
                    <a:pt x="2389" y="4926"/>
                    <a:pt x="2289" y="4936"/>
                    <a:pt x="2189" y="4956"/>
                  </a:cubicBezTo>
                  <a:cubicBezTo>
                    <a:pt x="1186" y="5108"/>
                    <a:pt x="548" y="6111"/>
                    <a:pt x="274" y="7114"/>
                  </a:cubicBezTo>
                  <a:cubicBezTo>
                    <a:pt x="1" y="8178"/>
                    <a:pt x="61" y="9272"/>
                    <a:pt x="396" y="10305"/>
                  </a:cubicBezTo>
                  <a:cubicBezTo>
                    <a:pt x="912" y="12007"/>
                    <a:pt x="2219" y="13375"/>
                    <a:pt x="3466" y="14622"/>
                  </a:cubicBezTo>
                  <a:cubicBezTo>
                    <a:pt x="3336" y="14567"/>
                    <a:pt x="3199" y="14541"/>
                    <a:pt x="3063" y="14541"/>
                  </a:cubicBezTo>
                  <a:cubicBezTo>
                    <a:pt x="2595" y="14541"/>
                    <a:pt x="2127" y="14843"/>
                    <a:pt x="1915" y="15290"/>
                  </a:cubicBezTo>
                  <a:cubicBezTo>
                    <a:pt x="1520" y="16050"/>
                    <a:pt x="1915" y="16901"/>
                    <a:pt x="2402" y="17509"/>
                  </a:cubicBezTo>
                  <a:cubicBezTo>
                    <a:pt x="2858" y="18026"/>
                    <a:pt x="3435" y="18391"/>
                    <a:pt x="4043" y="18695"/>
                  </a:cubicBezTo>
                  <a:cubicBezTo>
                    <a:pt x="5651" y="19498"/>
                    <a:pt x="7434" y="19866"/>
                    <a:pt x="9228" y="19866"/>
                  </a:cubicBezTo>
                  <a:cubicBezTo>
                    <a:pt x="11164" y="19866"/>
                    <a:pt x="13112" y="19437"/>
                    <a:pt x="14864" y="18664"/>
                  </a:cubicBezTo>
                  <a:cubicBezTo>
                    <a:pt x="16110" y="18117"/>
                    <a:pt x="16992" y="17205"/>
                    <a:pt x="17691" y="15989"/>
                  </a:cubicBezTo>
                  <a:cubicBezTo>
                    <a:pt x="18147" y="15290"/>
                    <a:pt x="18299" y="14439"/>
                    <a:pt x="18329" y="13649"/>
                  </a:cubicBezTo>
                  <a:cubicBezTo>
                    <a:pt x="18329" y="13102"/>
                    <a:pt x="18299" y="12585"/>
                    <a:pt x="18086" y="12129"/>
                  </a:cubicBezTo>
                  <a:cubicBezTo>
                    <a:pt x="17873" y="11673"/>
                    <a:pt x="17448" y="11248"/>
                    <a:pt x="16931" y="11187"/>
                  </a:cubicBezTo>
                  <a:cubicBezTo>
                    <a:pt x="16869" y="11174"/>
                    <a:pt x="16804" y="11168"/>
                    <a:pt x="16739" y="11168"/>
                  </a:cubicBezTo>
                  <a:cubicBezTo>
                    <a:pt x="16511" y="11168"/>
                    <a:pt x="16279" y="11244"/>
                    <a:pt x="16148" y="11384"/>
                  </a:cubicBezTo>
                  <a:lnTo>
                    <a:pt x="16148" y="11384"/>
                  </a:lnTo>
                  <a:cubicBezTo>
                    <a:pt x="16711" y="10695"/>
                    <a:pt x="17239" y="9890"/>
                    <a:pt x="17448" y="8998"/>
                  </a:cubicBezTo>
                  <a:cubicBezTo>
                    <a:pt x="17691" y="8086"/>
                    <a:pt x="17569" y="7083"/>
                    <a:pt x="16961" y="6384"/>
                  </a:cubicBezTo>
                  <a:cubicBezTo>
                    <a:pt x="16487" y="5810"/>
                    <a:pt x="15766" y="5523"/>
                    <a:pt x="15019" y="5523"/>
                  </a:cubicBezTo>
                  <a:cubicBezTo>
                    <a:pt x="14856" y="5523"/>
                    <a:pt x="14692" y="5536"/>
                    <a:pt x="14530" y="5564"/>
                  </a:cubicBezTo>
                  <a:cubicBezTo>
                    <a:pt x="13618" y="5716"/>
                    <a:pt x="12858" y="6202"/>
                    <a:pt x="12250" y="6871"/>
                  </a:cubicBezTo>
                  <a:cubicBezTo>
                    <a:pt x="12311" y="5472"/>
                    <a:pt x="12615" y="4074"/>
                    <a:pt x="12372" y="2706"/>
                  </a:cubicBezTo>
                  <a:cubicBezTo>
                    <a:pt x="12101" y="1354"/>
                    <a:pt x="11057" y="1"/>
                    <a:pt x="968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0" name="Google Shape;4630;p44"/>
            <p:cNvSpPr/>
            <p:nvPr/>
          </p:nvSpPr>
          <p:spPr>
            <a:xfrm>
              <a:off x="635228" y="4360980"/>
              <a:ext cx="324817" cy="282356"/>
            </a:xfrm>
            <a:custGeom>
              <a:rect b="b" l="l" r="r" t="t"/>
              <a:pathLst>
                <a:path extrusionOk="0" h="3530" w="4063">
                  <a:moveTo>
                    <a:pt x="1850" y="0"/>
                  </a:moveTo>
                  <a:cubicBezTo>
                    <a:pt x="1502" y="0"/>
                    <a:pt x="1195" y="373"/>
                    <a:pt x="1570" y="944"/>
                  </a:cubicBezTo>
                  <a:cubicBezTo>
                    <a:pt x="1296" y="663"/>
                    <a:pt x="1033" y="551"/>
                    <a:pt x="819" y="551"/>
                  </a:cubicBezTo>
                  <a:cubicBezTo>
                    <a:pt x="223" y="551"/>
                    <a:pt x="1" y="1409"/>
                    <a:pt x="962" y="1856"/>
                  </a:cubicBezTo>
                  <a:cubicBezTo>
                    <a:pt x="37" y="1881"/>
                    <a:pt x="304" y="2974"/>
                    <a:pt x="969" y="2974"/>
                  </a:cubicBezTo>
                  <a:cubicBezTo>
                    <a:pt x="1100" y="2974"/>
                    <a:pt x="1247" y="2931"/>
                    <a:pt x="1403" y="2829"/>
                  </a:cubicBezTo>
                  <a:lnTo>
                    <a:pt x="1403" y="2829"/>
                  </a:lnTo>
                  <a:cubicBezTo>
                    <a:pt x="1083" y="3075"/>
                    <a:pt x="1301" y="3529"/>
                    <a:pt x="1714" y="3529"/>
                  </a:cubicBezTo>
                  <a:cubicBezTo>
                    <a:pt x="1726" y="3529"/>
                    <a:pt x="1739" y="3529"/>
                    <a:pt x="1752" y="3528"/>
                  </a:cubicBezTo>
                  <a:cubicBezTo>
                    <a:pt x="2877" y="3315"/>
                    <a:pt x="4062" y="1491"/>
                    <a:pt x="3029" y="519"/>
                  </a:cubicBezTo>
                  <a:cubicBezTo>
                    <a:pt x="2955" y="430"/>
                    <a:pt x="2810" y="370"/>
                    <a:pt x="2680" y="370"/>
                  </a:cubicBezTo>
                  <a:cubicBezTo>
                    <a:pt x="2542" y="370"/>
                    <a:pt x="2421" y="438"/>
                    <a:pt x="2421" y="610"/>
                  </a:cubicBezTo>
                  <a:cubicBezTo>
                    <a:pt x="2358" y="184"/>
                    <a:pt x="2094" y="0"/>
                    <a:pt x="185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1" name="Google Shape;4631;p44"/>
            <p:cNvSpPr/>
            <p:nvPr/>
          </p:nvSpPr>
          <p:spPr>
            <a:xfrm>
              <a:off x="663449" y="3468479"/>
              <a:ext cx="794733" cy="858426"/>
            </a:xfrm>
            <a:custGeom>
              <a:rect b="b" l="l" r="r" t="t"/>
              <a:pathLst>
                <a:path extrusionOk="0" h="10732" w="9941">
                  <a:moveTo>
                    <a:pt x="3393" y="0"/>
                  </a:moveTo>
                  <a:cubicBezTo>
                    <a:pt x="3295" y="0"/>
                    <a:pt x="3197" y="11"/>
                    <a:pt x="3101" y="35"/>
                  </a:cubicBezTo>
                  <a:cubicBezTo>
                    <a:pt x="2341" y="217"/>
                    <a:pt x="1977" y="1129"/>
                    <a:pt x="2068" y="1889"/>
                  </a:cubicBezTo>
                  <a:cubicBezTo>
                    <a:pt x="2129" y="2649"/>
                    <a:pt x="2524" y="3379"/>
                    <a:pt x="2797" y="4078"/>
                  </a:cubicBezTo>
                  <a:cubicBezTo>
                    <a:pt x="2435" y="3871"/>
                    <a:pt x="2029" y="3730"/>
                    <a:pt x="1598" y="3730"/>
                  </a:cubicBezTo>
                  <a:cubicBezTo>
                    <a:pt x="1522" y="3730"/>
                    <a:pt x="1446" y="3734"/>
                    <a:pt x="1369" y="3743"/>
                  </a:cubicBezTo>
                  <a:cubicBezTo>
                    <a:pt x="882" y="3835"/>
                    <a:pt x="426" y="4139"/>
                    <a:pt x="244" y="4594"/>
                  </a:cubicBezTo>
                  <a:cubicBezTo>
                    <a:pt x="1" y="5081"/>
                    <a:pt x="122" y="5598"/>
                    <a:pt x="396" y="6053"/>
                  </a:cubicBezTo>
                  <a:cubicBezTo>
                    <a:pt x="670" y="6479"/>
                    <a:pt x="1065" y="6813"/>
                    <a:pt x="1490" y="7117"/>
                  </a:cubicBezTo>
                  <a:cubicBezTo>
                    <a:pt x="1414" y="7087"/>
                    <a:pt x="1331" y="7072"/>
                    <a:pt x="1247" y="7072"/>
                  </a:cubicBezTo>
                  <a:cubicBezTo>
                    <a:pt x="1163" y="7072"/>
                    <a:pt x="1080" y="7087"/>
                    <a:pt x="1004" y="7117"/>
                  </a:cubicBezTo>
                  <a:cubicBezTo>
                    <a:pt x="730" y="7239"/>
                    <a:pt x="578" y="7512"/>
                    <a:pt x="548" y="7816"/>
                  </a:cubicBezTo>
                  <a:cubicBezTo>
                    <a:pt x="518" y="8090"/>
                    <a:pt x="578" y="8394"/>
                    <a:pt x="670" y="8637"/>
                  </a:cubicBezTo>
                  <a:cubicBezTo>
                    <a:pt x="822" y="9093"/>
                    <a:pt x="1034" y="9519"/>
                    <a:pt x="1338" y="9701"/>
                  </a:cubicBezTo>
                  <a:cubicBezTo>
                    <a:pt x="1885" y="10248"/>
                    <a:pt x="2493" y="10582"/>
                    <a:pt x="3253" y="10674"/>
                  </a:cubicBezTo>
                  <a:cubicBezTo>
                    <a:pt x="3573" y="10712"/>
                    <a:pt x="3897" y="10731"/>
                    <a:pt x="4223" y="10731"/>
                  </a:cubicBezTo>
                  <a:cubicBezTo>
                    <a:pt x="5969" y="10731"/>
                    <a:pt x="7747" y="10171"/>
                    <a:pt x="9028" y="8941"/>
                  </a:cubicBezTo>
                  <a:cubicBezTo>
                    <a:pt x="9272" y="8728"/>
                    <a:pt x="9545" y="8424"/>
                    <a:pt x="9697" y="8060"/>
                  </a:cubicBezTo>
                  <a:cubicBezTo>
                    <a:pt x="9879" y="7695"/>
                    <a:pt x="9940" y="7148"/>
                    <a:pt x="9636" y="6813"/>
                  </a:cubicBezTo>
                  <a:cubicBezTo>
                    <a:pt x="9478" y="6690"/>
                    <a:pt x="9268" y="6607"/>
                    <a:pt x="9066" y="6607"/>
                  </a:cubicBezTo>
                  <a:cubicBezTo>
                    <a:pt x="8920" y="6607"/>
                    <a:pt x="8778" y="6650"/>
                    <a:pt x="8664" y="6753"/>
                  </a:cubicBezTo>
                  <a:cubicBezTo>
                    <a:pt x="9120" y="5841"/>
                    <a:pt x="9636" y="4929"/>
                    <a:pt x="9636" y="3926"/>
                  </a:cubicBezTo>
                  <a:cubicBezTo>
                    <a:pt x="9636" y="3348"/>
                    <a:pt x="9484" y="2740"/>
                    <a:pt x="9180" y="2224"/>
                  </a:cubicBezTo>
                  <a:cubicBezTo>
                    <a:pt x="8931" y="1807"/>
                    <a:pt x="8504" y="1391"/>
                    <a:pt x="7992" y="1391"/>
                  </a:cubicBezTo>
                  <a:cubicBezTo>
                    <a:pt x="7943" y="1391"/>
                    <a:pt x="7893" y="1395"/>
                    <a:pt x="7843" y="1403"/>
                  </a:cubicBezTo>
                  <a:cubicBezTo>
                    <a:pt x="7509" y="1464"/>
                    <a:pt x="7205" y="1707"/>
                    <a:pt x="6992" y="1950"/>
                  </a:cubicBezTo>
                  <a:cubicBezTo>
                    <a:pt x="6809" y="2254"/>
                    <a:pt x="6688" y="2558"/>
                    <a:pt x="6597" y="2923"/>
                  </a:cubicBezTo>
                  <a:cubicBezTo>
                    <a:pt x="6202" y="1889"/>
                    <a:pt x="5472" y="1008"/>
                    <a:pt x="4560" y="400"/>
                  </a:cubicBezTo>
                  <a:cubicBezTo>
                    <a:pt x="4194" y="180"/>
                    <a:pt x="3790" y="0"/>
                    <a:pt x="339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2" name="Google Shape;4632;p44"/>
            <p:cNvSpPr/>
            <p:nvPr/>
          </p:nvSpPr>
          <p:spPr>
            <a:xfrm>
              <a:off x="354861" y="3840821"/>
              <a:ext cx="72990" cy="104624"/>
            </a:xfrm>
            <a:custGeom>
              <a:rect b="b" l="l" r="r" t="t"/>
              <a:pathLst>
                <a:path extrusionOk="0" h="1308" w="913">
                  <a:moveTo>
                    <a:pt x="92" y="0"/>
                  </a:moveTo>
                  <a:cubicBezTo>
                    <a:pt x="92" y="0"/>
                    <a:pt x="1" y="456"/>
                    <a:pt x="183" y="791"/>
                  </a:cubicBezTo>
                  <a:cubicBezTo>
                    <a:pt x="365" y="1125"/>
                    <a:pt x="791" y="1307"/>
                    <a:pt x="791" y="1307"/>
                  </a:cubicBezTo>
                  <a:cubicBezTo>
                    <a:pt x="791" y="1307"/>
                    <a:pt x="912" y="851"/>
                    <a:pt x="700" y="487"/>
                  </a:cubicBezTo>
                  <a:cubicBezTo>
                    <a:pt x="487" y="152"/>
                    <a:pt x="92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3" name="Google Shape;4633;p44"/>
            <p:cNvSpPr/>
            <p:nvPr/>
          </p:nvSpPr>
          <p:spPr>
            <a:xfrm>
              <a:off x="243098" y="3940326"/>
              <a:ext cx="158051" cy="70869"/>
            </a:xfrm>
            <a:custGeom>
              <a:rect b="b" l="l" r="r" t="t"/>
              <a:pathLst>
                <a:path extrusionOk="0" h="886" w="1977">
                  <a:moveTo>
                    <a:pt x="996" y="1"/>
                  </a:moveTo>
                  <a:cubicBezTo>
                    <a:pt x="978" y="1"/>
                    <a:pt x="960" y="1"/>
                    <a:pt x="943" y="2"/>
                  </a:cubicBezTo>
                  <a:cubicBezTo>
                    <a:pt x="396" y="2"/>
                    <a:pt x="0" y="519"/>
                    <a:pt x="0" y="519"/>
                  </a:cubicBezTo>
                  <a:cubicBezTo>
                    <a:pt x="0" y="519"/>
                    <a:pt x="451" y="886"/>
                    <a:pt x="946" y="886"/>
                  </a:cubicBezTo>
                  <a:cubicBezTo>
                    <a:pt x="965" y="886"/>
                    <a:pt x="984" y="885"/>
                    <a:pt x="1003" y="884"/>
                  </a:cubicBezTo>
                  <a:cubicBezTo>
                    <a:pt x="1551" y="854"/>
                    <a:pt x="1976" y="398"/>
                    <a:pt x="1976" y="398"/>
                  </a:cubicBezTo>
                  <a:cubicBezTo>
                    <a:pt x="1976" y="398"/>
                    <a:pt x="1494" y="1"/>
                    <a:pt x="99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4" name="Google Shape;4634;p44"/>
            <p:cNvSpPr/>
            <p:nvPr/>
          </p:nvSpPr>
          <p:spPr>
            <a:xfrm>
              <a:off x="1256401" y="4479441"/>
              <a:ext cx="58360" cy="29755"/>
            </a:xfrm>
            <a:custGeom>
              <a:rect b="b" l="l" r="r" t="t"/>
              <a:pathLst>
                <a:path extrusionOk="0" h="372" w="730">
                  <a:moveTo>
                    <a:pt x="235" y="0"/>
                  </a:moveTo>
                  <a:cubicBezTo>
                    <a:pt x="108" y="0"/>
                    <a:pt x="0" y="41"/>
                    <a:pt x="0" y="41"/>
                  </a:cubicBezTo>
                  <a:cubicBezTo>
                    <a:pt x="0" y="41"/>
                    <a:pt x="122" y="253"/>
                    <a:pt x="304" y="345"/>
                  </a:cubicBezTo>
                  <a:cubicBezTo>
                    <a:pt x="365" y="365"/>
                    <a:pt x="433" y="372"/>
                    <a:pt x="496" y="372"/>
                  </a:cubicBezTo>
                  <a:cubicBezTo>
                    <a:pt x="622" y="372"/>
                    <a:pt x="730" y="345"/>
                    <a:pt x="730" y="345"/>
                  </a:cubicBezTo>
                  <a:cubicBezTo>
                    <a:pt x="730" y="345"/>
                    <a:pt x="608" y="101"/>
                    <a:pt x="426" y="41"/>
                  </a:cubicBezTo>
                  <a:cubicBezTo>
                    <a:pt x="365" y="10"/>
                    <a:pt x="298" y="0"/>
                    <a:pt x="23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5" name="Google Shape;4635;p44"/>
            <p:cNvSpPr/>
            <p:nvPr/>
          </p:nvSpPr>
          <p:spPr>
            <a:xfrm>
              <a:off x="1256401" y="4409692"/>
              <a:ext cx="60838" cy="58471"/>
            </a:xfrm>
            <a:custGeom>
              <a:rect b="b" l="l" r="r" t="t"/>
              <a:pathLst>
                <a:path extrusionOk="0" h="731" w="761">
                  <a:moveTo>
                    <a:pt x="760" y="1"/>
                  </a:moveTo>
                  <a:cubicBezTo>
                    <a:pt x="760" y="1"/>
                    <a:pt x="456" y="1"/>
                    <a:pt x="213" y="183"/>
                  </a:cubicBezTo>
                  <a:cubicBezTo>
                    <a:pt x="31" y="366"/>
                    <a:pt x="0" y="730"/>
                    <a:pt x="0" y="730"/>
                  </a:cubicBezTo>
                  <a:cubicBezTo>
                    <a:pt x="0" y="730"/>
                    <a:pt x="304" y="730"/>
                    <a:pt x="547" y="518"/>
                  </a:cubicBezTo>
                  <a:cubicBezTo>
                    <a:pt x="760" y="335"/>
                    <a:pt x="760" y="1"/>
                    <a:pt x="76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6" name="Google Shape;4636;p44"/>
            <p:cNvSpPr/>
            <p:nvPr/>
          </p:nvSpPr>
          <p:spPr>
            <a:xfrm>
              <a:off x="1217548" y="3476078"/>
              <a:ext cx="82663" cy="82787"/>
            </a:xfrm>
            <a:custGeom>
              <a:rect b="b" l="l" r="r" t="t"/>
              <a:pathLst>
                <a:path extrusionOk="0" h="1035" w="1034">
                  <a:moveTo>
                    <a:pt x="973" y="1"/>
                  </a:moveTo>
                  <a:lnTo>
                    <a:pt x="973" y="1"/>
                  </a:lnTo>
                  <a:cubicBezTo>
                    <a:pt x="973" y="1"/>
                    <a:pt x="517" y="1"/>
                    <a:pt x="274" y="305"/>
                  </a:cubicBezTo>
                  <a:cubicBezTo>
                    <a:pt x="0" y="578"/>
                    <a:pt x="0" y="1034"/>
                    <a:pt x="0" y="1034"/>
                  </a:cubicBezTo>
                  <a:cubicBezTo>
                    <a:pt x="0" y="1034"/>
                    <a:pt x="456" y="1034"/>
                    <a:pt x="730" y="730"/>
                  </a:cubicBezTo>
                  <a:cubicBezTo>
                    <a:pt x="1033" y="426"/>
                    <a:pt x="973" y="1"/>
                    <a:pt x="97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7" name="Google Shape;4637;p44"/>
            <p:cNvSpPr/>
            <p:nvPr/>
          </p:nvSpPr>
          <p:spPr>
            <a:xfrm>
              <a:off x="695027" y="3711641"/>
              <a:ext cx="72990" cy="37114"/>
            </a:xfrm>
            <a:custGeom>
              <a:rect b="b" l="l" r="r" t="t"/>
              <a:pathLst>
                <a:path extrusionOk="0" h="464" w="913">
                  <a:moveTo>
                    <a:pt x="318" y="1"/>
                  </a:moveTo>
                  <a:cubicBezTo>
                    <a:pt x="146" y="1"/>
                    <a:pt x="1" y="65"/>
                    <a:pt x="1" y="65"/>
                  </a:cubicBezTo>
                  <a:cubicBezTo>
                    <a:pt x="1" y="65"/>
                    <a:pt x="123" y="308"/>
                    <a:pt x="366" y="430"/>
                  </a:cubicBezTo>
                  <a:cubicBezTo>
                    <a:pt x="432" y="455"/>
                    <a:pt x="503" y="464"/>
                    <a:pt x="571" y="464"/>
                  </a:cubicBezTo>
                  <a:cubicBezTo>
                    <a:pt x="752" y="464"/>
                    <a:pt x="913" y="399"/>
                    <a:pt x="913" y="399"/>
                  </a:cubicBezTo>
                  <a:cubicBezTo>
                    <a:pt x="913" y="399"/>
                    <a:pt x="791" y="126"/>
                    <a:pt x="518" y="35"/>
                  </a:cubicBezTo>
                  <a:cubicBezTo>
                    <a:pt x="451" y="10"/>
                    <a:pt x="383" y="1"/>
                    <a:pt x="3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8" name="Google Shape;4638;p44"/>
            <p:cNvSpPr/>
            <p:nvPr/>
          </p:nvSpPr>
          <p:spPr>
            <a:xfrm>
              <a:off x="1113060" y="3398330"/>
              <a:ext cx="94815" cy="148377"/>
            </a:xfrm>
            <a:custGeom>
              <a:rect b="b" l="l" r="r" t="t"/>
              <a:pathLst>
                <a:path extrusionOk="0" h="1855" w="1186">
                  <a:moveTo>
                    <a:pt x="243" y="0"/>
                  </a:moveTo>
                  <a:cubicBezTo>
                    <a:pt x="243" y="0"/>
                    <a:pt x="0" y="517"/>
                    <a:pt x="213" y="1064"/>
                  </a:cubicBezTo>
                  <a:cubicBezTo>
                    <a:pt x="395" y="1581"/>
                    <a:pt x="973" y="1854"/>
                    <a:pt x="973" y="1854"/>
                  </a:cubicBezTo>
                  <a:cubicBezTo>
                    <a:pt x="973" y="1854"/>
                    <a:pt x="1185" y="1307"/>
                    <a:pt x="1003" y="791"/>
                  </a:cubicBezTo>
                  <a:cubicBezTo>
                    <a:pt x="821" y="304"/>
                    <a:pt x="243" y="0"/>
                    <a:pt x="24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9" name="Google Shape;4639;p44"/>
            <p:cNvSpPr/>
            <p:nvPr/>
          </p:nvSpPr>
          <p:spPr>
            <a:xfrm>
              <a:off x="758264" y="4468083"/>
              <a:ext cx="136146" cy="124061"/>
            </a:xfrm>
            <a:custGeom>
              <a:rect b="b" l="l" r="r" t="t"/>
              <a:pathLst>
                <a:path extrusionOk="0" h="1551" w="1703">
                  <a:moveTo>
                    <a:pt x="1277" y="0"/>
                  </a:moveTo>
                  <a:cubicBezTo>
                    <a:pt x="1094" y="0"/>
                    <a:pt x="1064" y="213"/>
                    <a:pt x="912" y="213"/>
                  </a:cubicBezTo>
                  <a:cubicBezTo>
                    <a:pt x="882" y="213"/>
                    <a:pt x="851" y="213"/>
                    <a:pt x="791" y="183"/>
                  </a:cubicBezTo>
                  <a:cubicBezTo>
                    <a:pt x="760" y="152"/>
                    <a:pt x="730" y="61"/>
                    <a:pt x="639" y="61"/>
                  </a:cubicBezTo>
                  <a:cubicBezTo>
                    <a:pt x="578" y="61"/>
                    <a:pt x="487" y="152"/>
                    <a:pt x="456" y="213"/>
                  </a:cubicBezTo>
                  <a:cubicBezTo>
                    <a:pt x="426" y="304"/>
                    <a:pt x="456" y="395"/>
                    <a:pt x="456" y="487"/>
                  </a:cubicBezTo>
                  <a:cubicBezTo>
                    <a:pt x="456" y="608"/>
                    <a:pt x="456" y="669"/>
                    <a:pt x="426" y="760"/>
                  </a:cubicBezTo>
                  <a:cubicBezTo>
                    <a:pt x="304" y="882"/>
                    <a:pt x="122" y="851"/>
                    <a:pt x="31" y="1003"/>
                  </a:cubicBezTo>
                  <a:cubicBezTo>
                    <a:pt x="0" y="1125"/>
                    <a:pt x="31" y="1277"/>
                    <a:pt x="122" y="1368"/>
                  </a:cubicBezTo>
                  <a:cubicBezTo>
                    <a:pt x="243" y="1459"/>
                    <a:pt x="335" y="1550"/>
                    <a:pt x="487" y="1550"/>
                  </a:cubicBezTo>
                  <a:lnTo>
                    <a:pt x="791" y="1550"/>
                  </a:lnTo>
                  <a:cubicBezTo>
                    <a:pt x="1064" y="1520"/>
                    <a:pt x="1307" y="1429"/>
                    <a:pt x="1490" y="1155"/>
                  </a:cubicBezTo>
                  <a:cubicBezTo>
                    <a:pt x="1672" y="943"/>
                    <a:pt x="1702" y="639"/>
                    <a:pt x="1642" y="365"/>
                  </a:cubicBezTo>
                  <a:cubicBezTo>
                    <a:pt x="1550" y="213"/>
                    <a:pt x="1490" y="31"/>
                    <a:pt x="127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40" name="Google Shape;4640;p44"/>
          <p:cNvSpPr/>
          <p:nvPr/>
        </p:nvSpPr>
        <p:spPr>
          <a:xfrm>
            <a:off x="0" y="5107500"/>
            <a:ext cx="9144000" cy="36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641" name="Google Shape;4641;p44"/>
          <p:cNvGrpSpPr/>
          <p:nvPr/>
        </p:nvGrpSpPr>
        <p:grpSpPr>
          <a:xfrm>
            <a:off x="0" y="4752988"/>
            <a:ext cx="9144000" cy="354505"/>
            <a:chOff x="0" y="4689888"/>
            <a:chExt cx="9144000" cy="354505"/>
          </a:xfrm>
        </p:grpSpPr>
        <p:grpSp>
          <p:nvGrpSpPr>
            <p:cNvPr id="4642" name="Google Shape;4642;p44"/>
            <p:cNvGrpSpPr/>
            <p:nvPr/>
          </p:nvGrpSpPr>
          <p:grpSpPr>
            <a:xfrm>
              <a:off x="0" y="4793425"/>
              <a:ext cx="9144000" cy="194975"/>
              <a:chOff x="0" y="4789550"/>
              <a:chExt cx="9144000" cy="194975"/>
            </a:xfrm>
          </p:grpSpPr>
          <p:sp>
            <p:nvSpPr>
              <p:cNvPr id="4643" name="Google Shape;4643;p44"/>
              <p:cNvSpPr/>
              <p:nvPr/>
            </p:nvSpPr>
            <p:spPr>
              <a:xfrm>
                <a:off x="0" y="4789550"/>
                <a:ext cx="9144000" cy="360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44" name="Google Shape;4644;p44"/>
              <p:cNvSpPr/>
              <p:nvPr/>
            </p:nvSpPr>
            <p:spPr>
              <a:xfrm>
                <a:off x="0" y="4948525"/>
                <a:ext cx="9144000" cy="360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645" name="Google Shape;4645;p44"/>
            <p:cNvGrpSpPr/>
            <p:nvPr/>
          </p:nvGrpSpPr>
          <p:grpSpPr>
            <a:xfrm>
              <a:off x="28483" y="4689888"/>
              <a:ext cx="9087034" cy="354505"/>
              <a:chOff x="28483" y="4689888"/>
              <a:chExt cx="9087034" cy="354505"/>
            </a:xfrm>
          </p:grpSpPr>
          <p:sp>
            <p:nvSpPr>
              <p:cNvPr id="4646" name="Google Shape;4646;p44"/>
              <p:cNvSpPr/>
              <p:nvPr/>
            </p:nvSpPr>
            <p:spPr>
              <a:xfrm>
                <a:off x="64010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6" y="1"/>
                      <a:pt x="533" y="8"/>
                      <a:pt x="518" y="24"/>
                    </a:cubicBezTo>
                    <a:lnTo>
                      <a:pt x="62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34" y="4431"/>
                      <a:pt x="1065" y="4401"/>
                      <a:pt x="1156" y="4370"/>
                    </a:cubicBezTo>
                    <a:lnTo>
                      <a:pt x="1156" y="601"/>
                    </a:lnTo>
                    <a:lnTo>
                      <a:pt x="1126" y="571"/>
                    </a:lnTo>
                    <a:lnTo>
                      <a:pt x="670" y="24"/>
                    </a:lnTo>
                    <a:cubicBezTo>
                      <a:pt x="639" y="8"/>
                      <a:pt x="609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47" name="Google Shape;4647;p44"/>
              <p:cNvSpPr/>
              <p:nvPr/>
            </p:nvSpPr>
            <p:spPr>
              <a:xfrm>
                <a:off x="79301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3" y="8"/>
                      <a:pt x="517" y="24"/>
                    </a:cubicBezTo>
                    <a:lnTo>
                      <a:pt x="6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34" y="4431"/>
                      <a:pt x="1064" y="4401"/>
                      <a:pt x="1156" y="4370"/>
                    </a:cubicBezTo>
                    <a:lnTo>
                      <a:pt x="1156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9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48" name="Google Shape;4648;p44"/>
              <p:cNvSpPr/>
              <p:nvPr/>
            </p:nvSpPr>
            <p:spPr>
              <a:xfrm>
                <a:off x="94592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2" y="4431"/>
                      <a:pt x="122" y="4431"/>
                    </a:cubicBezTo>
                    <a:lnTo>
                      <a:pt x="1003" y="4431"/>
                    </a:lnTo>
                    <a:cubicBezTo>
                      <a:pt x="103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8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49" name="Google Shape;4649;p44"/>
              <p:cNvSpPr/>
              <p:nvPr/>
            </p:nvSpPr>
            <p:spPr>
              <a:xfrm>
                <a:off x="109882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1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1" y="4431"/>
                      <a:pt x="122" y="4431"/>
                    </a:cubicBezTo>
                    <a:lnTo>
                      <a:pt x="1003" y="4431"/>
                    </a:lnTo>
                    <a:cubicBezTo>
                      <a:pt x="106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8" y="8"/>
                      <a:pt x="608" y="1"/>
                      <a:pt x="58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50" name="Google Shape;4650;p44"/>
              <p:cNvSpPr/>
              <p:nvPr/>
            </p:nvSpPr>
            <p:spPr>
              <a:xfrm>
                <a:off x="1251735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04" y="4431"/>
                      <a:pt x="103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51" name="Google Shape;4651;p44"/>
              <p:cNvSpPr/>
              <p:nvPr/>
            </p:nvSpPr>
            <p:spPr>
              <a:xfrm>
                <a:off x="1402243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52" name="Google Shape;4652;p44"/>
              <p:cNvSpPr/>
              <p:nvPr/>
            </p:nvSpPr>
            <p:spPr>
              <a:xfrm>
                <a:off x="1552751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64" y="4431"/>
                      <a:pt x="109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53" name="Google Shape;4653;p44"/>
              <p:cNvSpPr/>
              <p:nvPr/>
            </p:nvSpPr>
            <p:spPr>
              <a:xfrm>
                <a:off x="751362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54" name="Google Shape;4654;p44"/>
              <p:cNvSpPr/>
              <p:nvPr/>
            </p:nvSpPr>
            <p:spPr>
              <a:xfrm>
                <a:off x="7666529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3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55" name="Google Shape;4655;p44"/>
              <p:cNvSpPr/>
              <p:nvPr/>
            </p:nvSpPr>
            <p:spPr>
              <a:xfrm>
                <a:off x="7816957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56" name="Google Shape;4656;p44"/>
              <p:cNvSpPr/>
              <p:nvPr/>
            </p:nvSpPr>
            <p:spPr>
              <a:xfrm>
                <a:off x="796738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2" y="4431"/>
                      <a:pt x="122" y="4431"/>
                    </a:cubicBezTo>
                    <a:lnTo>
                      <a:pt x="1003" y="4431"/>
                    </a:lnTo>
                    <a:cubicBezTo>
                      <a:pt x="103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8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57" name="Google Shape;4657;p44"/>
              <p:cNvSpPr/>
              <p:nvPr/>
            </p:nvSpPr>
            <p:spPr>
              <a:xfrm>
                <a:off x="812029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93" y="1"/>
                    </a:moveTo>
                    <a:cubicBezTo>
                      <a:pt x="562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1" y="4431"/>
                      <a:pt x="122" y="4431"/>
                    </a:cubicBezTo>
                    <a:lnTo>
                      <a:pt x="1003" y="4431"/>
                    </a:lnTo>
                    <a:cubicBezTo>
                      <a:pt x="106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54" y="8"/>
                      <a:pt x="623" y="1"/>
                      <a:pt x="59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58" name="Google Shape;4658;p44"/>
              <p:cNvSpPr/>
              <p:nvPr/>
            </p:nvSpPr>
            <p:spPr>
              <a:xfrm>
                <a:off x="8273198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1" y="4431"/>
                      <a:pt x="122" y="4431"/>
                    </a:cubicBezTo>
                    <a:lnTo>
                      <a:pt x="973" y="4431"/>
                    </a:lnTo>
                    <a:cubicBezTo>
                      <a:pt x="1034" y="4431"/>
                      <a:pt x="1065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59" name="Google Shape;4659;p44"/>
              <p:cNvSpPr/>
              <p:nvPr/>
            </p:nvSpPr>
            <p:spPr>
              <a:xfrm>
                <a:off x="8423706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34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60" name="Google Shape;4660;p44"/>
              <p:cNvSpPr/>
              <p:nvPr/>
            </p:nvSpPr>
            <p:spPr>
              <a:xfrm>
                <a:off x="8574214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64" y="4431"/>
                      <a:pt x="109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61" name="Google Shape;4661;p44"/>
              <p:cNvSpPr/>
              <p:nvPr/>
            </p:nvSpPr>
            <p:spPr>
              <a:xfrm>
                <a:off x="8724643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2" y="4431"/>
                      <a:pt x="122" y="4431"/>
                    </a:cubicBezTo>
                    <a:lnTo>
                      <a:pt x="974" y="4431"/>
                    </a:lnTo>
                    <a:cubicBezTo>
                      <a:pt x="1065" y="4431"/>
                      <a:pt x="1095" y="4401"/>
                      <a:pt x="1126" y="4370"/>
                    </a:cubicBezTo>
                    <a:lnTo>
                      <a:pt x="112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4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62" name="Google Shape;4662;p44"/>
              <p:cNvSpPr/>
              <p:nvPr/>
            </p:nvSpPr>
            <p:spPr>
              <a:xfrm>
                <a:off x="8875151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74" y="1"/>
                    </a:moveTo>
                    <a:cubicBezTo>
                      <a:pt x="547" y="1"/>
                      <a:pt x="517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122" y="4431"/>
                    </a:cubicBezTo>
                    <a:lnTo>
                      <a:pt x="1003" y="4431"/>
                    </a:lnTo>
                    <a:cubicBezTo>
                      <a:pt x="103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600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63" name="Google Shape;4663;p44"/>
              <p:cNvSpPr/>
              <p:nvPr/>
            </p:nvSpPr>
            <p:spPr>
              <a:xfrm>
                <a:off x="736071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64" name="Google Shape;4664;p44"/>
              <p:cNvSpPr/>
              <p:nvPr/>
            </p:nvSpPr>
            <p:spPr>
              <a:xfrm>
                <a:off x="720781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65" name="Google Shape;4665;p44"/>
              <p:cNvSpPr/>
              <p:nvPr/>
            </p:nvSpPr>
            <p:spPr>
              <a:xfrm>
                <a:off x="705490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66" name="Google Shape;4666;p44"/>
              <p:cNvSpPr/>
              <p:nvPr/>
            </p:nvSpPr>
            <p:spPr>
              <a:xfrm>
                <a:off x="690199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67" name="Google Shape;4667;p44"/>
              <p:cNvSpPr/>
              <p:nvPr/>
            </p:nvSpPr>
            <p:spPr>
              <a:xfrm>
                <a:off x="674909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68" name="Google Shape;4668;p44"/>
              <p:cNvSpPr/>
              <p:nvPr/>
            </p:nvSpPr>
            <p:spPr>
              <a:xfrm>
                <a:off x="659618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69" name="Google Shape;4669;p44"/>
              <p:cNvSpPr/>
              <p:nvPr/>
            </p:nvSpPr>
            <p:spPr>
              <a:xfrm>
                <a:off x="644327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70" name="Google Shape;4670;p44"/>
              <p:cNvSpPr/>
              <p:nvPr/>
            </p:nvSpPr>
            <p:spPr>
              <a:xfrm>
                <a:off x="629037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71" name="Google Shape;4671;p44"/>
              <p:cNvSpPr/>
              <p:nvPr/>
            </p:nvSpPr>
            <p:spPr>
              <a:xfrm>
                <a:off x="613746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72" name="Google Shape;4672;p44"/>
              <p:cNvSpPr/>
              <p:nvPr/>
            </p:nvSpPr>
            <p:spPr>
              <a:xfrm>
                <a:off x="598455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73" name="Google Shape;4673;p44"/>
              <p:cNvSpPr/>
              <p:nvPr/>
            </p:nvSpPr>
            <p:spPr>
              <a:xfrm>
                <a:off x="583165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74" name="Google Shape;4674;p44"/>
              <p:cNvSpPr/>
              <p:nvPr/>
            </p:nvSpPr>
            <p:spPr>
              <a:xfrm>
                <a:off x="567874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75" name="Google Shape;4675;p44"/>
              <p:cNvSpPr/>
              <p:nvPr/>
            </p:nvSpPr>
            <p:spPr>
              <a:xfrm>
                <a:off x="552583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76" name="Google Shape;4676;p44"/>
              <p:cNvSpPr/>
              <p:nvPr/>
            </p:nvSpPr>
            <p:spPr>
              <a:xfrm>
                <a:off x="537293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77" name="Google Shape;4677;p44"/>
              <p:cNvSpPr/>
              <p:nvPr/>
            </p:nvSpPr>
            <p:spPr>
              <a:xfrm>
                <a:off x="522002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78" name="Google Shape;4678;p44"/>
              <p:cNvSpPr/>
              <p:nvPr/>
            </p:nvSpPr>
            <p:spPr>
              <a:xfrm>
                <a:off x="506712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79" name="Google Shape;4679;p44"/>
              <p:cNvSpPr/>
              <p:nvPr/>
            </p:nvSpPr>
            <p:spPr>
              <a:xfrm>
                <a:off x="491421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80" name="Google Shape;4680;p44"/>
              <p:cNvSpPr/>
              <p:nvPr/>
            </p:nvSpPr>
            <p:spPr>
              <a:xfrm>
                <a:off x="476130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81" name="Google Shape;4681;p44"/>
              <p:cNvSpPr/>
              <p:nvPr/>
            </p:nvSpPr>
            <p:spPr>
              <a:xfrm>
                <a:off x="460840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82" name="Google Shape;4682;p44"/>
              <p:cNvSpPr/>
              <p:nvPr/>
            </p:nvSpPr>
            <p:spPr>
              <a:xfrm>
                <a:off x="445549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83" name="Google Shape;4683;p44"/>
              <p:cNvSpPr/>
              <p:nvPr/>
            </p:nvSpPr>
            <p:spPr>
              <a:xfrm>
                <a:off x="430258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84" name="Google Shape;4684;p44"/>
              <p:cNvSpPr/>
              <p:nvPr/>
            </p:nvSpPr>
            <p:spPr>
              <a:xfrm>
                <a:off x="414968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85" name="Google Shape;4685;p44"/>
              <p:cNvSpPr/>
              <p:nvPr/>
            </p:nvSpPr>
            <p:spPr>
              <a:xfrm>
                <a:off x="399677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86" name="Google Shape;4686;p44"/>
              <p:cNvSpPr/>
              <p:nvPr/>
            </p:nvSpPr>
            <p:spPr>
              <a:xfrm>
                <a:off x="384386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87" name="Google Shape;4687;p44"/>
              <p:cNvSpPr/>
              <p:nvPr/>
            </p:nvSpPr>
            <p:spPr>
              <a:xfrm>
                <a:off x="369096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88" name="Google Shape;4688;p44"/>
              <p:cNvSpPr/>
              <p:nvPr/>
            </p:nvSpPr>
            <p:spPr>
              <a:xfrm>
                <a:off x="353805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89" name="Google Shape;4689;p44"/>
              <p:cNvSpPr/>
              <p:nvPr/>
            </p:nvSpPr>
            <p:spPr>
              <a:xfrm>
                <a:off x="338514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90" name="Google Shape;4690;p44"/>
              <p:cNvSpPr/>
              <p:nvPr/>
            </p:nvSpPr>
            <p:spPr>
              <a:xfrm>
                <a:off x="323224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91" name="Google Shape;4691;p44"/>
              <p:cNvSpPr/>
              <p:nvPr/>
            </p:nvSpPr>
            <p:spPr>
              <a:xfrm>
                <a:off x="307933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92" name="Google Shape;4692;p44"/>
              <p:cNvSpPr/>
              <p:nvPr/>
            </p:nvSpPr>
            <p:spPr>
              <a:xfrm>
                <a:off x="292643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93" name="Google Shape;4693;p44"/>
              <p:cNvSpPr/>
              <p:nvPr/>
            </p:nvSpPr>
            <p:spPr>
              <a:xfrm>
                <a:off x="277352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94" name="Google Shape;4694;p44"/>
              <p:cNvSpPr/>
              <p:nvPr/>
            </p:nvSpPr>
            <p:spPr>
              <a:xfrm>
                <a:off x="262061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95" name="Google Shape;4695;p44"/>
              <p:cNvSpPr/>
              <p:nvPr/>
            </p:nvSpPr>
            <p:spPr>
              <a:xfrm>
                <a:off x="246771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96" name="Google Shape;4696;p44"/>
              <p:cNvSpPr/>
              <p:nvPr/>
            </p:nvSpPr>
            <p:spPr>
              <a:xfrm>
                <a:off x="231480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97" name="Google Shape;4697;p44"/>
              <p:cNvSpPr/>
              <p:nvPr/>
            </p:nvSpPr>
            <p:spPr>
              <a:xfrm>
                <a:off x="216189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98" name="Google Shape;4698;p44"/>
              <p:cNvSpPr/>
              <p:nvPr/>
            </p:nvSpPr>
            <p:spPr>
              <a:xfrm>
                <a:off x="200899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99" name="Google Shape;4699;p44"/>
              <p:cNvSpPr/>
              <p:nvPr/>
            </p:nvSpPr>
            <p:spPr>
              <a:xfrm>
                <a:off x="185608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00" name="Google Shape;4700;p44"/>
              <p:cNvSpPr/>
              <p:nvPr/>
            </p:nvSpPr>
            <p:spPr>
              <a:xfrm>
                <a:off x="170317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01" name="Google Shape;4701;p44"/>
              <p:cNvSpPr/>
              <p:nvPr/>
            </p:nvSpPr>
            <p:spPr>
              <a:xfrm>
                <a:off x="48720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02" name="Google Shape;4702;p44"/>
              <p:cNvSpPr/>
              <p:nvPr/>
            </p:nvSpPr>
            <p:spPr>
              <a:xfrm>
                <a:off x="33429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03" name="Google Shape;4703;p44"/>
              <p:cNvSpPr/>
              <p:nvPr/>
            </p:nvSpPr>
            <p:spPr>
              <a:xfrm>
                <a:off x="18139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04" name="Google Shape;4704;p44"/>
              <p:cNvSpPr/>
              <p:nvPr/>
            </p:nvSpPr>
            <p:spPr>
              <a:xfrm>
                <a:off x="2848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05" name="Google Shape;4705;p44"/>
              <p:cNvSpPr/>
              <p:nvPr/>
            </p:nvSpPr>
            <p:spPr>
              <a:xfrm>
                <a:off x="9025579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74" y="1"/>
                    </a:moveTo>
                    <a:cubicBezTo>
                      <a:pt x="547" y="1"/>
                      <a:pt x="517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122" y="4431"/>
                    </a:cubicBezTo>
                    <a:lnTo>
                      <a:pt x="1003" y="4431"/>
                    </a:lnTo>
                    <a:cubicBezTo>
                      <a:pt x="103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600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4706" name="Google Shape;4706;p44"/>
          <p:cNvSpPr/>
          <p:nvPr/>
        </p:nvSpPr>
        <p:spPr>
          <a:xfrm>
            <a:off x="719850" y="540000"/>
            <a:ext cx="7704300" cy="676800"/>
          </a:xfrm>
          <a:prstGeom prst="roundRect">
            <a:avLst>
              <a:gd fmla="val 17686" name="adj"/>
            </a:avLst>
          </a:prstGeom>
          <a:solidFill>
            <a:schemeClr val="lt1"/>
          </a:solidFill>
          <a:ln cap="flat" cmpd="sng" w="762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7" name="Google Shape;4707;p44"/>
          <p:cNvSpPr txBox="1"/>
          <p:nvPr>
            <p:ph type="title"/>
          </p:nvPr>
        </p:nvSpPr>
        <p:spPr>
          <a:xfrm>
            <a:off x="2080800" y="1679961"/>
            <a:ext cx="2246400" cy="5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708" name="Google Shape;4708;p44"/>
          <p:cNvSpPr txBox="1"/>
          <p:nvPr>
            <p:ph idx="1" type="subTitle"/>
          </p:nvPr>
        </p:nvSpPr>
        <p:spPr>
          <a:xfrm>
            <a:off x="2080800" y="2157850"/>
            <a:ext cx="22464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4709" name="Google Shape;4709;p44"/>
          <p:cNvSpPr txBox="1"/>
          <p:nvPr>
            <p:ph idx="2" type="title"/>
          </p:nvPr>
        </p:nvSpPr>
        <p:spPr>
          <a:xfrm>
            <a:off x="5688000" y="1679950"/>
            <a:ext cx="2246400" cy="5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710" name="Google Shape;4710;p44"/>
          <p:cNvSpPr txBox="1"/>
          <p:nvPr>
            <p:ph idx="3" type="subTitle"/>
          </p:nvPr>
        </p:nvSpPr>
        <p:spPr>
          <a:xfrm>
            <a:off x="5688000" y="2157850"/>
            <a:ext cx="22464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4711" name="Google Shape;4711;p44"/>
          <p:cNvSpPr txBox="1"/>
          <p:nvPr>
            <p:ph idx="4" type="title"/>
          </p:nvPr>
        </p:nvSpPr>
        <p:spPr>
          <a:xfrm>
            <a:off x="2080800" y="3053625"/>
            <a:ext cx="2246400" cy="5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712" name="Google Shape;4712;p44"/>
          <p:cNvSpPr txBox="1"/>
          <p:nvPr>
            <p:ph idx="5" type="subTitle"/>
          </p:nvPr>
        </p:nvSpPr>
        <p:spPr>
          <a:xfrm>
            <a:off x="2080800" y="3531525"/>
            <a:ext cx="22464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4713" name="Google Shape;4713;p44"/>
          <p:cNvSpPr txBox="1"/>
          <p:nvPr>
            <p:ph idx="6" type="title"/>
          </p:nvPr>
        </p:nvSpPr>
        <p:spPr>
          <a:xfrm>
            <a:off x="5688000" y="3053625"/>
            <a:ext cx="2246400" cy="5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714" name="Google Shape;4714;p44"/>
          <p:cNvSpPr txBox="1"/>
          <p:nvPr>
            <p:ph idx="7" type="subTitle"/>
          </p:nvPr>
        </p:nvSpPr>
        <p:spPr>
          <a:xfrm>
            <a:off x="5688000" y="3531525"/>
            <a:ext cx="22464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4715" name="Google Shape;4715;p44"/>
          <p:cNvSpPr txBox="1"/>
          <p:nvPr>
            <p:ph idx="8" type="title"/>
          </p:nvPr>
        </p:nvSpPr>
        <p:spPr>
          <a:xfrm>
            <a:off x="720000" y="540000"/>
            <a:ext cx="7704000" cy="6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500"/>
              <a:buNone/>
              <a:defRPr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1">
  <p:cSld name="CUSTOM_4_1_1">
    <p:spTree>
      <p:nvGrpSpPr>
        <p:cNvPr id="4716" name="Shape 4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17" name="Google Shape;4717;p45"/>
          <p:cNvGrpSpPr/>
          <p:nvPr/>
        </p:nvGrpSpPr>
        <p:grpSpPr>
          <a:xfrm>
            <a:off x="-15975" y="-52"/>
            <a:ext cx="9175950" cy="5143406"/>
            <a:chOff x="-15975" y="-52"/>
            <a:chExt cx="9175950" cy="5143406"/>
          </a:xfrm>
        </p:grpSpPr>
        <p:sp>
          <p:nvSpPr>
            <p:cNvPr id="4718" name="Google Shape;4718;p45"/>
            <p:cNvSpPr/>
            <p:nvPr/>
          </p:nvSpPr>
          <p:spPr>
            <a:xfrm rot="5400000">
              <a:off x="4570450" y="-378255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9" name="Google Shape;4719;p45"/>
            <p:cNvSpPr/>
            <p:nvPr/>
          </p:nvSpPr>
          <p:spPr>
            <a:xfrm rot="5400000">
              <a:off x="4570450" y="-276311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0" name="Google Shape;4720;p45"/>
            <p:cNvSpPr/>
            <p:nvPr/>
          </p:nvSpPr>
          <p:spPr>
            <a:xfrm rot="5400000">
              <a:off x="4570450" y="-174368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1" name="Google Shape;4721;p45"/>
            <p:cNvSpPr/>
            <p:nvPr/>
          </p:nvSpPr>
          <p:spPr>
            <a:xfrm rot="5400000">
              <a:off x="4570450" y="-72425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2" name="Google Shape;4722;p45"/>
            <p:cNvSpPr/>
            <p:nvPr/>
          </p:nvSpPr>
          <p:spPr>
            <a:xfrm rot="5400000">
              <a:off x="4570450" y="295184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3" name="Google Shape;4723;p45"/>
            <p:cNvSpPr/>
            <p:nvPr/>
          </p:nvSpPr>
          <p:spPr>
            <a:xfrm rot="5400000">
              <a:off x="4570450" y="-429226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4" name="Google Shape;4724;p45"/>
            <p:cNvSpPr/>
            <p:nvPr/>
          </p:nvSpPr>
          <p:spPr>
            <a:xfrm rot="5400000">
              <a:off x="4570450" y="-327283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5" name="Google Shape;4725;p45"/>
            <p:cNvSpPr/>
            <p:nvPr/>
          </p:nvSpPr>
          <p:spPr>
            <a:xfrm rot="5400000">
              <a:off x="4570450" y="-225340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6" name="Google Shape;4726;p45"/>
            <p:cNvSpPr/>
            <p:nvPr/>
          </p:nvSpPr>
          <p:spPr>
            <a:xfrm rot="5400000">
              <a:off x="4570450" y="-123396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7" name="Google Shape;4727;p45"/>
            <p:cNvSpPr/>
            <p:nvPr/>
          </p:nvSpPr>
          <p:spPr>
            <a:xfrm rot="5400000">
              <a:off x="4570450" y="-21453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8" name="Google Shape;4728;p45"/>
            <p:cNvSpPr/>
            <p:nvPr/>
          </p:nvSpPr>
          <p:spPr>
            <a:xfrm>
              <a:off x="5081305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9" name="Google Shape;4729;p45"/>
            <p:cNvSpPr/>
            <p:nvPr/>
          </p:nvSpPr>
          <p:spPr>
            <a:xfrm>
              <a:off x="6100964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0" name="Google Shape;4730;p45"/>
            <p:cNvSpPr/>
            <p:nvPr/>
          </p:nvSpPr>
          <p:spPr>
            <a:xfrm>
              <a:off x="7120623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1" name="Google Shape;4731;p45"/>
            <p:cNvSpPr/>
            <p:nvPr/>
          </p:nvSpPr>
          <p:spPr>
            <a:xfrm>
              <a:off x="8140282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2" name="Google Shape;4732;p45"/>
            <p:cNvSpPr/>
            <p:nvPr/>
          </p:nvSpPr>
          <p:spPr>
            <a:xfrm>
              <a:off x="5591134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3" name="Google Shape;4733;p45"/>
            <p:cNvSpPr/>
            <p:nvPr/>
          </p:nvSpPr>
          <p:spPr>
            <a:xfrm>
              <a:off x="6610793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4" name="Google Shape;4734;p45"/>
            <p:cNvSpPr/>
            <p:nvPr/>
          </p:nvSpPr>
          <p:spPr>
            <a:xfrm>
              <a:off x="7630452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5" name="Google Shape;4735;p45"/>
            <p:cNvSpPr/>
            <p:nvPr/>
          </p:nvSpPr>
          <p:spPr>
            <a:xfrm>
              <a:off x="8650111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736" name="Google Shape;4736;p45"/>
            <p:cNvGrpSpPr/>
            <p:nvPr/>
          </p:nvGrpSpPr>
          <p:grpSpPr>
            <a:xfrm>
              <a:off x="-15975" y="-52"/>
              <a:ext cx="4587484" cy="5143406"/>
              <a:chOff x="-9275" y="-1994782"/>
              <a:chExt cx="4587484" cy="9140583"/>
            </a:xfrm>
          </p:grpSpPr>
          <p:sp>
            <p:nvSpPr>
              <p:cNvPr id="4737" name="Google Shape;4737;p45"/>
              <p:cNvSpPr/>
              <p:nvPr/>
            </p:nvSpPr>
            <p:spPr>
              <a:xfrm>
                <a:off x="50044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38" name="Google Shape;4738;p45"/>
              <p:cNvSpPr/>
              <p:nvPr/>
            </p:nvSpPr>
            <p:spPr>
              <a:xfrm>
                <a:off x="15198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39" name="Google Shape;4739;p45"/>
              <p:cNvSpPr/>
              <p:nvPr/>
            </p:nvSpPr>
            <p:spPr>
              <a:xfrm>
                <a:off x="253930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40" name="Google Shape;4740;p45"/>
              <p:cNvSpPr/>
              <p:nvPr/>
            </p:nvSpPr>
            <p:spPr>
              <a:xfrm>
                <a:off x="355874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41" name="Google Shape;4741;p45"/>
              <p:cNvSpPr/>
              <p:nvPr/>
            </p:nvSpPr>
            <p:spPr>
              <a:xfrm>
                <a:off x="45781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42" name="Google Shape;4742;p45"/>
              <p:cNvSpPr/>
              <p:nvPr/>
            </p:nvSpPr>
            <p:spPr>
              <a:xfrm>
                <a:off x="101015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43" name="Google Shape;4743;p45"/>
              <p:cNvSpPr/>
              <p:nvPr/>
            </p:nvSpPr>
            <p:spPr>
              <a:xfrm>
                <a:off x="202959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44" name="Google Shape;4744;p45"/>
              <p:cNvSpPr/>
              <p:nvPr/>
            </p:nvSpPr>
            <p:spPr>
              <a:xfrm>
                <a:off x="304902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45" name="Google Shape;4745;p45"/>
              <p:cNvSpPr/>
              <p:nvPr/>
            </p:nvSpPr>
            <p:spPr>
              <a:xfrm>
                <a:off x="406845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46" name="Google Shape;4746;p45"/>
              <p:cNvSpPr/>
              <p:nvPr/>
            </p:nvSpPr>
            <p:spPr>
              <a:xfrm>
                <a:off x="-92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747" name="Google Shape;4747;p45"/>
            <p:cNvSpPr/>
            <p:nvPr/>
          </p:nvSpPr>
          <p:spPr>
            <a:xfrm>
              <a:off x="9159941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48" name="Google Shape;4748;p45"/>
          <p:cNvSpPr/>
          <p:nvPr/>
        </p:nvSpPr>
        <p:spPr>
          <a:xfrm>
            <a:off x="0" y="-75"/>
            <a:ext cx="9144000" cy="5143500"/>
          </a:xfrm>
          <a:prstGeom prst="rect">
            <a:avLst/>
          </a:prstGeom>
          <a:solidFill>
            <a:srgbClr val="D6E3EA">
              <a:alpha val="398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749" name="Google Shape;4749;p45"/>
          <p:cNvGrpSpPr/>
          <p:nvPr/>
        </p:nvGrpSpPr>
        <p:grpSpPr>
          <a:xfrm>
            <a:off x="230643" y="4100850"/>
            <a:ext cx="413156" cy="1006643"/>
            <a:chOff x="128217" y="4100850"/>
            <a:chExt cx="413156" cy="1006643"/>
          </a:xfrm>
        </p:grpSpPr>
        <p:sp>
          <p:nvSpPr>
            <p:cNvPr id="4750" name="Google Shape;4750;p45"/>
            <p:cNvSpPr/>
            <p:nvPr/>
          </p:nvSpPr>
          <p:spPr>
            <a:xfrm>
              <a:off x="342070" y="4382886"/>
              <a:ext cx="34057" cy="724607"/>
            </a:xfrm>
            <a:custGeom>
              <a:rect b="b" l="l" r="r" t="t"/>
              <a:pathLst>
                <a:path extrusionOk="0" h="9059" w="426">
                  <a:moveTo>
                    <a:pt x="0" y="0"/>
                  </a:moveTo>
                  <a:lnTo>
                    <a:pt x="0" y="9058"/>
                  </a:lnTo>
                  <a:lnTo>
                    <a:pt x="426" y="9058"/>
                  </a:lnTo>
                  <a:lnTo>
                    <a:pt x="42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1" name="Google Shape;4751;p45"/>
            <p:cNvSpPr/>
            <p:nvPr/>
          </p:nvSpPr>
          <p:spPr>
            <a:xfrm>
              <a:off x="220554" y="4168920"/>
              <a:ext cx="320819" cy="252920"/>
            </a:xfrm>
            <a:custGeom>
              <a:rect b="b" l="l" r="r" t="t"/>
              <a:pathLst>
                <a:path extrusionOk="0" h="3162" w="4013">
                  <a:moveTo>
                    <a:pt x="0" y="0"/>
                  </a:moveTo>
                  <a:cubicBezTo>
                    <a:pt x="699" y="0"/>
                    <a:pt x="1216" y="578"/>
                    <a:pt x="1216" y="1216"/>
                  </a:cubicBezTo>
                  <a:lnTo>
                    <a:pt x="1216" y="3040"/>
                  </a:lnTo>
                  <a:lnTo>
                    <a:pt x="973" y="3162"/>
                  </a:lnTo>
                  <a:lnTo>
                    <a:pt x="3800" y="3162"/>
                  </a:lnTo>
                  <a:cubicBezTo>
                    <a:pt x="3921" y="3162"/>
                    <a:pt x="4013" y="3070"/>
                    <a:pt x="4013" y="2949"/>
                  </a:cubicBezTo>
                  <a:lnTo>
                    <a:pt x="4013" y="1216"/>
                  </a:lnTo>
                  <a:cubicBezTo>
                    <a:pt x="4013" y="578"/>
                    <a:pt x="3465" y="0"/>
                    <a:pt x="27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2" name="Google Shape;4752;p45"/>
            <p:cNvSpPr/>
            <p:nvPr/>
          </p:nvSpPr>
          <p:spPr>
            <a:xfrm>
              <a:off x="128217" y="4168920"/>
              <a:ext cx="189630" cy="248041"/>
            </a:xfrm>
            <a:custGeom>
              <a:rect b="b" l="l" r="r" t="t"/>
              <a:pathLst>
                <a:path extrusionOk="0" h="3101" w="2372">
                  <a:moveTo>
                    <a:pt x="1216" y="0"/>
                  </a:moveTo>
                  <a:cubicBezTo>
                    <a:pt x="547" y="0"/>
                    <a:pt x="0" y="578"/>
                    <a:pt x="0" y="1216"/>
                  </a:cubicBezTo>
                  <a:lnTo>
                    <a:pt x="0" y="2979"/>
                  </a:lnTo>
                  <a:cubicBezTo>
                    <a:pt x="0" y="3070"/>
                    <a:pt x="61" y="3101"/>
                    <a:pt x="91" y="3101"/>
                  </a:cubicBezTo>
                  <a:lnTo>
                    <a:pt x="2280" y="3101"/>
                  </a:lnTo>
                  <a:cubicBezTo>
                    <a:pt x="2341" y="3101"/>
                    <a:pt x="2371" y="3040"/>
                    <a:pt x="2371" y="2979"/>
                  </a:cubicBezTo>
                  <a:lnTo>
                    <a:pt x="2371" y="1216"/>
                  </a:lnTo>
                  <a:cubicBezTo>
                    <a:pt x="2371" y="578"/>
                    <a:pt x="1854" y="31"/>
                    <a:pt x="121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3" name="Google Shape;4753;p45"/>
            <p:cNvSpPr/>
            <p:nvPr/>
          </p:nvSpPr>
          <p:spPr>
            <a:xfrm>
              <a:off x="339592" y="4100850"/>
              <a:ext cx="63236" cy="153256"/>
            </a:xfrm>
            <a:custGeom>
              <a:rect b="b" l="l" r="r" t="t"/>
              <a:pathLst>
                <a:path extrusionOk="0" h="1916" w="791">
                  <a:moveTo>
                    <a:pt x="1" y="0"/>
                  </a:moveTo>
                  <a:lnTo>
                    <a:pt x="1" y="1642"/>
                  </a:lnTo>
                  <a:cubicBezTo>
                    <a:pt x="1" y="1794"/>
                    <a:pt x="122" y="1915"/>
                    <a:pt x="274" y="1915"/>
                  </a:cubicBezTo>
                  <a:cubicBezTo>
                    <a:pt x="426" y="1915"/>
                    <a:pt x="517" y="1794"/>
                    <a:pt x="517" y="1642"/>
                  </a:cubicBezTo>
                  <a:cubicBezTo>
                    <a:pt x="517" y="1490"/>
                    <a:pt x="426" y="1368"/>
                    <a:pt x="274" y="1368"/>
                  </a:cubicBezTo>
                  <a:lnTo>
                    <a:pt x="274" y="547"/>
                  </a:lnTo>
                  <a:lnTo>
                    <a:pt x="791" y="456"/>
                  </a:lnTo>
                  <a:lnTo>
                    <a:pt x="79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754" name="Google Shape;4754;p45"/>
          <p:cNvGrpSpPr/>
          <p:nvPr/>
        </p:nvGrpSpPr>
        <p:grpSpPr>
          <a:xfrm>
            <a:off x="2154823" y="4691638"/>
            <a:ext cx="2019411" cy="415855"/>
            <a:chOff x="2154823" y="4691638"/>
            <a:chExt cx="2019411" cy="415855"/>
          </a:xfrm>
        </p:grpSpPr>
        <p:sp>
          <p:nvSpPr>
            <p:cNvPr id="4755" name="Google Shape;4755;p45"/>
            <p:cNvSpPr/>
            <p:nvPr/>
          </p:nvSpPr>
          <p:spPr>
            <a:xfrm>
              <a:off x="2154823" y="4792742"/>
              <a:ext cx="2019411" cy="314751"/>
            </a:xfrm>
            <a:custGeom>
              <a:rect b="b" l="l" r="r" t="t"/>
              <a:pathLst>
                <a:path extrusionOk="0" h="3935" w="25260">
                  <a:moveTo>
                    <a:pt x="17285" y="0"/>
                  </a:moveTo>
                  <a:cubicBezTo>
                    <a:pt x="16170" y="0"/>
                    <a:pt x="15068" y="607"/>
                    <a:pt x="14499" y="1898"/>
                  </a:cubicBezTo>
                  <a:cubicBezTo>
                    <a:pt x="14128" y="1798"/>
                    <a:pt x="13776" y="1750"/>
                    <a:pt x="13440" y="1750"/>
                  </a:cubicBezTo>
                  <a:cubicBezTo>
                    <a:pt x="12345" y="1750"/>
                    <a:pt x="11430" y="2260"/>
                    <a:pt x="10639" y="3144"/>
                  </a:cubicBezTo>
                  <a:cubicBezTo>
                    <a:pt x="10329" y="2738"/>
                    <a:pt x="9724" y="2491"/>
                    <a:pt x="9098" y="2491"/>
                  </a:cubicBezTo>
                  <a:cubicBezTo>
                    <a:pt x="8740" y="2491"/>
                    <a:pt x="8376" y="2572"/>
                    <a:pt x="8055" y="2749"/>
                  </a:cubicBezTo>
                  <a:cubicBezTo>
                    <a:pt x="7677" y="1517"/>
                    <a:pt x="6643" y="853"/>
                    <a:pt x="5623" y="853"/>
                  </a:cubicBezTo>
                  <a:cubicBezTo>
                    <a:pt x="4756" y="853"/>
                    <a:pt x="3899" y="1334"/>
                    <a:pt x="3465" y="2353"/>
                  </a:cubicBezTo>
                  <a:cubicBezTo>
                    <a:pt x="3176" y="2271"/>
                    <a:pt x="2902" y="2232"/>
                    <a:pt x="2641" y="2232"/>
                  </a:cubicBezTo>
                  <a:cubicBezTo>
                    <a:pt x="1559" y="2232"/>
                    <a:pt x="711" y="2905"/>
                    <a:pt x="0" y="3934"/>
                  </a:cubicBezTo>
                  <a:lnTo>
                    <a:pt x="25259" y="3934"/>
                  </a:lnTo>
                  <a:cubicBezTo>
                    <a:pt x="24117" y="2958"/>
                    <a:pt x="22918" y="2281"/>
                    <a:pt x="21591" y="2281"/>
                  </a:cubicBezTo>
                  <a:cubicBezTo>
                    <a:pt x="21223" y="2281"/>
                    <a:pt x="20846" y="2333"/>
                    <a:pt x="20457" y="2445"/>
                  </a:cubicBezTo>
                  <a:cubicBezTo>
                    <a:pt x="19961" y="859"/>
                    <a:pt x="18613" y="0"/>
                    <a:pt x="1728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6" name="Google Shape;4756;p45"/>
            <p:cNvSpPr/>
            <p:nvPr/>
          </p:nvSpPr>
          <p:spPr>
            <a:xfrm>
              <a:off x="2480439" y="4897846"/>
              <a:ext cx="809283" cy="209647"/>
            </a:xfrm>
            <a:custGeom>
              <a:rect b="b" l="l" r="r" t="t"/>
              <a:pathLst>
                <a:path extrusionOk="0" h="2621" w="10123">
                  <a:moveTo>
                    <a:pt x="5318" y="1"/>
                  </a:moveTo>
                  <a:cubicBezTo>
                    <a:pt x="4431" y="1"/>
                    <a:pt x="3525" y="583"/>
                    <a:pt x="3192" y="1647"/>
                  </a:cubicBezTo>
                  <a:cubicBezTo>
                    <a:pt x="2934" y="1566"/>
                    <a:pt x="2682" y="1528"/>
                    <a:pt x="2436" y="1528"/>
                  </a:cubicBezTo>
                  <a:cubicBezTo>
                    <a:pt x="1577" y="1528"/>
                    <a:pt x="779" y="1983"/>
                    <a:pt x="0" y="2620"/>
                  </a:cubicBezTo>
                  <a:lnTo>
                    <a:pt x="10122" y="2620"/>
                  </a:lnTo>
                  <a:cubicBezTo>
                    <a:pt x="9503" y="1729"/>
                    <a:pt x="8764" y="1161"/>
                    <a:pt x="7821" y="1161"/>
                  </a:cubicBezTo>
                  <a:cubicBezTo>
                    <a:pt x="7606" y="1161"/>
                    <a:pt x="7380" y="1190"/>
                    <a:pt x="7143" y="1252"/>
                  </a:cubicBezTo>
                  <a:cubicBezTo>
                    <a:pt x="6772" y="399"/>
                    <a:pt x="6051" y="1"/>
                    <a:pt x="53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7" name="Google Shape;4757;p45"/>
            <p:cNvSpPr/>
            <p:nvPr/>
          </p:nvSpPr>
          <p:spPr>
            <a:xfrm>
              <a:off x="3656510" y="4752428"/>
              <a:ext cx="58440" cy="48712"/>
            </a:xfrm>
            <a:custGeom>
              <a:rect b="b" l="l" r="r" t="t"/>
              <a:pathLst>
                <a:path extrusionOk="0" h="609" w="731">
                  <a:moveTo>
                    <a:pt x="730" y="0"/>
                  </a:moveTo>
                  <a:cubicBezTo>
                    <a:pt x="730" y="0"/>
                    <a:pt x="426" y="0"/>
                    <a:pt x="244" y="152"/>
                  </a:cubicBezTo>
                  <a:cubicBezTo>
                    <a:pt x="31" y="304"/>
                    <a:pt x="1" y="608"/>
                    <a:pt x="1" y="608"/>
                  </a:cubicBezTo>
                  <a:cubicBezTo>
                    <a:pt x="1" y="608"/>
                    <a:pt x="305" y="608"/>
                    <a:pt x="487" y="456"/>
                  </a:cubicBezTo>
                  <a:cubicBezTo>
                    <a:pt x="670" y="304"/>
                    <a:pt x="730" y="0"/>
                    <a:pt x="7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8" name="Google Shape;4758;p45"/>
            <p:cNvSpPr/>
            <p:nvPr/>
          </p:nvSpPr>
          <p:spPr>
            <a:xfrm>
              <a:off x="3598230" y="4691638"/>
              <a:ext cx="55961" cy="99744"/>
            </a:xfrm>
            <a:custGeom>
              <a:rect b="b" l="l" r="r" t="t"/>
              <a:pathLst>
                <a:path extrusionOk="0" h="1247" w="700">
                  <a:moveTo>
                    <a:pt x="213" y="0"/>
                  </a:moveTo>
                  <a:cubicBezTo>
                    <a:pt x="213" y="0"/>
                    <a:pt x="0" y="335"/>
                    <a:pt x="92" y="669"/>
                  </a:cubicBezTo>
                  <a:cubicBezTo>
                    <a:pt x="152" y="1034"/>
                    <a:pt x="517" y="1247"/>
                    <a:pt x="517" y="1247"/>
                  </a:cubicBezTo>
                  <a:cubicBezTo>
                    <a:pt x="517" y="1247"/>
                    <a:pt x="699" y="912"/>
                    <a:pt x="608" y="578"/>
                  </a:cubicBezTo>
                  <a:cubicBezTo>
                    <a:pt x="517" y="213"/>
                    <a:pt x="213" y="0"/>
                    <a:pt x="21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9" name="Google Shape;4759;p45"/>
            <p:cNvSpPr/>
            <p:nvPr/>
          </p:nvSpPr>
          <p:spPr>
            <a:xfrm>
              <a:off x="2611629" y="4932320"/>
              <a:ext cx="43810" cy="73029"/>
            </a:xfrm>
            <a:custGeom>
              <a:rect b="b" l="l" r="r" t="t"/>
              <a:pathLst>
                <a:path extrusionOk="0" h="913" w="548">
                  <a:moveTo>
                    <a:pt x="396" y="1"/>
                  </a:moveTo>
                  <a:cubicBezTo>
                    <a:pt x="396" y="1"/>
                    <a:pt x="153" y="153"/>
                    <a:pt x="92" y="396"/>
                  </a:cubicBezTo>
                  <a:cubicBezTo>
                    <a:pt x="1" y="639"/>
                    <a:pt x="153" y="912"/>
                    <a:pt x="153" y="912"/>
                  </a:cubicBezTo>
                  <a:cubicBezTo>
                    <a:pt x="153" y="912"/>
                    <a:pt x="396" y="760"/>
                    <a:pt x="457" y="487"/>
                  </a:cubicBezTo>
                  <a:cubicBezTo>
                    <a:pt x="548" y="244"/>
                    <a:pt x="396" y="1"/>
                    <a:pt x="3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0" name="Google Shape;4760;p45"/>
            <p:cNvSpPr/>
            <p:nvPr/>
          </p:nvSpPr>
          <p:spPr>
            <a:xfrm>
              <a:off x="2524169" y="4937200"/>
              <a:ext cx="77866" cy="70629"/>
            </a:xfrm>
            <a:custGeom>
              <a:rect b="b" l="l" r="r" t="t"/>
              <a:pathLst>
                <a:path extrusionOk="0" h="883" w="974">
                  <a:moveTo>
                    <a:pt x="0" y="0"/>
                  </a:moveTo>
                  <a:cubicBezTo>
                    <a:pt x="0" y="0"/>
                    <a:pt x="31" y="426"/>
                    <a:pt x="304" y="639"/>
                  </a:cubicBezTo>
                  <a:cubicBezTo>
                    <a:pt x="528" y="862"/>
                    <a:pt x="833" y="883"/>
                    <a:pt x="937" y="883"/>
                  </a:cubicBezTo>
                  <a:cubicBezTo>
                    <a:pt x="960" y="883"/>
                    <a:pt x="973" y="882"/>
                    <a:pt x="973" y="882"/>
                  </a:cubicBezTo>
                  <a:cubicBezTo>
                    <a:pt x="973" y="882"/>
                    <a:pt x="943" y="456"/>
                    <a:pt x="669" y="244"/>
                  </a:cubicBezTo>
                  <a:cubicBezTo>
                    <a:pt x="426" y="0"/>
                    <a:pt x="1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761" name="Google Shape;4761;p45"/>
          <p:cNvGrpSpPr/>
          <p:nvPr/>
        </p:nvGrpSpPr>
        <p:grpSpPr>
          <a:xfrm>
            <a:off x="154919" y="4950158"/>
            <a:ext cx="609980" cy="157335"/>
            <a:chOff x="154919" y="4950158"/>
            <a:chExt cx="609980" cy="157335"/>
          </a:xfrm>
        </p:grpSpPr>
        <p:sp>
          <p:nvSpPr>
            <p:cNvPr id="4762" name="Google Shape;4762;p45"/>
            <p:cNvSpPr/>
            <p:nvPr/>
          </p:nvSpPr>
          <p:spPr>
            <a:xfrm>
              <a:off x="154919" y="4950158"/>
              <a:ext cx="609980" cy="157335"/>
            </a:xfrm>
            <a:custGeom>
              <a:rect b="b" l="l" r="r" t="t"/>
              <a:pathLst>
                <a:path extrusionOk="0" h="1967" w="7630">
                  <a:moveTo>
                    <a:pt x="4011" y="1"/>
                  </a:moveTo>
                  <a:cubicBezTo>
                    <a:pt x="3348" y="1"/>
                    <a:pt x="2667" y="427"/>
                    <a:pt x="2402" y="1206"/>
                  </a:cubicBezTo>
                  <a:cubicBezTo>
                    <a:pt x="2208" y="1146"/>
                    <a:pt x="2019" y="1118"/>
                    <a:pt x="1833" y="1118"/>
                  </a:cubicBezTo>
                  <a:cubicBezTo>
                    <a:pt x="1176" y="1118"/>
                    <a:pt x="570" y="1468"/>
                    <a:pt x="1" y="1966"/>
                  </a:cubicBezTo>
                  <a:lnTo>
                    <a:pt x="7630" y="1966"/>
                  </a:lnTo>
                  <a:cubicBezTo>
                    <a:pt x="7157" y="1295"/>
                    <a:pt x="6604" y="867"/>
                    <a:pt x="5885" y="867"/>
                  </a:cubicBezTo>
                  <a:cubicBezTo>
                    <a:pt x="5725" y="867"/>
                    <a:pt x="5558" y="888"/>
                    <a:pt x="5381" y="933"/>
                  </a:cubicBezTo>
                  <a:cubicBezTo>
                    <a:pt x="5104" y="297"/>
                    <a:pt x="4564" y="1"/>
                    <a:pt x="40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3" name="Google Shape;4763;p45"/>
            <p:cNvSpPr/>
            <p:nvPr/>
          </p:nvSpPr>
          <p:spPr>
            <a:xfrm>
              <a:off x="512113" y="5007669"/>
              <a:ext cx="72990" cy="70629"/>
            </a:xfrm>
            <a:custGeom>
              <a:rect b="b" l="l" r="r" t="t"/>
              <a:pathLst>
                <a:path extrusionOk="0" h="883" w="913">
                  <a:moveTo>
                    <a:pt x="822" y="1"/>
                  </a:moveTo>
                  <a:cubicBezTo>
                    <a:pt x="396" y="183"/>
                    <a:pt x="92" y="518"/>
                    <a:pt x="1" y="882"/>
                  </a:cubicBezTo>
                  <a:cubicBezTo>
                    <a:pt x="1" y="882"/>
                    <a:pt x="244" y="457"/>
                    <a:pt x="913" y="214"/>
                  </a:cubicBezTo>
                  <a:lnTo>
                    <a:pt x="82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4" name="Google Shape;4764;p45"/>
            <p:cNvSpPr/>
            <p:nvPr/>
          </p:nvSpPr>
          <p:spPr>
            <a:xfrm>
              <a:off x="346867" y="5034464"/>
              <a:ext cx="43890" cy="46233"/>
            </a:xfrm>
            <a:custGeom>
              <a:rect b="b" l="l" r="r" t="t"/>
              <a:pathLst>
                <a:path extrusionOk="0" h="578" w="549">
                  <a:moveTo>
                    <a:pt x="31" y="0"/>
                  </a:moveTo>
                  <a:lnTo>
                    <a:pt x="1" y="152"/>
                  </a:lnTo>
                  <a:cubicBezTo>
                    <a:pt x="1" y="152"/>
                    <a:pt x="396" y="335"/>
                    <a:pt x="548" y="578"/>
                  </a:cubicBezTo>
                  <a:cubicBezTo>
                    <a:pt x="396" y="304"/>
                    <a:pt x="244" y="122"/>
                    <a:pt x="3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765" name="Google Shape;4765;p45"/>
          <p:cNvGrpSpPr/>
          <p:nvPr/>
        </p:nvGrpSpPr>
        <p:grpSpPr>
          <a:xfrm>
            <a:off x="0" y="4752988"/>
            <a:ext cx="9144000" cy="354505"/>
            <a:chOff x="0" y="4689888"/>
            <a:chExt cx="9144000" cy="354505"/>
          </a:xfrm>
        </p:grpSpPr>
        <p:grpSp>
          <p:nvGrpSpPr>
            <p:cNvPr id="4766" name="Google Shape;4766;p45"/>
            <p:cNvGrpSpPr/>
            <p:nvPr/>
          </p:nvGrpSpPr>
          <p:grpSpPr>
            <a:xfrm>
              <a:off x="0" y="4793425"/>
              <a:ext cx="9144000" cy="194975"/>
              <a:chOff x="0" y="4789550"/>
              <a:chExt cx="9144000" cy="194975"/>
            </a:xfrm>
          </p:grpSpPr>
          <p:sp>
            <p:nvSpPr>
              <p:cNvPr id="4767" name="Google Shape;4767;p45"/>
              <p:cNvSpPr/>
              <p:nvPr/>
            </p:nvSpPr>
            <p:spPr>
              <a:xfrm>
                <a:off x="0" y="4789550"/>
                <a:ext cx="9144000" cy="360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68" name="Google Shape;4768;p45"/>
              <p:cNvSpPr/>
              <p:nvPr/>
            </p:nvSpPr>
            <p:spPr>
              <a:xfrm>
                <a:off x="0" y="4948525"/>
                <a:ext cx="9144000" cy="360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769" name="Google Shape;4769;p45"/>
            <p:cNvGrpSpPr/>
            <p:nvPr/>
          </p:nvGrpSpPr>
          <p:grpSpPr>
            <a:xfrm>
              <a:off x="28483" y="4689888"/>
              <a:ext cx="9087034" cy="354505"/>
              <a:chOff x="28483" y="4689888"/>
              <a:chExt cx="9087034" cy="354505"/>
            </a:xfrm>
          </p:grpSpPr>
          <p:sp>
            <p:nvSpPr>
              <p:cNvPr id="4770" name="Google Shape;4770;p45"/>
              <p:cNvSpPr/>
              <p:nvPr/>
            </p:nvSpPr>
            <p:spPr>
              <a:xfrm>
                <a:off x="64010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6" y="1"/>
                      <a:pt x="533" y="8"/>
                      <a:pt x="518" y="24"/>
                    </a:cubicBezTo>
                    <a:lnTo>
                      <a:pt x="62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34" y="4431"/>
                      <a:pt x="1065" y="4401"/>
                      <a:pt x="1156" y="4370"/>
                    </a:cubicBezTo>
                    <a:lnTo>
                      <a:pt x="1156" y="601"/>
                    </a:lnTo>
                    <a:lnTo>
                      <a:pt x="1126" y="571"/>
                    </a:lnTo>
                    <a:lnTo>
                      <a:pt x="670" y="24"/>
                    </a:lnTo>
                    <a:cubicBezTo>
                      <a:pt x="639" y="8"/>
                      <a:pt x="609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71" name="Google Shape;4771;p45"/>
              <p:cNvSpPr/>
              <p:nvPr/>
            </p:nvSpPr>
            <p:spPr>
              <a:xfrm>
                <a:off x="79301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3" y="8"/>
                      <a:pt x="517" y="24"/>
                    </a:cubicBezTo>
                    <a:lnTo>
                      <a:pt x="6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34" y="4431"/>
                      <a:pt x="1064" y="4401"/>
                      <a:pt x="1156" y="4370"/>
                    </a:cubicBezTo>
                    <a:lnTo>
                      <a:pt x="1156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9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72" name="Google Shape;4772;p45"/>
              <p:cNvSpPr/>
              <p:nvPr/>
            </p:nvSpPr>
            <p:spPr>
              <a:xfrm>
                <a:off x="94592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2" y="4431"/>
                      <a:pt x="122" y="4431"/>
                    </a:cubicBezTo>
                    <a:lnTo>
                      <a:pt x="1003" y="4431"/>
                    </a:lnTo>
                    <a:cubicBezTo>
                      <a:pt x="103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8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73" name="Google Shape;4773;p45"/>
              <p:cNvSpPr/>
              <p:nvPr/>
            </p:nvSpPr>
            <p:spPr>
              <a:xfrm>
                <a:off x="109882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1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1" y="4431"/>
                      <a:pt x="122" y="4431"/>
                    </a:cubicBezTo>
                    <a:lnTo>
                      <a:pt x="1003" y="4431"/>
                    </a:lnTo>
                    <a:cubicBezTo>
                      <a:pt x="106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8" y="8"/>
                      <a:pt x="608" y="1"/>
                      <a:pt x="58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74" name="Google Shape;4774;p45"/>
              <p:cNvSpPr/>
              <p:nvPr/>
            </p:nvSpPr>
            <p:spPr>
              <a:xfrm>
                <a:off x="1251735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04" y="4431"/>
                      <a:pt x="103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75" name="Google Shape;4775;p45"/>
              <p:cNvSpPr/>
              <p:nvPr/>
            </p:nvSpPr>
            <p:spPr>
              <a:xfrm>
                <a:off x="1402243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76" name="Google Shape;4776;p45"/>
              <p:cNvSpPr/>
              <p:nvPr/>
            </p:nvSpPr>
            <p:spPr>
              <a:xfrm>
                <a:off x="1552751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64" y="4431"/>
                      <a:pt x="109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77" name="Google Shape;4777;p45"/>
              <p:cNvSpPr/>
              <p:nvPr/>
            </p:nvSpPr>
            <p:spPr>
              <a:xfrm>
                <a:off x="751362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78" name="Google Shape;4778;p45"/>
              <p:cNvSpPr/>
              <p:nvPr/>
            </p:nvSpPr>
            <p:spPr>
              <a:xfrm>
                <a:off x="7666529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3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79" name="Google Shape;4779;p45"/>
              <p:cNvSpPr/>
              <p:nvPr/>
            </p:nvSpPr>
            <p:spPr>
              <a:xfrm>
                <a:off x="7816957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80" name="Google Shape;4780;p45"/>
              <p:cNvSpPr/>
              <p:nvPr/>
            </p:nvSpPr>
            <p:spPr>
              <a:xfrm>
                <a:off x="796738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2" y="4431"/>
                      <a:pt x="122" y="4431"/>
                    </a:cubicBezTo>
                    <a:lnTo>
                      <a:pt x="1003" y="4431"/>
                    </a:lnTo>
                    <a:cubicBezTo>
                      <a:pt x="103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8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81" name="Google Shape;4781;p45"/>
              <p:cNvSpPr/>
              <p:nvPr/>
            </p:nvSpPr>
            <p:spPr>
              <a:xfrm>
                <a:off x="812029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93" y="1"/>
                    </a:moveTo>
                    <a:cubicBezTo>
                      <a:pt x="562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1" y="4431"/>
                      <a:pt x="122" y="4431"/>
                    </a:cubicBezTo>
                    <a:lnTo>
                      <a:pt x="1003" y="4431"/>
                    </a:lnTo>
                    <a:cubicBezTo>
                      <a:pt x="106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54" y="8"/>
                      <a:pt x="623" y="1"/>
                      <a:pt x="59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82" name="Google Shape;4782;p45"/>
              <p:cNvSpPr/>
              <p:nvPr/>
            </p:nvSpPr>
            <p:spPr>
              <a:xfrm>
                <a:off x="8273198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1" y="4431"/>
                      <a:pt x="122" y="4431"/>
                    </a:cubicBezTo>
                    <a:lnTo>
                      <a:pt x="973" y="4431"/>
                    </a:lnTo>
                    <a:cubicBezTo>
                      <a:pt x="1034" y="4431"/>
                      <a:pt x="1065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83" name="Google Shape;4783;p45"/>
              <p:cNvSpPr/>
              <p:nvPr/>
            </p:nvSpPr>
            <p:spPr>
              <a:xfrm>
                <a:off x="8423706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34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84" name="Google Shape;4784;p45"/>
              <p:cNvSpPr/>
              <p:nvPr/>
            </p:nvSpPr>
            <p:spPr>
              <a:xfrm>
                <a:off x="8574214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64" y="4431"/>
                      <a:pt x="109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85" name="Google Shape;4785;p45"/>
              <p:cNvSpPr/>
              <p:nvPr/>
            </p:nvSpPr>
            <p:spPr>
              <a:xfrm>
                <a:off x="8724643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2" y="4431"/>
                      <a:pt x="122" y="4431"/>
                    </a:cubicBezTo>
                    <a:lnTo>
                      <a:pt x="974" y="4431"/>
                    </a:lnTo>
                    <a:cubicBezTo>
                      <a:pt x="1065" y="4431"/>
                      <a:pt x="1095" y="4401"/>
                      <a:pt x="1126" y="4370"/>
                    </a:cubicBezTo>
                    <a:lnTo>
                      <a:pt x="112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4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86" name="Google Shape;4786;p45"/>
              <p:cNvSpPr/>
              <p:nvPr/>
            </p:nvSpPr>
            <p:spPr>
              <a:xfrm>
                <a:off x="8875151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74" y="1"/>
                    </a:moveTo>
                    <a:cubicBezTo>
                      <a:pt x="547" y="1"/>
                      <a:pt x="517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122" y="4431"/>
                    </a:cubicBezTo>
                    <a:lnTo>
                      <a:pt x="1003" y="4431"/>
                    </a:lnTo>
                    <a:cubicBezTo>
                      <a:pt x="103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600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87" name="Google Shape;4787;p45"/>
              <p:cNvSpPr/>
              <p:nvPr/>
            </p:nvSpPr>
            <p:spPr>
              <a:xfrm>
                <a:off x="736071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88" name="Google Shape;4788;p45"/>
              <p:cNvSpPr/>
              <p:nvPr/>
            </p:nvSpPr>
            <p:spPr>
              <a:xfrm>
                <a:off x="720781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89" name="Google Shape;4789;p45"/>
              <p:cNvSpPr/>
              <p:nvPr/>
            </p:nvSpPr>
            <p:spPr>
              <a:xfrm>
                <a:off x="705490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90" name="Google Shape;4790;p45"/>
              <p:cNvSpPr/>
              <p:nvPr/>
            </p:nvSpPr>
            <p:spPr>
              <a:xfrm>
                <a:off x="690199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91" name="Google Shape;4791;p45"/>
              <p:cNvSpPr/>
              <p:nvPr/>
            </p:nvSpPr>
            <p:spPr>
              <a:xfrm>
                <a:off x="674909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92" name="Google Shape;4792;p45"/>
              <p:cNvSpPr/>
              <p:nvPr/>
            </p:nvSpPr>
            <p:spPr>
              <a:xfrm>
                <a:off x="659618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93" name="Google Shape;4793;p45"/>
              <p:cNvSpPr/>
              <p:nvPr/>
            </p:nvSpPr>
            <p:spPr>
              <a:xfrm>
                <a:off x="644327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94" name="Google Shape;4794;p45"/>
              <p:cNvSpPr/>
              <p:nvPr/>
            </p:nvSpPr>
            <p:spPr>
              <a:xfrm>
                <a:off x="629037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95" name="Google Shape;4795;p45"/>
              <p:cNvSpPr/>
              <p:nvPr/>
            </p:nvSpPr>
            <p:spPr>
              <a:xfrm>
                <a:off x="613746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96" name="Google Shape;4796;p45"/>
              <p:cNvSpPr/>
              <p:nvPr/>
            </p:nvSpPr>
            <p:spPr>
              <a:xfrm>
                <a:off x="598455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97" name="Google Shape;4797;p45"/>
              <p:cNvSpPr/>
              <p:nvPr/>
            </p:nvSpPr>
            <p:spPr>
              <a:xfrm>
                <a:off x="583165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98" name="Google Shape;4798;p45"/>
              <p:cNvSpPr/>
              <p:nvPr/>
            </p:nvSpPr>
            <p:spPr>
              <a:xfrm>
                <a:off x="567874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99" name="Google Shape;4799;p45"/>
              <p:cNvSpPr/>
              <p:nvPr/>
            </p:nvSpPr>
            <p:spPr>
              <a:xfrm>
                <a:off x="552583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00" name="Google Shape;4800;p45"/>
              <p:cNvSpPr/>
              <p:nvPr/>
            </p:nvSpPr>
            <p:spPr>
              <a:xfrm>
                <a:off x="537293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01" name="Google Shape;4801;p45"/>
              <p:cNvSpPr/>
              <p:nvPr/>
            </p:nvSpPr>
            <p:spPr>
              <a:xfrm>
                <a:off x="522002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02" name="Google Shape;4802;p45"/>
              <p:cNvSpPr/>
              <p:nvPr/>
            </p:nvSpPr>
            <p:spPr>
              <a:xfrm>
                <a:off x="506712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03" name="Google Shape;4803;p45"/>
              <p:cNvSpPr/>
              <p:nvPr/>
            </p:nvSpPr>
            <p:spPr>
              <a:xfrm>
                <a:off x="491421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04" name="Google Shape;4804;p45"/>
              <p:cNvSpPr/>
              <p:nvPr/>
            </p:nvSpPr>
            <p:spPr>
              <a:xfrm>
                <a:off x="476130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05" name="Google Shape;4805;p45"/>
              <p:cNvSpPr/>
              <p:nvPr/>
            </p:nvSpPr>
            <p:spPr>
              <a:xfrm>
                <a:off x="460840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06" name="Google Shape;4806;p45"/>
              <p:cNvSpPr/>
              <p:nvPr/>
            </p:nvSpPr>
            <p:spPr>
              <a:xfrm>
                <a:off x="445549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07" name="Google Shape;4807;p45"/>
              <p:cNvSpPr/>
              <p:nvPr/>
            </p:nvSpPr>
            <p:spPr>
              <a:xfrm>
                <a:off x="430258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08" name="Google Shape;4808;p45"/>
              <p:cNvSpPr/>
              <p:nvPr/>
            </p:nvSpPr>
            <p:spPr>
              <a:xfrm>
                <a:off x="414968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09" name="Google Shape;4809;p45"/>
              <p:cNvSpPr/>
              <p:nvPr/>
            </p:nvSpPr>
            <p:spPr>
              <a:xfrm>
                <a:off x="399677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10" name="Google Shape;4810;p45"/>
              <p:cNvSpPr/>
              <p:nvPr/>
            </p:nvSpPr>
            <p:spPr>
              <a:xfrm>
                <a:off x="384386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11" name="Google Shape;4811;p45"/>
              <p:cNvSpPr/>
              <p:nvPr/>
            </p:nvSpPr>
            <p:spPr>
              <a:xfrm>
                <a:off x="369096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12" name="Google Shape;4812;p45"/>
              <p:cNvSpPr/>
              <p:nvPr/>
            </p:nvSpPr>
            <p:spPr>
              <a:xfrm>
                <a:off x="353805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13" name="Google Shape;4813;p45"/>
              <p:cNvSpPr/>
              <p:nvPr/>
            </p:nvSpPr>
            <p:spPr>
              <a:xfrm>
                <a:off x="338514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14" name="Google Shape;4814;p45"/>
              <p:cNvSpPr/>
              <p:nvPr/>
            </p:nvSpPr>
            <p:spPr>
              <a:xfrm>
                <a:off x="323224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15" name="Google Shape;4815;p45"/>
              <p:cNvSpPr/>
              <p:nvPr/>
            </p:nvSpPr>
            <p:spPr>
              <a:xfrm>
                <a:off x="307933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16" name="Google Shape;4816;p45"/>
              <p:cNvSpPr/>
              <p:nvPr/>
            </p:nvSpPr>
            <p:spPr>
              <a:xfrm>
                <a:off x="292643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17" name="Google Shape;4817;p45"/>
              <p:cNvSpPr/>
              <p:nvPr/>
            </p:nvSpPr>
            <p:spPr>
              <a:xfrm>
                <a:off x="277352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18" name="Google Shape;4818;p45"/>
              <p:cNvSpPr/>
              <p:nvPr/>
            </p:nvSpPr>
            <p:spPr>
              <a:xfrm>
                <a:off x="262061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19" name="Google Shape;4819;p45"/>
              <p:cNvSpPr/>
              <p:nvPr/>
            </p:nvSpPr>
            <p:spPr>
              <a:xfrm>
                <a:off x="246771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20" name="Google Shape;4820;p45"/>
              <p:cNvSpPr/>
              <p:nvPr/>
            </p:nvSpPr>
            <p:spPr>
              <a:xfrm>
                <a:off x="231480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21" name="Google Shape;4821;p45"/>
              <p:cNvSpPr/>
              <p:nvPr/>
            </p:nvSpPr>
            <p:spPr>
              <a:xfrm>
                <a:off x="216189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22" name="Google Shape;4822;p45"/>
              <p:cNvSpPr/>
              <p:nvPr/>
            </p:nvSpPr>
            <p:spPr>
              <a:xfrm>
                <a:off x="200899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23" name="Google Shape;4823;p45"/>
              <p:cNvSpPr/>
              <p:nvPr/>
            </p:nvSpPr>
            <p:spPr>
              <a:xfrm>
                <a:off x="185608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24" name="Google Shape;4824;p45"/>
              <p:cNvSpPr/>
              <p:nvPr/>
            </p:nvSpPr>
            <p:spPr>
              <a:xfrm>
                <a:off x="170317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25" name="Google Shape;4825;p45"/>
              <p:cNvSpPr/>
              <p:nvPr/>
            </p:nvSpPr>
            <p:spPr>
              <a:xfrm>
                <a:off x="48720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26" name="Google Shape;4826;p45"/>
              <p:cNvSpPr/>
              <p:nvPr/>
            </p:nvSpPr>
            <p:spPr>
              <a:xfrm>
                <a:off x="33429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27" name="Google Shape;4827;p45"/>
              <p:cNvSpPr/>
              <p:nvPr/>
            </p:nvSpPr>
            <p:spPr>
              <a:xfrm>
                <a:off x="18139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28" name="Google Shape;4828;p45"/>
              <p:cNvSpPr/>
              <p:nvPr/>
            </p:nvSpPr>
            <p:spPr>
              <a:xfrm>
                <a:off x="2848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29" name="Google Shape;4829;p45"/>
              <p:cNvSpPr/>
              <p:nvPr/>
            </p:nvSpPr>
            <p:spPr>
              <a:xfrm>
                <a:off x="9025579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74" y="1"/>
                    </a:moveTo>
                    <a:cubicBezTo>
                      <a:pt x="547" y="1"/>
                      <a:pt x="517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122" y="4431"/>
                    </a:cubicBezTo>
                    <a:lnTo>
                      <a:pt x="1003" y="4431"/>
                    </a:lnTo>
                    <a:cubicBezTo>
                      <a:pt x="103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600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4830" name="Google Shape;4830;p45"/>
          <p:cNvSpPr/>
          <p:nvPr/>
        </p:nvSpPr>
        <p:spPr>
          <a:xfrm>
            <a:off x="0" y="5107500"/>
            <a:ext cx="9144000" cy="36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1" name="Google Shape;4831;p45"/>
          <p:cNvSpPr/>
          <p:nvPr/>
        </p:nvSpPr>
        <p:spPr>
          <a:xfrm>
            <a:off x="719850" y="540000"/>
            <a:ext cx="7704300" cy="676800"/>
          </a:xfrm>
          <a:prstGeom prst="roundRect">
            <a:avLst>
              <a:gd fmla="val 17686" name="adj"/>
            </a:avLst>
          </a:prstGeom>
          <a:solidFill>
            <a:schemeClr val="lt1"/>
          </a:solidFill>
          <a:ln cap="flat" cmpd="sng" w="762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2" name="Google Shape;4832;p45"/>
          <p:cNvSpPr txBox="1"/>
          <p:nvPr>
            <p:ph type="title"/>
          </p:nvPr>
        </p:nvSpPr>
        <p:spPr>
          <a:xfrm>
            <a:off x="720000" y="1914600"/>
            <a:ext cx="2787000" cy="5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33" name="Google Shape;4833;p45"/>
          <p:cNvSpPr txBox="1"/>
          <p:nvPr>
            <p:ph idx="1" type="subTitle"/>
          </p:nvPr>
        </p:nvSpPr>
        <p:spPr>
          <a:xfrm>
            <a:off x="720000" y="2392500"/>
            <a:ext cx="27870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4834" name="Google Shape;4834;p45"/>
          <p:cNvSpPr txBox="1"/>
          <p:nvPr>
            <p:ph idx="2" type="title"/>
          </p:nvPr>
        </p:nvSpPr>
        <p:spPr>
          <a:xfrm>
            <a:off x="5637051" y="1914600"/>
            <a:ext cx="2787000" cy="5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35" name="Google Shape;4835;p45"/>
          <p:cNvSpPr txBox="1"/>
          <p:nvPr>
            <p:ph idx="3" type="subTitle"/>
          </p:nvPr>
        </p:nvSpPr>
        <p:spPr>
          <a:xfrm>
            <a:off x="5637051" y="2392500"/>
            <a:ext cx="27870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4836" name="Google Shape;4836;p45"/>
          <p:cNvSpPr txBox="1"/>
          <p:nvPr>
            <p:ph idx="4" type="title"/>
          </p:nvPr>
        </p:nvSpPr>
        <p:spPr>
          <a:xfrm>
            <a:off x="720000" y="3019800"/>
            <a:ext cx="2787000" cy="5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37" name="Google Shape;4837;p45"/>
          <p:cNvSpPr txBox="1"/>
          <p:nvPr>
            <p:ph idx="5" type="subTitle"/>
          </p:nvPr>
        </p:nvSpPr>
        <p:spPr>
          <a:xfrm>
            <a:off x="720000" y="3500400"/>
            <a:ext cx="27870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4838" name="Google Shape;4838;p45"/>
          <p:cNvSpPr txBox="1"/>
          <p:nvPr>
            <p:ph idx="6" type="title"/>
          </p:nvPr>
        </p:nvSpPr>
        <p:spPr>
          <a:xfrm>
            <a:off x="5637051" y="3019800"/>
            <a:ext cx="2787000" cy="5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39" name="Google Shape;4839;p45"/>
          <p:cNvSpPr txBox="1"/>
          <p:nvPr>
            <p:ph idx="7" type="subTitle"/>
          </p:nvPr>
        </p:nvSpPr>
        <p:spPr>
          <a:xfrm>
            <a:off x="5637051" y="3500400"/>
            <a:ext cx="27870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4840" name="Google Shape;4840;p45"/>
          <p:cNvSpPr txBox="1"/>
          <p:nvPr>
            <p:ph idx="8" type="title"/>
          </p:nvPr>
        </p:nvSpPr>
        <p:spPr>
          <a:xfrm>
            <a:off x="720000" y="540000"/>
            <a:ext cx="7704000" cy="6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5_1">
    <p:spTree>
      <p:nvGrpSpPr>
        <p:cNvPr id="4841" name="Shape 4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42" name="Google Shape;4842;p46"/>
          <p:cNvGrpSpPr/>
          <p:nvPr/>
        </p:nvGrpSpPr>
        <p:grpSpPr>
          <a:xfrm>
            <a:off x="-15975" y="-52"/>
            <a:ext cx="9175950" cy="5143406"/>
            <a:chOff x="-15975" y="-52"/>
            <a:chExt cx="9175950" cy="5143406"/>
          </a:xfrm>
        </p:grpSpPr>
        <p:sp>
          <p:nvSpPr>
            <p:cNvPr id="4843" name="Google Shape;4843;p46"/>
            <p:cNvSpPr/>
            <p:nvPr/>
          </p:nvSpPr>
          <p:spPr>
            <a:xfrm rot="5400000">
              <a:off x="4570450" y="-378255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4" name="Google Shape;4844;p46"/>
            <p:cNvSpPr/>
            <p:nvPr/>
          </p:nvSpPr>
          <p:spPr>
            <a:xfrm rot="5400000">
              <a:off x="4570450" y="-276311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5" name="Google Shape;4845;p46"/>
            <p:cNvSpPr/>
            <p:nvPr/>
          </p:nvSpPr>
          <p:spPr>
            <a:xfrm rot="5400000">
              <a:off x="4570450" y="-174368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6" name="Google Shape;4846;p46"/>
            <p:cNvSpPr/>
            <p:nvPr/>
          </p:nvSpPr>
          <p:spPr>
            <a:xfrm rot="5400000">
              <a:off x="4570450" y="-72425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7" name="Google Shape;4847;p46"/>
            <p:cNvSpPr/>
            <p:nvPr/>
          </p:nvSpPr>
          <p:spPr>
            <a:xfrm rot="5400000">
              <a:off x="4570450" y="295184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8" name="Google Shape;4848;p46"/>
            <p:cNvSpPr/>
            <p:nvPr/>
          </p:nvSpPr>
          <p:spPr>
            <a:xfrm rot="5400000">
              <a:off x="4570450" y="-429226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9" name="Google Shape;4849;p46"/>
            <p:cNvSpPr/>
            <p:nvPr/>
          </p:nvSpPr>
          <p:spPr>
            <a:xfrm rot="5400000">
              <a:off x="4570450" y="-327283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0" name="Google Shape;4850;p46"/>
            <p:cNvSpPr/>
            <p:nvPr/>
          </p:nvSpPr>
          <p:spPr>
            <a:xfrm rot="5400000">
              <a:off x="4570450" y="-225340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1" name="Google Shape;4851;p46"/>
            <p:cNvSpPr/>
            <p:nvPr/>
          </p:nvSpPr>
          <p:spPr>
            <a:xfrm rot="5400000">
              <a:off x="4570450" y="-123396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2" name="Google Shape;4852;p46"/>
            <p:cNvSpPr/>
            <p:nvPr/>
          </p:nvSpPr>
          <p:spPr>
            <a:xfrm rot="5400000">
              <a:off x="4570450" y="-21453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3" name="Google Shape;4853;p46"/>
            <p:cNvSpPr/>
            <p:nvPr/>
          </p:nvSpPr>
          <p:spPr>
            <a:xfrm>
              <a:off x="5081305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4" name="Google Shape;4854;p46"/>
            <p:cNvSpPr/>
            <p:nvPr/>
          </p:nvSpPr>
          <p:spPr>
            <a:xfrm>
              <a:off x="6100964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5" name="Google Shape;4855;p46"/>
            <p:cNvSpPr/>
            <p:nvPr/>
          </p:nvSpPr>
          <p:spPr>
            <a:xfrm>
              <a:off x="7120623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6" name="Google Shape;4856;p46"/>
            <p:cNvSpPr/>
            <p:nvPr/>
          </p:nvSpPr>
          <p:spPr>
            <a:xfrm>
              <a:off x="8140282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7" name="Google Shape;4857;p46"/>
            <p:cNvSpPr/>
            <p:nvPr/>
          </p:nvSpPr>
          <p:spPr>
            <a:xfrm>
              <a:off x="5591134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8" name="Google Shape;4858;p46"/>
            <p:cNvSpPr/>
            <p:nvPr/>
          </p:nvSpPr>
          <p:spPr>
            <a:xfrm>
              <a:off x="6610793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9" name="Google Shape;4859;p46"/>
            <p:cNvSpPr/>
            <p:nvPr/>
          </p:nvSpPr>
          <p:spPr>
            <a:xfrm>
              <a:off x="7630452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0" name="Google Shape;4860;p46"/>
            <p:cNvSpPr/>
            <p:nvPr/>
          </p:nvSpPr>
          <p:spPr>
            <a:xfrm>
              <a:off x="8650111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861" name="Google Shape;4861;p46"/>
            <p:cNvGrpSpPr/>
            <p:nvPr/>
          </p:nvGrpSpPr>
          <p:grpSpPr>
            <a:xfrm>
              <a:off x="-15975" y="-52"/>
              <a:ext cx="4587484" cy="5143406"/>
              <a:chOff x="-9275" y="-1994782"/>
              <a:chExt cx="4587484" cy="9140583"/>
            </a:xfrm>
          </p:grpSpPr>
          <p:sp>
            <p:nvSpPr>
              <p:cNvPr id="4862" name="Google Shape;4862;p46"/>
              <p:cNvSpPr/>
              <p:nvPr/>
            </p:nvSpPr>
            <p:spPr>
              <a:xfrm>
                <a:off x="50044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63" name="Google Shape;4863;p46"/>
              <p:cNvSpPr/>
              <p:nvPr/>
            </p:nvSpPr>
            <p:spPr>
              <a:xfrm>
                <a:off x="15198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64" name="Google Shape;4864;p46"/>
              <p:cNvSpPr/>
              <p:nvPr/>
            </p:nvSpPr>
            <p:spPr>
              <a:xfrm>
                <a:off x="253930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65" name="Google Shape;4865;p46"/>
              <p:cNvSpPr/>
              <p:nvPr/>
            </p:nvSpPr>
            <p:spPr>
              <a:xfrm>
                <a:off x="355874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66" name="Google Shape;4866;p46"/>
              <p:cNvSpPr/>
              <p:nvPr/>
            </p:nvSpPr>
            <p:spPr>
              <a:xfrm>
                <a:off x="45781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67" name="Google Shape;4867;p46"/>
              <p:cNvSpPr/>
              <p:nvPr/>
            </p:nvSpPr>
            <p:spPr>
              <a:xfrm>
                <a:off x="101015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68" name="Google Shape;4868;p46"/>
              <p:cNvSpPr/>
              <p:nvPr/>
            </p:nvSpPr>
            <p:spPr>
              <a:xfrm>
                <a:off x="202959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69" name="Google Shape;4869;p46"/>
              <p:cNvSpPr/>
              <p:nvPr/>
            </p:nvSpPr>
            <p:spPr>
              <a:xfrm>
                <a:off x="304902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70" name="Google Shape;4870;p46"/>
              <p:cNvSpPr/>
              <p:nvPr/>
            </p:nvSpPr>
            <p:spPr>
              <a:xfrm>
                <a:off x="406845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71" name="Google Shape;4871;p46"/>
              <p:cNvSpPr/>
              <p:nvPr/>
            </p:nvSpPr>
            <p:spPr>
              <a:xfrm>
                <a:off x="-92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872" name="Google Shape;4872;p46"/>
            <p:cNvSpPr/>
            <p:nvPr/>
          </p:nvSpPr>
          <p:spPr>
            <a:xfrm>
              <a:off x="9159941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873" name="Google Shape;4873;p46"/>
          <p:cNvSpPr/>
          <p:nvPr/>
        </p:nvSpPr>
        <p:spPr>
          <a:xfrm>
            <a:off x="0" y="-75"/>
            <a:ext cx="9144000" cy="5143500"/>
          </a:xfrm>
          <a:prstGeom prst="rect">
            <a:avLst/>
          </a:prstGeom>
          <a:solidFill>
            <a:srgbClr val="D6E3EA">
              <a:alpha val="398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4" name="Google Shape;4874;p46"/>
          <p:cNvSpPr/>
          <p:nvPr/>
        </p:nvSpPr>
        <p:spPr>
          <a:xfrm>
            <a:off x="719850" y="540000"/>
            <a:ext cx="7704300" cy="676800"/>
          </a:xfrm>
          <a:prstGeom prst="roundRect">
            <a:avLst>
              <a:gd fmla="val 17686" name="adj"/>
            </a:avLst>
          </a:prstGeom>
          <a:solidFill>
            <a:schemeClr val="lt1"/>
          </a:solidFill>
          <a:ln cap="flat" cmpd="sng" w="762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5" name="Google Shape;4875;p46"/>
          <p:cNvSpPr/>
          <p:nvPr/>
        </p:nvSpPr>
        <p:spPr>
          <a:xfrm>
            <a:off x="8423997" y="230400"/>
            <a:ext cx="627009" cy="570231"/>
          </a:xfrm>
          <a:custGeom>
            <a:rect b="b" l="l" r="r" t="t"/>
            <a:pathLst>
              <a:path extrusionOk="0" h="7129" w="7843">
                <a:moveTo>
                  <a:pt x="3921" y="1"/>
                </a:moveTo>
                <a:cubicBezTo>
                  <a:pt x="3010" y="1"/>
                  <a:pt x="2098" y="343"/>
                  <a:pt x="1399" y="1027"/>
                </a:cubicBezTo>
                <a:cubicBezTo>
                  <a:pt x="0" y="2425"/>
                  <a:pt x="0" y="4705"/>
                  <a:pt x="1399" y="6103"/>
                </a:cubicBezTo>
                <a:cubicBezTo>
                  <a:pt x="2098" y="6787"/>
                  <a:pt x="3010" y="7129"/>
                  <a:pt x="3921" y="7129"/>
                </a:cubicBezTo>
                <a:cubicBezTo>
                  <a:pt x="4833" y="7129"/>
                  <a:pt x="5745" y="6787"/>
                  <a:pt x="6444" y="6103"/>
                </a:cubicBezTo>
                <a:cubicBezTo>
                  <a:pt x="7843" y="4705"/>
                  <a:pt x="7843" y="2425"/>
                  <a:pt x="6444" y="1027"/>
                </a:cubicBezTo>
                <a:cubicBezTo>
                  <a:pt x="5745" y="343"/>
                  <a:pt x="4833" y="1"/>
                  <a:pt x="3921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876" name="Google Shape;4876;p46"/>
          <p:cNvGrpSpPr/>
          <p:nvPr/>
        </p:nvGrpSpPr>
        <p:grpSpPr>
          <a:xfrm>
            <a:off x="7647030" y="3998946"/>
            <a:ext cx="1496970" cy="1108547"/>
            <a:chOff x="7609470" y="3938246"/>
            <a:chExt cx="1496970" cy="1108547"/>
          </a:xfrm>
        </p:grpSpPr>
        <p:sp>
          <p:nvSpPr>
            <p:cNvPr id="4877" name="Google Shape;4877;p46"/>
            <p:cNvSpPr/>
            <p:nvPr/>
          </p:nvSpPr>
          <p:spPr>
            <a:xfrm flipH="1">
              <a:off x="7609470" y="3938246"/>
              <a:ext cx="1494572" cy="1108547"/>
            </a:xfrm>
            <a:custGeom>
              <a:rect b="b" l="l" r="r" t="t"/>
              <a:pathLst>
                <a:path extrusionOk="0" h="13859" w="18695">
                  <a:moveTo>
                    <a:pt x="1447" y="0"/>
                  </a:moveTo>
                  <a:cubicBezTo>
                    <a:pt x="1061" y="0"/>
                    <a:pt x="617" y="130"/>
                    <a:pt x="122" y="424"/>
                  </a:cubicBezTo>
                  <a:cubicBezTo>
                    <a:pt x="92" y="424"/>
                    <a:pt x="61" y="454"/>
                    <a:pt x="1" y="454"/>
                  </a:cubicBezTo>
                  <a:lnTo>
                    <a:pt x="1" y="13858"/>
                  </a:lnTo>
                  <a:lnTo>
                    <a:pt x="18694" y="13858"/>
                  </a:lnTo>
                  <a:cubicBezTo>
                    <a:pt x="18451" y="13038"/>
                    <a:pt x="17752" y="12339"/>
                    <a:pt x="16992" y="12035"/>
                  </a:cubicBezTo>
                  <a:cubicBezTo>
                    <a:pt x="16604" y="11877"/>
                    <a:pt x="16196" y="11814"/>
                    <a:pt x="15780" y="11814"/>
                  </a:cubicBezTo>
                  <a:cubicBezTo>
                    <a:pt x="15320" y="11814"/>
                    <a:pt x="14850" y="11891"/>
                    <a:pt x="14389" y="12002"/>
                  </a:cubicBezTo>
                  <a:lnTo>
                    <a:pt x="14389" y="12002"/>
                  </a:lnTo>
                  <a:cubicBezTo>
                    <a:pt x="14540" y="11959"/>
                    <a:pt x="14746" y="11667"/>
                    <a:pt x="14864" y="11548"/>
                  </a:cubicBezTo>
                  <a:cubicBezTo>
                    <a:pt x="15138" y="11244"/>
                    <a:pt x="15351" y="10940"/>
                    <a:pt x="15411" y="10576"/>
                  </a:cubicBezTo>
                  <a:cubicBezTo>
                    <a:pt x="15472" y="10120"/>
                    <a:pt x="15320" y="9664"/>
                    <a:pt x="15047" y="9299"/>
                  </a:cubicBezTo>
                  <a:cubicBezTo>
                    <a:pt x="14653" y="8827"/>
                    <a:pt x="14011" y="8581"/>
                    <a:pt x="13374" y="8581"/>
                  </a:cubicBezTo>
                  <a:cubicBezTo>
                    <a:pt x="13272" y="8581"/>
                    <a:pt x="13171" y="8588"/>
                    <a:pt x="13071" y="8600"/>
                  </a:cubicBezTo>
                  <a:lnTo>
                    <a:pt x="12980" y="8600"/>
                  </a:lnTo>
                  <a:cubicBezTo>
                    <a:pt x="12828" y="8630"/>
                    <a:pt x="12706" y="8630"/>
                    <a:pt x="12554" y="8691"/>
                  </a:cubicBezTo>
                  <a:cubicBezTo>
                    <a:pt x="12213" y="8835"/>
                    <a:pt x="11894" y="9021"/>
                    <a:pt x="11601" y="9243"/>
                  </a:cubicBezTo>
                  <a:lnTo>
                    <a:pt x="11601" y="9243"/>
                  </a:lnTo>
                  <a:cubicBezTo>
                    <a:pt x="11894" y="8923"/>
                    <a:pt x="12183" y="8555"/>
                    <a:pt x="12311" y="8235"/>
                  </a:cubicBezTo>
                  <a:cubicBezTo>
                    <a:pt x="13246" y="6312"/>
                    <a:pt x="11645" y="3636"/>
                    <a:pt x="9345" y="3636"/>
                  </a:cubicBezTo>
                  <a:cubicBezTo>
                    <a:pt x="9028" y="3636"/>
                    <a:pt x="8698" y="3687"/>
                    <a:pt x="8359" y="3798"/>
                  </a:cubicBezTo>
                  <a:cubicBezTo>
                    <a:pt x="7436" y="4182"/>
                    <a:pt x="6643" y="4956"/>
                    <a:pt x="6052" y="5864"/>
                  </a:cubicBezTo>
                  <a:lnTo>
                    <a:pt x="6052" y="5864"/>
                  </a:lnTo>
                  <a:cubicBezTo>
                    <a:pt x="7044" y="3936"/>
                    <a:pt x="6013" y="2566"/>
                    <a:pt x="4822" y="2566"/>
                  </a:cubicBezTo>
                  <a:cubicBezTo>
                    <a:pt x="4146" y="2566"/>
                    <a:pt x="3418" y="3008"/>
                    <a:pt x="2979" y="4041"/>
                  </a:cubicBezTo>
                  <a:cubicBezTo>
                    <a:pt x="3611" y="2050"/>
                    <a:pt x="2981" y="0"/>
                    <a:pt x="144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8" name="Google Shape;4878;p46"/>
            <p:cNvSpPr/>
            <p:nvPr/>
          </p:nvSpPr>
          <p:spPr>
            <a:xfrm flipH="1">
              <a:off x="8221849" y="4367699"/>
              <a:ext cx="884591" cy="679094"/>
            </a:xfrm>
            <a:custGeom>
              <a:rect b="b" l="l" r="r" t="t"/>
              <a:pathLst>
                <a:path extrusionOk="0" h="8490" w="11065">
                  <a:moveTo>
                    <a:pt x="486" y="1"/>
                  </a:moveTo>
                  <a:cubicBezTo>
                    <a:pt x="321" y="1"/>
                    <a:pt x="157" y="33"/>
                    <a:pt x="0" y="100"/>
                  </a:cubicBezTo>
                  <a:lnTo>
                    <a:pt x="0" y="8489"/>
                  </a:lnTo>
                  <a:lnTo>
                    <a:pt x="11064" y="8489"/>
                  </a:lnTo>
                  <a:cubicBezTo>
                    <a:pt x="10912" y="8003"/>
                    <a:pt x="10487" y="7578"/>
                    <a:pt x="10031" y="7426"/>
                  </a:cubicBezTo>
                  <a:cubicBezTo>
                    <a:pt x="9799" y="7339"/>
                    <a:pt x="9553" y="7300"/>
                    <a:pt x="9303" y="7300"/>
                  </a:cubicBezTo>
                  <a:cubicBezTo>
                    <a:pt x="9029" y="7300"/>
                    <a:pt x="8751" y="7346"/>
                    <a:pt x="8481" y="7426"/>
                  </a:cubicBezTo>
                  <a:cubicBezTo>
                    <a:pt x="8754" y="6939"/>
                    <a:pt x="8389" y="6271"/>
                    <a:pt x="7903" y="6058"/>
                  </a:cubicBezTo>
                  <a:cubicBezTo>
                    <a:pt x="7756" y="6003"/>
                    <a:pt x="7601" y="5978"/>
                    <a:pt x="7444" y="5978"/>
                  </a:cubicBezTo>
                  <a:cubicBezTo>
                    <a:pt x="7152" y="5978"/>
                    <a:pt x="6851" y="6063"/>
                    <a:pt x="6580" y="6195"/>
                  </a:cubicBezTo>
                  <a:lnTo>
                    <a:pt x="6580" y="6195"/>
                  </a:lnTo>
                  <a:cubicBezTo>
                    <a:pt x="6903" y="5981"/>
                    <a:pt x="7137" y="5620"/>
                    <a:pt x="7265" y="5237"/>
                  </a:cubicBezTo>
                  <a:cubicBezTo>
                    <a:pt x="7801" y="4084"/>
                    <a:pt x="6846" y="2504"/>
                    <a:pt x="5507" y="2504"/>
                  </a:cubicBezTo>
                  <a:cubicBezTo>
                    <a:pt x="5329" y="2504"/>
                    <a:pt x="5144" y="2532"/>
                    <a:pt x="4955" y="2593"/>
                  </a:cubicBezTo>
                  <a:cubicBezTo>
                    <a:pt x="4359" y="2836"/>
                    <a:pt x="3885" y="3321"/>
                    <a:pt x="3509" y="3896"/>
                  </a:cubicBezTo>
                  <a:lnTo>
                    <a:pt x="3509" y="3896"/>
                  </a:lnTo>
                  <a:cubicBezTo>
                    <a:pt x="4180" y="2709"/>
                    <a:pt x="3551" y="1867"/>
                    <a:pt x="2823" y="1867"/>
                  </a:cubicBezTo>
                  <a:cubicBezTo>
                    <a:pt x="2423" y="1867"/>
                    <a:pt x="1993" y="2122"/>
                    <a:pt x="1733" y="2714"/>
                  </a:cubicBezTo>
                  <a:cubicBezTo>
                    <a:pt x="2381" y="1081"/>
                    <a:pt x="1437" y="1"/>
                    <a:pt x="4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9" name="Google Shape;4879;p46"/>
            <p:cNvSpPr/>
            <p:nvPr/>
          </p:nvSpPr>
          <p:spPr>
            <a:xfrm flipH="1">
              <a:off x="8165967" y="4144614"/>
              <a:ext cx="82743" cy="75988"/>
            </a:xfrm>
            <a:custGeom>
              <a:rect b="b" l="l" r="r" t="t"/>
              <a:pathLst>
                <a:path extrusionOk="0" h="950" w="1035">
                  <a:moveTo>
                    <a:pt x="998" y="1"/>
                  </a:moveTo>
                  <a:cubicBezTo>
                    <a:pt x="894" y="1"/>
                    <a:pt x="584" y="21"/>
                    <a:pt x="335" y="245"/>
                  </a:cubicBezTo>
                  <a:cubicBezTo>
                    <a:pt x="31" y="488"/>
                    <a:pt x="1" y="944"/>
                    <a:pt x="1" y="944"/>
                  </a:cubicBezTo>
                  <a:cubicBezTo>
                    <a:pt x="1" y="944"/>
                    <a:pt x="38" y="950"/>
                    <a:pt x="99" y="950"/>
                  </a:cubicBezTo>
                  <a:cubicBezTo>
                    <a:pt x="235" y="950"/>
                    <a:pt x="490" y="921"/>
                    <a:pt x="700" y="731"/>
                  </a:cubicBezTo>
                  <a:cubicBezTo>
                    <a:pt x="1004" y="458"/>
                    <a:pt x="1034" y="2"/>
                    <a:pt x="1034" y="2"/>
                  </a:cubicBezTo>
                  <a:cubicBezTo>
                    <a:pt x="1034" y="2"/>
                    <a:pt x="1021" y="1"/>
                    <a:pt x="99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0" name="Google Shape;4880;p46"/>
            <p:cNvSpPr/>
            <p:nvPr/>
          </p:nvSpPr>
          <p:spPr>
            <a:xfrm flipH="1">
              <a:off x="8853654" y="4378097"/>
              <a:ext cx="82743" cy="116782"/>
            </a:xfrm>
            <a:custGeom>
              <a:rect b="b" l="l" r="r" t="t"/>
              <a:pathLst>
                <a:path extrusionOk="0" h="1460" w="1035">
                  <a:moveTo>
                    <a:pt x="913" y="1"/>
                  </a:moveTo>
                  <a:lnTo>
                    <a:pt x="913" y="1"/>
                  </a:lnTo>
                  <a:cubicBezTo>
                    <a:pt x="913" y="1"/>
                    <a:pt x="457" y="153"/>
                    <a:pt x="244" y="548"/>
                  </a:cubicBezTo>
                  <a:cubicBezTo>
                    <a:pt x="1" y="913"/>
                    <a:pt x="123" y="1460"/>
                    <a:pt x="123" y="1460"/>
                  </a:cubicBezTo>
                  <a:cubicBezTo>
                    <a:pt x="123" y="1460"/>
                    <a:pt x="578" y="1308"/>
                    <a:pt x="791" y="913"/>
                  </a:cubicBezTo>
                  <a:cubicBezTo>
                    <a:pt x="1034" y="548"/>
                    <a:pt x="913" y="1"/>
                    <a:pt x="9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1" name="Google Shape;4881;p46"/>
            <p:cNvSpPr/>
            <p:nvPr/>
          </p:nvSpPr>
          <p:spPr>
            <a:xfrm flipH="1">
              <a:off x="8255906" y="4047429"/>
              <a:ext cx="77786" cy="165414"/>
            </a:xfrm>
            <a:custGeom>
              <a:rect b="b" l="l" r="r" t="t"/>
              <a:pathLst>
                <a:path extrusionOk="0" h="2068" w="973">
                  <a:moveTo>
                    <a:pt x="243" y="1"/>
                  </a:moveTo>
                  <a:cubicBezTo>
                    <a:pt x="243" y="1"/>
                    <a:pt x="0" y="578"/>
                    <a:pt x="91" y="1156"/>
                  </a:cubicBezTo>
                  <a:cubicBezTo>
                    <a:pt x="213" y="1703"/>
                    <a:pt x="699" y="2068"/>
                    <a:pt x="699" y="2068"/>
                  </a:cubicBezTo>
                  <a:cubicBezTo>
                    <a:pt x="699" y="2068"/>
                    <a:pt x="973" y="1490"/>
                    <a:pt x="851" y="913"/>
                  </a:cubicBezTo>
                  <a:cubicBezTo>
                    <a:pt x="760" y="335"/>
                    <a:pt x="243" y="1"/>
                    <a:pt x="2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882" name="Google Shape;4882;p46"/>
          <p:cNvGrpSpPr/>
          <p:nvPr/>
        </p:nvGrpSpPr>
        <p:grpSpPr>
          <a:xfrm flipH="1">
            <a:off x="-518902" y="2809772"/>
            <a:ext cx="1496970" cy="2297721"/>
            <a:chOff x="243098" y="2746672"/>
            <a:chExt cx="1496970" cy="2297721"/>
          </a:xfrm>
        </p:grpSpPr>
        <p:sp>
          <p:nvSpPr>
            <p:cNvPr id="4883" name="Google Shape;4883;p46"/>
            <p:cNvSpPr/>
            <p:nvPr/>
          </p:nvSpPr>
          <p:spPr>
            <a:xfrm>
              <a:off x="789842" y="4086383"/>
              <a:ext cx="461762" cy="958010"/>
            </a:xfrm>
            <a:custGeom>
              <a:rect b="b" l="l" r="r" t="t"/>
              <a:pathLst>
                <a:path extrusionOk="0" h="11977" w="5776">
                  <a:moveTo>
                    <a:pt x="2888" y="0"/>
                  </a:moveTo>
                  <a:lnTo>
                    <a:pt x="2797" y="2219"/>
                  </a:lnTo>
                  <a:lnTo>
                    <a:pt x="1611" y="1307"/>
                  </a:lnTo>
                  <a:lnTo>
                    <a:pt x="1520" y="1429"/>
                  </a:lnTo>
                  <a:lnTo>
                    <a:pt x="2645" y="2797"/>
                  </a:lnTo>
                  <a:lnTo>
                    <a:pt x="2432" y="7082"/>
                  </a:lnTo>
                  <a:lnTo>
                    <a:pt x="1885" y="6535"/>
                  </a:lnTo>
                  <a:lnTo>
                    <a:pt x="1915" y="5076"/>
                  </a:lnTo>
                  <a:lnTo>
                    <a:pt x="1703" y="5015"/>
                  </a:lnTo>
                  <a:lnTo>
                    <a:pt x="1520" y="6201"/>
                  </a:lnTo>
                  <a:lnTo>
                    <a:pt x="152" y="5015"/>
                  </a:lnTo>
                  <a:lnTo>
                    <a:pt x="0" y="5137"/>
                  </a:lnTo>
                  <a:lnTo>
                    <a:pt x="2310" y="7812"/>
                  </a:lnTo>
                  <a:lnTo>
                    <a:pt x="2007" y="11976"/>
                  </a:lnTo>
                  <a:lnTo>
                    <a:pt x="3891" y="11976"/>
                  </a:lnTo>
                  <a:lnTo>
                    <a:pt x="3678" y="6748"/>
                  </a:lnTo>
                  <a:lnTo>
                    <a:pt x="4681" y="5107"/>
                  </a:lnTo>
                  <a:lnTo>
                    <a:pt x="5776" y="4955"/>
                  </a:lnTo>
                  <a:lnTo>
                    <a:pt x="5776" y="4772"/>
                  </a:lnTo>
                  <a:lnTo>
                    <a:pt x="4803" y="4803"/>
                  </a:lnTo>
                  <a:lnTo>
                    <a:pt x="5350" y="3921"/>
                  </a:lnTo>
                  <a:lnTo>
                    <a:pt x="5228" y="3800"/>
                  </a:lnTo>
                  <a:lnTo>
                    <a:pt x="3678" y="5471"/>
                  </a:lnTo>
                  <a:lnTo>
                    <a:pt x="3405" y="2736"/>
                  </a:lnTo>
                  <a:lnTo>
                    <a:pt x="319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4" name="Google Shape;4884;p46"/>
            <p:cNvSpPr/>
            <p:nvPr/>
          </p:nvSpPr>
          <p:spPr>
            <a:xfrm>
              <a:off x="274676" y="2746672"/>
              <a:ext cx="1465392" cy="1589112"/>
            </a:xfrm>
            <a:custGeom>
              <a:rect b="b" l="l" r="r" t="t"/>
              <a:pathLst>
                <a:path extrusionOk="0" h="19867" w="18330">
                  <a:moveTo>
                    <a:pt x="9682" y="1"/>
                  </a:moveTo>
                  <a:cubicBezTo>
                    <a:pt x="9666" y="1"/>
                    <a:pt x="9651" y="1"/>
                    <a:pt x="9636" y="1"/>
                  </a:cubicBezTo>
                  <a:cubicBezTo>
                    <a:pt x="8663" y="32"/>
                    <a:pt x="7873" y="731"/>
                    <a:pt x="7265" y="1460"/>
                  </a:cubicBezTo>
                  <a:cubicBezTo>
                    <a:pt x="6019" y="2980"/>
                    <a:pt x="5259" y="4865"/>
                    <a:pt x="5107" y="6840"/>
                  </a:cubicBezTo>
                  <a:cubicBezTo>
                    <a:pt x="4712" y="6354"/>
                    <a:pt x="4377" y="5868"/>
                    <a:pt x="3891" y="5472"/>
                  </a:cubicBezTo>
                  <a:cubicBezTo>
                    <a:pt x="3485" y="5168"/>
                    <a:pt x="2993" y="4926"/>
                    <a:pt x="2488" y="4926"/>
                  </a:cubicBezTo>
                  <a:cubicBezTo>
                    <a:pt x="2389" y="4926"/>
                    <a:pt x="2289" y="4936"/>
                    <a:pt x="2189" y="4956"/>
                  </a:cubicBezTo>
                  <a:cubicBezTo>
                    <a:pt x="1186" y="5108"/>
                    <a:pt x="548" y="6111"/>
                    <a:pt x="274" y="7114"/>
                  </a:cubicBezTo>
                  <a:cubicBezTo>
                    <a:pt x="1" y="8178"/>
                    <a:pt x="61" y="9272"/>
                    <a:pt x="396" y="10305"/>
                  </a:cubicBezTo>
                  <a:cubicBezTo>
                    <a:pt x="912" y="12007"/>
                    <a:pt x="2219" y="13375"/>
                    <a:pt x="3466" y="14622"/>
                  </a:cubicBezTo>
                  <a:cubicBezTo>
                    <a:pt x="3336" y="14567"/>
                    <a:pt x="3199" y="14541"/>
                    <a:pt x="3063" y="14541"/>
                  </a:cubicBezTo>
                  <a:cubicBezTo>
                    <a:pt x="2595" y="14541"/>
                    <a:pt x="2127" y="14843"/>
                    <a:pt x="1915" y="15290"/>
                  </a:cubicBezTo>
                  <a:cubicBezTo>
                    <a:pt x="1520" y="16050"/>
                    <a:pt x="1915" y="16901"/>
                    <a:pt x="2402" y="17509"/>
                  </a:cubicBezTo>
                  <a:cubicBezTo>
                    <a:pt x="2858" y="18026"/>
                    <a:pt x="3435" y="18391"/>
                    <a:pt x="4043" y="18695"/>
                  </a:cubicBezTo>
                  <a:cubicBezTo>
                    <a:pt x="5651" y="19498"/>
                    <a:pt x="7434" y="19866"/>
                    <a:pt x="9228" y="19866"/>
                  </a:cubicBezTo>
                  <a:cubicBezTo>
                    <a:pt x="11164" y="19866"/>
                    <a:pt x="13112" y="19437"/>
                    <a:pt x="14864" y="18664"/>
                  </a:cubicBezTo>
                  <a:cubicBezTo>
                    <a:pt x="16110" y="18117"/>
                    <a:pt x="16992" y="17205"/>
                    <a:pt x="17691" y="15989"/>
                  </a:cubicBezTo>
                  <a:cubicBezTo>
                    <a:pt x="18147" y="15290"/>
                    <a:pt x="18299" y="14439"/>
                    <a:pt x="18329" y="13649"/>
                  </a:cubicBezTo>
                  <a:cubicBezTo>
                    <a:pt x="18329" y="13102"/>
                    <a:pt x="18299" y="12585"/>
                    <a:pt x="18086" y="12129"/>
                  </a:cubicBezTo>
                  <a:cubicBezTo>
                    <a:pt x="17873" y="11673"/>
                    <a:pt x="17448" y="11248"/>
                    <a:pt x="16931" y="11187"/>
                  </a:cubicBezTo>
                  <a:cubicBezTo>
                    <a:pt x="16869" y="11174"/>
                    <a:pt x="16804" y="11168"/>
                    <a:pt x="16739" y="11168"/>
                  </a:cubicBezTo>
                  <a:cubicBezTo>
                    <a:pt x="16511" y="11168"/>
                    <a:pt x="16279" y="11244"/>
                    <a:pt x="16148" y="11384"/>
                  </a:cubicBezTo>
                  <a:lnTo>
                    <a:pt x="16148" y="11384"/>
                  </a:lnTo>
                  <a:cubicBezTo>
                    <a:pt x="16711" y="10695"/>
                    <a:pt x="17239" y="9890"/>
                    <a:pt x="17448" y="8998"/>
                  </a:cubicBezTo>
                  <a:cubicBezTo>
                    <a:pt x="17691" y="8086"/>
                    <a:pt x="17569" y="7083"/>
                    <a:pt x="16961" y="6384"/>
                  </a:cubicBezTo>
                  <a:cubicBezTo>
                    <a:pt x="16487" y="5810"/>
                    <a:pt x="15766" y="5523"/>
                    <a:pt x="15019" y="5523"/>
                  </a:cubicBezTo>
                  <a:cubicBezTo>
                    <a:pt x="14856" y="5523"/>
                    <a:pt x="14692" y="5536"/>
                    <a:pt x="14530" y="5564"/>
                  </a:cubicBezTo>
                  <a:cubicBezTo>
                    <a:pt x="13618" y="5716"/>
                    <a:pt x="12858" y="6202"/>
                    <a:pt x="12250" y="6871"/>
                  </a:cubicBezTo>
                  <a:cubicBezTo>
                    <a:pt x="12311" y="5472"/>
                    <a:pt x="12615" y="4074"/>
                    <a:pt x="12372" y="2706"/>
                  </a:cubicBezTo>
                  <a:cubicBezTo>
                    <a:pt x="12101" y="1354"/>
                    <a:pt x="11057" y="1"/>
                    <a:pt x="968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5" name="Google Shape;4885;p46"/>
            <p:cNvSpPr/>
            <p:nvPr/>
          </p:nvSpPr>
          <p:spPr>
            <a:xfrm>
              <a:off x="635228" y="4360980"/>
              <a:ext cx="324817" cy="282356"/>
            </a:xfrm>
            <a:custGeom>
              <a:rect b="b" l="l" r="r" t="t"/>
              <a:pathLst>
                <a:path extrusionOk="0" h="3530" w="4063">
                  <a:moveTo>
                    <a:pt x="1850" y="0"/>
                  </a:moveTo>
                  <a:cubicBezTo>
                    <a:pt x="1502" y="0"/>
                    <a:pt x="1195" y="373"/>
                    <a:pt x="1570" y="944"/>
                  </a:cubicBezTo>
                  <a:cubicBezTo>
                    <a:pt x="1296" y="663"/>
                    <a:pt x="1033" y="551"/>
                    <a:pt x="819" y="551"/>
                  </a:cubicBezTo>
                  <a:cubicBezTo>
                    <a:pt x="223" y="551"/>
                    <a:pt x="1" y="1409"/>
                    <a:pt x="962" y="1856"/>
                  </a:cubicBezTo>
                  <a:cubicBezTo>
                    <a:pt x="37" y="1881"/>
                    <a:pt x="304" y="2974"/>
                    <a:pt x="969" y="2974"/>
                  </a:cubicBezTo>
                  <a:cubicBezTo>
                    <a:pt x="1100" y="2974"/>
                    <a:pt x="1247" y="2931"/>
                    <a:pt x="1403" y="2829"/>
                  </a:cubicBezTo>
                  <a:lnTo>
                    <a:pt x="1403" y="2829"/>
                  </a:lnTo>
                  <a:cubicBezTo>
                    <a:pt x="1083" y="3075"/>
                    <a:pt x="1301" y="3529"/>
                    <a:pt x="1714" y="3529"/>
                  </a:cubicBezTo>
                  <a:cubicBezTo>
                    <a:pt x="1726" y="3529"/>
                    <a:pt x="1739" y="3529"/>
                    <a:pt x="1752" y="3528"/>
                  </a:cubicBezTo>
                  <a:cubicBezTo>
                    <a:pt x="2877" y="3315"/>
                    <a:pt x="4062" y="1491"/>
                    <a:pt x="3029" y="519"/>
                  </a:cubicBezTo>
                  <a:cubicBezTo>
                    <a:pt x="2955" y="430"/>
                    <a:pt x="2810" y="370"/>
                    <a:pt x="2680" y="370"/>
                  </a:cubicBezTo>
                  <a:cubicBezTo>
                    <a:pt x="2542" y="370"/>
                    <a:pt x="2421" y="438"/>
                    <a:pt x="2421" y="610"/>
                  </a:cubicBezTo>
                  <a:cubicBezTo>
                    <a:pt x="2358" y="184"/>
                    <a:pt x="2094" y="0"/>
                    <a:pt x="185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6" name="Google Shape;4886;p46"/>
            <p:cNvSpPr/>
            <p:nvPr/>
          </p:nvSpPr>
          <p:spPr>
            <a:xfrm>
              <a:off x="663449" y="3468479"/>
              <a:ext cx="794733" cy="858426"/>
            </a:xfrm>
            <a:custGeom>
              <a:rect b="b" l="l" r="r" t="t"/>
              <a:pathLst>
                <a:path extrusionOk="0" h="10732" w="9941">
                  <a:moveTo>
                    <a:pt x="3393" y="0"/>
                  </a:moveTo>
                  <a:cubicBezTo>
                    <a:pt x="3295" y="0"/>
                    <a:pt x="3197" y="11"/>
                    <a:pt x="3101" y="35"/>
                  </a:cubicBezTo>
                  <a:cubicBezTo>
                    <a:pt x="2341" y="217"/>
                    <a:pt x="1977" y="1129"/>
                    <a:pt x="2068" y="1889"/>
                  </a:cubicBezTo>
                  <a:cubicBezTo>
                    <a:pt x="2129" y="2649"/>
                    <a:pt x="2524" y="3379"/>
                    <a:pt x="2797" y="4078"/>
                  </a:cubicBezTo>
                  <a:cubicBezTo>
                    <a:pt x="2435" y="3871"/>
                    <a:pt x="2029" y="3730"/>
                    <a:pt x="1598" y="3730"/>
                  </a:cubicBezTo>
                  <a:cubicBezTo>
                    <a:pt x="1522" y="3730"/>
                    <a:pt x="1446" y="3734"/>
                    <a:pt x="1369" y="3743"/>
                  </a:cubicBezTo>
                  <a:cubicBezTo>
                    <a:pt x="882" y="3835"/>
                    <a:pt x="426" y="4139"/>
                    <a:pt x="244" y="4594"/>
                  </a:cubicBezTo>
                  <a:cubicBezTo>
                    <a:pt x="1" y="5081"/>
                    <a:pt x="122" y="5598"/>
                    <a:pt x="396" y="6053"/>
                  </a:cubicBezTo>
                  <a:cubicBezTo>
                    <a:pt x="670" y="6479"/>
                    <a:pt x="1065" y="6813"/>
                    <a:pt x="1490" y="7117"/>
                  </a:cubicBezTo>
                  <a:cubicBezTo>
                    <a:pt x="1414" y="7087"/>
                    <a:pt x="1331" y="7072"/>
                    <a:pt x="1247" y="7072"/>
                  </a:cubicBezTo>
                  <a:cubicBezTo>
                    <a:pt x="1163" y="7072"/>
                    <a:pt x="1080" y="7087"/>
                    <a:pt x="1004" y="7117"/>
                  </a:cubicBezTo>
                  <a:cubicBezTo>
                    <a:pt x="730" y="7239"/>
                    <a:pt x="578" y="7512"/>
                    <a:pt x="548" y="7816"/>
                  </a:cubicBezTo>
                  <a:cubicBezTo>
                    <a:pt x="518" y="8090"/>
                    <a:pt x="578" y="8394"/>
                    <a:pt x="670" y="8637"/>
                  </a:cubicBezTo>
                  <a:cubicBezTo>
                    <a:pt x="822" y="9093"/>
                    <a:pt x="1034" y="9519"/>
                    <a:pt x="1338" y="9701"/>
                  </a:cubicBezTo>
                  <a:cubicBezTo>
                    <a:pt x="1885" y="10248"/>
                    <a:pt x="2493" y="10582"/>
                    <a:pt x="3253" y="10674"/>
                  </a:cubicBezTo>
                  <a:cubicBezTo>
                    <a:pt x="3573" y="10712"/>
                    <a:pt x="3897" y="10731"/>
                    <a:pt x="4223" y="10731"/>
                  </a:cubicBezTo>
                  <a:cubicBezTo>
                    <a:pt x="5969" y="10731"/>
                    <a:pt x="7747" y="10171"/>
                    <a:pt x="9028" y="8941"/>
                  </a:cubicBezTo>
                  <a:cubicBezTo>
                    <a:pt x="9272" y="8728"/>
                    <a:pt x="9545" y="8424"/>
                    <a:pt x="9697" y="8060"/>
                  </a:cubicBezTo>
                  <a:cubicBezTo>
                    <a:pt x="9879" y="7695"/>
                    <a:pt x="9940" y="7148"/>
                    <a:pt x="9636" y="6813"/>
                  </a:cubicBezTo>
                  <a:cubicBezTo>
                    <a:pt x="9478" y="6690"/>
                    <a:pt x="9268" y="6607"/>
                    <a:pt x="9066" y="6607"/>
                  </a:cubicBezTo>
                  <a:cubicBezTo>
                    <a:pt x="8920" y="6607"/>
                    <a:pt x="8778" y="6650"/>
                    <a:pt x="8664" y="6753"/>
                  </a:cubicBezTo>
                  <a:cubicBezTo>
                    <a:pt x="9120" y="5841"/>
                    <a:pt x="9636" y="4929"/>
                    <a:pt x="9636" y="3926"/>
                  </a:cubicBezTo>
                  <a:cubicBezTo>
                    <a:pt x="9636" y="3348"/>
                    <a:pt x="9484" y="2740"/>
                    <a:pt x="9180" y="2224"/>
                  </a:cubicBezTo>
                  <a:cubicBezTo>
                    <a:pt x="8931" y="1807"/>
                    <a:pt x="8504" y="1391"/>
                    <a:pt x="7992" y="1391"/>
                  </a:cubicBezTo>
                  <a:cubicBezTo>
                    <a:pt x="7943" y="1391"/>
                    <a:pt x="7893" y="1395"/>
                    <a:pt x="7843" y="1403"/>
                  </a:cubicBezTo>
                  <a:cubicBezTo>
                    <a:pt x="7509" y="1464"/>
                    <a:pt x="7205" y="1707"/>
                    <a:pt x="6992" y="1950"/>
                  </a:cubicBezTo>
                  <a:cubicBezTo>
                    <a:pt x="6809" y="2254"/>
                    <a:pt x="6688" y="2558"/>
                    <a:pt x="6597" y="2923"/>
                  </a:cubicBezTo>
                  <a:cubicBezTo>
                    <a:pt x="6202" y="1889"/>
                    <a:pt x="5472" y="1008"/>
                    <a:pt x="4560" y="400"/>
                  </a:cubicBezTo>
                  <a:cubicBezTo>
                    <a:pt x="4194" y="180"/>
                    <a:pt x="3790" y="0"/>
                    <a:pt x="339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7" name="Google Shape;4887;p46"/>
            <p:cNvSpPr/>
            <p:nvPr/>
          </p:nvSpPr>
          <p:spPr>
            <a:xfrm>
              <a:off x="354861" y="3840821"/>
              <a:ext cx="72990" cy="104624"/>
            </a:xfrm>
            <a:custGeom>
              <a:rect b="b" l="l" r="r" t="t"/>
              <a:pathLst>
                <a:path extrusionOk="0" h="1308" w="913">
                  <a:moveTo>
                    <a:pt x="92" y="0"/>
                  </a:moveTo>
                  <a:cubicBezTo>
                    <a:pt x="92" y="0"/>
                    <a:pt x="1" y="456"/>
                    <a:pt x="183" y="791"/>
                  </a:cubicBezTo>
                  <a:cubicBezTo>
                    <a:pt x="365" y="1125"/>
                    <a:pt x="791" y="1307"/>
                    <a:pt x="791" y="1307"/>
                  </a:cubicBezTo>
                  <a:cubicBezTo>
                    <a:pt x="791" y="1307"/>
                    <a:pt x="912" y="851"/>
                    <a:pt x="700" y="487"/>
                  </a:cubicBezTo>
                  <a:cubicBezTo>
                    <a:pt x="487" y="152"/>
                    <a:pt x="92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8" name="Google Shape;4888;p46"/>
            <p:cNvSpPr/>
            <p:nvPr/>
          </p:nvSpPr>
          <p:spPr>
            <a:xfrm>
              <a:off x="243098" y="3940326"/>
              <a:ext cx="158051" cy="70869"/>
            </a:xfrm>
            <a:custGeom>
              <a:rect b="b" l="l" r="r" t="t"/>
              <a:pathLst>
                <a:path extrusionOk="0" h="886" w="1977">
                  <a:moveTo>
                    <a:pt x="996" y="1"/>
                  </a:moveTo>
                  <a:cubicBezTo>
                    <a:pt x="978" y="1"/>
                    <a:pt x="960" y="1"/>
                    <a:pt x="943" y="2"/>
                  </a:cubicBezTo>
                  <a:cubicBezTo>
                    <a:pt x="396" y="2"/>
                    <a:pt x="0" y="519"/>
                    <a:pt x="0" y="519"/>
                  </a:cubicBezTo>
                  <a:cubicBezTo>
                    <a:pt x="0" y="519"/>
                    <a:pt x="451" y="886"/>
                    <a:pt x="946" y="886"/>
                  </a:cubicBezTo>
                  <a:cubicBezTo>
                    <a:pt x="965" y="886"/>
                    <a:pt x="984" y="885"/>
                    <a:pt x="1003" y="884"/>
                  </a:cubicBezTo>
                  <a:cubicBezTo>
                    <a:pt x="1551" y="854"/>
                    <a:pt x="1976" y="398"/>
                    <a:pt x="1976" y="398"/>
                  </a:cubicBezTo>
                  <a:cubicBezTo>
                    <a:pt x="1976" y="398"/>
                    <a:pt x="1494" y="1"/>
                    <a:pt x="99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9" name="Google Shape;4889;p46"/>
            <p:cNvSpPr/>
            <p:nvPr/>
          </p:nvSpPr>
          <p:spPr>
            <a:xfrm>
              <a:off x="1256401" y="4479441"/>
              <a:ext cx="58360" cy="29755"/>
            </a:xfrm>
            <a:custGeom>
              <a:rect b="b" l="l" r="r" t="t"/>
              <a:pathLst>
                <a:path extrusionOk="0" h="372" w="730">
                  <a:moveTo>
                    <a:pt x="235" y="0"/>
                  </a:moveTo>
                  <a:cubicBezTo>
                    <a:pt x="108" y="0"/>
                    <a:pt x="0" y="41"/>
                    <a:pt x="0" y="41"/>
                  </a:cubicBezTo>
                  <a:cubicBezTo>
                    <a:pt x="0" y="41"/>
                    <a:pt x="122" y="253"/>
                    <a:pt x="304" y="345"/>
                  </a:cubicBezTo>
                  <a:cubicBezTo>
                    <a:pt x="365" y="365"/>
                    <a:pt x="433" y="372"/>
                    <a:pt x="496" y="372"/>
                  </a:cubicBezTo>
                  <a:cubicBezTo>
                    <a:pt x="622" y="372"/>
                    <a:pt x="730" y="345"/>
                    <a:pt x="730" y="345"/>
                  </a:cubicBezTo>
                  <a:cubicBezTo>
                    <a:pt x="730" y="345"/>
                    <a:pt x="608" y="101"/>
                    <a:pt x="426" y="41"/>
                  </a:cubicBezTo>
                  <a:cubicBezTo>
                    <a:pt x="365" y="10"/>
                    <a:pt x="298" y="0"/>
                    <a:pt x="23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0" name="Google Shape;4890;p46"/>
            <p:cNvSpPr/>
            <p:nvPr/>
          </p:nvSpPr>
          <p:spPr>
            <a:xfrm>
              <a:off x="1256401" y="4409692"/>
              <a:ext cx="60838" cy="58471"/>
            </a:xfrm>
            <a:custGeom>
              <a:rect b="b" l="l" r="r" t="t"/>
              <a:pathLst>
                <a:path extrusionOk="0" h="731" w="761">
                  <a:moveTo>
                    <a:pt x="760" y="1"/>
                  </a:moveTo>
                  <a:cubicBezTo>
                    <a:pt x="760" y="1"/>
                    <a:pt x="456" y="1"/>
                    <a:pt x="213" y="183"/>
                  </a:cubicBezTo>
                  <a:cubicBezTo>
                    <a:pt x="31" y="366"/>
                    <a:pt x="0" y="730"/>
                    <a:pt x="0" y="730"/>
                  </a:cubicBezTo>
                  <a:cubicBezTo>
                    <a:pt x="0" y="730"/>
                    <a:pt x="304" y="730"/>
                    <a:pt x="547" y="518"/>
                  </a:cubicBezTo>
                  <a:cubicBezTo>
                    <a:pt x="760" y="335"/>
                    <a:pt x="760" y="1"/>
                    <a:pt x="76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1" name="Google Shape;4891;p46"/>
            <p:cNvSpPr/>
            <p:nvPr/>
          </p:nvSpPr>
          <p:spPr>
            <a:xfrm>
              <a:off x="1217548" y="3476078"/>
              <a:ext cx="82663" cy="82787"/>
            </a:xfrm>
            <a:custGeom>
              <a:rect b="b" l="l" r="r" t="t"/>
              <a:pathLst>
                <a:path extrusionOk="0" h="1035" w="1034">
                  <a:moveTo>
                    <a:pt x="973" y="1"/>
                  </a:moveTo>
                  <a:lnTo>
                    <a:pt x="973" y="1"/>
                  </a:lnTo>
                  <a:cubicBezTo>
                    <a:pt x="973" y="1"/>
                    <a:pt x="517" y="1"/>
                    <a:pt x="274" y="305"/>
                  </a:cubicBezTo>
                  <a:cubicBezTo>
                    <a:pt x="0" y="578"/>
                    <a:pt x="0" y="1034"/>
                    <a:pt x="0" y="1034"/>
                  </a:cubicBezTo>
                  <a:cubicBezTo>
                    <a:pt x="0" y="1034"/>
                    <a:pt x="456" y="1034"/>
                    <a:pt x="730" y="730"/>
                  </a:cubicBezTo>
                  <a:cubicBezTo>
                    <a:pt x="1033" y="426"/>
                    <a:pt x="973" y="1"/>
                    <a:pt x="97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2" name="Google Shape;4892;p46"/>
            <p:cNvSpPr/>
            <p:nvPr/>
          </p:nvSpPr>
          <p:spPr>
            <a:xfrm>
              <a:off x="695027" y="3711641"/>
              <a:ext cx="72990" cy="37114"/>
            </a:xfrm>
            <a:custGeom>
              <a:rect b="b" l="l" r="r" t="t"/>
              <a:pathLst>
                <a:path extrusionOk="0" h="464" w="913">
                  <a:moveTo>
                    <a:pt x="318" y="1"/>
                  </a:moveTo>
                  <a:cubicBezTo>
                    <a:pt x="146" y="1"/>
                    <a:pt x="1" y="65"/>
                    <a:pt x="1" y="65"/>
                  </a:cubicBezTo>
                  <a:cubicBezTo>
                    <a:pt x="1" y="65"/>
                    <a:pt x="123" y="308"/>
                    <a:pt x="366" y="430"/>
                  </a:cubicBezTo>
                  <a:cubicBezTo>
                    <a:pt x="432" y="455"/>
                    <a:pt x="503" y="464"/>
                    <a:pt x="571" y="464"/>
                  </a:cubicBezTo>
                  <a:cubicBezTo>
                    <a:pt x="752" y="464"/>
                    <a:pt x="913" y="399"/>
                    <a:pt x="913" y="399"/>
                  </a:cubicBezTo>
                  <a:cubicBezTo>
                    <a:pt x="913" y="399"/>
                    <a:pt x="791" y="126"/>
                    <a:pt x="518" y="35"/>
                  </a:cubicBezTo>
                  <a:cubicBezTo>
                    <a:pt x="451" y="10"/>
                    <a:pt x="383" y="1"/>
                    <a:pt x="3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3" name="Google Shape;4893;p46"/>
            <p:cNvSpPr/>
            <p:nvPr/>
          </p:nvSpPr>
          <p:spPr>
            <a:xfrm>
              <a:off x="1113060" y="3398330"/>
              <a:ext cx="94815" cy="148377"/>
            </a:xfrm>
            <a:custGeom>
              <a:rect b="b" l="l" r="r" t="t"/>
              <a:pathLst>
                <a:path extrusionOk="0" h="1855" w="1186">
                  <a:moveTo>
                    <a:pt x="243" y="0"/>
                  </a:moveTo>
                  <a:cubicBezTo>
                    <a:pt x="243" y="0"/>
                    <a:pt x="0" y="517"/>
                    <a:pt x="213" y="1064"/>
                  </a:cubicBezTo>
                  <a:cubicBezTo>
                    <a:pt x="395" y="1581"/>
                    <a:pt x="973" y="1854"/>
                    <a:pt x="973" y="1854"/>
                  </a:cubicBezTo>
                  <a:cubicBezTo>
                    <a:pt x="973" y="1854"/>
                    <a:pt x="1185" y="1307"/>
                    <a:pt x="1003" y="791"/>
                  </a:cubicBezTo>
                  <a:cubicBezTo>
                    <a:pt x="821" y="304"/>
                    <a:pt x="243" y="0"/>
                    <a:pt x="24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4" name="Google Shape;4894;p46"/>
            <p:cNvSpPr/>
            <p:nvPr/>
          </p:nvSpPr>
          <p:spPr>
            <a:xfrm>
              <a:off x="758264" y="4468083"/>
              <a:ext cx="136146" cy="124061"/>
            </a:xfrm>
            <a:custGeom>
              <a:rect b="b" l="l" r="r" t="t"/>
              <a:pathLst>
                <a:path extrusionOk="0" h="1551" w="1703">
                  <a:moveTo>
                    <a:pt x="1277" y="0"/>
                  </a:moveTo>
                  <a:cubicBezTo>
                    <a:pt x="1094" y="0"/>
                    <a:pt x="1064" y="213"/>
                    <a:pt x="912" y="213"/>
                  </a:cubicBezTo>
                  <a:cubicBezTo>
                    <a:pt x="882" y="213"/>
                    <a:pt x="851" y="213"/>
                    <a:pt x="791" y="183"/>
                  </a:cubicBezTo>
                  <a:cubicBezTo>
                    <a:pt x="760" y="152"/>
                    <a:pt x="730" y="61"/>
                    <a:pt x="639" y="61"/>
                  </a:cubicBezTo>
                  <a:cubicBezTo>
                    <a:pt x="578" y="61"/>
                    <a:pt x="487" y="152"/>
                    <a:pt x="456" y="213"/>
                  </a:cubicBezTo>
                  <a:cubicBezTo>
                    <a:pt x="426" y="304"/>
                    <a:pt x="456" y="395"/>
                    <a:pt x="456" y="487"/>
                  </a:cubicBezTo>
                  <a:cubicBezTo>
                    <a:pt x="456" y="608"/>
                    <a:pt x="456" y="669"/>
                    <a:pt x="426" y="760"/>
                  </a:cubicBezTo>
                  <a:cubicBezTo>
                    <a:pt x="304" y="882"/>
                    <a:pt x="122" y="851"/>
                    <a:pt x="31" y="1003"/>
                  </a:cubicBezTo>
                  <a:cubicBezTo>
                    <a:pt x="0" y="1125"/>
                    <a:pt x="31" y="1277"/>
                    <a:pt x="122" y="1368"/>
                  </a:cubicBezTo>
                  <a:cubicBezTo>
                    <a:pt x="243" y="1459"/>
                    <a:pt x="335" y="1550"/>
                    <a:pt x="487" y="1550"/>
                  </a:cubicBezTo>
                  <a:lnTo>
                    <a:pt x="791" y="1550"/>
                  </a:lnTo>
                  <a:cubicBezTo>
                    <a:pt x="1064" y="1520"/>
                    <a:pt x="1307" y="1429"/>
                    <a:pt x="1490" y="1155"/>
                  </a:cubicBezTo>
                  <a:cubicBezTo>
                    <a:pt x="1672" y="943"/>
                    <a:pt x="1702" y="639"/>
                    <a:pt x="1642" y="365"/>
                  </a:cubicBezTo>
                  <a:cubicBezTo>
                    <a:pt x="1550" y="213"/>
                    <a:pt x="1490" y="31"/>
                    <a:pt x="127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895" name="Google Shape;4895;p46"/>
          <p:cNvSpPr/>
          <p:nvPr/>
        </p:nvSpPr>
        <p:spPr>
          <a:xfrm>
            <a:off x="0" y="5107500"/>
            <a:ext cx="9144000" cy="36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896" name="Google Shape;4896;p46"/>
          <p:cNvGrpSpPr/>
          <p:nvPr/>
        </p:nvGrpSpPr>
        <p:grpSpPr>
          <a:xfrm>
            <a:off x="0" y="4752988"/>
            <a:ext cx="9144000" cy="354505"/>
            <a:chOff x="0" y="4689888"/>
            <a:chExt cx="9144000" cy="354505"/>
          </a:xfrm>
        </p:grpSpPr>
        <p:grpSp>
          <p:nvGrpSpPr>
            <p:cNvPr id="4897" name="Google Shape;4897;p46"/>
            <p:cNvGrpSpPr/>
            <p:nvPr/>
          </p:nvGrpSpPr>
          <p:grpSpPr>
            <a:xfrm>
              <a:off x="0" y="4793425"/>
              <a:ext cx="9144000" cy="194975"/>
              <a:chOff x="0" y="4789550"/>
              <a:chExt cx="9144000" cy="194975"/>
            </a:xfrm>
          </p:grpSpPr>
          <p:sp>
            <p:nvSpPr>
              <p:cNvPr id="4898" name="Google Shape;4898;p46"/>
              <p:cNvSpPr/>
              <p:nvPr/>
            </p:nvSpPr>
            <p:spPr>
              <a:xfrm>
                <a:off x="0" y="4789550"/>
                <a:ext cx="9144000" cy="360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99" name="Google Shape;4899;p46"/>
              <p:cNvSpPr/>
              <p:nvPr/>
            </p:nvSpPr>
            <p:spPr>
              <a:xfrm>
                <a:off x="0" y="4948525"/>
                <a:ext cx="9144000" cy="360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900" name="Google Shape;4900;p46"/>
            <p:cNvGrpSpPr/>
            <p:nvPr/>
          </p:nvGrpSpPr>
          <p:grpSpPr>
            <a:xfrm>
              <a:off x="28483" y="4689888"/>
              <a:ext cx="9087034" cy="354505"/>
              <a:chOff x="28483" y="4689888"/>
              <a:chExt cx="9087034" cy="354505"/>
            </a:xfrm>
          </p:grpSpPr>
          <p:sp>
            <p:nvSpPr>
              <p:cNvPr id="4901" name="Google Shape;4901;p46"/>
              <p:cNvSpPr/>
              <p:nvPr/>
            </p:nvSpPr>
            <p:spPr>
              <a:xfrm>
                <a:off x="64010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6" y="1"/>
                      <a:pt x="533" y="8"/>
                      <a:pt x="518" y="24"/>
                    </a:cubicBezTo>
                    <a:lnTo>
                      <a:pt x="62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34" y="4431"/>
                      <a:pt x="1065" y="4401"/>
                      <a:pt x="1156" y="4370"/>
                    </a:cubicBezTo>
                    <a:lnTo>
                      <a:pt x="1156" y="601"/>
                    </a:lnTo>
                    <a:lnTo>
                      <a:pt x="1126" y="571"/>
                    </a:lnTo>
                    <a:lnTo>
                      <a:pt x="670" y="24"/>
                    </a:lnTo>
                    <a:cubicBezTo>
                      <a:pt x="639" y="8"/>
                      <a:pt x="609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02" name="Google Shape;4902;p46"/>
              <p:cNvSpPr/>
              <p:nvPr/>
            </p:nvSpPr>
            <p:spPr>
              <a:xfrm>
                <a:off x="79301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3" y="8"/>
                      <a:pt x="517" y="24"/>
                    </a:cubicBezTo>
                    <a:lnTo>
                      <a:pt x="6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34" y="4431"/>
                      <a:pt x="1064" y="4401"/>
                      <a:pt x="1156" y="4370"/>
                    </a:cubicBezTo>
                    <a:lnTo>
                      <a:pt x="1156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9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03" name="Google Shape;4903;p46"/>
              <p:cNvSpPr/>
              <p:nvPr/>
            </p:nvSpPr>
            <p:spPr>
              <a:xfrm>
                <a:off x="94592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2" y="4431"/>
                      <a:pt x="122" y="4431"/>
                    </a:cubicBezTo>
                    <a:lnTo>
                      <a:pt x="1003" y="4431"/>
                    </a:lnTo>
                    <a:cubicBezTo>
                      <a:pt x="103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8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04" name="Google Shape;4904;p46"/>
              <p:cNvSpPr/>
              <p:nvPr/>
            </p:nvSpPr>
            <p:spPr>
              <a:xfrm>
                <a:off x="109882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1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1" y="4431"/>
                      <a:pt x="122" y="4431"/>
                    </a:cubicBezTo>
                    <a:lnTo>
                      <a:pt x="1003" y="4431"/>
                    </a:lnTo>
                    <a:cubicBezTo>
                      <a:pt x="106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8" y="8"/>
                      <a:pt x="608" y="1"/>
                      <a:pt x="58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05" name="Google Shape;4905;p46"/>
              <p:cNvSpPr/>
              <p:nvPr/>
            </p:nvSpPr>
            <p:spPr>
              <a:xfrm>
                <a:off x="1251735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04" y="4431"/>
                      <a:pt x="103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06" name="Google Shape;4906;p46"/>
              <p:cNvSpPr/>
              <p:nvPr/>
            </p:nvSpPr>
            <p:spPr>
              <a:xfrm>
                <a:off x="1402243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07" name="Google Shape;4907;p46"/>
              <p:cNvSpPr/>
              <p:nvPr/>
            </p:nvSpPr>
            <p:spPr>
              <a:xfrm>
                <a:off x="1552751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64" y="4431"/>
                      <a:pt x="109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08" name="Google Shape;4908;p46"/>
              <p:cNvSpPr/>
              <p:nvPr/>
            </p:nvSpPr>
            <p:spPr>
              <a:xfrm>
                <a:off x="751362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09" name="Google Shape;4909;p46"/>
              <p:cNvSpPr/>
              <p:nvPr/>
            </p:nvSpPr>
            <p:spPr>
              <a:xfrm>
                <a:off x="7666529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3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10" name="Google Shape;4910;p46"/>
              <p:cNvSpPr/>
              <p:nvPr/>
            </p:nvSpPr>
            <p:spPr>
              <a:xfrm>
                <a:off x="7816957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11" name="Google Shape;4911;p46"/>
              <p:cNvSpPr/>
              <p:nvPr/>
            </p:nvSpPr>
            <p:spPr>
              <a:xfrm>
                <a:off x="796738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2" y="4431"/>
                      <a:pt x="122" y="4431"/>
                    </a:cubicBezTo>
                    <a:lnTo>
                      <a:pt x="1003" y="4431"/>
                    </a:lnTo>
                    <a:cubicBezTo>
                      <a:pt x="103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8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12" name="Google Shape;4912;p46"/>
              <p:cNvSpPr/>
              <p:nvPr/>
            </p:nvSpPr>
            <p:spPr>
              <a:xfrm>
                <a:off x="812029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93" y="1"/>
                    </a:moveTo>
                    <a:cubicBezTo>
                      <a:pt x="562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1" y="4431"/>
                      <a:pt x="122" y="4431"/>
                    </a:cubicBezTo>
                    <a:lnTo>
                      <a:pt x="1003" y="4431"/>
                    </a:lnTo>
                    <a:cubicBezTo>
                      <a:pt x="106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54" y="8"/>
                      <a:pt x="623" y="1"/>
                      <a:pt x="59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13" name="Google Shape;4913;p46"/>
              <p:cNvSpPr/>
              <p:nvPr/>
            </p:nvSpPr>
            <p:spPr>
              <a:xfrm>
                <a:off x="8273198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1" y="4431"/>
                      <a:pt x="122" y="4431"/>
                    </a:cubicBezTo>
                    <a:lnTo>
                      <a:pt x="973" y="4431"/>
                    </a:lnTo>
                    <a:cubicBezTo>
                      <a:pt x="1034" y="4431"/>
                      <a:pt x="1065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14" name="Google Shape;4914;p46"/>
              <p:cNvSpPr/>
              <p:nvPr/>
            </p:nvSpPr>
            <p:spPr>
              <a:xfrm>
                <a:off x="8423706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34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15" name="Google Shape;4915;p46"/>
              <p:cNvSpPr/>
              <p:nvPr/>
            </p:nvSpPr>
            <p:spPr>
              <a:xfrm>
                <a:off x="8574214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64" y="4431"/>
                      <a:pt x="109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16" name="Google Shape;4916;p46"/>
              <p:cNvSpPr/>
              <p:nvPr/>
            </p:nvSpPr>
            <p:spPr>
              <a:xfrm>
                <a:off x="8724643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2" y="4431"/>
                      <a:pt x="122" y="4431"/>
                    </a:cubicBezTo>
                    <a:lnTo>
                      <a:pt x="974" y="4431"/>
                    </a:lnTo>
                    <a:cubicBezTo>
                      <a:pt x="1065" y="4431"/>
                      <a:pt x="1095" y="4401"/>
                      <a:pt x="1126" y="4370"/>
                    </a:cubicBezTo>
                    <a:lnTo>
                      <a:pt x="112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4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17" name="Google Shape;4917;p46"/>
              <p:cNvSpPr/>
              <p:nvPr/>
            </p:nvSpPr>
            <p:spPr>
              <a:xfrm>
                <a:off x="8875151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74" y="1"/>
                    </a:moveTo>
                    <a:cubicBezTo>
                      <a:pt x="547" y="1"/>
                      <a:pt x="517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122" y="4431"/>
                    </a:cubicBezTo>
                    <a:lnTo>
                      <a:pt x="1003" y="4431"/>
                    </a:lnTo>
                    <a:cubicBezTo>
                      <a:pt x="103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600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18" name="Google Shape;4918;p46"/>
              <p:cNvSpPr/>
              <p:nvPr/>
            </p:nvSpPr>
            <p:spPr>
              <a:xfrm>
                <a:off x="736071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19" name="Google Shape;4919;p46"/>
              <p:cNvSpPr/>
              <p:nvPr/>
            </p:nvSpPr>
            <p:spPr>
              <a:xfrm>
                <a:off x="720781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20" name="Google Shape;4920;p46"/>
              <p:cNvSpPr/>
              <p:nvPr/>
            </p:nvSpPr>
            <p:spPr>
              <a:xfrm>
                <a:off x="705490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21" name="Google Shape;4921;p46"/>
              <p:cNvSpPr/>
              <p:nvPr/>
            </p:nvSpPr>
            <p:spPr>
              <a:xfrm>
                <a:off x="690199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22" name="Google Shape;4922;p46"/>
              <p:cNvSpPr/>
              <p:nvPr/>
            </p:nvSpPr>
            <p:spPr>
              <a:xfrm>
                <a:off x="674909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23" name="Google Shape;4923;p46"/>
              <p:cNvSpPr/>
              <p:nvPr/>
            </p:nvSpPr>
            <p:spPr>
              <a:xfrm>
                <a:off x="659618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24" name="Google Shape;4924;p46"/>
              <p:cNvSpPr/>
              <p:nvPr/>
            </p:nvSpPr>
            <p:spPr>
              <a:xfrm>
                <a:off x="644327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25" name="Google Shape;4925;p46"/>
              <p:cNvSpPr/>
              <p:nvPr/>
            </p:nvSpPr>
            <p:spPr>
              <a:xfrm>
                <a:off x="629037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26" name="Google Shape;4926;p46"/>
              <p:cNvSpPr/>
              <p:nvPr/>
            </p:nvSpPr>
            <p:spPr>
              <a:xfrm>
                <a:off x="613746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27" name="Google Shape;4927;p46"/>
              <p:cNvSpPr/>
              <p:nvPr/>
            </p:nvSpPr>
            <p:spPr>
              <a:xfrm>
                <a:off x="598455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28" name="Google Shape;4928;p46"/>
              <p:cNvSpPr/>
              <p:nvPr/>
            </p:nvSpPr>
            <p:spPr>
              <a:xfrm>
                <a:off x="583165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29" name="Google Shape;4929;p46"/>
              <p:cNvSpPr/>
              <p:nvPr/>
            </p:nvSpPr>
            <p:spPr>
              <a:xfrm>
                <a:off x="567874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30" name="Google Shape;4930;p46"/>
              <p:cNvSpPr/>
              <p:nvPr/>
            </p:nvSpPr>
            <p:spPr>
              <a:xfrm>
                <a:off x="552583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31" name="Google Shape;4931;p46"/>
              <p:cNvSpPr/>
              <p:nvPr/>
            </p:nvSpPr>
            <p:spPr>
              <a:xfrm>
                <a:off x="537293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32" name="Google Shape;4932;p46"/>
              <p:cNvSpPr/>
              <p:nvPr/>
            </p:nvSpPr>
            <p:spPr>
              <a:xfrm>
                <a:off x="522002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33" name="Google Shape;4933;p46"/>
              <p:cNvSpPr/>
              <p:nvPr/>
            </p:nvSpPr>
            <p:spPr>
              <a:xfrm>
                <a:off x="506712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34" name="Google Shape;4934;p46"/>
              <p:cNvSpPr/>
              <p:nvPr/>
            </p:nvSpPr>
            <p:spPr>
              <a:xfrm>
                <a:off x="491421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35" name="Google Shape;4935;p46"/>
              <p:cNvSpPr/>
              <p:nvPr/>
            </p:nvSpPr>
            <p:spPr>
              <a:xfrm>
                <a:off x="476130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36" name="Google Shape;4936;p46"/>
              <p:cNvSpPr/>
              <p:nvPr/>
            </p:nvSpPr>
            <p:spPr>
              <a:xfrm>
                <a:off x="460840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37" name="Google Shape;4937;p46"/>
              <p:cNvSpPr/>
              <p:nvPr/>
            </p:nvSpPr>
            <p:spPr>
              <a:xfrm>
                <a:off x="445549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38" name="Google Shape;4938;p46"/>
              <p:cNvSpPr/>
              <p:nvPr/>
            </p:nvSpPr>
            <p:spPr>
              <a:xfrm>
                <a:off x="430258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39" name="Google Shape;4939;p46"/>
              <p:cNvSpPr/>
              <p:nvPr/>
            </p:nvSpPr>
            <p:spPr>
              <a:xfrm>
                <a:off x="414968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40" name="Google Shape;4940;p46"/>
              <p:cNvSpPr/>
              <p:nvPr/>
            </p:nvSpPr>
            <p:spPr>
              <a:xfrm>
                <a:off x="399677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41" name="Google Shape;4941;p46"/>
              <p:cNvSpPr/>
              <p:nvPr/>
            </p:nvSpPr>
            <p:spPr>
              <a:xfrm>
                <a:off x="384386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42" name="Google Shape;4942;p46"/>
              <p:cNvSpPr/>
              <p:nvPr/>
            </p:nvSpPr>
            <p:spPr>
              <a:xfrm>
                <a:off x="369096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43" name="Google Shape;4943;p46"/>
              <p:cNvSpPr/>
              <p:nvPr/>
            </p:nvSpPr>
            <p:spPr>
              <a:xfrm>
                <a:off x="353805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44" name="Google Shape;4944;p46"/>
              <p:cNvSpPr/>
              <p:nvPr/>
            </p:nvSpPr>
            <p:spPr>
              <a:xfrm>
                <a:off x="338514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45" name="Google Shape;4945;p46"/>
              <p:cNvSpPr/>
              <p:nvPr/>
            </p:nvSpPr>
            <p:spPr>
              <a:xfrm>
                <a:off x="323224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46" name="Google Shape;4946;p46"/>
              <p:cNvSpPr/>
              <p:nvPr/>
            </p:nvSpPr>
            <p:spPr>
              <a:xfrm>
                <a:off x="307933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47" name="Google Shape;4947;p46"/>
              <p:cNvSpPr/>
              <p:nvPr/>
            </p:nvSpPr>
            <p:spPr>
              <a:xfrm>
                <a:off x="292643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48" name="Google Shape;4948;p46"/>
              <p:cNvSpPr/>
              <p:nvPr/>
            </p:nvSpPr>
            <p:spPr>
              <a:xfrm>
                <a:off x="277352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49" name="Google Shape;4949;p46"/>
              <p:cNvSpPr/>
              <p:nvPr/>
            </p:nvSpPr>
            <p:spPr>
              <a:xfrm>
                <a:off x="262061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50" name="Google Shape;4950;p46"/>
              <p:cNvSpPr/>
              <p:nvPr/>
            </p:nvSpPr>
            <p:spPr>
              <a:xfrm>
                <a:off x="246771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51" name="Google Shape;4951;p46"/>
              <p:cNvSpPr/>
              <p:nvPr/>
            </p:nvSpPr>
            <p:spPr>
              <a:xfrm>
                <a:off x="231480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52" name="Google Shape;4952;p46"/>
              <p:cNvSpPr/>
              <p:nvPr/>
            </p:nvSpPr>
            <p:spPr>
              <a:xfrm>
                <a:off x="216189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53" name="Google Shape;4953;p46"/>
              <p:cNvSpPr/>
              <p:nvPr/>
            </p:nvSpPr>
            <p:spPr>
              <a:xfrm>
                <a:off x="200899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54" name="Google Shape;4954;p46"/>
              <p:cNvSpPr/>
              <p:nvPr/>
            </p:nvSpPr>
            <p:spPr>
              <a:xfrm>
                <a:off x="185608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55" name="Google Shape;4955;p46"/>
              <p:cNvSpPr/>
              <p:nvPr/>
            </p:nvSpPr>
            <p:spPr>
              <a:xfrm>
                <a:off x="170317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56" name="Google Shape;4956;p46"/>
              <p:cNvSpPr/>
              <p:nvPr/>
            </p:nvSpPr>
            <p:spPr>
              <a:xfrm>
                <a:off x="48720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57" name="Google Shape;4957;p46"/>
              <p:cNvSpPr/>
              <p:nvPr/>
            </p:nvSpPr>
            <p:spPr>
              <a:xfrm>
                <a:off x="33429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58" name="Google Shape;4958;p46"/>
              <p:cNvSpPr/>
              <p:nvPr/>
            </p:nvSpPr>
            <p:spPr>
              <a:xfrm>
                <a:off x="18139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59" name="Google Shape;4959;p46"/>
              <p:cNvSpPr/>
              <p:nvPr/>
            </p:nvSpPr>
            <p:spPr>
              <a:xfrm>
                <a:off x="2848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60" name="Google Shape;4960;p46"/>
              <p:cNvSpPr/>
              <p:nvPr/>
            </p:nvSpPr>
            <p:spPr>
              <a:xfrm>
                <a:off x="9025579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74" y="1"/>
                    </a:moveTo>
                    <a:cubicBezTo>
                      <a:pt x="547" y="1"/>
                      <a:pt x="517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122" y="4431"/>
                    </a:cubicBezTo>
                    <a:lnTo>
                      <a:pt x="1003" y="4431"/>
                    </a:lnTo>
                    <a:cubicBezTo>
                      <a:pt x="103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600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4961" name="Google Shape;4961;p46"/>
          <p:cNvSpPr txBox="1"/>
          <p:nvPr>
            <p:ph type="title"/>
          </p:nvPr>
        </p:nvSpPr>
        <p:spPr>
          <a:xfrm>
            <a:off x="2082008" y="1408913"/>
            <a:ext cx="2246400" cy="5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962" name="Google Shape;4962;p46"/>
          <p:cNvSpPr txBox="1"/>
          <p:nvPr>
            <p:ph idx="1" type="subTitle"/>
          </p:nvPr>
        </p:nvSpPr>
        <p:spPr>
          <a:xfrm>
            <a:off x="2082008" y="1886813"/>
            <a:ext cx="22464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4963" name="Google Shape;4963;p46"/>
          <p:cNvSpPr txBox="1"/>
          <p:nvPr>
            <p:ph idx="2" type="title"/>
          </p:nvPr>
        </p:nvSpPr>
        <p:spPr>
          <a:xfrm>
            <a:off x="5689200" y="1409213"/>
            <a:ext cx="2246400" cy="5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964" name="Google Shape;4964;p46"/>
          <p:cNvSpPr txBox="1"/>
          <p:nvPr>
            <p:ph idx="3" type="subTitle"/>
          </p:nvPr>
        </p:nvSpPr>
        <p:spPr>
          <a:xfrm>
            <a:off x="5689200" y="1887113"/>
            <a:ext cx="22464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4965" name="Google Shape;4965;p46"/>
          <p:cNvSpPr txBox="1"/>
          <p:nvPr>
            <p:ph idx="4" type="title"/>
          </p:nvPr>
        </p:nvSpPr>
        <p:spPr>
          <a:xfrm>
            <a:off x="2082008" y="2513500"/>
            <a:ext cx="2246400" cy="5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966" name="Google Shape;4966;p46"/>
          <p:cNvSpPr txBox="1"/>
          <p:nvPr>
            <p:ph idx="5" type="subTitle"/>
          </p:nvPr>
        </p:nvSpPr>
        <p:spPr>
          <a:xfrm>
            <a:off x="2082008" y="2991400"/>
            <a:ext cx="22464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4967" name="Google Shape;4967;p46"/>
          <p:cNvSpPr txBox="1"/>
          <p:nvPr>
            <p:ph idx="6" type="title"/>
          </p:nvPr>
        </p:nvSpPr>
        <p:spPr>
          <a:xfrm>
            <a:off x="2082008" y="3618900"/>
            <a:ext cx="2246400" cy="5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968" name="Google Shape;4968;p46"/>
          <p:cNvSpPr txBox="1"/>
          <p:nvPr>
            <p:ph idx="7" type="subTitle"/>
          </p:nvPr>
        </p:nvSpPr>
        <p:spPr>
          <a:xfrm>
            <a:off x="2082008" y="4096800"/>
            <a:ext cx="22464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4969" name="Google Shape;4969;p46"/>
          <p:cNvSpPr txBox="1"/>
          <p:nvPr>
            <p:ph idx="8" type="title"/>
          </p:nvPr>
        </p:nvSpPr>
        <p:spPr>
          <a:xfrm>
            <a:off x="5689200" y="2513500"/>
            <a:ext cx="2246400" cy="5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970" name="Google Shape;4970;p46"/>
          <p:cNvSpPr txBox="1"/>
          <p:nvPr>
            <p:ph idx="9" type="subTitle"/>
          </p:nvPr>
        </p:nvSpPr>
        <p:spPr>
          <a:xfrm>
            <a:off x="5689200" y="2991400"/>
            <a:ext cx="22464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4971" name="Google Shape;4971;p46"/>
          <p:cNvSpPr txBox="1"/>
          <p:nvPr>
            <p:ph idx="13" type="title"/>
          </p:nvPr>
        </p:nvSpPr>
        <p:spPr>
          <a:xfrm>
            <a:off x="5689200" y="3618900"/>
            <a:ext cx="2246400" cy="5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972" name="Google Shape;4972;p46"/>
          <p:cNvSpPr txBox="1"/>
          <p:nvPr>
            <p:ph idx="14" type="subTitle"/>
          </p:nvPr>
        </p:nvSpPr>
        <p:spPr>
          <a:xfrm>
            <a:off x="5689200" y="4096800"/>
            <a:ext cx="22464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4973" name="Google Shape;4973;p46"/>
          <p:cNvSpPr txBox="1"/>
          <p:nvPr>
            <p:ph idx="15" type="title"/>
          </p:nvPr>
        </p:nvSpPr>
        <p:spPr>
          <a:xfrm>
            <a:off x="720000" y="540000"/>
            <a:ext cx="7704000" cy="6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6_1_1">
    <p:spTree>
      <p:nvGrpSpPr>
        <p:cNvPr id="4974" name="Shape 4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75" name="Google Shape;4975;p47"/>
          <p:cNvGrpSpPr/>
          <p:nvPr/>
        </p:nvGrpSpPr>
        <p:grpSpPr>
          <a:xfrm>
            <a:off x="-15975" y="-52"/>
            <a:ext cx="9175950" cy="5143406"/>
            <a:chOff x="-15975" y="-52"/>
            <a:chExt cx="9175950" cy="5143406"/>
          </a:xfrm>
        </p:grpSpPr>
        <p:sp>
          <p:nvSpPr>
            <p:cNvPr id="4976" name="Google Shape;4976;p47"/>
            <p:cNvSpPr/>
            <p:nvPr/>
          </p:nvSpPr>
          <p:spPr>
            <a:xfrm rot="5400000">
              <a:off x="4570450" y="-378255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7" name="Google Shape;4977;p47"/>
            <p:cNvSpPr/>
            <p:nvPr/>
          </p:nvSpPr>
          <p:spPr>
            <a:xfrm rot="5400000">
              <a:off x="4570450" y="-276311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8" name="Google Shape;4978;p47"/>
            <p:cNvSpPr/>
            <p:nvPr/>
          </p:nvSpPr>
          <p:spPr>
            <a:xfrm rot="5400000">
              <a:off x="4570450" y="-174368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9" name="Google Shape;4979;p47"/>
            <p:cNvSpPr/>
            <p:nvPr/>
          </p:nvSpPr>
          <p:spPr>
            <a:xfrm rot="5400000">
              <a:off x="4570450" y="-72425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0" name="Google Shape;4980;p47"/>
            <p:cNvSpPr/>
            <p:nvPr/>
          </p:nvSpPr>
          <p:spPr>
            <a:xfrm rot="5400000">
              <a:off x="4570450" y="295184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1" name="Google Shape;4981;p47"/>
            <p:cNvSpPr/>
            <p:nvPr/>
          </p:nvSpPr>
          <p:spPr>
            <a:xfrm rot="5400000">
              <a:off x="4570450" y="-429226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2" name="Google Shape;4982;p47"/>
            <p:cNvSpPr/>
            <p:nvPr/>
          </p:nvSpPr>
          <p:spPr>
            <a:xfrm rot="5400000">
              <a:off x="4570450" y="-327283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3" name="Google Shape;4983;p47"/>
            <p:cNvSpPr/>
            <p:nvPr/>
          </p:nvSpPr>
          <p:spPr>
            <a:xfrm rot="5400000">
              <a:off x="4570450" y="-225340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4" name="Google Shape;4984;p47"/>
            <p:cNvSpPr/>
            <p:nvPr/>
          </p:nvSpPr>
          <p:spPr>
            <a:xfrm rot="5400000">
              <a:off x="4570450" y="-123396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5" name="Google Shape;4985;p47"/>
            <p:cNvSpPr/>
            <p:nvPr/>
          </p:nvSpPr>
          <p:spPr>
            <a:xfrm rot="5400000">
              <a:off x="4570450" y="-21453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6" name="Google Shape;4986;p47"/>
            <p:cNvSpPr/>
            <p:nvPr/>
          </p:nvSpPr>
          <p:spPr>
            <a:xfrm>
              <a:off x="5081305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7" name="Google Shape;4987;p47"/>
            <p:cNvSpPr/>
            <p:nvPr/>
          </p:nvSpPr>
          <p:spPr>
            <a:xfrm>
              <a:off x="6100964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8" name="Google Shape;4988;p47"/>
            <p:cNvSpPr/>
            <p:nvPr/>
          </p:nvSpPr>
          <p:spPr>
            <a:xfrm>
              <a:off x="7120623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9" name="Google Shape;4989;p47"/>
            <p:cNvSpPr/>
            <p:nvPr/>
          </p:nvSpPr>
          <p:spPr>
            <a:xfrm>
              <a:off x="8140282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0" name="Google Shape;4990;p47"/>
            <p:cNvSpPr/>
            <p:nvPr/>
          </p:nvSpPr>
          <p:spPr>
            <a:xfrm>
              <a:off x="5591134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1" name="Google Shape;4991;p47"/>
            <p:cNvSpPr/>
            <p:nvPr/>
          </p:nvSpPr>
          <p:spPr>
            <a:xfrm>
              <a:off x="6610793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2" name="Google Shape;4992;p47"/>
            <p:cNvSpPr/>
            <p:nvPr/>
          </p:nvSpPr>
          <p:spPr>
            <a:xfrm>
              <a:off x="7630452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3" name="Google Shape;4993;p47"/>
            <p:cNvSpPr/>
            <p:nvPr/>
          </p:nvSpPr>
          <p:spPr>
            <a:xfrm>
              <a:off x="8650111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994" name="Google Shape;4994;p47"/>
            <p:cNvGrpSpPr/>
            <p:nvPr/>
          </p:nvGrpSpPr>
          <p:grpSpPr>
            <a:xfrm>
              <a:off x="-15975" y="-52"/>
              <a:ext cx="4587484" cy="5143406"/>
              <a:chOff x="-9275" y="-1994782"/>
              <a:chExt cx="4587484" cy="9140583"/>
            </a:xfrm>
          </p:grpSpPr>
          <p:sp>
            <p:nvSpPr>
              <p:cNvPr id="4995" name="Google Shape;4995;p47"/>
              <p:cNvSpPr/>
              <p:nvPr/>
            </p:nvSpPr>
            <p:spPr>
              <a:xfrm>
                <a:off x="50044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96" name="Google Shape;4996;p47"/>
              <p:cNvSpPr/>
              <p:nvPr/>
            </p:nvSpPr>
            <p:spPr>
              <a:xfrm>
                <a:off x="15198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97" name="Google Shape;4997;p47"/>
              <p:cNvSpPr/>
              <p:nvPr/>
            </p:nvSpPr>
            <p:spPr>
              <a:xfrm>
                <a:off x="253930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98" name="Google Shape;4998;p47"/>
              <p:cNvSpPr/>
              <p:nvPr/>
            </p:nvSpPr>
            <p:spPr>
              <a:xfrm>
                <a:off x="355874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99" name="Google Shape;4999;p47"/>
              <p:cNvSpPr/>
              <p:nvPr/>
            </p:nvSpPr>
            <p:spPr>
              <a:xfrm>
                <a:off x="45781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00" name="Google Shape;5000;p47"/>
              <p:cNvSpPr/>
              <p:nvPr/>
            </p:nvSpPr>
            <p:spPr>
              <a:xfrm>
                <a:off x="101015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01" name="Google Shape;5001;p47"/>
              <p:cNvSpPr/>
              <p:nvPr/>
            </p:nvSpPr>
            <p:spPr>
              <a:xfrm>
                <a:off x="202959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02" name="Google Shape;5002;p47"/>
              <p:cNvSpPr/>
              <p:nvPr/>
            </p:nvSpPr>
            <p:spPr>
              <a:xfrm>
                <a:off x="304902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03" name="Google Shape;5003;p47"/>
              <p:cNvSpPr/>
              <p:nvPr/>
            </p:nvSpPr>
            <p:spPr>
              <a:xfrm>
                <a:off x="406845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04" name="Google Shape;5004;p47"/>
              <p:cNvSpPr/>
              <p:nvPr/>
            </p:nvSpPr>
            <p:spPr>
              <a:xfrm>
                <a:off x="-92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5005" name="Google Shape;5005;p47"/>
            <p:cNvSpPr/>
            <p:nvPr/>
          </p:nvSpPr>
          <p:spPr>
            <a:xfrm>
              <a:off x="9159941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006" name="Google Shape;5006;p47"/>
          <p:cNvSpPr/>
          <p:nvPr/>
        </p:nvSpPr>
        <p:spPr>
          <a:xfrm>
            <a:off x="0" y="-75"/>
            <a:ext cx="9144000" cy="5143500"/>
          </a:xfrm>
          <a:prstGeom prst="rect">
            <a:avLst/>
          </a:prstGeom>
          <a:solidFill>
            <a:srgbClr val="D6E3EA">
              <a:alpha val="398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007" name="Google Shape;5007;p47"/>
          <p:cNvGrpSpPr/>
          <p:nvPr/>
        </p:nvGrpSpPr>
        <p:grpSpPr>
          <a:xfrm>
            <a:off x="0" y="4752988"/>
            <a:ext cx="9144000" cy="354505"/>
            <a:chOff x="0" y="4689888"/>
            <a:chExt cx="9144000" cy="354505"/>
          </a:xfrm>
        </p:grpSpPr>
        <p:grpSp>
          <p:nvGrpSpPr>
            <p:cNvPr id="5008" name="Google Shape;5008;p47"/>
            <p:cNvGrpSpPr/>
            <p:nvPr/>
          </p:nvGrpSpPr>
          <p:grpSpPr>
            <a:xfrm>
              <a:off x="0" y="4793425"/>
              <a:ext cx="9144000" cy="194975"/>
              <a:chOff x="0" y="4789550"/>
              <a:chExt cx="9144000" cy="194975"/>
            </a:xfrm>
          </p:grpSpPr>
          <p:sp>
            <p:nvSpPr>
              <p:cNvPr id="5009" name="Google Shape;5009;p47"/>
              <p:cNvSpPr/>
              <p:nvPr/>
            </p:nvSpPr>
            <p:spPr>
              <a:xfrm>
                <a:off x="0" y="4789550"/>
                <a:ext cx="9144000" cy="360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10" name="Google Shape;5010;p47"/>
              <p:cNvSpPr/>
              <p:nvPr/>
            </p:nvSpPr>
            <p:spPr>
              <a:xfrm>
                <a:off x="0" y="4948525"/>
                <a:ext cx="9144000" cy="360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011" name="Google Shape;5011;p47"/>
            <p:cNvGrpSpPr/>
            <p:nvPr/>
          </p:nvGrpSpPr>
          <p:grpSpPr>
            <a:xfrm>
              <a:off x="28483" y="4689888"/>
              <a:ext cx="9087034" cy="354505"/>
              <a:chOff x="28483" y="4689888"/>
              <a:chExt cx="9087034" cy="354505"/>
            </a:xfrm>
          </p:grpSpPr>
          <p:sp>
            <p:nvSpPr>
              <p:cNvPr id="5012" name="Google Shape;5012;p47"/>
              <p:cNvSpPr/>
              <p:nvPr/>
            </p:nvSpPr>
            <p:spPr>
              <a:xfrm>
                <a:off x="64010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6" y="1"/>
                      <a:pt x="533" y="8"/>
                      <a:pt x="518" y="24"/>
                    </a:cubicBezTo>
                    <a:lnTo>
                      <a:pt x="62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34" y="4431"/>
                      <a:pt x="1065" y="4401"/>
                      <a:pt x="1156" y="4370"/>
                    </a:cubicBezTo>
                    <a:lnTo>
                      <a:pt x="1156" y="601"/>
                    </a:lnTo>
                    <a:lnTo>
                      <a:pt x="1126" y="571"/>
                    </a:lnTo>
                    <a:lnTo>
                      <a:pt x="670" y="24"/>
                    </a:lnTo>
                    <a:cubicBezTo>
                      <a:pt x="639" y="8"/>
                      <a:pt x="609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13" name="Google Shape;5013;p47"/>
              <p:cNvSpPr/>
              <p:nvPr/>
            </p:nvSpPr>
            <p:spPr>
              <a:xfrm>
                <a:off x="79301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3" y="8"/>
                      <a:pt x="517" y="24"/>
                    </a:cubicBezTo>
                    <a:lnTo>
                      <a:pt x="6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34" y="4431"/>
                      <a:pt x="1064" y="4401"/>
                      <a:pt x="1156" y="4370"/>
                    </a:cubicBezTo>
                    <a:lnTo>
                      <a:pt x="1156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9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14" name="Google Shape;5014;p47"/>
              <p:cNvSpPr/>
              <p:nvPr/>
            </p:nvSpPr>
            <p:spPr>
              <a:xfrm>
                <a:off x="94592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2" y="4431"/>
                      <a:pt x="122" y="4431"/>
                    </a:cubicBezTo>
                    <a:lnTo>
                      <a:pt x="1003" y="4431"/>
                    </a:lnTo>
                    <a:cubicBezTo>
                      <a:pt x="103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8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15" name="Google Shape;5015;p47"/>
              <p:cNvSpPr/>
              <p:nvPr/>
            </p:nvSpPr>
            <p:spPr>
              <a:xfrm>
                <a:off x="109882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1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1" y="4431"/>
                      <a:pt x="122" y="4431"/>
                    </a:cubicBezTo>
                    <a:lnTo>
                      <a:pt x="1003" y="4431"/>
                    </a:lnTo>
                    <a:cubicBezTo>
                      <a:pt x="106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8" y="8"/>
                      <a:pt x="608" y="1"/>
                      <a:pt x="58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16" name="Google Shape;5016;p47"/>
              <p:cNvSpPr/>
              <p:nvPr/>
            </p:nvSpPr>
            <p:spPr>
              <a:xfrm>
                <a:off x="1251735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04" y="4431"/>
                      <a:pt x="103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17" name="Google Shape;5017;p47"/>
              <p:cNvSpPr/>
              <p:nvPr/>
            </p:nvSpPr>
            <p:spPr>
              <a:xfrm>
                <a:off x="1402243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18" name="Google Shape;5018;p47"/>
              <p:cNvSpPr/>
              <p:nvPr/>
            </p:nvSpPr>
            <p:spPr>
              <a:xfrm>
                <a:off x="1552751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64" y="4431"/>
                      <a:pt x="109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19" name="Google Shape;5019;p47"/>
              <p:cNvSpPr/>
              <p:nvPr/>
            </p:nvSpPr>
            <p:spPr>
              <a:xfrm>
                <a:off x="751362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20" name="Google Shape;5020;p47"/>
              <p:cNvSpPr/>
              <p:nvPr/>
            </p:nvSpPr>
            <p:spPr>
              <a:xfrm>
                <a:off x="7666529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3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21" name="Google Shape;5021;p47"/>
              <p:cNvSpPr/>
              <p:nvPr/>
            </p:nvSpPr>
            <p:spPr>
              <a:xfrm>
                <a:off x="7816957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22" name="Google Shape;5022;p47"/>
              <p:cNvSpPr/>
              <p:nvPr/>
            </p:nvSpPr>
            <p:spPr>
              <a:xfrm>
                <a:off x="796738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2" y="4431"/>
                      <a:pt x="122" y="4431"/>
                    </a:cubicBezTo>
                    <a:lnTo>
                      <a:pt x="1003" y="4431"/>
                    </a:lnTo>
                    <a:cubicBezTo>
                      <a:pt x="103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8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23" name="Google Shape;5023;p47"/>
              <p:cNvSpPr/>
              <p:nvPr/>
            </p:nvSpPr>
            <p:spPr>
              <a:xfrm>
                <a:off x="812029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93" y="1"/>
                    </a:moveTo>
                    <a:cubicBezTo>
                      <a:pt x="562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1" y="4431"/>
                      <a:pt x="122" y="4431"/>
                    </a:cubicBezTo>
                    <a:lnTo>
                      <a:pt x="1003" y="4431"/>
                    </a:lnTo>
                    <a:cubicBezTo>
                      <a:pt x="106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54" y="8"/>
                      <a:pt x="623" y="1"/>
                      <a:pt x="59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24" name="Google Shape;5024;p47"/>
              <p:cNvSpPr/>
              <p:nvPr/>
            </p:nvSpPr>
            <p:spPr>
              <a:xfrm>
                <a:off x="8273198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1" y="4431"/>
                      <a:pt x="122" y="4431"/>
                    </a:cubicBezTo>
                    <a:lnTo>
                      <a:pt x="973" y="4431"/>
                    </a:lnTo>
                    <a:cubicBezTo>
                      <a:pt x="1034" y="4431"/>
                      <a:pt x="1065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25" name="Google Shape;5025;p47"/>
              <p:cNvSpPr/>
              <p:nvPr/>
            </p:nvSpPr>
            <p:spPr>
              <a:xfrm>
                <a:off x="8423706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34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26" name="Google Shape;5026;p47"/>
              <p:cNvSpPr/>
              <p:nvPr/>
            </p:nvSpPr>
            <p:spPr>
              <a:xfrm>
                <a:off x="8574214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64" y="4431"/>
                      <a:pt x="109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27" name="Google Shape;5027;p47"/>
              <p:cNvSpPr/>
              <p:nvPr/>
            </p:nvSpPr>
            <p:spPr>
              <a:xfrm>
                <a:off x="8724643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2" y="4431"/>
                      <a:pt x="122" y="4431"/>
                    </a:cubicBezTo>
                    <a:lnTo>
                      <a:pt x="974" y="4431"/>
                    </a:lnTo>
                    <a:cubicBezTo>
                      <a:pt x="1065" y="4431"/>
                      <a:pt x="1095" y="4401"/>
                      <a:pt x="1126" y="4370"/>
                    </a:cubicBezTo>
                    <a:lnTo>
                      <a:pt x="112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4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28" name="Google Shape;5028;p47"/>
              <p:cNvSpPr/>
              <p:nvPr/>
            </p:nvSpPr>
            <p:spPr>
              <a:xfrm>
                <a:off x="8875151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74" y="1"/>
                    </a:moveTo>
                    <a:cubicBezTo>
                      <a:pt x="547" y="1"/>
                      <a:pt x="517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122" y="4431"/>
                    </a:cubicBezTo>
                    <a:lnTo>
                      <a:pt x="1003" y="4431"/>
                    </a:lnTo>
                    <a:cubicBezTo>
                      <a:pt x="103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600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29" name="Google Shape;5029;p47"/>
              <p:cNvSpPr/>
              <p:nvPr/>
            </p:nvSpPr>
            <p:spPr>
              <a:xfrm>
                <a:off x="736071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30" name="Google Shape;5030;p47"/>
              <p:cNvSpPr/>
              <p:nvPr/>
            </p:nvSpPr>
            <p:spPr>
              <a:xfrm>
                <a:off x="720781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31" name="Google Shape;5031;p47"/>
              <p:cNvSpPr/>
              <p:nvPr/>
            </p:nvSpPr>
            <p:spPr>
              <a:xfrm>
                <a:off x="705490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32" name="Google Shape;5032;p47"/>
              <p:cNvSpPr/>
              <p:nvPr/>
            </p:nvSpPr>
            <p:spPr>
              <a:xfrm>
                <a:off x="690199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33" name="Google Shape;5033;p47"/>
              <p:cNvSpPr/>
              <p:nvPr/>
            </p:nvSpPr>
            <p:spPr>
              <a:xfrm>
                <a:off x="674909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34" name="Google Shape;5034;p47"/>
              <p:cNvSpPr/>
              <p:nvPr/>
            </p:nvSpPr>
            <p:spPr>
              <a:xfrm>
                <a:off x="659618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35" name="Google Shape;5035;p47"/>
              <p:cNvSpPr/>
              <p:nvPr/>
            </p:nvSpPr>
            <p:spPr>
              <a:xfrm>
                <a:off x="644327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36" name="Google Shape;5036;p47"/>
              <p:cNvSpPr/>
              <p:nvPr/>
            </p:nvSpPr>
            <p:spPr>
              <a:xfrm>
                <a:off x="629037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37" name="Google Shape;5037;p47"/>
              <p:cNvSpPr/>
              <p:nvPr/>
            </p:nvSpPr>
            <p:spPr>
              <a:xfrm>
                <a:off x="613746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38" name="Google Shape;5038;p47"/>
              <p:cNvSpPr/>
              <p:nvPr/>
            </p:nvSpPr>
            <p:spPr>
              <a:xfrm>
                <a:off x="598455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39" name="Google Shape;5039;p47"/>
              <p:cNvSpPr/>
              <p:nvPr/>
            </p:nvSpPr>
            <p:spPr>
              <a:xfrm>
                <a:off x="583165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40" name="Google Shape;5040;p47"/>
              <p:cNvSpPr/>
              <p:nvPr/>
            </p:nvSpPr>
            <p:spPr>
              <a:xfrm>
                <a:off x="567874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41" name="Google Shape;5041;p47"/>
              <p:cNvSpPr/>
              <p:nvPr/>
            </p:nvSpPr>
            <p:spPr>
              <a:xfrm>
                <a:off x="552583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42" name="Google Shape;5042;p47"/>
              <p:cNvSpPr/>
              <p:nvPr/>
            </p:nvSpPr>
            <p:spPr>
              <a:xfrm>
                <a:off x="537293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43" name="Google Shape;5043;p47"/>
              <p:cNvSpPr/>
              <p:nvPr/>
            </p:nvSpPr>
            <p:spPr>
              <a:xfrm>
                <a:off x="522002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44" name="Google Shape;5044;p47"/>
              <p:cNvSpPr/>
              <p:nvPr/>
            </p:nvSpPr>
            <p:spPr>
              <a:xfrm>
                <a:off x="506712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45" name="Google Shape;5045;p47"/>
              <p:cNvSpPr/>
              <p:nvPr/>
            </p:nvSpPr>
            <p:spPr>
              <a:xfrm>
                <a:off x="491421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46" name="Google Shape;5046;p47"/>
              <p:cNvSpPr/>
              <p:nvPr/>
            </p:nvSpPr>
            <p:spPr>
              <a:xfrm>
                <a:off x="476130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47" name="Google Shape;5047;p47"/>
              <p:cNvSpPr/>
              <p:nvPr/>
            </p:nvSpPr>
            <p:spPr>
              <a:xfrm>
                <a:off x="460840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48" name="Google Shape;5048;p47"/>
              <p:cNvSpPr/>
              <p:nvPr/>
            </p:nvSpPr>
            <p:spPr>
              <a:xfrm>
                <a:off x="445549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49" name="Google Shape;5049;p47"/>
              <p:cNvSpPr/>
              <p:nvPr/>
            </p:nvSpPr>
            <p:spPr>
              <a:xfrm>
                <a:off x="430258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50" name="Google Shape;5050;p47"/>
              <p:cNvSpPr/>
              <p:nvPr/>
            </p:nvSpPr>
            <p:spPr>
              <a:xfrm>
                <a:off x="414968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51" name="Google Shape;5051;p47"/>
              <p:cNvSpPr/>
              <p:nvPr/>
            </p:nvSpPr>
            <p:spPr>
              <a:xfrm>
                <a:off x="399677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52" name="Google Shape;5052;p47"/>
              <p:cNvSpPr/>
              <p:nvPr/>
            </p:nvSpPr>
            <p:spPr>
              <a:xfrm>
                <a:off x="384386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53" name="Google Shape;5053;p47"/>
              <p:cNvSpPr/>
              <p:nvPr/>
            </p:nvSpPr>
            <p:spPr>
              <a:xfrm>
                <a:off x="369096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54" name="Google Shape;5054;p47"/>
              <p:cNvSpPr/>
              <p:nvPr/>
            </p:nvSpPr>
            <p:spPr>
              <a:xfrm>
                <a:off x="353805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55" name="Google Shape;5055;p47"/>
              <p:cNvSpPr/>
              <p:nvPr/>
            </p:nvSpPr>
            <p:spPr>
              <a:xfrm>
                <a:off x="338514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56" name="Google Shape;5056;p47"/>
              <p:cNvSpPr/>
              <p:nvPr/>
            </p:nvSpPr>
            <p:spPr>
              <a:xfrm>
                <a:off x="323224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57" name="Google Shape;5057;p47"/>
              <p:cNvSpPr/>
              <p:nvPr/>
            </p:nvSpPr>
            <p:spPr>
              <a:xfrm>
                <a:off x="307933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58" name="Google Shape;5058;p47"/>
              <p:cNvSpPr/>
              <p:nvPr/>
            </p:nvSpPr>
            <p:spPr>
              <a:xfrm>
                <a:off x="292643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59" name="Google Shape;5059;p47"/>
              <p:cNvSpPr/>
              <p:nvPr/>
            </p:nvSpPr>
            <p:spPr>
              <a:xfrm>
                <a:off x="277352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60" name="Google Shape;5060;p47"/>
              <p:cNvSpPr/>
              <p:nvPr/>
            </p:nvSpPr>
            <p:spPr>
              <a:xfrm>
                <a:off x="262061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61" name="Google Shape;5061;p47"/>
              <p:cNvSpPr/>
              <p:nvPr/>
            </p:nvSpPr>
            <p:spPr>
              <a:xfrm>
                <a:off x="246771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62" name="Google Shape;5062;p47"/>
              <p:cNvSpPr/>
              <p:nvPr/>
            </p:nvSpPr>
            <p:spPr>
              <a:xfrm>
                <a:off x="231480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63" name="Google Shape;5063;p47"/>
              <p:cNvSpPr/>
              <p:nvPr/>
            </p:nvSpPr>
            <p:spPr>
              <a:xfrm>
                <a:off x="216189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64" name="Google Shape;5064;p47"/>
              <p:cNvSpPr/>
              <p:nvPr/>
            </p:nvSpPr>
            <p:spPr>
              <a:xfrm>
                <a:off x="200899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65" name="Google Shape;5065;p47"/>
              <p:cNvSpPr/>
              <p:nvPr/>
            </p:nvSpPr>
            <p:spPr>
              <a:xfrm>
                <a:off x="185608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66" name="Google Shape;5066;p47"/>
              <p:cNvSpPr/>
              <p:nvPr/>
            </p:nvSpPr>
            <p:spPr>
              <a:xfrm>
                <a:off x="170317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67" name="Google Shape;5067;p47"/>
              <p:cNvSpPr/>
              <p:nvPr/>
            </p:nvSpPr>
            <p:spPr>
              <a:xfrm>
                <a:off x="48720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68" name="Google Shape;5068;p47"/>
              <p:cNvSpPr/>
              <p:nvPr/>
            </p:nvSpPr>
            <p:spPr>
              <a:xfrm>
                <a:off x="33429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69" name="Google Shape;5069;p47"/>
              <p:cNvSpPr/>
              <p:nvPr/>
            </p:nvSpPr>
            <p:spPr>
              <a:xfrm>
                <a:off x="18139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70" name="Google Shape;5070;p47"/>
              <p:cNvSpPr/>
              <p:nvPr/>
            </p:nvSpPr>
            <p:spPr>
              <a:xfrm>
                <a:off x="2848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71" name="Google Shape;5071;p47"/>
              <p:cNvSpPr/>
              <p:nvPr/>
            </p:nvSpPr>
            <p:spPr>
              <a:xfrm>
                <a:off x="9025579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74" y="1"/>
                    </a:moveTo>
                    <a:cubicBezTo>
                      <a:pt x="547" y="1"/>
                      <a:pt x="517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122" y="4431"/>
                    </a:cubicBezTo>
                    <a:lnTo>
                      <a:pt x="1003" y="4431"/>
                    </a:lnTo>
                    <a:cubicBezTo>
                      <a:pt x="103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600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5072" name="Google Shape;5072;p47"/>
          <p:cNvSpPr/>
          <p:nvPr/>
        </p:nvSpPr>
        <p:spPr>
          <a:xfrm>
            <a:off x="0" y="5107500"/>
            <a:ext cx="9144000" cy="36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073" name="Google Shape;5073;p47"/>
          <p:cNvGrpSpPr/>
          <p:nvPr/>
        </p:nvGrpSpPr>
        <p:grpSpPr>
          <a:xfrm>
            <a:off x="8500193" y="4148281"/>
            <a:ext cx="592952" cy="967689"/>
            <a:chOff x="8071153" y="3759204"/>
            <a:chExt cx="592952" cy="967689"/>
          </a:xfrm>
        </p:grpSpPr>
        <p:sp>
          <p:nvSpPr>
            <p:cNvPr id="5074" name="Google Shape;5074;p47"/>
            <p:cNvSpPr/>
            <p:nvPr/>
          </p:nvSpPr>
          <p:spPr>
            <a:xfrm>
              <a:off x="8350560" y="4196816"/>
              <a:ext cx="43890" cy="282116"/>
            </a:xfrm>
            <a:custGeom>
              <a:rect b="b" l="l" r="r" t="t"/>
              <a:pathLst>
                <a:path extrusionOk="0" h="3527" w="549">
                  <a:moveTo>
                    <a:pt x="153" y="0"/>
                  </a:moveTo>
                  <a:lnTo>
                    <a:pt x="1" y="3526"/>
                  </a:lnTo>
                  <a:lnTo>
                    <a:pt x="548" y="3435"/>
                  </a:lnTo>
                  <a:lnTo>
                    <a:pt x="39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5" name="Google Shape;5075;p47"/>
            <p:cNvSpPr/>
            <p:nvPr/>
          </p:nvSpPr>
          <p:spPr>
            <a:xfrm>
              <a:off x="8263101" y="4478852"/>
              <a:ext cx="221208" cy="248041"/>
            </a:xfrm>
            <a:custGeom>
              <a:rect b="b" l="l" r="r" t="t"/>
              <a:pathLst>
                <a:path extrusionOk="0" h="3101" w="2767">
                  <a:moveTo>
                    <a:pt x="1" y="0"/>
                  </a:moveTo>
                  <a:lnTo>
                    <a:pt x="396" y="3101"/>
                  </a:lnTo>
                  <a:lnTo>
                    <a:pt x="2402" y="3101"/>
                  </a:lnTo>
                  <a:lnTo>
                    <a:pt x="276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6" name="Google Shape;5076;p47"/>
            <p:cNvSpPr/>
            <p:nvPr/>
          </p:nvSpPr>
          <p:spPr>
            <a:xfrm>
              <a:off x="8248551" y="4435099"/>
              <a:ext cx="255184" cy="94865"/>
            </a:xfrm>
            <a:custGeom>
              <a:rect b="b" l="l" r="r" t="t"/>
              <a:pathLst>
                <a:path extrusionOk="0" h="1186" w="3192">
                  <a:moveTo>
                    <a:pt x="3192" y="0"/>
                  </a:moveTo>
                  <a:lnTo>
                    <a:pt x="0" y="61"/>
                  </a:lnTo>
                  <a:lnTo>
                    <a:pt x="61" y="1155"/>
                  </a:lnTo>
                  <a:lnTo>
                    <a:pt x="3040" y="1186"/>
                  </a:lnTo>
                  <a:lnTo>
                    <a:pt x="319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7" name="Google Shape;5077;p47"/>
            <p:cNvSpPr/>
            <p:nvPr/>
          </p:nvSpPr>
          <p:spPr>
            <a:xfrm>
              <a:off x="8265579" y="4527484"/>
              <a:ext cx="213853" cy="34075"/>
            </a:xfrm>
            <a:custGeom>
              <a:rect b="b" l="l" r="r" t="t"/>
              <a:pathLst>
                <a:path extrusionOk="0" h="426" w="2675">
                  <a:moveTo>
                    <a:pt x="0" y="0"/>
                  </a:moveTo>
                  <a:lnTo>
                    <a:pt x="91" y="426"/>
                  </a:lnTo>
                  <a:lnTo>
                    <a:pt x="2645" y="122"/>
                  </a:lnTo>
                  <a:lnTo>
                    <a:pt x="2675" y="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48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8" name="Google Shape;5078;p47"/>
            <p:cNvSpPr/>
            <p:nvPr/>
          </p:nvSpPr>
          <p:spPr>
            <a:xfrm>
              <a:off x="8318982" y="3766483"/>
              <a:ext cx="36535" cy="58391"/>
            </a:xfrm>
            <a:custGeom>
              <a:rect b="b" l="l" r="r" t="t"/>
              <a:pathLst>
                <a:path extrusionOk="0" h="730" w="457">
                  <a:moveTo>
                    <a:pt x="366" y="0"/>
                  </a:moveTo>
                  <a:cubicBezTo>
                    <a:pt x="366" y="0"/>
                    <a:pt x="122" y="122"/>
                    <a:pt x="62" y="304"/>
                  </a:cubicBezTo>
                  <a:cubicBezTo>
                    <a:pt x="1" y="517"/>
                    <a:pt x="62" y="730"/>
                    <a:pt x="62" y="730"/>
                  </a:cubicBezTo>
                  <a:cubicBezTo>
                    <a:pt x="62" y="730"/>
                    <a:pt x="305" y="608"/>
                    <a:pt x="366" y="426"/>
                  </a:cubicBezTo>
                  <a:cubicBezTo>
                    <a:pt x="457" y="244"/>
                    <a:pt x="366" y="0"/>
                    <a:pt x="36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9" name="Google Shape;5079;p47"/>
            <p:cNvSpPr/>
            <p:nvPr/>
          </p:nvSpPr>
          <p:spPr>
            <a:xfrm>
              <a:off x="8248551" y="3759204"/>
              <a:ext cx="58360" cy="65670"/>
            </a:xfrm>
            <a:custGeom>
              <a:rect b="b" l="l" r="r" t="t"/>
              <a:pathLst>
                <a:path extrusionOk="0" h="821" w="730">
                  <a:moveTo>
                    <a:pt x="0" y="0"/>
                  </a:moveTo>
                  <a:cubicBezTo>
                    <a:pt x="0" y="0"/>
                    <a:pt x="0" y="335"/>
                    <a:pt x="183" y="547"/>
                  </a:cubicBezTo>
                  <a:cubicBezTo>
                    <a:pt x="365" y="790"/>
                    <a:pt x="730" y="821"/>
                    <a:pt x="730" y="821"/>
                  </a:cubicBezTo>
                  <a:cubicBezTo>
                    <a:pt x="730" y="821"/>
                    <a:pt x="730" y="487"/>
                    <a:pt x="517" y="243"/>
                  </a:cubicBezTo>
                  <a:cubicBezTo>
                    <a:pt x="335" y="61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0" name="Google Shape;5080;p47"/>
            <p:cNvSpPr/>
            <p:nvPr/>
          </p:nvSpPr>
          <p:spPr>
            <a:xfrm>
              <a:off x="8532835" y="4167621"/>
              <a:ext cx="65715" cy="29275"/>
            </a:xfrm>
            <a:custGeom>
              <a:rect b="b" l="l" r="r" t="t"/>
              <a:pathLst>
                <a:path extrusionOk="0" h="366" w="822">
                  <a:moveTo>
                    <a:pt x="396" y="1"/>
                  </a:moveTo>
                  <a:cubicBezTo>
                    <a:pt x="153" y="1"/>
                    <a:pt x="1" y="213"/>
                    <a:pt x="1" y="213"/>
                  </a:cubicBezTo>
                  <a:cubicBezTo>
                    <a:pt x="1" y="213"/>
                    <a:pt x="183" y="365"/>
                    <a:pt x="426" y="365"/>
                  </a:cubicBezTo>
                  <a:cubicBezTo>
                    <a:pt x="669" y="365"/>
                    <a:pt x="821" y="153"/>
                    <a:pt x="821" y="153"/>
                  </a:cubicBezTo>
                  <a:cubicBezTo>
                    <a:pt x="821" y="153"/>
                    <a:pt x="609" y="1"/>
                    <a:pt x="396" y="1"/>
                  </a:cubicBezTo>
                  <a:close/>
                </a:path>
              </a:pathLst>
            </a:custGeom>
            <a:solidFill>
              <a:srgbClr val="7BBFB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1" name="Google Shape;5081;p47"/>
            <p:cNvSpPr/>
            <p:nvPr/>
          </p:nvSpPr>
          <p:spPr>
            <a:xfrm>
              <a:off x="8518285" y="4092272"/>
              <a:ext cx="48687" cy="80307"/>
            </a:xfrm>
            <a:custGeom>
              <a:rect b="b" l="l" r="r" t="t"/>
              <a:pathLst>
                <a:path extrusionOk="0" h="1004" w="609">
                  <a:moveTo>
                    <a:pt x="487" y="0"/>
                  </a:moveTo>
                  <a:cubicBezTo>
                    <a:pt x="487" y="0"/>
                    <a:pt x="183" y="152"/>
                    <a:pt x="61" y="426"/>
                  </a:cubicBezTo>
                  <a:cubicBezTo>
                    <a:pt x="0" y="699"/>
                    <a:pt x="122" y="1003"/>
                    <a:pt x="122" y="1003"/>
                  </a:cubicBezTo>
                  <a:cubicBezTo>
                    <a:pt x="122" y="1003"/>
                    <a:pt x="426" y="851"/>
                    <a:pt x="547" y="578"/>
                  </a:cubicBezTo>
                  <a:cubicBezTo>
                    <a:pt x="608" y="304"/>
                    <a:pt x="487" y="0"/>
                    <a:pt x="487" y="0"/>
                  </a:cubicBezTo>
                  <a:close/>
                </a:path>
              </a:pathLst>
            </a:custGeom>
            <a:solidFill>
              <a:srgbClr val="7BBFB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2" name="Google Shape;5082;p47"/>
            <p:cNvSpPr/>
            <p:nvPr/>
          </p:nvSpPr>
          <p:spPr>
            <a:xfrm>
              <a:off x="8071153" y="3827914"/>
              <a:ext cx="592952" cy="566871"/>
            </a:xfrm>
            <a:custGeom>
              <a:rect b="b" l="l" r="r" t="t"/>
              <a:pathLst>
                <a:path extrusionOk="0" h="7087" w="7417">
                  <a:moveTo>
                    <a:pt x="3931" y="0"/>
                  </a:moveTo>
                  <a:cubicBezTo>
                    <a:pt x="3624" y="0"/>
                    <a:pt x="3315" y="31"/>
                    <a:pt x="3010" y="83"/>
                  </a:cubicBezTo>
                  <a:cubicBezTo>
                    <a:pt x="1672" y="296"/>
                    <a:pt x="578" y="965"/>
                    <a:pt x="244" y="2363"/>
                  </a:cubicBezTo>
                  <a:cubicBezTo>
                    <a:pt x="0" y="3275"/>
                    <a:pt x="61" y="4430"/>
                    <a:pt x="426" y="5312"/>
                  </a:cubicBezTo>
                  <a:cubicBezTo>
                    <a:pt x="760" y="6132"/>
                    <a:pt x="1520" y="6770"/>
                    <a:pt x="2402" y="6953"/>
                  </a:cubicBezTo>
                  <a:cubicBezTo>
                    <a:pt x="2775" y="7038"/>
                    <a:pt x="3182" y="7086"/>
                    <a:pt x="3592" y="7086"/>
                  </a:cubicBezTo>
                  <a:cubicBezTo>
                    <a:pt x="4351" y="7086"/>
                    <a:pt x="5123" y="6922"/>
                    <a:pt x="5715" y="6527"/>
                  </a:cubicBezTo>
                  <a:cubicBezTo>
                    <a:pt x="6049" y="6315"/>
                    <a:pt x="6353" y="6071"/>
                    <a:pt x="6657" y="5767"/>
                  </a:cubicBezTo>
                  <a:cubicBezTo>
                    <a:pt x="7022" y="5342"/>
                    <a:pt x="7235" y="4825"/>
                    <a:pt x="7295" y="4308"/>
                  </a:cubicBezTo>
                  <a:cubicBezTo>
                    <a:pt x="7417" y="3640"/>
                    <a:pt x="7417" y="3032"/>
                    <a:pt x="7265" y="2515"/>
                  </a:cubicBezTo>
                  <a:cubicBezTo>
                    <a:pt x="7022" y="1634"/>
                    <a:pt x="6505" y="874"/>
                    <a:pt x="5593" y="387"/>
                  </a:cubicBezTo>
                  <a:cubicBezTo>
                    <a:pt x="5077" y="109"/>
                    <a:pt x="4509" y="0"/>
                    <a:pt x="393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083" name="Google Shape;5083;p47"/>
          <p:cNvGrpSpPr/>
          <p:nvPr/>
        </p:nvGrpSpPr>
        <p:grpSpPr>
          <a:xfrm>
            <a:off x="50855" y="4148281"/>
            <a:ext cx="592952" cy="967689"/>
            <a:chOff x="8071153" y="3759204"/>
            <a:chExt cx="592952" cy="967689"/>
          </a:xfrm>
        </p:grpSpPr>
        <p:sp>
          <p:nvSpPr>
            <p:cNvPr id="5084" name="Google Shape;5084;p47"/>
            <p:cNvSpPr/>
            <p:nvPr/>
          </p:nvSpPr>
          <p:spPr>
            <a:xfrm>
              <a:off x="8350560" y="4196816"/>
              <a:ext cx="43890" cy="282116"/>
            </a:xfrm>
            <a:custGeom>
              <a:rect b="b" l="l" r="r" t="t"/>
              <a:pathLst>
                <a:path extrusionOk="0" h="3527" w="549">
                  <a:moveTo>
                    <a:pt x="153" y="0"/>
                  </a:moveTo>
                  <a:lnTo>
                    <a:pt x="1" y="3526"/>
                  </a:lnTo>
                  <a:lnTo>
                    <a:pt x="548" y="3435"/>
                  </a:lnTo>
                  <a:lnTo>
                    <a:pt x="39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5" name="Google Shape;5085;p47"/>
            <p:cNvSpPr/>
            <p:nvPr/>
          </p:nvSpPr>
          <p:spPr>
            <a:xfrm>
              <a:off x="8263101" y="4478852"/>
              <a:ext cx="221208" cy="248041"/>
            </a:xfrm>
            <a:custGeom>
              <a:rect b="b" l="l" r="r" t="t"/>
              <a:pathLst>
                <a:path extrusionOk="0" h="3101" w="2767">
                  <a:moveTo>
                    <a:pt x="1" y="0"/>
                  </a:moveTo>
                  <a:lnTo>
                    <a:pt x="396" y="3101"/>
                  </a:lnTo>
                  <a:lnTo>
                    <a:pt x="2402" y="3101"/>
                  </a:lnTo>
                  <a:lnTo>
                    <a:pt x="276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6" name="Google Shape;5086;p47"/>
            <p:cNvSpPr/>
            <p:nvPr/>
          </p:nvSpPr>
          <p:spPr>
            <a:xfrm>
              <a:off x="8248551" y="4435099"/>
              <a:ext cx="255184" cy="94865"/>
            </a:xfrm>
            <a:custGeom>
              <a:rect b="b" l="l" r="r" t="t"/>
              <a:pathLst>
                <a:path extrusionOk="0" h="1186" w="3192">
                  <a:moveTo>
                    <a:pt x="3192" y="0"/>
                  </a:moveTo>
                  <a:lnTo>
                    <a:pt x="0" y="61"/>
                  </a:lnTo>
                  <a:lnTo>
                    <a:pt x="61" y="1155"/>
                  </a:lnTo>
                  <a:lnTo>
                    <a:pt x="3040" y="1186"/>
                  </a:lnTo>
                  <a:lnTo>
                    <a:pt x="319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7" name="Google Shape;5087;p47"/>
            <p:cNvSpPr/>
            <p:nvPr/>
          </p:nvSpPr>
          <p:spPr>
            <a:xfrm>
              <a:off x="8265579" y="4527484"/>
              <a:ext cx="213853" cy="34075"/>
            </a:xfrm>
            <a:custGeom>
              <a:rect b="b" l="l" r="r" t="t"/>
              <a:pathLst>
                <a:path extrusionOk="0" h="426" w="2675">
                  <a:moveTo>
                    <a:pt x="0" y="0"/>
                  </a:moveTo>
                  <a:lnTo>
                    <a:pt x="91" y="426"/>
                  </a:lnTo>
                  <a:lnTo>
                    <a:pt x="2645" y="122"/>
                  </a:lnTo>
                  <a:lnTo>
                    <a:pt x="2675" y="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48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8" name="Google Shape;5088;p47"/>
            <p:cNvSpPr/>
            <p:nvPr/>
          </p:nvSpPr>
          <p:spPr>
            <a:xfrm>
              <a:off x="8318982" y="3766483"/>
              <a:ext cx="36535" cy="58391"/>
            </a:xfrm>
            <a:custGeom>
              <a:rect b="b" l="l" r="r" t="t"/>
              <a:pathLst>
                <a:path extrusionOk="0" h="730" w="457">
                  <a:moveTo>
                    <a:pt x="366" y="0"/>
                  </a:moveTo>
                  <a:cubicBezTo>
                    <a:pt x="366" y="0"/>
                    <a:pt x="122" y="122"/>
                    <a:pt x="62" y="304"/>
                  </a:cubicBezTo>
                  <a:cubicBezTo>
                    <a:pt x="1" y="517"/>
                    <a:pt x="62" y="730"/>
                    <a:pt x="62" y="730"/>
                  </a:cubicBezTo>
                  <a:cubicBezTo>
                    <a:pt x="62" y="730"/>
                    <a:pt x="305" y="608"/>
                    <a:pt x="366" y="426"/>
                  </a:cubicBezTo>
                  <a:cubicBezTo>
                    <a:pt x="457" y="244"/>
                    <a:pt x="366" y="0"/>
                    <a:pt x="36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9" name="Google Shape;5089;p47"/>
            <p:cNvSpPr/>
            <p:nvPr/>
          </p:nvSpPr>
          <p:spPr>
            <a:xfrm>
              <a:off x="8248551" y="3759204"/>
              <a:ext cx="58360" cy="65670"/>
            </a:xfrm>
            <a:custGeom>
              <a:rect b="b" l="l" r="r" t="t"/>
              <a:pathLst>
                <a:path extrusionOk="0" h="821" w="730">
                  <a:moveTo>
                    <a:pt x="0" y="0"/>
                  </a:moveTo>
                  <a:cubicBezTo>
                    <a:pt x="0" y="0"/>
                    <a:pt x="0" y="335"/>
                    <a:pt x="183" y="547"/>
                  </a:cubicBezTo>
                  <a:cubicBezTo>
                    <a:pt x="365" y="790"/>
                    <a:pt x="730" y="821"/>
                    <a:pt x="730" y="821"/>
                  </a:cubicBezTo>
                  <a:cubicBezTo>
                    <a:pt x="730" y="821"/>
                    <a:pt x="730" y="487"/>
                    <a:pt x="517" y="243"/>
                  </a:cubicBezTo>
                  <a:cubicBezTo>
                    <a:pt x="335" y="61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0" name="Google Shape;5090;p47"/>
            <p:cNvSpPr/>
            <p:nvPr/>
          </p:nvSpPr>
          <p:spPr>
            <a:xfrm>
              <a:off x="8532835" y="4167621"/>
              <a:ext cx="65715" cy="29275"/>
            </a:xfrm>
            <a:custGeom>
              <a:rect b="b" l="l" r="r" t="t"/>
              <a:pathLst>
                <a:path extrusionOk="0" h="366" w="822">
                  <a:moveTo>
                    <a:pt x="396" y="1"/>
                  </a:moveTo>
                  <a:cubicBezTo>
                    <a:pt x="153" y="1"/>
                    <a:pt x="1" y="213"/>
                    <a:pt x="1" y="213"/>
                  </a:cubicBezTo>
                  <a:cubicBezTo>
                    <a:pt x="1" y="213"/>
                    <a:pt x="183" y="365"/>
                    <a:pt x="426" y="365"/>
                  </a:cubicBezTo>
                  <a:cubicBezTo>
                    <a:pt x="669" y="365"/>
                    <a:pt x="821" y="153"/>
                    <a:pt x="821" y="153"/>
                  </a:cubicBezTo>
                  <a:cubicBezTo>
                    <a:pt x="821" y="153"/>
                    <a:pt x="609" y="1"/>
                    <a:pt x="396" y="1"/>
                  </a:cubicBezTo>
                  <a:close/>
                </a:path>
              </a:pathLst>
            </a:custGeom>
            <a:solidFill>
              <a:srgbClr val="7BBFB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1" name="Google Shape;5091;p47"/>
            <p:cNvSpPr/>
            <p:nvPr/>
          </p:nvSpPr>
          <p:spPr>
            <a:xfrm>
              <a:off x="8518285" y="4092272"/>
              <a:ext cx="48687" cy="80307"/>
            </a:xfrm>
            <a:custGeom>
              <a:rect b="b" l="l" r="r" t="t"/>
              <a:pathLst>
                <a:path extrusionOk="0" h="1004" w="609">
                  <a:moveTo>
                    <a:pt x="487" y="0"/>
                  </a:moveTo>
                  <a:cubicBezTo>
                    <a:pt x="487" y="0"/>
                    <a:pt x="183" y="152"/>
                    <a:pt x="61" y="426"/>
                  </a:cubicBezTo>
                  <a:cubicBezTo>
                    <a:pt x="0" y="699"/>
                    <a:pt x="122" y="1003"/>
                    <a:pt x="122" y="1003"/>
                  </a:cubicBezTo>
                  <a:cubicBezTo>
                    <a:pt x="122" y="1003"/>
                    <a:pt x="426" y="851"/>
                    <a:pt x="547" y="578"/>
                  </a:cubicBezTo>
                  <a:cubicBezTo>
                    <a:pt x="608" y="304"/>
                    <a:pt x="487" y="0"/>
                    <a:pt x="487" y="0"/>
                  </a:cubicBezTo>
                  <a:close/>
                </a:path>
              </a:pathLst>
            </a:custGeom>
            <a:solidFill>
              <a:srgbClr val="7BBFB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2" name="Google Shape;5092;p47"/>
            <p:cNvSpPr/>
            <p:nvPr/>
          </p:nvSpPr>
          <p:spPr>
            <a:xfrm>
              <a:off x="8071153" y="3827914"/>
              <a:ext cx="592952" cy="566871"/>
            </a:xfrm>
            <a:custGeom>
              <a:rect b="b" l="l" r="r" t="t"/>
              <a:pathLst>
                <a:path extrusionOk="0" h="7087" w="7417">
                  <a:moveTo>
                    <a:pt x="3931" y="0"/>
                  </a:moveTo>
                  <a:cubicBezTo>
                    <a:pt x="3624" y="0"/>
                    <a:pt x="3315" y="31"/>
                    <a:pt x="3010" y="83"/>
                  </a:cubicBezTo>
                  <a:cubicBezTo>
                    <a:pt x="1672" y="296"/>
                    <a:pt x="578" y="965"/>
                    <a:pt x="244" y="2363"/>
                  </a:cubicBezTo>
                  <a:cubicBezTo>
                    <a:pt x="0" y="3275"/>
                    <a:pt x="61" y="4430"/>
                    <a:pt x="426" y="5312"/>
                  </a:cubicBezTo>
                  <a:cubicBezTo>
                    <a:pt x="760" y="6132"/>
                    <a:pt x="1520" y="6770"/>
                    <a:pt x="2402" y="6953"/>
                  </a:cubicBezTo>
                  <a:cubicBezTo>
                    <a:pt x="2775" y="7038"/>
                    <a:pt x="3182" y="7086"/>
                    <a:pt x="3592" y="7086"/>
                  </a:cubicBezTo>
                  <a:cubicBezTo>
                    <a:pt x="4351" y="7086"/>
                    <a:pt x="5123" y="6922"/>
                    <a:pt x="5715" y="6527"/>
                  </a:cubicBezTo>
                  <a:cubicBezTo>
                    <a:pt x="6049" y="6315"/>
                    <a:pt x="6353" y="6071"/>
                    <a:pt x="6657" y="5767"/>
                  </a:cubicBezTo>
                  <a:cubicBezTo>
                    <a:pt x="7022" y="5342"/>
                    <a:pt x="7235" y="4825"/>
                    <a:pt x="7295" y="4308"/>
                  </a:cubicBezTo>
                  <a:cubicBezTo>
                    <a:pt x="7417" y="3640"/>
                    <a:pt x="7417" y="3032"/>
                    <a:pt x="7265" y="2515"/>
                  </a:cubicBezTo>
                  <a:cubicBezTo>
                    <a:pt x="7022" y="1634"/>
                    <a:pt x="6505" y="874"/>
                    <a:pt x="5593" y="387"/>
                  </a:cubicBezTo>
                  <a:cubicBezTo>
                    <a:pt x="5077" y="109"/>
                    <a:pt x="4509" y="0"/>
                    <a:pt x="393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093" name="Google Shape;5093;p47"/>
          <p:cNvSpPr/>
          <p:nvPr/>
        </p:nvSpPr>
        <p:spPr>
          <a:xfrm>
            <a:off x="4547726" y="49970"/>
            <a:ext cx="1851686" cy="342426"/>
          </a:xfrm>
          <a:custGeom>
            <a:rect b="b" l="l" r="r" t="t"/>
            <a:pathLst>
              <a:path extrusionOk="0" h="4281" w="23162">
                <a:moveTo>
                  <a:pt x="12634" y="0"/>
                </a:moveTo>
                <a:cubicBezTo>
                  <a:pt x="11685" y="0"/>
                  <a:pt x="10826" y="596"/>
                  <a:pt x="10153" y="1849"/>
                </a:cubicBezTo>
                <a:cubicBezTo>
                  <a:pt x="8810" y="1477"/>
                  <a:pt x="7539" y="1314"/>
                  <a:pt x="6378" y="1314"/>
                </a:cubicBezTo>
                <a:cubicBezTo>
                  <a:pt x="2992" y="1314"/>
                  <a:pt x="544" y="2696"/>
                  <a:pt x="0" y="4281"/>
                </a:cubicBezTo>
                <a:lnTo>
                  <a:pt x="23162" y="4281"/>
                </a:lnTo>
                <a:cubicBezTo>
                  <a:pt x="22864" y="3777"/>
                  <a:pt x="20924" y="2045"/>
                  <a:pt x="18685" y="2045"/>
                </a:cubicBezTo>
                <a:cubicBezTo>
                  <a:pt x="17954" y="2045"/>
                  <a:pt x="17192" y="2229"/>
                  <a:pt x="16445" y="2700"/>
                </a:cubicBezTo>
                <a:cubicBezTo>
                  <a:pt x="15158" y="940"/>
                  <a:pt x="13825" y="0"/>
                  <a:pt x="12634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4" name="Google Shape;5094;p47"/>
          <p:cNvSpPr/>
          <p:nvPr/>
        </p:nvSpPr>
        <p:spPr>
          <a:xfrm>
            <a:off x="719850" y="540000"/>
            <a:ext cx="7704300" cy="676800"/>
          </a:xfrm>
          <a:prstGeom prst="roundRect">
            <a:avLst>
              <a:gd fmla="val 17686" name="adj"/>
            </a:avLst>
          </a:prstGeom>
          <a:solidFill>
            <a:schemeClr val="lt1"/>
          </a:solidFill>
          <a:ln cap="flat" cmpd="sng" w="762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5" name="Google Shape;5095;p47"/>
          <p:cNvSpPr txBox="1"/>
          <p:nvPr>
            <p:ph type="title"/>
          </p:nvPr>
        </p:nvSpPr>
        <p:spPr>
          <a:xfrm>
            <a:off x="720000" y="3621600"/>
            <a:ext cx="2246400" cy="5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096" name="Google Shape;5096;p47"/>
          <p:cNvSpPr txBox="1"/>
          <p:nvPr>
            <p:ph idx="1" type="subTitle"/>
          </p:nvPr>
        </p:nvSpPr>
        <p:spPr>
          <a:xfrm>
            <a:off x="720000" y="4099500"/>
            <a:ext cx="22464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5097" name="Google Shape;5097;p47"/>
          <p:cNvSpPr txBox="1"/>
          <p:nvPr>
            <p:ph idx="2" type="title"/>
          </p:nvPr>
        </p:nvSpPr>
        <p:spPr>
          <a:xfrm>
            <a:off x="3448800" y="3621600"/>
            <a:ext cx="2246400" cy="5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098" name="Google Shape;5098;p47"/>
          <p:cNvSpPr txBox="1"/>
          <p:nvPr>
            <p:ph idx="3" type="subTitle"/>
          </p:nvPr>
        </p:nvSpPr>
        <p:spPr>
          <a:xfrm>
            <a:off x="3448800" y="4099500"/>
            <a:ext cx="22464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5099" name="Google Shape;5099;p47"/>
          <p:cNvSpPr txBox="1"/>
          <p:nvPr>
            <p:ph idx="4" type="title"/>
          </p:nvPr>
        </p:nvSpPr>
        <p:spPr>
          <a:xfrm>
            <a:off x="6177595" y="3621600"/>
            <a:ext cx="2246400" cy="5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100" name="Google Shape;5100;p47"/>
          <p:cNvSpPr txBox="1"/>
          <p:nvPr>
            <p:ph idx="5" type="subTitle"/>
          </p:nvPr>
        </p:nvSpPr>
        <p:spPr>
          <a:xfrm>
            <a:off x="6177595" y="4099500"/>
            <a:ext cx="22464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5101" name="Google Shape;5101;p47"/>
          <p:cNvSpPr txBox="1"/>
          <p:nvPr>
            <p:ph idx="6" type="title"/>
          </p:nvPr>
        </p:nvSpPr>
        <p:spPr>
          <a:xfrm>
            <a:off x="720000" y="540000"/>
            <a:ext cx="7704000" cy="6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500"/>
              <a:buNone/>
              <a:defRPr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102" name="Google Shape;5102;p47"/>
          <p:cNvSpPr txBox="1"/>
          <p:nvPr>
            <p:ph hasCustomPrompt="1" idx="7" type="title"/>
          </p:nvPr>
        </p:nvSpPr>
        <p:spPr>
          <a:xfrm>
            <a:off x="1281600" y="2364575"/>
            <a:ext cx="1123200" cy="55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1" sz="24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b="1" sz="3000">
                <a:latin typeface="Archivo Black"/>
                <a:ea typeface="Archivo Black"/>
                <a:cs typeface="Archivo Black"/>
                <a:sym typeface="Archivo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b="1" sz="3000">
                <a:latin typeface="Archivo Black"/>
                <a:ea typeface="Archivo Black"/>
                <a:cs typeface="Archivo Black"/>
                <a:sym typeface="Archivo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b="1" sz="3000">
                <a:latin typeface="Archivo Black"/>
                <a:ea typeface="Archivo Black"/>
                <a:cs typeface="Archivo Black"/>
                <a:sym typeface="Archivo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b="1" sz="3000">
                <a:latin typeface="Archivo Black"/>
                <a:ea typeface="Archivo Black"/>
                <a:cs typeface="Archivo Black"/>
                <a:sym typeface="Archivo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b="1" sz="3000">
                <a:latin typeface="Archivo Black"/>
                <a:ea typeface="Archivo Black"/>
                <a:cs typeface="Archivo Black"/>
                <a:sym typeface="Archivo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b="1" sz="3000">
                <a:latin typeface="Archivo Black"/>
                <a:ea typeface="Archivo Black"/>
                <a:cs typeface="Archivo Black"/>
                <a:sym typeface="Archivo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b="1" sz="3000">
                <a:latin typeface="Archivo Black"/>
                <a:ea typeface="Archivo Black"/>
                <a:cs typeface="Archivo Black"/>
                <a:sym typeface="Archivo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b="1" sz="3000">
                <a:latin typeface="Archivo Black"/>
                <a:ea typeface="Archivo Black"/>
                <a:cs typeface="Archivo Black"/>
                <a:sym typeface="Archivo Black"/>
              </a:defRPr>
            </a:lvl9pPr>
          </a:lstStyle>
          <a:p>
            <a:r>
              <a:t>xx%</a:t>
            </a:r>
          </a:p>
        </p:txBody>
      </p:sp>
      <p:sp>
        <p:nvSpPr>
          <p:cNvPr id="5103" name="Google Shape;5103;p47"/>
          <p:cNvSpPr txBox="1"/>
          <p:nvPr>
            <p:ph hasCustomPrompt="1" idx="8" type="title"/>
          </p:nvPr>
        </p:nvSpPr>
        <p:spPr>
          <a:xfrm>
            <a:off x="4010400" y="2364575"/>
            <a:ext cx="1123200" cy="55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1" sz="24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b="1" sz="3000">
                <a:latin typeface="Archivo Black"/>
                <a:ea typeface="Archivo Black"/>
                <a:cs typeface="Archivo Black"/>
                <a:sym typeface="Archivo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b="1" sz="3000">
                <a:latin typeface="Archivo Black"/>
                <a:ea typeface="Archivo Black"/>
                <a:cs typeface="Archivo Black"/>
                <a:sym typeface="Archivo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b="1" sz="3000">
                <a:latin typeface="Archivo Black"/>
                <a:ea typeface="Archivo Black"/>
                <a:cs typeface="Archivo Black"/>
                <a:sym typeface="Archivo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b="1" sz="3000">
                <a:latin typeface="Archivo Black"/>
                <a:ea typeface="Archivo Black"/>
                <a:cs typeface="Archivo Black"/>
                <a:sym typeface="Archivo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b="1" sz="3000">
                <a:latin typeface="Archivo Black"/>
                <a:ea typeface="Archivo Black"/>
                <a:cs typeface="Archivo Black"/>
                <a:sym typeface="Archivo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b="1" sz="3000">
                <a:latin typeface="Archivo Black"/>
                <a:ea typeface="Archivo Black"/>
                <a:cs typeface="Archivo Black"/>
                <a:sym typeface="Archivo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b="1" sz="3000">
                <a:latin typeface="Archivo Black"/>
                <a:ea typeface="Archivo Black"/>
                <a:cs typeface="Archivo Black"/>
                <a:sym typeface="Archivo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b="1" sz="3000">
                <a:latin typeface="Archivo Black"/>
                <a:ea typeface="Archivo Black"/>
                <a:cs typeface="Archivo Black"/>
                <a:sym typeface="Archivo Black"/>
              </a:defRPr>
            </a:lvl9pPr>
          </a:lstStyle>
          <a:p>
            <a:r>
              <a:t>xx%</a:t>
            </a:r>
          </a:p>
        </p:txBody>
      </p:sp>
      <p:sp>
        <p:nvSpPr>
          <p:cNvPr id="5104" name="Google Shape;5104;p47"/>
          <p:cNvSpPr txBox="1"/>
          <p:nvPr>
            <p:ph hasCustomPrompt="1" idx="9" type="title"/>
          </p:nvPr>
        </p:nvSpPr>
        <p:spPr>
          <a:xfrm>
            <a:off x="6739195" y="2364575"/>
            <a:ext cx="1123200" cy="55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1" sz="24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b="1" sz="3000">
                <a:latin typeface="Archivo Black"/>
                <a:ea typeface="Archivo Black"/>
                <a:cs typeface="Archivo Black"/>
                <a:sym typeface="Archivo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b="1" sz="3000">
                <a:latin typeface="Archivo Black"/>
                <a:ea typeface="Archivo Black"/>
                <a:cs typeface="Archivo Black"/>
                <a:sym typeface="Archivo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b="1" sz="3000">
                <a:latin typeface="Archivo Black"/>
                <a:ea typeface="Archivo Black"/>
                <a:cs typeface="Archivo Black"/>
                <a:sym typeface="Archivo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b="1" sz="3000">
                <a:latin typeface="Archivo Black"/>
                <a:ea typeface="Archivo Black"/>
                <a:cs typeface="Archivo Black"/>
                <a:sym typeface="Archivo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b="1" sz="3000">
                <a:latin typeface="Archivo Black"/>
                <a:ea typeface="Archivo Black"/>
                <a:cs typeface="Archivo Black"/>
                <a:sym typeface="Archivo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b="1" sz="3000">
                <a:latin typeface="Archivo Black"/>
                <a:ea typeface="Archivo Black"/>
                <a:cs typeface="Archivo Black"/>
                <a:sym typeface="Archivo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b="1" sz="3000">
                <a:latin typeface="Archivo Black"/>
                <a:ea typeface="Archivo Black"/>
                <a:cs typeface="Archivo Black"/>
                <a:sym typeface="Archivo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b="1" sz="3000">
                <a:latin typeface="Archivo Black"/>
                <a:ea typeface="Archivo Black"/>
                <a:cs typeface="Archivo Black"/>
                <a:sym typeface="Archivo Black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7">
    <p:spTree>
      <p:nvGrpSpPr>
        <p:cNvPr id="5105" name="Shape 5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06" name="Google Shape;5106;p48"/>
          <p:cNvGrpSpPr/>
          <p:nvPr/>
        </p:nvGrpSpPr>
        <p:grpSpPr>
          <a:xfrm>
            <a:off x="-15975" y="-52"/>
            <a:ext cx="9175950" cy="5143406"/>
            <a:chOff x="-15975" y="-52"/>
            <a:chExt cx="9175950" cy="5143406"/>
          </a:xfrm>
        </p:grpSpPr>
        <p:sp>
          <p:nvSpPr>
            <p:cNvPr id="5107" name="Google Shape;5107;p48"/>
            <p:cNvSpPr/>
            <p:nvPr/>
          </p:nvSpPr>
          <p:spPr>
            <a:xfrm rot="5400000">
              <a:off x="4570450" y="-378255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8" name="Google Shape;5108;p48"/>
            <p:cNvSpPr/>
            <p:nvPr/>
          </p:nvSpPr>
          <p:spPr>
            <a:xfrm rot="5400000">
              <a:off x="4570450" y="-276311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9" name="Google Shape;5109;p48"/>
            <p:cNvSpPr/>
            <p:nvPr/>
          </p:nvSpPr>
          <p:spPr>
            <a:xfrm rot="5400000">
              <a:off x="4570450" y="-174368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0" name="Google Shape;5110;p48"/>
            <p:cNvSpPr/>
            <p:nvPr/>
          </p:nvSpPr>
          <p:spPr>
            <a:xfrm rot="5400000">
              <a:off x="4570450" y="-72425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1" name="Google Shape;5111;p48"/>
            <p:cNvSpPr/>
            <p:nvPr/>
          </p:nvSpPr>
          <p:spPr>
            <a:xfrm rot="5400000">
              <a:off x="4570450" y="295184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2" name="Google Shape;5112;p48"/>
            <p:cNvSpPr/>
            <p:nvPr/>
          </p:nvSpPr>
          <p:spPr>
            <a:xfrm rot="5400000">
              <a:off x="4570450" y="-429226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3" name="Google Shape;5113;p48"/>
            <p:cNvSpPr/>
            <p:nvPr/>
          </p:nvSpPr>
          <p:spPr>
            <a:xfrm rot="5400000">
              <a:off x="4570450" y="-327283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4" name="Google Shape;5114;p48"/>
            <p:cNvSpPr/>
            <p:nvPr/>
          </p:nvSpPr>
          <p:spPr>
            <a:xfrm rot="5400000">
              <a:off x="4570450" y="-225340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5" name="Google Shape;5115;p48"/>
            <p:cNvSpPr/>
            <p:nvPr/>
          </p:nvSpPr>
          <p:spPr>
            <a:xfrm rot="5400000">
              <a:off x="4570450" y="-123396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6" name="Google Shape;5116;p48"/>
            <p:cNvSpPr/>
            <p:nvPr/>
          </p:nvSpPr>
          <p:spPr>
            <a:xfrm rot="5400000">
              <a:off x="4570450" y="-21453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7" name="Google Shape;5117;p48"/>
            <p:cNvSpPr/>
            <p:nvPr/>
          </p:nvSpPr>
          <p:spPr>
            <a:xfrm>
              <a:off x="5081305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8" name="Google Shape;5118;p48"/>
            <p:cNvSpPr/>
            <p:nvPr/>
          </p:nvSpPr>
          <p:spPr>
            <a:xfrm>
              <a:off x="6100964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9" name="Google Shape;5119;p48"/>
            <p:cNvSpPr/>
            <p:nvPr/>
          </p:nvSpPr>
          <p:spPr>
            <a:xfrm>
              <a:off x="7120623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0" name="Google Shape;5120;p48"/>
            <p:cNvSpPr/>
            <p:nvPr/>
          </p:nvSpPr>
          <p:spPr>
            <a:xfrm>
              <a:off x="8140282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1" name="Google Shape;5121;p48"/>
            <p:cNvSpPr/>
            <p:nvPr/>
          </p:nvSpPr>
          <p:spPr>
            <a:xfrm>
              <a:off x="5591134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2" name="Google Shape;5122;p48"/>
            <p:cNvSpPr/>
            <p:nvPr/>
          </p:nvSpPr>
          <p:spPr>
            <a:xfrm>
              <a:off x="6610793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3" name="Google Shape;5123;p48"/>
            <p:cNvSpPr/>
            <p:nvPr/>
          </p:nvSpPr>
          <p:spPr>
            <a:xfrm>
              <a:off x="7630452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4" name="Google Shape;5124;p48"/>
            <p:cNvSpPr/>
            <p:nvPr/>
          </p:nvSpPr>
          <p:spPr>
            <a:xfrm>
              <a:off x="8650111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125" name="Google Shape;5125;p48"/>
            <p:cNvGrpSpPr/>
            <p:nvPr/>
          </p:nvGrpSpPr>
          <p:grpSpPr>
            <a:xfrm>
              <a:off x="-15975" y="-52"/>
              <a:ext cx="4587484" cy="5143406"/>
              <a:chOff x="-9275" y="-1994782"/>
              <a:chExt cx="4587484" cy="9140583"/>
            </a:xfrm>
          </p:grpSpPr>
          <p:sp>
            <p:nvSpPr>
              <p:cNvPr id="5126" name="Google Shape;5126;p48"/>
              <p:cNvSpPr/>
              <p:nvPr/>
            </p:nvSpPr>
            <p:spPr>
              <a:xfrm>
                <a:off x="50044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27" name="Google Shape;5127;p48"/>
              <p:cNvSpPr/>
              <p:nvPr/>
            </p:nvSpPr>
            <p:spPr>
              <a:xfrm>
                <a:off x="15198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28" name="Google Shape;5128;p48"/>
              <p:cNvSpPr/>
              <p:nvPr/>
            </p:nvSpPr>
            <p:spPr>
              <a:xfrm>
                <a:off x="253930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29" name="Google Shape;5129;p48"/>
              <p:cNvSpPr/>
              <p:nvPr/>
            </p:nvSpPr>
            <p:spPr>
              <a:xfrm>
                <a:off x="355874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30" name="Google Shape;5130;p48"/>
              <p:cNvSpPr/>
              <p:nvPr/>
            </p:nvSpPr>
            <p:spPr>
              <a:xfrm>
                <a:off x="45781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31" name="Google Shape;5131;p48"/>
              <p:cNvSpPr/>
              <p:nvPr/>
            </p:nvSpPr>
            <p:spPr>
              <a:xfrm>
                <a:off x="101015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32" name="Google Shape;5132;p48"/>
              <p:cNvSpPr/>
              <p:nvPr/>
            </p:nvSpPr>
            <p:spPr>
              <a:xfrm>
                <a:off x="202959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33" name="Google Shape;5133;p48"/>
              <p:cNvSpPr/>
              <p:nvPr/>
            </p:nvSpPr>
            <p:spPr>
              <a:xfrm>
                <a:off x="304902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34" name="Google Shape;5134;p48"/>
              <p:cNvSpPr/>
              <p:nvPr/>
            </p:nvSpPr>
            <p:spPr>
              <a:xfrm>
                <a:off x="406845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35" name="Google Shape;5135;p48"/>
              <p:cNvSpPr/>
              <p:nvPr/>
            </p:nvSpPr>
            <p:spPr>
              <a:xfrm>
                <a:off x="-92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5136" name="Google Shape;5136;p48"/>
            <p:cNvSpPr/>
            <p:nvPr/>
          </p:nvSpPr>
          <p:spPr>
            <a:xfrm>
              <a:off x="9159941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137" name="Google Shape;5137;p48"/>
          <p:cNvSpPr/>
          <p:nvPr/>
        </p:nvSpPr>
        <p:spPr>
          <a:xfrm>
            <a:off x="0" y="-75"/>
            <a:ext cx="9144000" cy="5143500"/>
          </a:xfrm>
          <a:prstGeom prst="rect">
            <a:avLst/>
          </a:prstGeom>
          <a:solidFill>
            <a:srgbClr val="D6E3EA">
              <a:alpha val="398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138" name="Google Shape;5138;p48"/>
          <p:cNvGrpSpPr/>
          <p:nvPr/>
        </p:nvGrpSpPr>
        <p:grpSpPr>
          <a:xfrm>
            <a:off x="0" y="4752988"/>
            <a:ext cx="9144000" cy="354505"/>
            <a:chOff x="0" y="4689888"/>
            <a:chExt cx="9144000" cy="354505"/>
          </a:xfrm>
        </p:grpSpPr>
        <p:grpSp>
          <p:nvGrpSpPr>
            <p:cNvPr id="5139" name="Google Shape;5139;p48"/>
            <p:cNvGrpSpPr/>
            <p:nvPr/>
          </p:nvGrpSpPr>
          <p:grpSpPr>
            <a:xfrm>
              <a:off x="0" y="4793425"/>
              <a:ext cx="9144000" cy="194975"/>
              <a:chOff x="0" y="4789550"/>
              <a:chExt cx="9144000" cy="194975"/>
            </a:xfrm>
          </p:grpSpPr>
          <p:sp>
            <p:nvSpPr>
              <p:cNvPr id="5140" name="Google Shape;5140;p48"/>
              <p:cNvSpPr/>
              <p:nvPr/>
            </p:nvSpPr>
            <p:spPr>
              <a:xfrm>
                <a:off x="0" y="4789550"/>
                <a:ext cx="9144000" cy="360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41" name="Google Shape;5141;p48"/>
              <p:cNvSpPr/>
              <p:nvPr/>
            </p:nvSpPr>
            <p:spPr>
              <a:xfrm>
                <a:off x="0" y="4948525"/>
                <a:ext cx="9144000" cy="360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142" name="Google Shape;5142;p48"/>
            <p:cNvGrpSpPr/>
            <p:nvPr/>
          </p:nvGrpSpPr>
          <p:grpSpPr>
            <a:xfrm>
              <a:off x="28483" y="4689888"/>
              <a:ext cx="9087034" cy="354505"/>
              <a:chOff x="28483" y="4689888"/>
              <a:chExt cx="9087034" cy="354505"/>
            </a:xfrm>
          </p:grpSpPr>
          <p:sp>
            <p:nvSpPr>
              <p:cNvPr id="5143" name="Google Shape;5143;p48"/>
              <p:cNvSpPr/>
              <p:nvPr/>
            </p:nvSpPr>
            <p:spPr>
              <a:xfrm>
                <a:off x="64010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6" y="1"/>
                      <a:pt x="533" y="8"/>
                      <a:pt x="518" y="24"/>
                    </a:cubicBezTo>
                    <a:lnTo>
                      <a:pt x="62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34" y="4431"/>
                      <a:pt x="1065" y="4401"/>
                      <a:pt x="1156" y="4370"/>
                    </a:cubicBezTo>
                    <a:lnTo>
                      <a:pt x="1156" y="601"/>
                    </a:lnTo>
                    <a:lnTo>
                      <a:pt x="1126" y="571"/>
                    </a:lnTo>
                    <a:lnTo>
                      <a:pt x="670" y="24"/>
                    </a:lnTo>
                    <a:cubicBezTo>
                      <a:pt x="639" y="8"/>
                      <a:pt x="609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44" name="Google Shape;5144;p48"/>
              <p:cNvSpPr/>
              <p:nvPr/>
            </p:nvSpPr>
            <p:spPr>
              <a:xfrm>
                <a:off x="79301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3" y="8"/>
                      <a:pt x="517" y="24"/>
                    </a:cubicBezTo>
                    <a:lnTo>
                      <a:pt x="6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34" y="4431"/>
                      <a:pt x="1064" y="4401"/>
                      <a:pt x="1156" y="4370"/>
                    </a:cubicBezTo>
                    <a:lnTo>
                      <a:pt x="1156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9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45" name="Google Shape;5145;p48"/>
              <p:cNvSpPr/>
              <p:nvPr/>
            </p:nvSpPr>
            <p:spPr>
              <a:xfrm>
                <a:off x="94592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2" y="4431"/>
                      <a:pt x="122" y="4431"/>
                    </a:cubicBezTo>
                    <a:lnTo>
                      <a:pt x="1003" y="4431"/>
                    </a:lnTo>
                    <a:cubicBezTo>
                      <a:pt x="103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8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46" name="Google Shape;5146;p48"/>
              <p:cNvSpPr/>
              <p:nvPr/>
            </p:nvSpPr>
            <p:spPr>
              <a:xfrm>
                <a:off x="109882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1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1" y="4431"/>
                      <a:pt x="122" y="4431"/>
                    </a:cubicBezTo>
                    <a:lnTo>
                      <a:pt x="1003" y="4431"/>
                    </a:lnTo>
                    <a:cubicBezTo>
                      <a:pt x="106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8" y="8"/>
                      <a:pt x="608" y="1"/>
                      <a:pt x="58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47" name="Google Shape;5147;p48"/>
              <p:cNvSpPr/>
              <p:nvPr/>
            </p:nvSpPr>
            <p:spPr>
              <a:xfrm>
                <a:off x="1251735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04" y="4431"/>
                      <a:pt x="103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48" name="Google Shape;5148;p48"/>
              <p:cNvSpPr/>
              <p:nvPr/>
            </p:nvSpPr>
            <p:spPr>
              <a:xfrm>
                <a:off x="1402243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49" name="Google Shape;5149;p48"/>
              <p:cNvSpPr/>
              <p:nvPr/>
            </p:nvSpPr>
            <p:spPr>
              <a:xfrm>
                <a:off x="1552751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64" y="4431"/>
                      <a:pt x="109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50" name="Google Shape;5150;p48"/>
              <p:cNvSpPr/>
              <p:nvPr/>
            </p:nvSpPr>
            <p:spPr>
              <a:xfrm>
                <a:off x="751362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51" name="Google Shape;5151;p48"/>
              <p:cNvSpPr/>
              <p:nvPr/>
            </p:nvSpPr>
            <p:spPr>
              <a:xfrm>
                <a:off x="7666529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3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52" name="Google Shape;5152;p48"/>
              <p:cNvSpPr/>
              <p:nvPr/>
            </p:nvSpPr>
            <p:spPr>
              <a:xfrm>
                <a:off x="7816957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53" name="Google Shape;5153;p48"/>
              <p:cNvSpPr/>
              <p:nvPr/>
            </p:nvSpPr>
            <p:spPr>
              <a:xfrm>
                <a:off x="796738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2" y="4431"/>
                      <a:pt x="122" y="4431"/>
                    </a:cubicBezTo>
                    <a:lnTo>
                      <a:pt x="1003" y="4431"/>
                    </a:lnTo>
                    <a:cubicBezTo>
                      <a:pt x="103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8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54" name="Google Shape;5154;p48"/>
              <p:cNvSpPr/>
              <p:nvPr/>
            </p:nvSpPr>
            <p:spPr>
              <a:xfrm>
                <a:off x="812029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93" y="1"/>
                    </a:moveTo>
                    <a:cubicBezTo>
                      <a:pt x="562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1" y="4431"/>
                      <a:pt x="122" y="4431"/>
                    </a:cubicBezTo>
                    <a:lnTo>
                      <a:pt x="1003" y="4431"/>
                    </a:lnTo>
                    <a:cubicBezTo>
                      <a:pt x="106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54" y="8"/>
                      <a:pt x="623" y="1"/>
                      <a:pt x="59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55" name="Google Shape;5155;p48"/>
              <p:cNvSpPr/>
              <p:nvPr/>
            </p:nvSpPr>
            <p:spPr>
              <a:xfrm>
                <a:off x="8273198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1" y="4431"/>
                      <a:pt x="122" y="4431"/>
                    </a:cubicBezTo>
                    <a:lnTo>
                      <a:pt x="973" y="4431"/>
                    </a:lnTo>
                    <a:cubicBezTo>
                      <a:pt x="1034" y="4431"/>
                      <a:pt x="1065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56" name="Google Shape;5156;p48"/>
              <p:cNvSpPr/>
              <p:nvPr/>
            </p:nvSpPr>
            <p:spPr>
              <a:xfrm>
                <a:off x="8423706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34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57" name="Google Shape;5157;p48"/>
              <p:cNvSpPr/>
              <p:nvPr/>
            </p:nvSpPr>
            <p:spPr>
              <a:xfrm>
                <a:off x="8574214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64" y="4431"/>
                      <a:pt x="109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58" name="Google Shape;5158;p48"/>
              <p:cNvSpPr/>
              <p:nvPr/>
            </p:nvSpPr>
            <p:spPr>
              <a:xfrm>
                <a:off x="8724643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2" y="4431"/>
                      <a:pt x="122" y="4431"/>
                    </a:cubicBezTo>
                    <a:lnTo>
                      <a:pt x="974" y="4431"/>
                    </a:lnTo>
                    <a:cubicBezTo>
                      <a:pt x="1065" y="4431"/>
                      <a:pt x="1095" y="4401"/>
                      <a:pt x="1126" y="4370"/>
                    </a:cubicBezTo>
                    <a:lnTo>
                      <a:pt x="112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4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59" name="Google Shape;5159;p48"/>
              <p:cNvSpPr/>
              <p:nvPr/>
            </p:nvSpPr>
            <p:spPr>
              <a:xfrm>
                <a:off x="8875151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74" y="1"/>
                    </a:moveTo>
                    <a:cubicBezTo>
                      <a:pt x="547" y="1"/>
                      <a:pt x="517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122" y="4431"/>
                    </a:cubicBezTo>
                    <a:lnTo>
                      <a:pt x="1003" y="4431"/>
                    </a:lnTo>
                    <a:cubicBezTo>
                      <a:pt x="103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600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60" name="Google Shape;5160;p48"/>
              <p:cNvSpPr/>
              <p:nvPr/>
            </p:nvSpPr>
            <p:spPr>
              <a:xfrm>
                <a:off x="736071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61" name="Google Shape;5161;p48"/>
              <p:cNvSpPr/>
              <p:nvPr/>
            </p:nvSpPr>
            <p:spPr>
              <a:xfrm>
                <a:off x="720781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62" name="Google Shape;5162;p48"/>
              <p:cNvSpPr/>
              <p:nvPr/>
            </p:nvSpPr>
            <p:spPr>
              <a:xfrm>
                <a:off x="705490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63" name="Google Shape;5163;p48"/>
              <p:cNvSpPr/>
              <p:nvPr/>
            </p:nvSpPr>
            <p:spPr>
              <a:xfrm>
                <a:off x="690199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64" name="Google Shape;5164;p48"/>
              <p:cNvSpPr/>
              <p:nvPr/>
            </p:nvSpPr>
            <p:spPr>
              <a:xfrm>
                <a:off x="674909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65" name="Google Shape;5165;p48"/>
              <p:cNvSpPr/>
              <p:nvPr/>
            </p:nvSpPr>
            <p:spPr>
              <a:xfrm>
                <a:off x="659618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66" name="Google Shape;5166;p48"/>
              <p:cNvSpPr/>
              <p:nvPr/>
            </p:nvSpPr>
            <p:spPr>
              <a:xfrm>
                <a:off x="644327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67" name="Google Shape;5167;p48"/>
              <p:cNvSpPr/>
              <p:nvPr/>
            </p:nvSpPr>
            <p:spPr>
              <a:xfrm>
                <a:off x="629037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68" name="Google Shape;5168;p48"/>
              <p:cNvSpPr/>
              <p:nvPr/>
            </p:nvSpPr>
            <p:spPr>
              <a:xfrm>
                <a:off x="613746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69" name="Google Shape;5169;p48"/>
              <p:cNvSpPr/>
              <p:nvPr/>
            </p:nvSpPr>
            <p:spPr>
              <a:xfrm>
                <a:off x="598455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70" name="Google Shape;5170;p48"/>
              <p:cNvSpPr/>
              <p:nvPr/>
            </p:nvSpPr>
            <p:spPr>
              <a:xfrm>
                <a:off x="583165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71" name="Google Shape;5171;p48"/>
              <p:cNvSpPr/>
              <p:nvPr/>
            </p:nvSpPr>
            <p:spPr>
              <a:xfrm>
                <a:off x="567874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72" name="Google Shape;5172;p48"/>
              <p:cNvSpPr/>
              <p:nvPr/>
            </p:nvSpPr>
            <p:spPr>
              <a:xfrm>
                <a:off x="552583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73" name="Google Shape;5173;p48"/>
              <p:cNvSpPr/>
              <p:nvPr/>
            </p:nvSpPr>
            <p:spPr>
              <a:xfrm>
                <a:off x="537293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74" name="Google Shape;5174;p48"/>
              <p:cNvSpPr/>
              <p:nvPr/>
            </p:nvSpPr>
            <p:spPr>
              <a:xfrm>
                <a:off x="522002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75" name="Google Shape;5175;p48"/>
              <p:cNvSpPr/>
              <p:nvPr/>
            </p:nvSpPr>
            <p:spPr>
              <a:xfrm>
                <a:off x="506712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76" name="Google Shape;5176;p48"/>
              <p:cNvSpPr/>
              <p:nvPr/>
            </p:nvSpPr>
            <p:spPr>
              <a:xfrm>
                <a:off x="491421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77" name="Google Shape;5177;p48"/>
              <p:cNvSpPr/>
              <p:nvPr/>
            </p:nvSpPr>
            <p:spPr>
              <a:xfrm>
                <a:off x="476130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78" name="Google Shape;5178;p48"/>
              <p:cNvSpPr/>
              <p:nvPr/>
            </p:nvSpPr>
            <p:spPr>
              <a:xfrm>
                <a:off x="460840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79" name="Google Shape;5179;p48"/>
              <p:cNvSpPr/>
              <p:nvPr/>
            </p:nvSpPr>
            <p:spPr>
              <a:xfrm>
                <a:off x="445549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80" name="Google Shape;5180;p48"/>
              <p:cNvSpPr/>
              <p:nvPr/>
            </p:nvSpPr>
            <p:spPr>
              <a:xfrm>
                <a:off x="430258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81" name="Google Shape;5181;p48"/>
              <p:cNvSpPr/>
              <p:nvPr/>
            </p:nvSpPr>
            <p:spPr>
              <a:xfrm>
                <a:off x="414968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82" name="Google Shape;5182;p48"/>
              <p:cNvSpPr/>
              <p:nvPr/>
            </p:nvSpPr>
            <p:spPr>
              <a:xfrm>
                <a:off x="399677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83" name="Google Shape;5183;p48"/>
              <p:cNvSpPr/>
              <p:nvPr/>
            </p:nvSpPr>
            <p:spPr>
              <a:xfrm>
                <a:off x="384386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84" name="Google Shape;5184;p48"/>
              <p:cNvSpPr/>
              <p:nvPr/>
            </p:nvSpPr>
            <p:spPr>
              <a:xfrm>
                <a:off x="369096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85" name="Google Shape;5185;p48"/>
              <p:cNvSpPr/>
              <p:nvPr/>
            </p:nvSpPr>
            <p:spPr>
              <a:xfrm>
                <a:off x="353805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86" name="Google Shape;5186;p48"/>
              <p:cNvSpPr/>
              <p:nvPr/>
            </p:nvSpPr>
            <p:spPr>
              <a:xfrm>
                <a:off x="338514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87" name="Google Shape;5187;p48"/>
              <p:cNvSpPr/>
              <p:nvPr/>
            </p:nvSpPr>
            <p:spPr>
              <a:xfrm>
                <a:off x="323224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88" name="Google Shape;5188;p48"/>
              <p:cNvSpPr/>
              <p:nvPr/>
            </p:nvSpPr>
            <p:spPr>
              <a:xfrm>
                <a:off x="307933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89" name="Google Shape;5189;p48"/>
              <p:cNvSpPr/>
              <p:nvPr/>
            </p:nvSpPr>
            <p:spPr>
              <a:xfrm>
                <a:off x="292643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90" name="Google Shape;5190;p48"/>
              <p:cNvSpPr/>
              <p:nvPr/>
            </p:nvSpPr>
            <p:spPr>
              <a:xfrm>
                <a:off x="277352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91" name="Google Shape;5191;p48"/>
              <p:cNvSpPr/>
              <p:nvPr/>
            </p:nvSpPr>
            <p:spPr>
              <a:xfrm>
                <a:off x="262061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92" name="Google Shape;5192;p48"/>
              <p:cNvSpPr/>
              <p:nvPr/>
            </p:nvSpPr>
            <p:spPr>
              <a:xfrm>
                <a:off x="246771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93" name="Google Shape;5193;p48"/>
              <p:cNvSpPr/>
              <p:nvPr/>
            </p:nvSpPr>
            <p:spPr>
              <a:xfrm>
                <a:off x="231480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94" name="Google Shape;5194;p48"/>
              <p:cNvSpPr/>
              <p:nvPr/>
            </p:nvSpPr>
            <p:spPr>
              <a:xfrm>
                <a:off x="216189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95" name="Google Shape;5195;p48"/>
              <p:cNvSpPr/>
              <p:nvPr/>
            </p:nvSpPr>
            <p:spPr>
              <a:xfrm>
                <a:off x="200899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96" name="Google Shape;5196;p48"/>
              <p:cNvSpPr/>
              <p:nvPr/>
            </p:nvSpPr>
            <p:spPr>
              <a:xfrm>
                <a:off x="185608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97" name="Google Shape;5197;p48"/>
              <p:cNvSpPr/>
              <p:nvPr/>
            </p:nvSpPr>
            <p:spPr>
              <a:xfrm>
                <a:off x="170317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98" name="Google Shape;5198;p48"/>
              <p:cNvSpPr/>
              <p:nvPr/>
            </p:nvSpPr>
            <p:spPr>
              <a:xfrm>
                <a:off x="48720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99" name="Google Shape;5199;p48"/>
              <p:cNvSpPr/>
              <p:nvPr/>
            </p:nvSpPr>
            <p:spPr>
              <a:xfrm>
                <a:off x="33429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00" name="Google Shape;5200;p48"/>
              <p:cNvSpPr/>
              <p:nvPr/>
            </p:nvSpPr>
            <p:spPr>
              <a:xfrm>
                <a:off x="18139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01" name="Google Shape;5201;p48"/>
              <p:cNvSpPr/>
              <p:nvPr/>
            </p:nvSpPr>
            <p:spPr>
              <a:xfrm>
                <a:off x="2848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02" name="Google Shape;5202;p48"/>
              <p:cNvSpPr/>
              <p:nvPr/>
            </p:nvSpPr>
            <p:spPr>
              <a:xfrm>
                <a:off x="9025579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74" y="1"/>
                    </a:moveTo>
                    <a:cubicBezTo>
                      <a:pt x="547" y="1"/>
                      <a:pt x="517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122" y="4431"/>
                    </a:cubicBezTo>
                    <a:lnTo>
                      <a:pt x="1003" y="4431"/>
                    </a:lnTo>
                    <a:cubicBezTo>
                      <a:pt x="103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600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5203" name="Google Shape;5203;p48"/>
          <p:cNvGrpSpPr/>
          <p:nvPr/>
        </p:nvGrpSpPr>
        <p:grpSpPr>
          <a:xfrm>
            <a:off x="8500193" y="4148281"/>
            <a:ext cx="592952" cy="967689"/>
            <a:chOff x="8071153" y="3759204"/>
            <a:chExt cx="592952" cy="967689"/>
          </a:xfrm>
        </p:grpSpPr>
        <p:sp>
          <p:nvSpPr>
            <p:cNvPr id="5204" name="Google Shape;5204;p48"/>
            <p:cNvSpPr/>
            <p:nvPr/>
          </p:nvSpPr>
          <p:spPr>
            <a:xfrm>
              <a:off x="8350560" y="4196816"/>
              <a:ext cx="43890" cy="282116"/>
            </a:xfrm>
            <a:custGeom>
              <a:rect b="b" l="l" r="r" t="t"/>
              <a:pathLst>
                <a:path extrusionOk="0" h="3527" w="549">
                  <a:moveTo>
                    <a:pt x="153" y="0"/>
                  </a:moveTo>
                  <a:lnTo>
                    <a:pt x="1" y="3526"/>
                  </a:lnTo>
                  <a:lnTo>
                    <a:pt x="548" y="3435"/>
                  </a:lnTo>
                  <a:lnTo>
                    <a:pt x="39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5" name="Google Shape;5205;p48"/>
            <p:cNvSpPr/>
            <p:nvPr/>
          </p:nvSpPr>
          <p:spPr>
            <a:xfrm>
              <a:off x="8263101" y="4478852"/>
              <a:ext cx="221208" cy="248041"/>
            </a:xfrm>
            <a:custGeom>
              <a:rect b="b" l="l" r="r" t="t"/>
              <a:pathLst>
                <a:path extrusionOk="0" h="3101" w="2767">
                  <a:moveTo>
                    <a:pt x="1" y="0"/>
                  </a:moveTo>
                  <a:lnTo>
                    <a:pt x="396" y="3101"/>
                  </a:lnTo>
                  <a:lnTo>
                    <a:pt x="2402" y="3101"/>
                  </a:lnTo>
                  <a:lnTo>
                    <a:pt x="276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6" name="Google Shape;5206;p48"/>
            <p:cNvSpPr/>
            <p:nvPr/>
          </p:nvSpPr>
          <p:spPr>
            <a:xfrm>
              <a:off x="8248551" y="4435099"/>
              <a:ext cx="255184" cy="94865"/>
            </a:xfrm>
            <a:custGeom>
              <a:rect b="b" l="l" r="r" t="t"/>
              <a:pathLst>
                <a:path extrusionOk="0" h="1186" w="3192">
                  <a:moveTo>
                    <a:pt x="3192" y="0"/>
                  </a:moveTo>
                  <a:lnTo>
                    <a:pt x="0" y="61"/>
                  </a:lnTo>
                  <a:lnTo>
                    <a:pt x="61" y="1155"/>
                  </a:lnTo>
                  <a:lnTo>
                    <a:pt x="3040" y="1186"/>
                  </a:lnTo>
                  <a:lnTo>
                    <a:pt x="319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7" name="Google Shape;5207;p48"/>
            <p:cNvSpPr/>
            <p:nvPr/>
          </p:nvSpPr>
          <p:spPr>
            <a:xfrm>
              <a:off x="8265579" y="4527484"/>
              <a:ext cx="213853" cy="34075"/>
            </a:xfrm>
            <a:custGeom>
              <a:rect b="b" l="l" r="r" t="t"/>
              <a:pathLst>
                <a:path extrusionOk="0" h="426" w="2675">
                  <a:moveTo>
                    <a:pt x="0" y="0"/>
                  </a:moveTo>
                  <a:lnTo>
                    <a:pt x="91" y="426"/>
                  </a:lnTo>
                  <a:lnTo>
                    <a:pt x="2645" y="122"/>
                  </a:lnTo>
                  <a:lnTo>
                    <a:pt x="2675" y="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48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8" name="Google Shape;5208;p48"/>
            <p:cNvSpPr/>
            <p:nvPr/>
          </p:nvSpPr>
          <p:spPr>
            <a:xfrm>
              <a:off x="8318982" y="3766483"/>
              <a:ext cx="36535" cy="58391"/>
            </a:xfrm>
            <a:custGeom>
              <a:rect b="b" l="l" r="r" t="t"/>
              <a:pathLst>
                <a:path extrusionOk="0" h="730" w="457">
                  <a:moveTo>
                    <a:pt x="366" y="0"/>
                  </a:moveTo>
                  <a:cubicBezTo>
                    <a:pt x="366" y="0"/>
                    <a:pt x="122" y="122"/>
                    <a:pt x="62" y="304"/>
                  </a:cubicBezTo>
                  <a:cubicBezTo>
                    <a:pt x="1" y="517"/>
                    <a:pt x="62" y="730"/>
                    <a:pt x="62" y="730"/>
                  </a:cubicBezTo>
                  <a:cubicBezTo>
                    <a:pt x="62" y="730"/>
                    <a:pt x="305" y="608"/>
                    <a:pt x="366" y="426"/>
                  </a:cubicBezTo>
                  <a:cubicBezTo>
                    <a:pt x="457" y="244"/>
                    <a:pt x="366" y="0"/>
                    <a:pt x="36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9" name="Google Shape;5209;p48"/>
            <p:cNvSpPr/>
            <p:nvPr/>
          </p:nvSpPr>
          <p:spPr>
            <a:xfrm>
              <a:off x="8248551" y="3759204"/>
              <a:ext cx="58360" cy="65670"/>
            </a:xfrm>
            <a:custGeom>
              <a:rect b="b" l="l" r="r" t="t"/>
              <a:pathLst>
                <a:path extrusionOk="0" h="821" w="730">
                  <a:moveTo>
                    <a:pt x="0" y="0"/>
                  </a:moveTo>
                  <a:cubicBezTo>
                    <a:pt x="0" y="0"/>
                    <a:pt x="0" y="335"/>
                    <a:pt x="183" y="547"/>
                  </a:cubicBezTo>
                  <a:cubicBezTo>
                    <a:pt x="365" y="790"/>
                    <a:pt x="730" y="821"/>
                    <a:pt x="730" y="821"/>
                  </a:cubicBezTo>
                  <a:cubicBezTo>
                    <a:pt x="730" y="821"/>
                    <a:pt x="730" y="487"/>
                    <a:pt x="517" y="243"/>
                  </a:cubicBezTo>
                  <a:cubicBezTo>
                    <a:pt x="335" y="61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0" name="Google Shape;5210;p48"/>
            <p:cNvSpPr/>
            <p:nvPr/>
          </p:nvSpPr>
          <p:spPr>
            <a:xfrm>
              <a:off x="8532835" y="4167621"/>
              <a:ext cx="65715" cy="29275"/>
            </a:xfrm>
            <a:custGeom>
              <a:rect b="b" l="l" r="r" t="t"/>
              <a:pathLst>
                <a:path extrusionOk="0" h="366" w="822">
                  <a:moveTo>
                    <a:pt x="396" y="1"/>
                  </a:moveTo>
                  <a:cubicBezTo>
                    <a:pt x="153" y="1"/>
                    <a:pt x="1" y="213"/>
                    <a:pt x="1" y="213"/>
                  </a:cubicBezTo>
                  <a:cubicBezTo>
                    <a:pt x="1" y="213"/>
                    <a:pt x="183" y="365"/>
                    <a:pt x="426" y="365"/>
                  </a:cubicBezTo>
                  <a:cubicBezTo>
                    <a:pt x="669" y="365"/>
                    <a:pt x="821" y="153"/>
                    <a:pt x="821" y="153"/>
                  </a:cubicBezTo>
                  <a:cubicBezTo>
                    <a:pt x="821" y="153"/>
                    <a:pt x="609" y="1"/>
                    <a:pt x="396" y="1"/>
                  </a:cubicBezTo>
                  <a:close/>
                </a:path>
              </a:pathLst>
            </a:custGeom>
            <a:solidFill>
              <a:srgbClr val="7BBFB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1" name="Google Shape;5211;p48"/>
            <p:cNvSpPr/>
            <p:nvPr/>
          </p:nvSpPr>
          <p:spPr>
            <a:xfrm>
              <a:off x="8518285" y="4092272"/>
              <a:ext cx="48687" cy="80307"/>
            </a:xfrm>
            <a:custGeom>
              <a:rect b="b" l="l" r="r" t="t"/>
              <a:pathLst>
                <a:path extrusionOk="0" h="1004" w="609">
                  <a:moveTo>
                    <a:pt x="487" y="0"/>
                  </a:moveTo>
                  <a:cubicBezTo>
                    <a:pt x="487" y="0"/>
                    <a:pt x="183" y="152"/>
                    <a:pt x="61" y="426"/>
                  </a:cubicBezTo>
                  <a:cubicBezTo>
                    <a:pt x="0" y="699"/>
                    <a:pt x="122" y="1003"/>
                    <a:pt x="122" y="1003"/>
                  </a:cubicBezTo>
                  <a:cubicBezTo>
                    <a:pt x="122" y="1003"/>
                    <a:pt x="426" y="851"/>
                    <a:pt x="547" y="578"/>
                  </a:cubicBezTo>
                  <a:cubicBezTo>
                    <a:pt x="608" y="304"/>
                    <a:pt x="487" y="0"/>
                    <a:pt x="487" y="0"/>
                  </a:cubicBezTo>
                  <a:close/>
                </a:path>
              </a:pathLst>
            </a:custGeom>
            <a:solidFill>
              <a:srgbClr val="7BBFB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2" name="Google Shape;5212;p48"/>
            <p:cNvSpPr/>
            <p:nvPr/>
          </p:nvSpPr>
          <p:spPr>
            <a:xfrm>
              <a:off x="8071153" y="3827914"/>
              <a:ext cx="592952" cy="566871"/>
            </a:xfrm>
            <a:custGeom>
              <a:rect b="b" l="l" r="r" t="t"/>
              <a:pathLst>
                <a:path extrusionOk="0" h="7087" w="7417">
                  <a:moveTo>
                    <a:pt x="3931" y="0"/>
                  </a:moveTo>
                  <a:cubicBezTo>
                    <a:pt x="3624" y="0"/>
                    <a:pt x="3315" y="31"/>
                    <a:pt x="3010" y="83"/>
                  </a:cubicBezTo>
                  <a:cubicBezTo>
                    <a:pt x="1672" y="296"/>
                    <a:pt x="578" y="965"/>
                    <a:pt x="244" y="2363"/>
                  </a:cubicBezTo>
                  <a:cubicBezTo>
                    <a:pt x="0" y="3275"/>
                    <a:pt x="61" y="4430"/>
                    <a:pt x="426" y="5312"/>
                  </a:cubicBezTo>
                  <a:cubicBezTo>
                    <a:pt x="760" y="6132"/>
                    <a:pt x="1520" y="6770"/>
                    <a:pt x="2402" y="6953"/>
                  </a:cubicBezTo>
                  <a:cubicBezTo>
                    <a:pt x="2775" y="7038"/>
                    <a:pt x="3182" y="7086"/>
                    <a:pt x="3592" y="7086"/>
                  </a:cubicBezTo>
                  <a:cubicBezTo>
                    <a:pt x="4351" y="7086"/>
                    <a:pt x="5123" y="6922"/>
                    <a:pt x="5715" y="6527"/>
                  </a:cubicBezTo>
                  <a:cubicBezTo>
                    <a:pt x="6049" y="6315"/>
                    <a:pt x="6353" y="6071"/>
                    <a:pt x="6657" y="5767"/>
                  </a:cubicBezTo>
                  <a:cubicBezTo>
                    <a:pt x="7022" y="5342"/>
                    <a:pt x="7235" y="4825"/>
                    <a:pt x="7295" y="4308"/>
                  </a:cubicBezTo>
                  <a:cubicBezTo>
                    <a:pt x="7417" y="3640"/>
                    <a:pt x="7417" y="3032"/>
                    <a:pt x="7265" y="2515"/>
                  </a:cubicBezTo>
                  <a:cubicBezTo>
                    <a:pt x="7022" y="1634"/>
                    <a:pt x="6505" y="874"/>
                    <a:pt x="5593" y="387"/>
                  </a:cubicBezTo>
                  <a:cubicBezTo>
                    <a:pt x="5077" y="109"/>
                    <a:pt x="4509" y="0"/>
                    <a:pt x="393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213" name="Google Shape;5213;p48"/>
          <p:cNvGrpSpPr/>
          <p:nvPr/>
        </p:nvGrpSpPr>
        <p:grpSpPr>
          <a:xfrm>
            <a:off x="50855" y="4148281"/>
            <a:ext cx="592952" cy="967689"/>
            <a:chOff x="8071153" y="3759204"/>
            <a:chExt cx="592952" cy="967689"/>
          </a:xfrm>
        </p:grpSpPr>
        <p:sp>
          <p:nvSpPr>
            <p:cNvPr id="5214" name="Google Shape;5214;p48"/>
            <p:cNvSpPr/>
            <p:nvPr/>
          </p:nvSpPr>
          <p:spPr>
            <a:xfrm>
              <a:off x="8350560" y="4196816"/>
              <a:ext cx="43890" cy="282116"/>
            </a:xfrm>
            <a:custGeom>
              <a:rect b="b" l="l" r="r" t="t"/>
              <a:pathLst>
                <a:path extrusionOk="0" h="3527" w="549">
                  <a:moveTo>
                    <a:pt x="153" y="0"/>
                  </a:moveTo>
                  <a:lnTo>
                    <a:pt x="1" y="3526"/>
                  </a:lnTo>
                  <a:lnTo>
                    <a:pt x="548" y="3435"/>
                  </a:lnTo>
                  <a:lnTo>
                    <a:pt x="39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5" name="Google Shape;5215;p48"/>
            <p:cNvSpPr/>
            <p:nvPr/>
          </p:nvSpPr>
          <p:spPr>
            <a:xfrm>
              <a:off x="8263101" y="4478852"/>
              <a:ext cx="221208" cy="248041"/>
            </a:xfrm>
            <a:custGeom>
              <a:rect b="b" l="l" r="r" t="t"/>
              <a:pathLst>
                <a:path extrusionOk="0" h="3101" w="2767">
                  <a:moveTo>
                    <a:pt x="1" y="0"/>
                  </a:moveTo>
                  <a:lnTo>
                    <a:pt x="396" y="3101"/>
                  </a:lnTo>
                  <a:lnTo>
                    <a:pt x="2402" y="3101"/>
                  </a:lnTo>
                  <a:lnTo>
                    <a:pt x="276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6" name="Google Shape;5216;p48"/>
            <p:cNvSpPr/>
            <p:nvPr/>
          </p:nvSpPr>
          <p:spPr>
            <a:xfrm>
              <a:off x="8248551" y="4435099"/>
              <a:ext cx="255184" cy="94865"/>
            </a:xfrm>
            <a:custGeom>
              <a:rect b="b" l="l" r="r" t="t"/>
              <a:pathLst>
                <a:path extrusionOk="0" h="1186" w="3192">
                  <a:moveTo>
                    <a:pt x="3192" y="0"/>
                  </a:moveTo>
                  <a:lnTo>
                    <a:pt x="0" y="61"/>
                  </a:lnTo>
                  <a:lnTo>
                    <a:pt x="61" y="1155"/>
                  </a:lnTo>
                  <a:lnTo>
                    <a:pt x="3040" y="1186"/>
                  </a:lnTo>
                  <a:lnTo>
                    <a:pt x="319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7" name="Google Shape;5217;p48"/>
            <p:cNvSpPr/>
            <p:nvPr/>
          </p:nvSpPr>
          <p:spPr>
            <a:xfrm>
              <a:off x="8265579" y="4527484"/>
              <a:ext cx="213853" cy="34075"/>
            </a:xfrm>
            <a:custGeom>
              <a:rect b="b" l="l" r="r" t="t"/>
              <a:pathLst>
                <a:path extrusionOk="0" h="426" w="2675">
                  <a:moveTo>
                    <a:pt x="0" y="0"/>
                  </a:moveTo>
                  <a:lnTo>
                    <a:pt x="91" y="426"/>
                  </a:lnTo>
                  <a:lnTo>
                    <a:pt x="2645" y="122"/>
                  </a:lnTo>
                  <a:lnTo>
                    <a:pt x="2675" y="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48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8" name="Google Shape;5218;p48"/>
            <p:cNvSpPr/>
            <p:nvPr/>
          </p:nvSpPr>
          <p:spPr>
            <a:xfrm>
              <a:off x="8318982" y="3766483"/>
              <a:ext cx="36535" cy="58391"/>
            </a:xfrm>
            <a:custGeom>
              <a:rect b="b" l="l" r="r" t="t"/>
              <a:pathLst>
                <a:path extrusionOk="0" h="730" w="457">
                  <a:moveTo>
                    <a:pt x="366" y="0"/>
                  </a:moveTo>
                  <a:cubicBezTo>
                    <a:pt x="366" y="0"/>
                    <a:pt x="122" y="122"/>
                    <a:pt x="62" y="304"/>
                  </a:cubicBezTo>
                  <a:cubicBezTo>
                    <a:pt x="1" y="517"/>
                    <a:pt x="62" y="730"/>
                    <a:pt x="62" y="730"/>
                  </a:cubicBezTo>
                  <a:cubicBezTo>
                    <a:pt x="62" y="730"/>
                    <a:pt x="305" y="608"/>
                    <a:pt x="366" y="426"/>
                  </a:cubicBezTo>
                  <a:cubicBezTo>
                    <a:pt x="457" y="244"/>
                    <a:pt x="366" y="0"/>
                    <a:pt x="36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9" name="Google Shape;5219;p48"/>
            <p:cNvSpPr/>
            <p:nvPr/>
          </p:nvSpPr>
          <p:spPr>
            <a:xfrm>
              <a:off x="8248551" y="3759204"/>
              <a:ext cx="58360" cy="65670"/>
            </a:xfrm>
            <a:custGeom>
              <a:rect b="b" l="l" r="r" t="t"/>
              <a:pathLst>
                <a:path extrusionOk="0" h="821" w="730">
                  <a:moveTo>
                    <a:pt x="0" y="0"/>
                  </a:moveTo>
                  <a:cubicBezTo>
                    <a:pt x="0" y="0"/>
                    <a:pt x="0" y="335"/>
                    <a:pt x="183" y="547"/>
                  </a:cubicBezTo>
                  <a:cubicBezTo>
                    <a:pt x="365" y="790"/>
                    <a:pt x="730" y="821"/>
                    <a:pt x="730" y="821"/>
                  </a:cubicBezTo>
                  <a:cubicBezTo>
                    <a:pt x="730" y="821"/>
                    <a:pt x="730" y="487"/>
                    <a:pt x="517" y="243"/>
                  </a:cubicBezTo>
                  <a:cubicBezTo>
                    <a:pt x="335" y="61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0" name="Google Shape;5220;p48"/>
            <p:cNvSpPr/>
            <p:nvPr/>
          </p:nvSpPr>
          <p:spPr>
            <a:xfrm>
              <a:off x="8532835" y="4167621"/>
              <a:ext cx="65715" cy="29275"/>
            </a:xfrm>
            <a:custGeom>
              <a:rect b="b" l="l" r="r" t="t"/>
              <a:pathLst>
                <a:path extrusionOk="0" h="366" w="822">
                  <a:moveTo>
                    <a:pt x="396" y="1"/>
                  </a:moveTo>
                  <a:cubicBezTo>
                    <a:pt x="153" y="1"/>
                    <a:pt x="1" y="213"/>
                    <a:pt x="1" y="213"/>
                  </a:cubicBezTo>
                  <a:cubicBezTo>
                    <a:pt x="1" y="213"/>
                    <a:pt x="183" y="365"/>
                    <a:pt x="426" y="365"/>
                  </a:cubicBezTo>
                  <a:cubicBezTo>
                    <a:pt x="669" y="365"/>
                    <a:pt x="821" y="153"/>
                    <a:pt x="821" y="153"/>
                  </a:cubicBezTo>
                  <a:cubicBezTo>
                    <a:pt x="821" y="153"/>
                    <a:pt x="609" y="1"/>
                    <a:pt x="396" y="1"/>
                  </a:cubicBezTo>
                  <a:close/>
                </a:path>
              </a:pathLst>
            </a:custGeom>
            <a:solidFill>
              <a:srgbClr val="7BBFB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1" name="Google Shape;5221;p48"/>
            <p:cNvSpPr/>
            <p:nvPr/>
          </p:nvSpPr>
          <p:spPr>
            <a:xfrm>
              <a:off x="8518285" y="4092272"/>
              <a:ext cx="48687" cy="80307"/>
            </a:xfrm>
            <a:custGeom>
              <a:rect b="b" l="l" r="r" t="t"/>
              <a:pathLst>
                <a:path extrusionOk="0" h="1004" w="609">
                  <a:moveTo>
                    <a:pt x="487" y="0"/>
                  </a:moveTo>
                  <a:cubicBezTo>
                    <a:pt x="487" y="0"/>
                    <a:pt x="183" y="152"/>
                    <a:pt x="61" y="426"/>
                  </a:cubicBezTo>
                  <a:cubicBezTo>
                    <a:pt x="0" y="699"/>
                    <a:pt x="122" y="1003"/>
                    <a:pt x="122" y="1003"/>
                  </a:cubicBezTo>
                  <a:cubicBezTo>
                    <a:pt x="122" y="1003"/>
                    <a:pt x="426" y="851"/>
                    <a:pt x="547" y="578"/>
                  </a:cubicBezTo>
                  <a:cubicBezTo>
                    <a:pt x="608" y="304"/>
                    <a:pt x="487" y="0"/>
                    <a:pt x="487" y="0"/>
                  </a:cubicBezTo>
                  <a:close/>
                </a:path>
              </a:pathLst>
            </a:custGeom>
            <a:solidFill>
              <a:srgbClr val="7BBFB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2" name="Google Shape;5222;p48"/>
            <p:cNvSpPr/>
            <p:nvPr/>
          </p:nvSpPr>
          <p:spPr>
            <a:xfrm>
              <a:off x="8071153" y="3827914"/>
              <a:ext cx="592952" cy="566871"/>
            </a:xfrm>
            <a:custGeom>
              <a:rect b="b" l="l" r="r" t="t"/>
              <a:pathLst>
                <a:path extrusionOk="0" h="7087" w="7417">
                  <a:moveTo>
                    <a:pt x="3931" y="0"/>
                  </a:moveTo>
                  <a:cubicBezTo>
                    <a:pt x="3624" y="0"/>
                    <a:pt x="3315" y="31"/>
                    <a:pt x="3010" y="83"/>
                  </a:cubicBezTo>
                  <a:cubicBezTo>
                    <a:pt x="1672" y="296"/>
                    <a:pt x="578" y="965"/>
                    <a:pt x="244" y="2363"/>
                  </a:cubicBezTo>
                  <a:cubicBezTo>
                    <a:pt x="0" y="3275"/>
                    <a:pt x="61" y="4430"/>
                    <a:pt x="426" y="5312"/>
                  </a:cubicBezTo>
                  <a:cubicBezTo>
                    <a:pt x="760" y="6132"/>
                    <a:pt x="1520" y="6770"/>
                    <a:pt x="2402" y="6953"/>
                  </a:cubicBezTo>
                  <a:cubicBezTo>
                    <a:pt x="2775" y="7038"/>
                    <a:pt x="3182" y="7086"/>
                    <a:pt x="3592" y="7086"/>
                  </a:cubicBezTo>
                  <a:cubicBezTo>
                    <a:pt x="4351" y="7086"/>
                    <a:pt x="5123" y="6922"/>
                    <a:pt x="5715" y="6527"/>
                  </a:cubicBezTo>
                  <a:cubicBezTo>
                    <a:pt x="6049" y="6315"/>
                    <a:pt x="6353" y="6071"/>
                    <a:pt x="6657" y="5767"/>
                  </a:cubicBezTo>
                  <a:cubicBezTo>
                    <a:pt x="7022" y="5342"/>
                    <a:pt x="7235" y="4825"/>
                    <a:pt x="7295" y="4308"/>
                  </a:cubicBezTo>
                  <a:cubicBezTo>
                    <a:pt x="7417" y="3640"/>
                    <a:pt x="7417" y="3032"/>
                    <a:pt x="7265" y="2515"/>
                  </a:cubicBezTo>
                  <a:cubicBezTo>
                    <a:pt x="7022" y="1634"/>
                    <a:pt x="6505" y="874"/>
                    <a:pt x="5593" y="387"/>
                  </a:cubicBezTo>
                  <a:cubicBezTo>
                    <a:pt x="5077" y="109"/>
                    <a:pt x="4509" y="0"/>
                    <a:pt x="393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23" name="Google Shape;5223;p48"/>
          <p:cNvSpPr txBox="1"/>
          <p:nvPr>
            <p:ph type="ctrTitle"/>
          </p:nvPr>
        </p:nvSpPr>
        <p:spPr>
          <a:xfrm>
            <a:off x="1692000" y="587850"/>
            <a:ext cx="5760000" cy="129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7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224" name="Google Shape;5224;p48"/>
          <p:cNvSpPr txBox="1"/>
          <p:nvPr>
            <p:ph idx="1" type="subTitle"/>
          </p:nvPr>
        </p:nvSpPr>
        <p:spPr>
          <a:xfrm>
            <a:off x="1692000" y="1728450"/>
            <a:ext cx="5760000" cy="7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5225" name="Google Shape;5225;p48"/>
          <p:cNvSpPr txBox="1"/>
          <p:nvPr/>
        </p:nvSpPr>
        <p:spPr>
          <a:xfrm>
            <a:off x="2041200" y="3756300"/>
            <a:ext cx="5061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0000" spcFirstLastPara="1" rIns="90000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CREDITS: </a:t>
            </a: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This presentation template was created by </a:t>
            </a:r>
            <a:r>
              <a:rPr b="1" lang="en" sz="1200">
                <a:solidFill>
                  <a:schemeClr val="dk1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, including icons by </a:t>
            </a:r>
            <a:r>
              <a:rPr b="1" lang="en" sz="1200">
                <a:solidFill>
                  <a:schemeClr val="dk1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, infographics &amp; images by </a:t>
            </a:r>
            <a:r>
              <a:rPr b="1" lang="en" sz="1200">
                <a:solidFill>
                  <a:schemeClr val="dk1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226" name="Google Shape;5226;p48"/>
          <p:cNvSpPr/>
          <p:nvPr/>
        </p:nvSpPr>
        <p:spPr>
          <a:xfrm>
            <a:off x="0" y="5107500"/>
            <a:ext cx="9144000" cy="36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8">
    <p:spTree>
      <p:nvGrpSpPr>
        <p:cNvPr id="5227" name="Shape 5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28" name="Google Shape;5228;p49"/>
          <p:cNvGrpSpPr/>
          <p:nvPr/>
        </p:nvGrpSpPr>
        <p:grpSpPr>
          <a:xfrm>
            <a:off x="-15975" y="-52"/>
            <a:ext cx="9175950" cy="5143406"/>
            <a:chOff x="-15975" y="-52"/>
            <a:chExt cx="9175950" cy="5143406"/>
          </a:xfrm>
        </p:grpSpPr>
        <p:sp>
          <p:nvSpPr>
            <p:cNvPr id="5229" name="Google Shape;5229;p49"/>
            <p:cNvSpPr/>
            <p:nvPr/>
          </p:nvSpPr>
          <p:spPr>
            <a:xfrm rot="5400000">
              <a:off x="4570450" y="-378255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0" name="Google Shape;5230;p49"/>
            <p:cNvSpPr/>
            <p:nvPr/>
          </p:nvSpPr>
          <p:spPr>
            <a:xfrm rot="5400000">
              <a:off x="4570450" y="-276311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1" name="Google Shape;5231;p49"/>
            <p:cNvSpPr/>
            <p:nvPr/>
          </p:nvSpPr>
          <p:spPr>
            <a:xfrm rot="5400000">
              <a:off x="4570450" y="-174368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2" name="Google Shape;5232;p49"/>
            <p:cNvSpPr/>
            <p:nvPr/>
          </p:nvSpPr>
          <p:spPr>
            <a:xfrm rot="5400000">
              <a:off x="4570450" y="-72425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3" name="Google Shape;5233;p49"/>
            <p:cNvSpPr/>
            <p:nvPr/>
          </p:nvSpPr>
          <p:spPr>
            <a:xfrm rot="5400000">
              <a:off x="4570450" y="295184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4" name="Google Shape;5234;p49"/>
            <p:cNvSpPr/>
            <p:nvPr/>
          </p:nvSpPr>
          <p:spPr>
            <a:xfrm rot="5400000">
              <a:off x="4570450" y="-429226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5" name="Google Shape;5235;p49"/>
            <p:cNvSpPr/>
            <p:nvPr/>
          </p:nvSpPr>
          <p:spPr>
            <a:xfrm rot="5400000">
              <a:off x="4570450" y="-327283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6" name="Google Shape;5236;p49"/>
            <p:cNvSpPr/>
            <p:nvPr/>
          </p:nvSpPr>
          <p:spPr>
            <a:xfrm rot="5400000">
              <a:off x="4570450" y="-225340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7" name="Google Shape;5237;p49"/>
            <p:cNvSpPr/>
            <p:nvPr/>
          </p:nvSpPr>
          <p:spPr>
            <a:xfrm rot="5400000">
              <a:off x="4570450" y="-123396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8" name="Google Shape;5238;p49"/>
            <p:cNvSpPr/>
            <p:nvPr/>
          </p:nvSpPr>
          <p:spPr>
            <a:xfrm rot="5400000">
              <a:off x="4570450" y="-21453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9" name="Google Shape;5239;p49"/>
            <p:cNvSpPr/>
            <p:nvPr/>
          </p:nvSpPr>
          <p:spPr>
            <a:xfrm>
              <a:off x="5081305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0" name="Google Shape;5240;p49"/>
            <p:cNvSpPr/>
            <p:nvPr/>
          </p:nvSpPr>
          <p:spPr>
            <a:xfrm>
              <a:off x="6100964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1" name="Google Shape;5241;p49"/>
            <p:cNvSpPr/>
            <p:nvPr/>
          </p:nvSpPr>
          <p:spPr>
            <a:xfrm>
              <a:off x="7120623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2" name="Google Shape;5242;p49"/>
            <p:cNvSpPr/>
            <p:nvPr/>
          </p:nvSpPr>
          <p:spPr>
            <a:xfrm>
              <a:off x="8140282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3" name="Google Shape;5243;p49"/>
            <p:cNvSpPr/>
            <p:nvPr/>
          </p:nvSpPr>
          <p:spPr>
            <a:xfrm>
              <a:off x="5591134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4" name="Google Shape;5244;p49"/>
            <p:cNvSpPr/>
            <p:nvPr/>
          </p:nvSpPr>
          <p:spPr>
            <a:xfrm>
              <a:off x="6610793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5" name="Google Shape;5245;p49"/>
            <p:cNvSpPr/>
            <p:nvPr/>
          </p:nvSpPr>
          <p:spPr>
            <a:xfrm>
              <a:off x="7630452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6" name="Google Shape;5246;p49"/>
            <p:cNvSpPr/>
            <p:nvPr/>
          </p:nvSpPr>
          <p:spPr>
            <a:xfrm>
              <a:off x="8650111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247" name="Google Shape;5247;p49"/>
            <p:cNvGrpSpPr/>
            <p:nvPr/>
          </p:nvGrpSpPr>
          <p:grpSpPr>
            <a:xfrm>
              <a:off x="-15975" y="-52"/>
              <a:ext cx="4587484" cy="5143406"/>
              <a:chOff x="-9275" y="-1994782"/>
              <a:chExt cx="4587484" cy="9140583"/>
            </a:xfrm>
          </p:grpSpPr>
          <p:sp>
            <p:nvSpPr>
              <p:cNvPr id="5248" name="Google Shape;5248;p49"/>
              <p:cNvSpPr/>
              <p:nvPr/>
            </p:nvSpPr>
            <p:spPr>
              <a:xfrm>
                <a:off x="50044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49" name="Google Shape;5249;p49"/>
              <p:cNvSpPr/>
              <p:nvPr/>
            </p:nvSpPr>
            <p:spPr>
              <a:xfrm>
                <a:off x="15198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50" name="Google Shape;5250;p49"/>
              <p:cNvSpPr/>
              <p:nvPr/>
            </p:nvSpPr>
            <p:spPr>
              <a:xfrm>
                <a:off x="253930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51" name="Google Shape;5251;p49"/>
              <p:cNvSpPr/>
              <p:nvPr/>
            </p:nvSpPr>
            <p:spPr>
              <a:xfrm>
                <a:off x="355874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52" name="Google Shape;5252;p49"/>
              <p:cNvSpPr/>
              <p:nvPr/>
            </p:nvSpPr>
            <p:spPr>
              <a:xfrm>
                <a:off x="45781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53" name="Google Shape;5253;p49"/>
              <p:cNvSpPr/>
              <p:nvPr/>
            </p:nvSpPr>
            <p:spPr>
              <a:xfrm>
                <a:off x="101015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54" name="Google Shape;5254;p49"/>
              <p:cNvSpPr/>
              <p:nvPr/>
            </p:nvSpPr>
            <p:spPr>
              <a:xfrm>
                <a:off x="202959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55" name="Google Shape;5255;p49"/>
              <p:cNvSpPr/>
              <p:nvPr/>
            </p:nvSpPr>
            <p:spPr>
              <a:xfrm>
                <a:off x="304902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56" name="Google Shape;5256;p49"/>
              <p:cNvSpPr/>
              <p:nvPr/>
            </p:nvSpPr>
            <p:spPr>
              <a:xfrm>
                <a:off x="406845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57" name="Google Shape;5257;p49"/>
              <p:cNvSpPr/>
              <p:nvPr/>
            </p:nvSpPr>
            <p:spPr>
              <a:xfrm>
                <a:off x="-92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5258" name="Google Shape;5258;p49"/>
            <p:cNvSpPr/>
            <p:nvPr/>
          </p:nvSpPr>
          <p:spPr>
            <a:xfrm>
              <a:off x="9159941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59" name="Google Shape;5259;p49"/>
          <p:cNvSpPr/>
          <p:nvPr/>
        </p:nvSpPr>
        <p:spPr>
          <a:xfrm>
            <a:off x="0" y="-75"/>
            <a:ext cx="9144000" cy="5143500"/>
          </a:xfrm>
          <a:prstGeom prst="rect">
            <a:avLst/>
          </a:prstGeom>
          <a:solidFill>
            <a:srgbClr val="D6E3EA">
              <a:alpha val="398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260" name="Google Shape;5260;p49"/>
          <p:cNvGrpSpPr/>
          <p:nvPr/>
        </p:nvGrpSpPr>
        <p:grpSpPr>
          <a:xfrm>
            <a:off x="0" y="4752988"/>
            <a:ext cx="9144000" cy="354505"/>
            <a:chOff x="0" y="4689888"/>
            <a:chExt cx="9144000" cy="354505"/>
          </a:xfrm>
        </p:grpSpPr>
        <p:grpSp>
          <p:nvGrpSpPr>
            <p:cNvPr id="5261" name="Google Shape;5261;p49"/>
            <p:cNvGrpSpPr/>
            <p:nvPr/>
          </p:nvGrpSpPr>
          <p:grpSpPr>
            <a:xfrm>
              <a:off x="0" y="4793425"/>
              <a:ext cx="9144000" cy="194975"/>
              <a:chOff x="0" y="4789550"/>
              <a:chExt cx="9144000" cy="194975"/>
            </a:xfrm>
          </p:grpSpPr>
          <p:sp>
            <p:nvSpPr>
              <p:cNvPr id="5262" name="Google Shape;5262;p49"/>
              <p:cNvSpPr/>
              <p:nvPr/>
            </p:nvSpPr>
            <p:spPr>
              <a:xfrm>
                <a:off x="0" y="4789550"/>
                <a:ext cx="9144000" cy="360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63" name="Google Shape;5263;p49"/>
              <p:cNvSpPr/>
              <p:nvPr/>
            </p:nvSpPr>
            <p:spPr>
              <a:xfrm>
                <a:off x="0" y="4948525"/>
                <a:ext cx="9144000" cy="360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264" name="Google Shape;5264;p49"/>
            <p:cNvGrpSpPr/>
            <p:nvPr/>
          </p:nvGrpSpPr>
          <p:grpSpPr>
            <a:xfrm>
              <a:off x="28483" y="4689888"/>
              <a:ext cx="9087034" cy="354505"/>
              <a:chOff x="28483" y="4689888"/>
              <a:chExt cx="9087034" cy="354505"/>
            </a:xfrm>
          </p:grpSpPr>
          <p:sp>
            <p:nvSpPr>
              <p:cNvPr id="5265" name="Google Shape;5265;p49"/>
              <p:cNvSpPr/>
              <p:nvPr/>
            </p:nvSpPr>
            <p:spPr>
              <a:xfrm>
                <a:off x="64010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6" y="1"/>
                      <a:pt x="533" y="8"/>
                      <a:pt x="518" y="24"/>
                    </a:cubicBezTo>
                    <a:lnTo>
                      <a:pt x="62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34" y="4431"/>
                      <a:pt x="1065" y="4401"/>
                      <a:pt x="1156" y="4370"/>
                    </a:cubicBezTo>
                    <a:lnTo>
                      <a:pt x="1156" y="601"/>
                    </a:lnTo>
                    <a:lnTo>
                      <a:pt x="1126" y="571"/>
                    </a:lnTo>
                    <a:lnTo>
                      <a:pt x="670" y="24"/>
                    </a:lnTo>
                    <a:cubicBezTo>
                      <a:pt x="639" y="8"/>
                      <a:pt x="609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66" name="Google Shape;5266;p49"/>
              <p:cNvSpPr/>
              <p:nvPr/>
            </p:nvSpPr>
            <p:spPr>
              <a:xfrm>
                <a:off x="79301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3" y="8"/>
                      <a:pt x="517" y="24"/>
                    </a:cubicBezTo>
                    <a:lnTo>
                      <a:pt x="6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34" y="4431"/>
                      <a:pt x="1064" y="4401"/>
                      <a:pt x="1156" y="4370"/>
                    </a:cubicBezTo>
                    <a:lnTo>
                      <a:pt x="1156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9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67" name="Google Shape;5267;p49"/>
              <p:cNvSpPr/>
              <p:nvPr/>
            </p:nvSpPr>
            <p:spPr>
              <a:xfrm>
                <a:off x="94592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2" y="4431"/>
                      <a:pt x="122" y="4431"/>
                    </a:cubicBezTo>
                    <a:lnTo>
                      <a:pt x="1003" y="4431"/>
                    </a:lnTo>
                    <a:cubicBezTo>
                      <a:pt x="103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8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68" name="Google Shape;5268;p49"/>
              <p:cNvSpPr/>
              <p:nvPr/>
            </p:nvSpPr>
            <p:spPr>
              <a:xfrm>
                <a:off x="109882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1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1" y="4431"/>
                      <a:pt x="122" y="4431"/>
                    </a:cubicBezTo>
                    <a:lnTo>
                      <a:pt x="1003" y="4431"/>
                    </a:lnTo>
                    <a:cubicBezTo>
                      <a:pt x="106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8" y="8"/>
                      <a:pt x="608" y="1"/>
                      <a:pt x="58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69" name="Google Shape;5269;p49"/>
              <p:cNvSpPr/>
              <p:nvPr/>
            </p:nvSpPr>
            <p:spPr>
              <a:xfrm>
                <a:off x="1251735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04" y="4431"/>
                      <a:pt x="103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70" name="Google Shape;5270;p49"/>
              <p:cNvSpPr/>
              <p:nvPr/>
            </p:nvSpPr>
            <p:spPr>
              <a:xfrm>
                <a:off x="1402243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71" name="Google Shape;5271;p49"/>
              <p:cNvSpPr/>
              <p:nvPr/>
            </p:nvSpPr>
            <p:spPr>
              <a:xfrm>
                <a:off x="1552751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64" y="4431"/>
                      <a:pt x="109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72" name="Google Shape;5272;p49"/>
              <p:cNvSpPr/>
              <p:nvPr/>
            </p:nvSpPr>
            <p:spPr>
              <a:xfrm>
                <a:off x="751362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73" name="Google Shape;5273;p49"/>
              <p:cNvSpPr/>
              <p:nvPr/>
            </p:nvSpPr>
            <p:spPr>
              <a:xfrm>
                <a:off x="7666529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3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74" name="Google Shape;5274;p49"/>
              <p:cNvSpPr/>
              <p:nvPr/>
            </p:nvSpPr>
            <p:spPr>
              <a:xfrm>
                <a:off x="7816957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75" name="Google Shape;5275;p49"/>
              <p:cNvSpPr/>
              <p:nvPr/>
            </p:nvSpPr>
            <p:spPr>
              <a:xfrm>
                <a:off x="796738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2" y="4431"/>
                      <a:pt x="122" y="4431"/>
                    </a:cubicBezTo>
                    <a:lnTo>
                      <a:pt x="1003" y="4431"/>
                    </a:lnTo>
                    <a:cubicBezTo>
                      <a:pt x="103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8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76" name="Google Shape;5276;p49"/>
              <p:cNvSpPr/>
              <p:nvPr/>
            </p:nvSpPr>
            <p:spPr>
              <a:xfrm>
                <a:off x="812029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93" y="1"/>
                    </a:moveTo>
                    <a:cubicBezTo>
                      <a:pt x="562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1" y="4431"/>
                      <a:pt x="122" y="4431"/>
                    </a:cubicBezTo>
                    <a:lnTo>
                      <a:pt x="1003" y="4431"/>
                    </a:lnTo>
                    <a:cubicBezTo>
                      <a:pt x="106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54" y="8"/>
                      <a:pt x="623" y="1"/>
                      <a:pt x="59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77" name="Google Shape;5277;p49"/>
              <p:cNvSpPr/>
              <p:nvPr/>
            </p:nvSpPr>
            <p:spPr>
              <a:xfrm>
                <a:off x="8273198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1" y="4431"/>
                      <a:pt x="122" y="4431"/>
                    </a:cubicBezTo>
                    <a:lnTo>
                      <a:pt x="973" y="4431"/>
                    </a:lnTo>
                    <a:cubicBezTo>
                      <a:pt x="1034" y="4431"/>
                      <a:pt x="1065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78" name="Google Shape;5278;p49"/>
              <p:cNvSpPr/>
              <p:nvPr/>
            </p:nvSpPr>
            <p:spPr>
              <a:xfrm>
                <a:off x="8423706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34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79" name="Google Shape;5279;p49"/>
              <p:cNvSpPr/>
              <p:nvPr/>
            </p:nvSpPr>
            <p:spPr>
              <a:xfrm>
                <a:off x="8574214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64" y="4431"/>
                      <a:pt x="109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80" name="Google Shape;5280;p49"/>
              <p:cNvSpPr/>
              <p:nvPr/>
            </p:nvSpPr>
            <p:spPr>
              <a:xfrm>
                <a:off x="8724643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2" y="4431"/>
                      <a:pt x="122" y="4431"/>
                    </a:cubicBezTo>
                    <a:lnTo>
                      <a:pt x="974" y="4431"/>
                    </a:lnTo>
                    <a:cubicBezTo>
                      <a:pt x="1065" y="4431"/>
                      <a:pt x="1095" y="4401"/>
                      <a:pt x="1126" y="4370"/>
                    </a:cubicBezTo>
                    <a:lnTo>
                      <a:pt x="112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4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81" name="Google Shape;5281;p49"/>
              <p:cNvSpPr/>
              <p:nvPr/>
            </p:nvSpPr>
            <p:spPr>
              <a:xfrm>
                <a:off x="8875151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74" y="1"/>
                    </a:moveTo>
                    <a:cubicBezTo>
                      <a:pt x="547" y="1"/>
                      <a:pt x="517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122" y="4431"/>
                    </a:cubicBezTo>
                    <a:lnTo>
                      <a:pt x="1003" y="4431"/>
                    </a:lnTo>
                    <a:cubicBezTo>
                      <a:pt x="103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600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82" name="Google Shape;5282;p49"/>
              <p:cNvSpPr/>
              <p:nvPr/>
            </p:nvSpPr>
            <p:spPr>
              <a:xfrm>
                <a:off x="736071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83" name="Google Shape;5283;p49"/>
              <p:cNvSpPr/>
              <p:nvPr/>
            </p:nvSpPr>
            <p:spPr>
              <a:xfrm>
                <a:off x="720781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84" name="Google Shape;5284;p49"/>
              <p:cNvSpPr/>
              <p:nvPr/>
            </p:nvSpPr>
            <p:spPr>
              <a:xfrm>
                <a:off x="705490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85" name="Google Shape;5285;p49"/>
              <p:cNvSpPr/>
              <p:nvPr/>
            </p:nvSpPr>
            <p:spPr>
              <a:xfrm>
                <a:off x="690199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86" name="Google Shape;5286;p49"/>
              <p:cNvSpPr/>
              <p:nvPr/>
            </p:nvSpPr>
            <p:spPr>
              <a:xfrm>
                <a:off x="674909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87" name="Google Shape;5287;p49"/>
              <p:cNvSpPr/>
              <p:nvPr/>
            </p:nvSpPr>
            <p:spPr>
              <a:xfrm>
                <a:off x="659618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88" name="Google Shape;5288;p49"/>
              <p:cNvSpPr/>
              <p:nvPr/>
            </p:nvSpPr>
            <p:spPr>
              <a:xfrm>
                <a:off x="644327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89" name="Google Shape;5289;p49"/>
              <p:cNvSpPr/>
              <p:nvPr/>
            </p:nvSpPr>
            <p:spPr>
              <a:xfrm>
                <a:off x="629037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90" name="Google Shape;5290;p49"/>
              <p:cNvSpPr/>
              <p:nvPr/>
            </p:nvSpPr>
            <p:spPr>
              <a:xfrm>
                <a:off x="613746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91" name="Google Shape;5291;p49"/>
              <p:cNvSpPr/>
              <p:nvPr/>
            </p:nvSpPr>
            <p:spPr>
              <a:xfrm>
                <a:off x="598455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92" name="Google Shape;5292;p49"/>
              <p:cNvSpPr/>
              <p:nvPr/>
            </p:nvSpPr>
            <p:spPr>
              <a:xfrm>
                <a:off x="583165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93" name="Google Shape;5293;p49"/>
              <p:cNvSpPr/>
              <p:nvPr/>
            </p:nvSpPr>
            <p:spPr>
              <a:xfrm>
                <a:off x="567874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94" name="Google Shape;5294;p49"/>
              <p:cNvSpPr/>
              <p:nvPr/>
            </p:nvSpPr>
            <p:spPr>
              <a:xfrm>
                <a:off x="552583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95" name="Google Shape;5295;p49"/>
              <p:cNvSpPr/>
              <p:nvPr/>
            </p:nvSpPr>
            <p:spPr>
              <a:xfrm>
                <a:off x="537293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96" name="Google Shape;5296;p49"/>
              <p:cNvSpPr/>
              <p:nvPr/>
            </p:nvSpPr>
            <p:spPr>
              <a:xfrm>
                <a:off x="522002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97" name="Google Shape;5297;p49"/>
              <p:cNvSpPr/>
              <p:nvPr/>
            </p:nvSpPr>
            <p:spPr>
              <a:xfrm>
                <a:off x="506712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98" name="Google Shape;5298;p49"/>
              <p:cNvSpPr/>
              <p:nvPr/>
            </p:nvSpPr>
            <p:spPr>
              <a:xfrm>
                <a:off x="491421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99" name="Google Shape;5299;p49"/>
              <p:cNvSpPr/>
              <p:nvPr/>
            </p:nvSpPr>
            <p:spPr>
              <a:xfrm>
                <a:off x="476130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00" name="Google Shape;5300;p49"/>
              <p:cNvSpPr/>
              <p:nvPr/>
            </p:nvSpPr>
            <p:spPr>
              <a:xfrm>
                <a:off x="460840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01" name="Google Shape;5301;p49"/>
              <p:cNvSpPr/>
              <p:nvPr/>
            </p:nvSpPr>
            <p:spPr>
              <a:xfrm>
                <a:off x="445549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02" name="Google Shape;5302;p49"/>
              <p:cNvSpPr/>
              <p:nvPr/>
            </p:nvSpPr>
            <p:spPr>
              <a:xfrm>
                <a:off x="430258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03" name="Google Shape;5303;p49"/>
              <p:cNvSpPr/>
              <p:nvPr/>
            </p:nvSpPr>
            <p:spPr>
              <a:xfrm>
                <a:off x="414968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04" name="Google Shape;5304;p49"/>
              <p:cNvSpPr/>
              <p:nvPr/>
            </p:nvSpPr>
            <p:spPr>
              <a:xfrm>
                <a:off x="399677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05" name="Google Shape;5305;p49"/>
              <p:cNvSpPr/>
              <p:nvPr/>
            </p:nvSpPr>
            <p:spPr>
              <a:xfrm>
                <a:off x="384386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06" name="Google Shape;5306;p49"/>
              <p:cNvSpPr/>
              <p:nvPr/>
            </p:nvSpPr>
            <p:spPr>
              <a:xfrm>
                <a:off x="369096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07" name="Google Shape;5307;p49"/>
              <p:cNvSpPr/>
              <p:nvPr/>
            </p:nvSpPr>
            <p:spPr>
              <a:xfrm>
                <a:off x="353805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08" name="Google Shape;5308;p49"/>
              <p:cNvSpPr/>
              <p:nvPr/>
            </p:nvSpPr>
            <p:spPr>
              <a:xfrm>
                <a:off x="338514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09" name="Google Shape;5309;p49"/>
              <p:cNvSpPr/>
              <p:nvPr/>
            </p:nvSpPr>
            <p:spPr>
              <a:xfrm>
                <a:off x="323224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10" name="Google Shape;5310;p49"/>
              <p:cNvSpPr/>
              <p:nvPr/>
            </p:nvSpPr>
            <p:spPr>
              <a:xfrm>
                <a:off x="307933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11" name="Google Shape;5311;p49"/>
              <p:cNvSpPr/>
              <p:nvPr/>
            </p:nvSpPr>
            <p:spPr>
              <a:xfrm>
                <a:off x="292643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12" name="Google Shape;5312;p49"/>
              <p:cNvSpPr/>
              <p:nvPr/>
            </p:nvSpPr>
            <p:spPr>
              <a:xfrm>
                <a:off x="277352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13" name="Google Shape;5313;p49"/>
              <p:cNvSpPr/>
              <p:nvPr/>
            </p:nvSpPr>
            <p:spPr>
              <a:xfrm>
                <a:off x="262061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14" name="Google Shape;5314;p49"/>
              <p:cNvSpPr/>
              <p:nvPr/>
            </p:nvSpPr>
            <p:spPr>
              <a:xfrm>
                <a:off x="246771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15" name="Google Shape;5315;p49"/>
              <p:cNvSpPr/>
              <p:nvPr/>
            </p:nvSpPr>
            <p:spPr>
              <a:xfrm>
                <a:off x="231480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16" name="Google Shape;5316;p49"/>
              <p:cNvSpPr/>
              <p:nvPr/>
            </p:nvSpPr>
            <p:spPr>
              <a:xfrm>
                <a:off x="216189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17" name="Google Shape;5317;p49"/>
              <p:cNvSpPr/>
              <p:nvPr/>
            </p:nvSpPr>
            <p:spPr>
              <a:xfrm>
                <a:off x="200899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18" name="Google Shape;5318;p49"/>
              <p:cNvSpPr/>
              <p:nvPr/>
            </p:nvSpPr>
            <p:spPr>
              <a:xfrm>
                <a:off x="185608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19" name="Google Shape;5319;p49"/>
              <p:cNvSpPr/>
              <p:nvPr/>
            </p:nvSpPr>
            <p:spPr>
              <a:xfrm>
                <a:off x="170317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20" name="Google Shape;5320;p49"/>
              <p:cNvSpPr/>
              <p:nvPr/>
            </p:nvSpPr>
            <p:spPr>
              <a:xfrm>
                <a:off x="48720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21" name="Google Shape;5321;p49"/>
              <p:cNvSpPr/>
              <p:nvPr/>
            </p:nvSpPr>
            <p:spPr>
              <a:xfrm>
                <a:off x="33429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22" name="Google Shape;5322;p49"/>
              <p:cNvSpPr/>
              <p:nvPr/>
            </p:nvSpPr>
            <p:spPr>
              <a:xfrm>
                <a:off x="18139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23" name="Google Shape;5323;p49"/>
              <p:cNvSpPr/>
              <p:nvPr/>
            </p:nvSpPr>
            <p:spPr>
              <a:xfrm>
                <a:off x="2848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24" name="Google Shape;5324;p49"/>
              <p:cNvSpPr/>
              <p:nvPr/>
            </p:nvSpPr>
            <p:spPr>
              <a:xfrm>
                <a:off x="9025579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74" y="1"/>
                    </a:moveTo>
                    <a:cubicBezTo>
                      <a:pt x="547" y="1"/>
                      <a:pt x="517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122" y="4431"/>
                    </a:cubicBezTo>
                    <a:lnTo>
                      <a:pt x="1003" y="4431"/>
                    </a:lnTo>
                    <a:cubicBezTo>
                      <a:pt x="103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600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5325" name="Google Shape;5325;p49"/>
          <p:cNvGrpSpPr/>
          <p:nvPr/>
        </p:nvGrpSpPr>
        <p:grpSpPr>
          <a:xfrm>
            <a:off x="8500193" y="4148281"/>
            <a:ext cx="592952" cy="967689"/>
            <a:chOff x="8071153" y="3759204"/>
            <a:chExt cx="592952" cy="967689"/>
          </a:xfrm>
        </p:grpSpPr>
        <p:sp>
          <p:nvSpPr>
            <p:cNvPr id="5326" name="Google Shape;5326;p49"/>
            <p:cNvSpPr/>
            <p:nvPr/>
          </p:nvSpPr>
          <p:spPr>
            <a:xfrm>
              <a:off x="8350560" y="4196816"/>
              <a:ext cx="43890" cy="282116"/>
            </a:xfrm>
            <a:custGeom>
              <a:rect b="b" l="l" r="r" t="t"/>
              <a:pathLst>
                <a:path extrusionOk="0" h="3527" w="549">
                  <a:moveTo>
                    <a:pt x="153" y="0"/>
                  </a:moveTo>
                  <a:lnTo>
                    <a:pt x="1" y="3526"/>
                  </a:lnTo>
                  <a:lnTo>
                    <a:pt x="548" y="3435"/>
                  </a:lnTo>
                  <a:lnTo>
                    <a:pt x="39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7" name="Google Shape;5327;p49"/>
            <p:cNvSpPr/>
            <p:nvPr/>
          </p:nvSpPr>
          <p:spPr>
            <a:xfrm>
              <a:off x="8263101" y="4478852"/>
              <a:ext cx="221208" cy="248041"/>
            </a:xfrm>
            <a:custGeom>
              <a:rect b="b" l="l" r="r" t="t"/>
              <a:pathLst>
                <a:path extrusionOk="0" h="3101" w="2767">
                  <a:moveTo>
                    <a:pt x="1" y="0"/>
                  </a:moveTo>
                  <a:lnTo>
                    <a:pt x="396" y="3101"/>
                  </a:lnTo>
                  <a:lnTo>
                    <a:pt x="2402" y="3101"/>
                  </a:lnTo>
                  <a:lnTo>
                    <a:pt x="276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8" name="Google Shape;5328;p49"/>
            <p:cNvSpPr/>
            <p:nvPr/>
          </p:nvSpPr>
          <p:spPr>
            <a:xfrm>
              <a:off x="8248551" y="4435099"/>
              <a:ext cx="255184" cy="94865"/>
            </a:xfrm>
            <a:custGeom>
              <a:rect b="b" l="l" r="r" t="t"/>
              <a:pathLst>
                <a:path extrusionOk="0" h="1186" w="3192">
                  <a:moveTo>
                    <a:pt x="3192" y="0"/>
                  </a:moveTo>
                  <a:lnTo>
                    <a:pt x="0" y="61"/>
                  </a:lnTo>
                  <a:lnTo>
                    <a:pt x="61" y="1155"/>
                  </a:lnTo>
                  <a:lnTo>
                    <a:pt x="3040" y="1186"/>
                  </a:lnTo>
                  <a:lnTo>
                    <a:pt x="319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9" name="Google Shape;5329;p49"/>
            <p:cNvSpPr/>
            <p:nvPr/>
          </p:nvSpPr>
          <p:spPr>
            <a:xfrm>
              <a:off x="8265579" y="4527484"/>
              <a:ext cx="213853" cy="34075"/>
            </a:xfrm>
            <a:custGeom>
              <a:rect b="b" l="l" r="r" t="t"/>
              <a:pathLst>
                <a:path extrusionOk="0" h="426" w="2675">
                  <a:moveTo>
                    <a:pt x="0" y="0"/>
                  </a:moveTo>
                  <a:lnTo>
                    <a:pt x="91" y="426"/>
                  </a:lnTo>
                  <a:lnTo>
                    <a:pt x="2645" y="122"/>
                  </a:lnTo>
                  <a:lnTo>
                    <a:pt x="2675" y="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48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0" name="Google Shape;5330;p49"/>
            <p:cNvSpPr/>
            <p:nvPr/>
          </p:nvSpPr>
          <p:spPr>
            <a:xfrm>
              <a:off x="8318982" y="3766483"/>
              <a:ext cx="36535" cy="58391"/>
            </a:xfrm>
            <a:custGeom>
              <a:rect b="b" l="l" r="r" t="t"/>
              <a:pathLst>
                <a:path extrusionOk="0" h="730" w="457">
                  <a:moveTo>
                    <a:pt x="366" y="0"/>
                  </a:moveTo>
                  <a:cubicBezTo>
                    <a:pt x="366" y="0"/>
                    <a:pt x="122" y="122"/>
                    <a:pt x="62" y="304"/>
                  </a:cubicBezTo>
                  <a:cubicBezTo>
                    <a:pt x="1" y="517"/>
                    <a:pt x="62" y="730"/>
                    <a:pt x="62" y="730"/>
                  </a:cubicBezTo>
                  <a:cubicBezTo>
                    <a:pt x="62" y="730"/>
                    <a:pt x="305" y="608"/>
                    <a:pt x="366" y="426"/>
                  </a:cubicBezTo>
                  <a:cubicBezTo>
                    <a:pt x="457" y="244"/>
                    <a:pt x="366" y="0"/>
                    <a:pt x="36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1" name="Google Shape;5331;p49"/>
            <p:cNvSpPr/>
            <p:nvPr/>
          </p:nvSpPr>
          <p:spPr>
            <a:xfrm>
              <a:off x="8248551" y="3759204"/>
              <a:ext cx="58360" cy="65670"/>
            </a:xfrm>
            <a:custGeom>
              <a:rect b="b" l="l" r="r" t="t"/>
              <a:pathLst>
                <a:path extrusionOk="0" h="821" w="730">
                  <a:moveTo>
                    <a:pt x="0" y="0"/>
                  </a:moveTo>
                  <a:cubicBezTo>
                    <a:pt x="0" y="0"/>
                    <a:pt x="0" y="335"/>
                    <a:pt x="183" y="547"/>
                  </a:cubicBezTo>
                  <a:cubicBezTo>
                    <a:pt x="365" y="790"/>
                    <a:pt x="730" y="821"/>
                    <a:pt x="730" y="821"/>
                  </a:cubicBezTo>
                  <a:cubicBezTo>
                    <a:pt x="730" y="821"/>
                    <a:pt x="730" y="487"/>
                    <a:pt x="517" y="243"/>
                  </a:cubicBezTo>
                  <a:cubicBezTo>
                    <a:pt x="335" y="61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2" name="Google Shape;5332;p49"/>
            <p:cNvSpPr/>
            <p:nvPr/>
          </p:nvSpPr>
          <p:spPr>
            <a:xfrm>
              <a:off x="8532835" y="4167621"/>
              <a:ext cx="65715" cy="29275"/>
            </a:xfrm>
            <a:custGeom>
              <a:rect b="b" l="l" r="r" t="t"/>
              <a:pathLst>
                <a:path extrusionOk="0" h="366" w="822">
                  <a:moveTo>
                    <a:pt x="396" y="1"/>
                  </a:moveTo>
                  <a:cubicBezTo>
                    <a:pt x="153" y="1"/>
                    <a:pt x="1" y="213"/>
                    <a:pt x="1" y="213"/>
                  </a:cubicBezTo>
                  <a:cubicBezTo>
                    <a:pt x="1" y="213"/>
                    <a:pt x="183" y="365"/>
                    <a:pt x="426" y="365"/>
                  </a:cubicBezTo>
                  <a:cubicBezTo>
                    <a:pt x="669" y="365"/>
                    <a:pt x="821" y="153"/>
                    <a:pt x="821" y="153"/>
                  </a:cubicBezTo>
                  <a:cubicBezTo>
                    <a:pt x="821" y="153"/>
                    <a:pt x="609" y="1"/>
                    <a:pt x="396" y="1"/>
                  </a:cubicBezTo>
                  <a:close/>
                </a:path>
              </a:pathLst>
            </a:custGeom>
            <a:solidFill>
              <a:srgbClr val="7BBFB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3" name="Google Shape;5333;p49"/>
            <p:cNvSpPr/>
            <p:nvPr/>
          </p:nvSpPr>
          <p:spPr>
            <a:xfrm>
              <a:off x="8518285" y="4092272"/>
              <a:ext cx="48687" cy="80307"/>
            </a:xfrm>
            <a:custGeom>
              <a:rect b="b" l="l" r="r" t="t"/>
              <a:pathLst>
                <a:path extrusionOk="0" h="1004" w="609">
                  <a:moveTo>
                    <a:pt x="487" y="0"/>
                  </a:moveTo>
                  <a:cubicBezTo>
                    <a:pt x="487" y="0"/>
                    <a:pt x="183" y="152"/>
                    <a:pt x="61" y="426"/>
                  </a:cubicBezTo>
                  <a:cubicBezTo>
                    <a:pt x="0" y="699"/>
                    <a:pt x="122" y="1003"/>
                    <a:pt x="122" y="1003"/>
                  </a:cubicBezTo>
                  <a:cubicBezTo>
                    <a:pt x="122" y="1003"/>
                    <a:pt x="426" y="851"/>
                    <a:pt x="547" y="578"/>
                  </a:cubicBezTo>
                  <a:cubicBezTo>
                    <a:pt x="608" y="304"/>
                    <a:pt x="487" y="0"/>
                    <a:pt x="487" y="0"/>
                  </a:cubicBezTo>
                  <a:close/>
                </a:path>
              </a:pathLst>
            </a:custGeom>
            <a:solidFill>
              <a:srgbClr val="7BBFB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4" name="Google Shape;5334;p49"/>
            <p:cNvSpPr/>
            <p:nvPr/>
          </p:nvSpPr>
          <p:spPr>
            <a:xfrm>
              <a:off x="8071153" y="3827914"/>
              <a:ext cx="592952" cy="566871"/>
            </a:xfrm>
            <a:custGeom>
              <a:rect b="b" l="l" r="r" t="t"/>
              <a:pathLst>
                <a:path extrusionOk="0" h="7087" w="7417">
                  <a:moveTo>
                    <a:pt x="3931" y="0"/>
                  </a:moveTo>
                  <a:cubicBezTo>
                    <a:pt x="3624" y="0"/>
                    <a:pt x="3315" y="31"/>
                    <a:pt x="3010" y="83"/>
                  </a:cubicBezTo>
                  <a:cubicBezTo>
                    <a:pt x="1672" y="296"/>
                    <a:pt x="578" y="965"/>
                    <a:pt x="244" y="2363"/>
                  </a:cubicBezTo>
                  <a:cubicBezTo>
                    <a:pt x="0" y="3275"/>
                    <a:pt x="61" y="4430"/>
                    <a:pt x="426" y="5312"/>
                  </a:cubicBezTo>
                  <a:cubicBezTo>
                    <a:pt x="760" y="6132"/>
                    <a:pt x="1520" y="6770"/>
                    <a:pt x="2402" y="6953"/>
                  </a:cubicBezTo>
                  <a:cubicBezTo>
                    <a:pt x="2775" y="7038"/>
                    <a:pt x="3182" y="7086"/>
                    <a:pt x="3592" y="7086"/>
                  </a:cubicBezTo>
                  <a:cubicBezTo>
                    <a:pt x="4351" y="7086"/>
                    <a:pt x="5123" y="6922"/>
                    <a:pt x="5715" y="6527"/>
                  </a:cubicBezTo>
                  <a:cubicBezTo>
                    <a:pt x="6049" y="6315"/>
                    <a:pt x="6353" y="6071"/>
                    <a:pt x="6657" y="5767"/>
                  </a:cubicBezTo>
                  <a:cubicBezTo>
                    <a:pt x="7022" y="5342"/>
                    <a:pt x="7235" y="4825"/>
                    <a:pt x="7295" y="4308"/>
                  </a:cubicBezTo>
                  <a:cubicBezTo>
                    <a:pt x="7417" y="3640"/>
                    <a:pt x="7417" y="3032"/>
                    <a:pt x="7265" y="2515"/>
                  </a:cubicBezTo>
                  <a:cubicBezTo>
                    <a:pt x="7022" y="1634"/>
                    <a:pt x="6505" y="874"/>
                    <a:pt x="5593" y="387"/>
                  </a:cubicBezTo>
                  <a:cubicBezTo>
                    <a:pt x="5077" y="109"/>
                    <a:pt x="4509" y="0"/>
                    <a:pt x="393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335" name="Google Shape;5335;p49"/>
          <p:cNvGrpSpPr/>
          <p:nvPr/>
        </p:nvGrpSpPr>
        <p:grpSpPr>
          <a:xfrm>
            <a:off x="50855" y="4148281"/>
            <a:ext cx="592952" cy="967689"/>
            <a:chOff x="8071153" y="3759204"/>
            <a:chExt cx="592952" cy="967689"/>
          </a:xfrm>
        </p:grpSpPr>
        <p:sp>
          <p:nvSpPr>
            <p:cNvPr id="5336" name="Google Shape;5336;p49"/>
            <p:cNvSpPr/>
            <p:nvPr/>
          </p:nvSpPr>
          <p:spPr>
            <a:xfrm>
              <a:off x="8350560" y="4196816"/>
              <a:ext cx="43890" cy="282116"/>
            </a:xfrm>
            <a:custGeom>
              <a:rect b="b" l="l" r="r" t="t"/>
              <a:pathLst>
                <a:path extrusionOk="0" h="3527" w="549">
                  <a:moveTo>
                    <a:pt x="153" y="0"/>
                  </a:moveTo>
                  <a:lnTo>
                    <a:pt x="1" y="3526"/>
                  </a:lnTo>
                  <a:lnTo>
                    <a:pt x="548" y="3435"/>
                  </a:lnTo>
                  <a:lnTo>
                    <a:pt x="39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7" name="Google Shape;5337;p49"/>
            <p:cNvSpPr/>
            <p:nvPr/>
          </p:nvSpPr>
          <p:spPr>
            <a:xfrm>
              <a:off x="8263101" y="4478852"/>
              <a:ext cx="221208" cy="248041"/>
            </a:xfrm>
            <a:custGeom>
              <a:rect b="b" l="l" r="r" t="t"/>
              <a:pathLst>
                <a:path extrusionOk="0" h="3101" w="2767">
                  <a:moveTo>
                    <a:pt x="1" y="0"/>
                  </a:moveTo>
                  <a:lnTo>
                    <a:pt x="396" y="3101"/>
                  </a:lnTo>
                  <a:lnTo>
                    <a:pt x="2402" y="3101"/>
                  </a:lnTo>
                  <a:lnTo>
                    <a:pt x="276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8" name="Google Shape;5338;p49"/>
            <p:cNvSpPr/>
            <p:nvPr/>
          </p:nvSpPr>
          <p:spPr>
            <a:xfrm>
              <a:off x="8248551" y="4435099"/>
              <a:ext cx="255184" cy="94865"/>
            </a:xfrm>
            <a:custGeom>
              <a:rect b="b" l="l" r="r" t="t"/>
              <a:pathLst>
                <a:path extrusionOk="0" h="1186" w="3192">
                  <a:moveTo>
                    <a:pt x="3192" y="0"/>
                  </a:moveTo>
                  <a:lnTo>
                    <a:pt x="0" y="61"/>
                  </a:lnTo>
                  <a:lnTo>
                    <a:pt x="61" y="1155"/>
                  </a:lnTo>
                  <a:lnTo>
                    <a:pt x="3040" y="1186"/>
                  </a:lnTo>
                  <a:lnTo>
                    <a:pt x="319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9" name="Google Shape;5339;p49"/>
            <p:cNvSpPr/>
            <p:nvPr/>
          </p:nvSpPr>
          <p:spPr>
            <a:xfrm>
              <a:off x="8265579" y="4527484"/>
              <a:ext cx="213853" cy="34075"/>
            </a:xfrm>
            <a:custGeom>
              <a:rect b="b" l="l" r="r" t="t"/>
              <a:pathLst>
                <a:path extrusionOk="0" h="426" w="2675">
                  <a:moveTo>
                    <a:pt x="0" y="0"/>
                  </a:moveTo>
                  <a:lnTo>
                    <a:pt x="91" y="426"/>
                  </a:lnTo>
                  <a:lnTo>
                    <a:pt x="2645" y="122"/>
                  </a:lnTo>
                  <a:lnTo>
                    <a:pt x="2675" y="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48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0" name="Google Shape;5340;p49"/>
            <p:cNvSpPr/>
            <p:nvPr/>
          </p:nvSpPr>
          <p:spPr>
            <a:xfrm>
              <a:off x="8318982" y="3766483"/>
              <a:ext cx="36535" cy="58391"/>
            </a:xfrm>
            <a:custGeom>
              <a:rect b="b" l="l" r="r" t="t"/>
              <a:pathLst>
                <a:path extrusionOk="0" h="730" w="457">
                  <a:moveTo>
                    <a:pt x="366" y="0"/>
                  </a:moveTo>
                  <a:cubicBezTo>
                    <a:pt x="366" y="0"/>
                    <a:pt x="122" y="122"/>
                    <a:pt x="62" y="304"/>
                  </a:cubicBezTo>
                  <a:cubicBezTo>
                    <a:pt x="1" y="517"/>
                    <a:pt x="62" y="730"/>
                    <a:pt x="62" y="730"/>
                  </a:cubicBezTo>
                  <a:cubicBezTo>
                    <a:pt x="62" y="730"/>
                    <a:pt x="305" y="608"/>
                    <a:pt x="366" y="426"/>
                  </a:cubicBezTo>
                  <a:cubicBezTo>
                    <a:pt x="457" y="244"/>
                    <a:pt x="366" y="0"/>
                    <a:pt x="36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1" name="Google Shape;5341;p49"/>
            <p:cNvSpPr/>
            <p:nvPr/>
          </p:nvSpPr>
          <p:spPr>
            <a:xfrm>
              <a:off x="8248551" y="3759204"/>
              <a:ext cx="58360" cy="65670"/>
            </a:xfrm>
            <a:custGeom>
              <a:rect b="b" l="l" r="r" t="t"/>
              <a:pathLst>
                <a:path extrusionOk="0" h="821" w="730">
                  <a:moveTo>
                    <a:pt x="0" y="0"/>
                  </a:moveTo>
                  <a:cubicBezTo>
                    <a:pt x="0" y="0"/>
                    <a:pt x="0" y="335"/>
                    <a:pt x="183" y="547"/>
                  </a:cubicBezTo>
                  <a:cubicBezTo>
                    <a:pt x="365" y="790"/>
                    <a:pt x="730" y="821"/>
                    <a:pt x="730" y="821"/>
                  </a:cubicBezTo>
                  <a:cubicBezTo>
                    <a:pt x="730" y="821"/>
                    <a:pt x="730" y="487"/>
                    <a:pt x="517" y="243"/>
                  </a:cubicBezTo>
                  <a:cubicBezTo>
                    <a:pt x="335" y="61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2" name="Google Shape;5342;p49"/>
            <p:cNvSpPr/>
            <p:nvPr/>
          </p:nvSpPr>
          <p:spPr>
            <a:xfrm>
              <a:off x="8532835" y="4167621"/>
              <a:ext cx="65715" cy="29275"/>
            </a:xfrm>
            <a:custGeom>
              <a:rect b="b" l="l" r="r" t="t"/>
              <a:pathLst>
                <a:path extrusionOk="0" h="366" w="822">
                  <a:moveTo>
                    <a:pt x="396" y="1"/>
                  </a:moveTo>
                  <a:cubicBezTo>
                    <a:pt x="153" y="1"/>
                    <a:pt x="1" y="213"/>
                    <a:pt x="1" y="213"/>
                  </a:cubicBezTo>
                  <a:cubicBezTo>
                    <a:pt x="1" y="213"/>
                    <a:pt x="183" y="365"/>
                    <a:pt x="426" y="365"/>
                  </a:cubicBezTo>
                  <a:cubicBezTo>
                    <a:pt x="669" y="365"/>
                    <a:pt x="821" y="153"/>
                    <a:pt x="821" y="153"/>
                  </a:cubicBezTo>
                  <a:cubicBezTo>
                    <a:pt x="821" y="153"/>
                    <a:pt x="609" y="1"/>
                    <a:pt x="396" y="1"/>
                  </a:cubicBezTo>
                  <a:close/>
                </a:path>
              </a:pathLst>
            </a:custGeom>
            <a:solidFill>
              <a:srgbClr val="7BBFB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3" name="Google Shape;5343;p49"/>
            <p:cNvSpPr/>
            <p:nvPr/>
          </p:nvSpPr>
          <p:spPr>
            <a:xfrm>
              <a:off x="8518285" y="4092272"/>
              <a:ext cx="48687" cy="80307"/>
            </a:xfrm>
            <a:custGeom>
              <a:rect b="b" l="l" r="r" t="t"/>
              <a:pathLst>
                <a:path extrusionOk="0" h="1004" w="609">
                  <a:moveTo>
                    <a:pt x="487" y="0"/>
                  </a:moveTo>
                  <a:cubicBezTo>
                    <a:pt x="487" y="0"/>
                    <a:pt x="183" y="152"/>
                    <a:pt x="61" y="426"/>
                  </a:cubicBezTo>
                  <a:cubicBezTo>
                    <a:pt x="0" y="699"/>
                    <a:pt x="122" y="1003"/>
                    <a:pt x="122" y="1003"/>
                  </a:cubicBezTo>
                  <a:cubicBezTo>
                    <a:pt x="122" y="1003"/>
                    <a:pt x="426" y="851"/>
                    <a:pt x="547" y="578"/>
                  </a:cubicBezTo>
                  <a:cubicBezTo>
                    <a:pt x="608" y="304"/>
                    <a:pt x="487" y="0"/>
                    <a:pt x="487" y="0"/>
                  </a:cubicBezTo>
                  <a:close/>
                </a:path>
              </a:pathLst>
            </a:custGeom>
            <a:solidFill>
              <a:srgbClr val="7BBFB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4" name="Google Shape;5344;p49"/>
            <p:cNvSpPr/>
            <p:nvPr/>
          </p:nvSpPr>
          <p:spPr>
            <a:xfrm>
              <a:off x="8071153" y="3827914"/>
              <a:ext cx="592952" cy="566871"/>
            </a:xfrm>
            <a:custGeom>
              <a:rect b="b" l="l" r="r" t="t"/>
              <a:pathLst>
                <a:path extrusionOk="0" h="7087" w="7417">
                  <a:moveTo>
                    <a:pt x="3931" y="0"/>
                  </a:moveTo>
                  <a:cubicBezTo>
                    <a:pt x="3624" y="0"/>
                    <a:pt x="3315" y="31"/>
                    <a:pt x="3010" y="83"/>
                  </a:cubicBezTo>
                  <a:cubicBezTo>
                    <a:pt x="1672" y="296"/>
                    <a:pt x="578" y="965"/>
                    <a:pt x="244" y="2363"/>
                  </a:cubicBezTo>
                  <a:cubicBezTo>
                    <a:pt x="0" y="3275"/>
                    <a:pt x="61" y="4430"/>
                    <a:pt x="426" y="5312"/>
                  </a:cubicBezTo>
                  <a:cubicBezTo>
                    <a:pt x="760" y="6132"/>
                    <a:pt x="1520" y="6770"/>
                    <a:pt x="2402" y="6953"/>
                  </a:cubicBezTo>
                  <a:cubicBezTo>
                    <a:pt x="2775" y="7038"/>
                    <a:pt x="3182" y="7086"/>
                    <a:pt x="3592" y="7086"/>
                  </a:cubicBezTo>
                  <a:cubicBezTo>
                    <a:pt x="4351" y="7086"/>
                    <a:pt x="5123" y="6922"/>
                    <a:pt x="5715" y="6527"/>
                  </a:cubicBezTo>
                  <a:cubicBezTo>
                    <a:pt x="6049" y="6315"/>
                    <a:pt x="6353" y="6071"/>
                    <a:pt x="6657" y="5767"/>
                  </a:cubicBezTo>
                  <a:cubicBezTo>
                    <a:pt x="7022" y="5342"/>
                    <a:pt x="7235" y="4825"/>
                    <a:pt x="7295" y="4308"/>
                  </a:cubicBezTo>
                  <a:cubicBezTo>
                    <a:pt x="7417" y="3640"/>
                    <a:pt x="7417" y="3032"/>
                    <a:pt x="7265" y="2515"/>
                  </a:cubicBezTo>
                  <a:cubicBezTo>
                    <a:pt x="7022" y="1634"/>
                    <a:pt x="6505" y="874"/>
                    <a:pt x="5593" y="387"/>
                  </a:cubicBezTo>
                  <a:cubicBezTo>
                    <a:pt x="5077" y="109"/>
                    <a:pt x="4509" y="0"/>
                    <a:pt x="393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345" name="Google Shape;5345;p49"/>
          <p:cNvSpPr/>
          <p:nvPr/>
        </p:nvSpPr>
        <p:spPr>
          <a:xfrm>
            <a:off x="0" y="5107500"/>
            <a:ext cx="9144000" cy="36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8_1">
    <p:spTree>
      <p:nvGrpSpPr>
        <p:cNvPr id="5346" name="Shape 5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47" name="Google Shape;5347;p50"/>
          <p:cNvGrpSpPr/>
          <p:nvPr/>
        </p:nvGrpSpPr>
        <p:grpSpPr>
          <a:xfrm>
            <a:off x="-15975" y="-52"/>
            <a:ext cx="9175950" cy="5143406"/>
            <a:chOff x="-15975" y="-52"/>
            <a:chExt cx="9175950" cy="5143406"/>
          </a:xfrm>
        </p:grpSpPr>
        <p:sp>
          <p:nvSpPr>
            <p:cNvPr id="5348" name="Google Shape;5348;p50"/>
            <p:cNvSpPr/>
            <p:nvPr/>
          </p:nvSpPr>
          <p:spPr>
            <a:xfrm rot="5400000">
              <a:off x="4570450" y="-378255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9" name="Google Shape;5349;p50"/>
            <p:cNvSpPr/>
            <p:nvPr/>
          </p:nvSpPr>
          <p:spPr>
            <a:xfrm rot="5400000">
              <a:off x="4570450" y="-276311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0" name="Google Shape;5350;p50"/>
            <p:cNvSpPr/>
            <p:nvPr/>
          </p:nvSpPr>
          <p:spPr>
            <a:xfrm rot="5400000">
              <a:off x="4570450" y="-174368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1" name="Google Shape;5351;p50"/>
            <p:cNvSpPr/>
            <p:nvPr/>
          </p:nvSpPr>
          <p:spPr>
            <a:xfrm rot="5400000">
              <a:off x="4570450" y="-72425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2" name="Google Shape;5352;p50"/>
            <p:cNvSpPr/>
            <p:nvPr/>
          </p:nvSpPr>
          <p:spPr>
            <a:xfrm rot="5400000">
              <a:off x="4570450" y="295184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3" name="Google Shape;5353;p50"/>
            <p:cNvSpPr/>
            <p:nvPr/>
          </p:nvSpPr>
          <p:spPr>
            <a:xfrm rot="5400000">
              <a:off x="4570450" y="-429226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4" name="Google Shape;5354;p50"/>
            <p:cNvSpPr/>
            <p:nvPr/>
          </p:nvSpPr>
          <p:spPr>
            <a:xfrm rot="5400000">
              <a:off x="4570450" y="-327283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5" name="Google Shape;5355;p50"/>
            <p:cNvSpPr/>
            <p:nvPr/>
          </p:nvSpPr>
          <p:spPr>
            <a:xfrm rot="5400000">
              <a:off x="4570450" y="-225340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6" name="Google Shape;5356;p50"/>
            <p:cNvSpPr/>
            <p:nvPr/>
          </p:nvSpPr>
          <p:spPr>
            <a:xfrm rot="5400000">
              <a:off x="4570450" y="-123396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7" name="Google Shape;5357;p50"/>
            <p:cNvSpPr/>
            <p:nvPr/>
          </p:nvSpPr>
          <p:spPr>
            <a:xfrm rot="5400000">
              <a:off x="4570450" y="-21453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8" name="Google Shape;5358;p50"/>
            <p:cNvSpPr/>
            <p:nvPr/>
          </p:nvSpPr>
          <p:spPr>
            <a:xfrm>
              <a:off x="5081305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9" name="Google Shape;5359;p50"/>
            <p:cNvSpPr/>
            <p:nvPr/>
          </p:nvSpPr>
          <p:spPr>
            <a:xfrm>
              <a:off x="6100964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0" name="Google Shape;5360;p50"/>
            <p:cNvSpPr/>
            <p:nvPr/>
          </p:nvSpPr>
          <p:spPr>
            <a:xfrm>
              <a:off x="7120623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1" name="Google Shape;5361;p50"/>
            <p:cNvSpPr/>
            <p:nvPr/>
          </p:nvSpPr>
          <p:spPr>
            <a:xfrm>
              <a:off x="8140282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2" name="Google Shape;5362;p50"/>
            <p:cNvSpPr/>
            <p:nvPr/>
          </p:nvSpPr>
          <p:spPr>
            <a:xfrm>
              <a:off x="5591134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3" name="Google Shape;5363;p50"/>
            <p:cNvSpPr/>
            <p:nvPr/>
          </p:nvSpPr>
          <p:spPr>
            <a:xfrm>
              <a:off x="6610793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4" name="Google Shape;5364;p50"/>
            <p:cNvSpPr/>
            <p:nvPr/>
          </p:nvSpPr>
          <p:spPr>
            <a:xfrm>
              <a:off x="7630452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5" name="Google Shape;5365;p50"/>
            <p:cNvSpPr/>
            <p:nvPr/>
          </p:nvSpPr>
          <p:spPr>
            <a:xfrm>
              <a:off x="8650111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366" name="Google Shape;5366;p50"/>
            <p:cNvGrpSpPr/>
            <p:nvPr/>
          </p:nvGrpSpPr>
          <p:grpSpPr>
            <a:xfrm>
              <a:off x="-15975" y="-52"/>
              <a:ext cx="4587484" cy="5143406"/>
              <a:chOff x="-9275" y="-1994782"/>
              <a:chExt cx="4587484" cy="9140583"/>
            </a:xfrm>
          </p:grpSpPr>
          <p:sp>
            <p:nvSpPr>
              <p:cNvPr id="5367" name="Google Shape;5367;p50"/>
              <p:cNvSpPr/>
              <p:nvPr/>
            </p:nvSpPr>
            <p:spPr>
              <a:xfrm>
                <a:off x="50044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68" name="Google Shape;5368;p50"/>
              <p:cNvSpPr/>
              <p:nvPr/>
            </p:nvSpPr>
            <p:spPr>
              <a:xfrm>
                <a:off x="15198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69" name="Google Shape;5369;p50"/>
              <p:cNvSpPr/>
              <p:nvPr/>
            </p:nvSpPr>
            <p:spPr>
              <a:xfrm>
                <a:off x="253930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70" name="Google Shape;5370;p50"/>
              <p:cNvSpPr/>
              <p:nvPr/>
            </p:nvSpPr>
            <p:spPr>
              <a:xfrm>
                <a:off x="355874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71" name="Google Shape;5371;p50"/>
              <p:cNvSpPr/>
              <p:nvPr/>
            </p:nvSpPr>
            <p:spPr>
              <a:xfrm>
                <a:off x="45781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72" name="Google Shape;5372;p50"/>
              <p:cNvSpPr/>
              <p:nvPr/>
            </p:nvSpPr>
            <p:spPr>
              <a:xfrm>
                <a:off x="101015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73" name="Google Shape;5373;p50"/>
              <p:cNvSpPr/>
              <p:nvPr/>
            </p:nvSpPr>
            <p:spPr>
              <a:xfrm>
                <a:off x="202959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74" name="Google Shape;5374;p50"/>
              <p:cNvSpPr/>
              <p:nvPr/>
            </p:nvSpPr>
            <p:spPr>
              <a:xfrm>
                <a:off x="304902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75" name="Google Shape;5375;p50"/>
              <p:cNvSpPr/>
              <p:nvPr/>
            </p:nvSpPr>
            <p:spPr>
              <a:xfrm>
                <a:off x="406845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76" name="Google Shape;5376;p50"/>
              <p:cNvSpPr/>
              <p:nvPr/>
            </p:nvSpPr>
            <p:spPr>
              <a:xfrm>
                <a:off x="-92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5377" name="Google Shape;5377;p50"/>
            <p:cNvSpPr/>
            <p:nvPr/>
          </p:nvSpPr>
          <p:spPr>
            <a:xfrm>
              <a:off x="9159941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378" name="Google Shape;5378;p50"/>
          <p:cNvSpPr/>
          <p:nvPr/>
        </p:nvSpPr>
        <p:spPr>
          <a:xfrm>
            <a:off x="0" y="-75"/>
            <a:ext cx="9144000" cy="5143500"/>
          </a:xfrm>
          <a:prstGeom prst="rect">
            <a:avLst/>
          </a:prstGeom>
          <a:solidFill>
            <a:srgbClr val="D6E3EA">
              <a:alpha val="398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9" name="Google Shape;5379;p50"/>
          <p:cNvSpPr/>
          <p:nvPr/>
        </p:nvSpPr>
        <p:spPr>
          <a:xfrm>
            <a:off x="8423997" y="230400"/>
            <a:ext cx="627009" cy="570231"/>
          </a:xfrm>
          <a:custGeom>
            <a:rect b="b" l="l" r="r" t="t"/>
            <a:pathLst>
              <a:path extrusionOk="0" h="7129" w="7843">
                <a:moveTo>
                  <a:pt x="3921" y="1"/>
                </a:moveTo>
                <a:cubicBezTo>
                  <a:pt x="3010" y="1"/>
                  <a:pt x="2098" y="343"/>
                  <a:pt x="1399" y="1027"/>
                </a:cubicBezTo>
                <a:cubicBezTo>
                  <a:pt x="0" y="2425"/>
                  <a:pt x="0" y="4705"/>
                  <a:pt x="1399" y="6103"/>
                </a:cubicBezTo>
                <a:cubicBezTo>
                  <a:pt x="2098" y="6787"/>
                  <a:pt x="3010" y="7129"/>
                  <a:pt x="3921" y="7129"/>
                </a:cubicBezTo>
                <a:cubicBezTo>
                  <a:pt x="4833" y="7129"/>
                  <a:pt x="5745" y="6787"/>
                  <a:pt x="6444" y="6103"/>
                </a:cubicBezTo>
                <a:cubicBezTo>
                  <a:pt x="7843" y="4705"/>
                  <a:pt x="7843" y="2425"/>
                  <a:pt x="6444" y="1027"/>
                </a:cubicBezTo>
                <a:cubicBezTo>
                  <a:pt x="5745" y="343"/>
                  <a:pt x="4833" y="1"/>
                  <a:pt x="3921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380" name="Google Shape;5380;p50"/>
          <p:cNvGrpSpPr/>
          <p:nvPr/>
        </p:nvGrpSpPr>
        <p:grpSpPr>
          <a:xfrm>
            <a:off x="7647030" y="3998946"/>
            <a:ext cx="1496970" cy="1108547"/>
            <a:chOff x="7609470" y="3938246"/>
            <a:chExt cx="1496970" cy="1108547"/>
          </a:xfrm>
        </p:grpSpPr>
        <p:sp>
          <p:nvSpPr>
            <p:cNvPr id="5381" name="Google Shape;5381;p50"/>
            <p:cNvSpPr/>
            <p:nvPr/>
          </p:nvSpPr>
          <p:spPr>
            <a:xfrm flipH="1">
              <a:off x="7609470" y="3938246"/>
              <a:ext cx="1494572" cy="1108547"/>
            </a:xfrm>
            <a:custGeom>
              <a:rect b="b" l="l" r="r" t="t"/>
              <a:pathLst>
                <a:path extrusionOk="0" h="13859" w="18695">
                  <a:moveTo>
                    <a:pt x="1447" y="0"/>
                  </a:moveTo>
                  <a:cubicBezTo>
                    <a:pt x="1061" y="0"/>
                    <a:pt x="617" y="130"/>
                    <a:pt x="122" y="424"/>
                  </a:cubicBezTo>
                  <a:cubicBezTo>
                    <a:pt x="92" y="424"/>
                    <a:pt x="61" y="454"/>
                    <a:pt x="1" y="454"/>
                  </a:cubicBezTo>
                  <a:lnTo>
                    <a:pt x="1" y="13858"/>
                  </a:lnTo>
                  <a:lnTo>
                    <a:pt x="18694" y="13858"/>
                  </a:lnTo>
                  <a:cubicBezTo>
                    <a:pt x="18451" y="13038"/>
                    <a:pt x="17752" y="12339"/>
                    <a:pt x="16992" y="12035"/>
                  </a:cubicBezTo>
                  <a:cubicBezTo>
                    <a:pt x="16604" y="11877"/>
                    <a:pt x="16196" y="11814"/>
                    <a:pt x="15780" y="11814"/>
                  </a:cubicBezTo>
                  <a:cubicBezTo>
                    <a:pt x="15320" y="11814"/>
                    <a:pt x="14850" y="11891"/>
                    <a:pt x="14389" y="12002"/>
                  </a:cubicBezTo>
                  <a:lnTo>
                    <a:pt x="14389" y="12002"/>
                  </a:lnTo>
                  <a:cubicBezTo>
                    <a:pt x="14540" y="11959"/>
                    <a:pt x="14746" y="11667"/>
                    <a:pt x="14864" y="11548"/>
                  </a:cubicBezTo>
                  <a:cubicBezTo>
                    <a:pt x="15138" y="11244"/>
                    <a:pt x="15351" y="10940"/>
                    <a:pt x="15411" y="10576"/>
                  </a:cubicBezTo>
                  <a:cubicBezTo>
                    <a:pt x="15472" y="10120"/>
                    <a:pt x="15320" y="9664"/>
                    <a:pt x="15047" y="9299"/>
                  </a:cubicBezTo>
                  <a:cubicBezTo>
                    <a:pt x="14653" y="8827"/>
                    <a:pt x="14011" y="8581"/>
                    <a:pt x="13374" y="8581"/>
                  </a:cubicBezTo>
                  <a:cubicBezTo>
                    <a:pt x="13272" y="8581"/>
                    <a:pt x="13171" y="8588"/>
                    <a:pt x="13071" y="8600"/>
                  </a:cubicBezTo>
                  <a:lnTo>
                    <a:pt x="12980" y="8600"/>
                  </a:lnTo>
                  <a:cubicBezTo>
                    <a:pt x="12828" y="8630"/>
                    <a:pt x="12706" y="8630"/>
                    <a:pt x="12554" y="8691"/>
                  </a:cubicBezTo>
                  <a:cubicBezTo>
                    <a:pt x="12213" y="8835"/>
                    <a:pt x="11894" y="9021"/>
                    <a:pt x="11601" y="9243"/>
                  </a:cubicBezTo>
                  <a:lnTo>
                    <a:pt x="11601" y="9243"/>
                  </a:lnTo>
                  <a:cubicBezTo>
                    <a:pt x="11894" y="8923"/>
                    <a:pt x="12183" y="8555"/>
                    <a:pt x="12311" y="8235"/>
                  </a:cubicBezTo>
                  <a:cubicBezTo>
                    <a:pt x="13246" y="6312"/>
                    <a:pt x="11645" y="3636"/>
                    <a:pt x="9345" y="3636"/>
                  </a:cubicBezTo>
                  <a:cubicBezTo>
                    <a:pt x="9028" y="3636"/>
                    <a:pt x="8698" y="3687"/>
                    <a:pt x="8359" y="3798"/>
                  </a:cubicBezTo>
                  <a:cubicBezTo>
                    <a:pt x="7436" y="4182"/>
                    <a:pt x="6643" y="4956"/>
                    <a:pt x="6052" y="5864"/>
                  </a:cubicBezTo>
                  <a:lnTo>
                    <a:pt x="6052" y="5864"/>
                  </a:lnTo>
                  <a:cubicBezTo>
                    <a:pt x="7044" y="3936"/>
                    <a:pt x="6013" y="2566"/>
                    <a:pt x="4822" y="2566"/>
                  </a:cubicBezTo>
                  <a:cubicBezTo>
                    <a:pt x="4146" y="2566"/>
                    <a:pt x="3418" y="3008"/>
                    <a:pt x="2979" y="4041"/>
                  </a:cubicBezTo>
                  <a:cubicBezTo>
                    <a:pt x="3611" y="2050"/>
                    <a:pt x="2981" y="0"/>
                    <a:pt x="144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2" name="Google Shape;5382;p50"/>
            <p:cNvSpPr/>
            <p:nvPr/>
          </p:nvSpPr>
          <p:spPr>
            <a:xfrm flipH="1">
              <a:off x="8221849" y="4367699"/>
              <a:ext cx="884591" cy="679094"/>
            </a:xfrm>
            <a:custGeom>
              <a:rect b="b" l="l" r="r" t="t"/>
              <a:pathLst>
                <a:path extrusionOk="0" h="8490" w="11065">
                  <a:moveTo>
                    <a:pt x="486" y="1"/>
                  </a:moveTo>
                  <a:cubicBezTo>
                    <a:pt x="321" y="1"/>
                    <a:pt x="157" y="33"/>
                    <a:pt x="0" y="100"/>
                  </a:cubicBezTo>
                  <a:lnTo>
                    <a:pt x="0" y="8489"/>
                  </a:lnTo>
                  <a:lnTo>
                    <a:pt x="11064" y="8489"/>
                  </a:lnTo>
                  <a:cubicBezTo>
                    <a:pt x="10912" y="8003"/>
                    <a:pt x="10487" y="7578"/>
                    <a:pt x="10031" y="7426"/>
                  </a:cubicBezTo>
                  <a:cubicBezTo>
                    <a:pt x="9799" y="7339"/>
                    <a:pt x="9553" y="7300"/>
                    <a:pt x="9303" y="7300"/>
                  </a:cubicBezTo>
                  <a:cubicBezTo>
                    <a:pt x="9029" y="7300"/>
                    <a:pt x="8751" y="7346"/>
                    <a:pt x="8481" y="7426"/>
                  </a:cubicBezTo>
                  <a:cubicBezTo>
                    <a:pt x="8754" y="6939"/>
                    <a:pt x="8389" y="6271"/>
                    <a:pt x="7903" y="6058"/>
                  </a:cubicBezTo>
                  <a:cubicBezTo>
                    <a:pt x="7756" y="6003"/>
                    <a:pt x="7601" y="5978"/>
                    <a:pt x="7444" y="5978"/>
                  </a:cubicBezTo>
                  <a:cubicBezTo>
                    <a:pt x="7152" y="5978"/>
                    <a:pt x="6851" y="6063"/>
                    <a:pt x="6580" y="6195"/>
                  </a:cubicBezTo>
                  <a:lnTo>
                    <a:pt x="6580" y="6195"/>
                  </a:lnTo>
                  <a:cubicBezTo>
                    <a:pt x="6903" y="5981"/>
                    <a:pt x="7137" y="5620"/>
                    <a:pt x="7265" y="5237"/>
                  </a:cubicBezTo>
                  <a:cubicBezTo>
                    <a:pt x="7801" y="4084"/>
                    <a:pt x="6846" y="2504"/>
                    <a:pt x="5507" y="2504"/>
                  </a:cubicBezTo>
                  <a:cubicBezTo>
                    <a:pt x="5329" y="2504"/>
                    <a:pt x="5144" y="2532"/>
                    <a:pt x="4955" y="2593"/>
                  </a:cubicBezTo>
                  <a:cubicBezTo>
                    <a:pt x="4359" y="2836"/>
                    <a:pt x="3885" y="3321"/>
                    <a:pt x="3509" y="3896"/>
                  </a:cubicBezTo>
                  <a:lnTo>
                    <a:pt x="3509" y="3896"/>
                  </a:lnTo>
                  <a:cubicBezTo>
                    <a:pt x="4180" y="2709"/>
                    <a:pt x="3551" y="1867"/>
                    <a:pt x="2823" y="1867"/>
                  </a:cubicBezTo>
                  <a:cubicBezTo>
                    <a:pt x="2423" y="1867"/>
                    <a:pt x="1993" y="2122"/>
                    <a:pt x="1733" y="2714"/>
                  </a:cubicBezTo>
                  <a:cubicBezTo>
                    <a:pt x="2381" y="1081"/>
                    <a:pt x="1437" y="1"/>
                    <a:pt x="4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3" name="Google Shape;5383;p50"/>
            <p:cNvSpPr/>
            <p:nvPr/>
          </p:nvSpPr>
          <p:spPr>
            <a:xfrm flipH="1">
              <a:off x="8165967" y="4144614"/>
              <a:ext cx="82743" cy="75988"/>
            </a:xfrm>
            <a:custGeom>
              <a:rect b="b" l="l" r="r" t="t"/>
              <a:pathLst>
                <a:path extrusionOk="0" h="950" w="1035">
                  <a:moveTo>
                    <a:pt x="998" y="1"/>
                  </a:moveTo>
                  <a:cubicBezTo>
                    <a:pt x="894" y="1"/>
                    <a:pt x="584" y="21"/>
                    <a:pt x="335" y="245"/>
                  </a:cubicBezTo>
                  <a:cubicBezTo>
                    <a:pt x="31" y="488"/>
                    <a:pt x="1" y="944"/>
                    <a:pt x="1" y="944"/>
                  </a:cubicBezTo>
                  <a:cubicBezTo>
                    <a:pt x="1" y="944"/>
                    <a:pt x="38" y="950"/>
                    <a:pt x="99" y="950"/>
                  </a:cubicBezTo>
                  <a:cubicBezTo>
                    <a:pt x="235" y="950"/>
                    <a:pt x="490" y="921"/>
                    <a:pt x="700" y="731"/>
                  </a:cubicBezTo>
                  <a:cubicBezTo>
                    <a:pt x="1004" y="458"/>
                    <a:pt x="1034" y="2"/>
                    <a:pt x="1034" y="2"/>
                  </a:cubicBezTo>
                  <a:cubicBezTo>
                    <a:pt x="1034" y="2"/>
                    <a:pt x="1021" y="1"/>
                    <a:pt x="99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4" name="Google Shape;5384;p50"/>
            <p:cNvSpPr/>
            <p:nvPr/>
          </p:nvSpPr>
          <p:spPr>
            <a:xfrm flipH="1">
              <a:off x="8853654" y="4378097"/>
              <a:ext cx="82743" cy="116782"/>
            </a:xfrm>
            <a:custGeom>
              <a:rect b="b" l="l" r="r" t="t"/>
              <a:pathLst>
                <a:path extrusionOk="0" h="1460" w="1035">
                  <a:moveTo>
                    <a:pt x="913" y="1"/>
                  </a:moveTo>
                  <a:lnTo>
                    <a:pt x="913" y="1"/>
                  </a:lnTo>
                  <a:cubicBezTo>
                    <a:pt x="913" y="1"/>
                    <a:pt x="457" y="153"/>
                    <a:pt x="244" y="548"/>
                  </a:cubicBezTo>
                  <a:cubicBezTo>
                    <a:pt x="1" y="913"/>
                    <a:pt x="123" y="1460"/>
                    <a:pt x="123" y="1460"/>
                  </a:cubicBezTo>
                  <a:cubicBezTo>
                    <a:pt x="123" y="1460"/>
                    <a:pt x="578" y="1308"/>
                    <a:pt x="791" y="913"/>
                  </a:cubicBezTo>
                  <a:cubicBezTo>
                    <a:pt x="1034" y="548"/>
                    <a:pt x="913" y="1"/>
                    <a:pt x="9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5" name="Google Shape;5385;p50"/>
            <p:cNvSpPr/>
            <p:nvPr/>
          </p:nvSpPr>
          <p:spPr>
            <a:xfrm flipH="1">
              <a:off x="8255906" y="4047429"/>
              <a:ext cx="77786" cy="165414"/>
            </a:xfrm>
            <a:custGeom>
              <a:rect b="b" l="l" r="r" t="t"/>
              <a:pathLst>
                <a:path extrusionOk="0" h="2068" w="973">
                  <a:moveTo>
                    <a:pt x="243" y="1"/>
                  </a:moveTo>
                  <a:cubicBezTo>
                    <a:pt x="243" y="1"/>
                    <a:pt x="0" y="578"/>
                    <a:pt x="91" y="1156"/>
                  </a:cubicBezTo>
                  <a:cubicBezTo>
                    <a:pt x="213" y="1703"/>
                    <a:pt x="699" y="2068"/>
                    <a:pt x="699" y="2068"/>
                  </a:cubicBezTo>
                  <a:cubicBezTo>
                    <a:pt x="699" y="2068"/>
                    <a:pt x="973" y="1490"/>
                    <a:pt x="851" y="913"/>
                  </a:cubicBezTo>
                  <a:cubicBezTo>
                    <a:pt x="760" y="335"/>
                    <a:pt x="243" y="1"/>
                    <a:pt x="2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386" name="Google Shape;5386;p50"/>
          <p:cNvGrpSpPr/>
          <p:nvPr/>
        </p:nvGrpSpPr>
        <p:grpSpPr>
          <a:xfrm flipH="1">
            <a:off x="-518902" y="2809772"/>
            <a:ext cx="1496970" cy="2297721"/>
            <a:chOff x="243098" y="2746672"/>
            <a:chExt cx="1496970" cy="2297721"/>
          </a:xfrm>
        </p:grpSpPr>
        <p:sp>
          <p:nvSpPr>
            <p:cNvPr id="5387" name="Google Shape;5387;p50"/>
            <p:cNvSpPr/>
            <p:nvPr/>
          </p:nvSpPr>
          <p:spPr>
            <a:xfrm>
              <a:off x="789842" y="4086383"/>
              <a:ext cx="461762" cy="958010"/>
            </a:xfrm>
            <a:custGeom>
              <a:rect b="b" l="l" r="r" t="t"/>
              <a:pathLst>
                <a:path extrusionOk="0" h="11977" w="5776">
                  <a:moveTo>
                    <a:pt x="2888" y="0"/>
                  </a:moveTo>
                  <a:lnTo>
                    <a:pt x="2797" y="2219"/>
                  </a:lnTo>
                  <a:lnTo>
                    <a:pt x="1611" y="1307"/>
                  </a:lnTo>
                  <a:lnTo>
                    <a:pt x="1520" y="1429"/>
                  </a:lnTo>
                  <a:lnTo>
                    <a:pt x="2645" y="2797"/>
                  </a:lnTo>
                  <a:lnTo>
                    <a:pt x="2432" y="7082"/>
                  </a:lnTo>
                  <a:lnTo>
                    <a:pt x="1885" y="6535"/>
                  </a:lnTo>
                  <a:lnTo>
                    <a:pt x="1915" y="5076"/>
                  </a:lnTo>
                  <a:lnTo>
                    <a:pt x="1703" y="5015"/>
                  </a:lnTo>
                  <a:lnTo>
                    <a:pt x="1520" y="6201"/>
                  </a:lnTo>
                  <a:lnTo>
                    <a:pt x="152" y="5015"/>
                  </a:lnTo>
                  <a:lnTo>
                    <a:pt x="0" y="5137"/>
                  </a:lnTo>
                  <a:lnTo>
                    <a:pt x="2310" y="7812"/>
                  </a:lnTo>
                  <a:lnTo>
                    <a:pt x="2007" y="11976"/>
                  </a:lnTo>
                  <a:lnTo>
                    <a:pt x="3891" y="11976"/>
                  </a:lnTo>
                  <a:lnTo>
                    <a:pt x="3678" y="6748"/>
                  </a:lnTo>
                  <a:lnTo>
                    <a:pt x="4681" y="5107"/>
                  </a:lnTo>
                  <a:lnTo>
                    <a:pt x="5776" y="4955"/>
                  </a:lnTo>
                  <a:lnTo>
                    <a:pt x="5776" y="4772"/>
                  </a:lnTo>
                  <a:lnTo>
                    <a:pt x="4803" y="4803"/>
                  </a:lnTo>
                  <a:lnTo>
                    <a:pt x="5350" y="3921"/>
                  </a:lnTo>
                  <a:lnTo>
                    <a:pt x="5228" y="3800"/>
                  </a:lnTo>
                  <a:lnTo>
                    <a:pt x="3678" y="5471"/>
                  </a:lnTo>
                  <a:lnTo>
                    <a:pt x="3405" y="2736"/>
                  </a:lnTo>
                  <a:lnTo>
                    <a:pt x="319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8" name="Google Shape;5388;p50"/>
            <p:cNvSpPr/>
            <p:nvPr/>
          </p:nvSpPr>
          <p:spPr>
            <a:xfrm>
              <a:off x="274676" y="2746672"/>
              <a:ext cx="1465392" cy="1589112"/>
            </a:xfrm>
            <a:custGeom>
              <a:rect b="b" l="l" r="r" t="t"/>
              <a:pathLst>
                <a:path extrusionOk="0" h="19867" w="18330">
                  <a:moveTo>
                    <a:pt x="9682" y="1"/>
                  </a:moveTo>
                  <a:cubicBezTo>
                    <a:pt x="9666" y="1"/>
                    <a:pt x="9651" y="1"/>
                    <a:pt x="9636" y="1"/>
                  </a:cubicBezTo>
                  <a:cubicBezTo>
                    <a:pt x="8663" y="32"/>
                    <a:pt x="7873" y="731"/>
                    <a:pt x="7265" y="1460"/>
                  </a:cubicBezTo>
                  <a:cubicBezTo>
                    <a:pt x="6019" y="2980"/>
                    <a:pt x="5259" y="4865"/>
                    <a:pt x="5107" y="6840"/>
                  </a:cubicBezTo>
                  <a:cubicBezTo>
                    <a:pt x="4712" y="6354"/>
                    <a:pt x="4377" y="5868"/>
                    <a:pt x="3891" y="5472"/>
                  </a:cubicBezTo>
                  <a:cubicBezTo>
                    <a:pt x="3485" y="5168"/>
                    <a:pt x="2993" y="4926"/>
                    <a:pt x="2488" y="4926"/>
                  </a:cubicBezTo>
                  <a:cubicBezTo>
                    <a:pt x="2389" y="4926"/>
                    <a:pt x="2289" y="4936"/>
                    <a:pt x="2189" y="4956"/>
                  </a:cubicBezTo>
                  <a:cubicBezTo>
                    <a:pt x="1186" y="5108"/>
                    <a:pt x="548" y="6111"/>
                    <a:pt x="274" y="7114"/>
                  </a:cubicBezTo>
                  <a:cubicBezTo>
                    <a:pt x="1" y="8178"/>
                    <a:pt x="61" y="9272"/>
                    <a:pt x="396" y="10305"/>
                  </a:cubicBezTo>
                  <a:cubicBezTo>
                    <a:pt x="912" y="12007"/>
                    <a:pt x="2219" y="13375"/>
                    <a:pt x="3466" y="14622"/>
                  </a:cubicBezTo>
                  <a:cubicBezTo>
                    <a:pt x="3336" y="14567"/>
                    <a:pt x="3199" y="14541"/>
                    <a:pt x="3063" y="14541"/>
                  </a:cubicBezTo>
                  <a:cubicBezTo>
                    <a:pt x="2595" y="14541"/>
                    <a:pt x="2127" y="14843"/>
                    <a:pt x="1915" y="15290"/>
                  </a:cubicBezTo>
                  <a:cubicBezTo>
                    <a:pt x="1520" y="16050"/>
                    <a:pt x="1915" y="16901"/>
                    <a:pt x="2402" y="17509"/>
                  </a:cubicBezTo>
                  <a:cubicBezTo>
                    <a:pt x="2858" y="18026"/>
                    <a:pt x="3435" y="18391"/>
                    <a:pt x="4043" y="18695"/>
                  </a:cubicBezTo>
                  <a:cubicBezTo>
                    <a:pt x="5651" y="19498"/>
                    <a:pt x="7434" y="19866"/>
                    <a:pt x="9228" y="19866"/>
                  </a:cubicBezTo>
                  <a:cubicBezTo>
                    <a:pt x="11164" y="19866"/>
                    <a:pt x="13112" y="19437"/>
                    <a:pt x="14864" y="18664"/>
                  </a:cubicBezTo>
                  <a:cubicBezTo>
                    <a:pt x="16110" y="18117"/>
                    <a:pt x="16992" y="17205"/>
                    <a:pt x="17691" y="15989"/>
                  </a:cubicBezTo>
                  <a:cubicBezTo>
                    <a:pt x="18147" y="15290"/>
                    <a:pt x="18299" y="14439"/>
                    <a:pt x="18329" y="13649"/>
                  </a:cubicBezTo>
                  <a:cubicBezTo>
                    <a:pt x="18329" y="13102"/>
                    <a:pt x="18299" y="12585"/>
                    <a:pt x="18086" y="12129"/>
                  </a:cubicBezTo>
                  <a:cubicBezTo>
                    <a:pt x="17873" y="11673"/>
                    <a:pt x="17448" y="11248"/>
                    <a:pt x="16931" y="11187"/>
                  </a:cubicBezTo>
                  <a:cubicBezTo>
                    <a:pt x="16869" y="11174"/>
                    <a:pt x="16804" y="11168"/>
                    <a:pt x="16739" y="11168"/>
                  </a:cubicBezTo>
                  <a:cubicBezTo>
                    <a:pt x="16511" y="11168"/>
                    <a:pt x="16279" y="11244"/>
                    <a:pt x="16148" y="11384"/>
                  </a:cubicBezTo>
                  <a:lnTo>
                    <a:pt x="16148" y="11384"/>
                  </a:lnTo>
                  <a:cubicBezTo>
                    <a:pt x="16711" y="10695"/>
                    <a:pt x="17239" y="9890"/>
                    <a:pt x="17448" y="8998"/>
                  </a:cubicBezTo>
                  <a:cubicBezTo>
                    <a:pt x="17691" y="8086"/>
                    <a:pt x="17569" y="7083"/>
                    <a:pt x="16961" y="6384"/>
                  </a:cubicBezTo>
                  <a:cubicBezTo>
                    <a:pt x="16487" y="5810"/>
                    <a:pt x="15766" y="5523"/>
                    <a:pt x="15019" y="5523"/>
                  </a:cubicBezTo>
                  <a:cubicBezTo>
                    <a:pt x="14856" y="5523"/>
                    <a:pt x="14692" y="5536"/>
                    <a:pt x="14530" y="5564"/>
                  </a:cubicBezTo>
                  <a:cubicBezTo>
                    <a:pt x="13618" y="5716"/>
                    <a:pt x="12858" y="6202"/>
                    <a:pt x="12250" y="6871"/>
                  </a:cubicBezTo>
                  <a:cubicBezTo>
                    <a:pt x="12311" y="5472"/>
                    <a:pt x="12615" y="4074"/>
                    <a:pt x="12372" y="2706"/>
                  </a:cubicBezTo>
                  <a:cubicBezTo>
                    <a:pt x="12101" y="1354"/>
                    <a:pt x="11057" y="1"/>
                    <a:pt x="968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9" name="Google Shape;5389;p50"/>
            <p:cNvSpPr/>
            <p:nvPr/>
          </p:nvSpPr>
          <p:spPr>
            <a:xfrm>
              <a:off x="635228" y="4360980"/>
              <a:ext cx="324817" cy="282356"/>
            </a:xfrm>
            <a:custGeom>
              <a:rect b="b" l="l" r="r" t="t"/>
              <a:pathLst>
                <a:path extrusionOk="0" h="3530" w="4063">
                  <a:moveTo>
                    <a:pt x="1850" y="0"/>
                  </a:moveTo>
                  <a:cubicBezTo>
                    <a:pt x="1502" y="0"/>
                    <a:pt x="1195" y="373"/>
                    <a:pt x="1570" y="944"/>
                  </a:cubicBezTo>
                  <a:cubicBezTo>
                    <a:pt x="1296" y="663"/>
                    <a:pt x="1033" y="551"/>
                    <a:pt x="819" y="551"/>
                  </a:cubicBezTo>
                  <a:cubicBezTo>
                    <a:pt x="223" y="551"/>
                    <a:pt x="1" y="1409"/>
                    <a:pt x="962" y="1856"/>
                  </a:cubicBezTo>
                  <a:cubicBezTo>
                    <a:pt x="37" y="1881"/>
                    <a:pt x="304" y="2974"/>
                    <a:pt x="969" y="2974"/>
                  </a:cubicBezTo>
                  <a:cubicBezTo>
                    <a:pt x="1100" y="2974"/>
                    <a:pt x="1247" y="2931"/>
                    <a:pt x="1403" y="2829"/>
                  </a:cubicBezTo>
                  <a:lnTo>
                    <a:pt x="1403" y="2829"/>
                  </a:lnTo>
                  <a:cubicBezTo>
                    <a:pt x="1083" y="3075"/>
                    <a:pt x="1301" y="3529"/>
                    <a:pt x="1714" y="3529"/>
                  </a:cubicBezTo>
                  <a:cubicBezTo>
                    <a:pt x="1726" y="3529"/>
                    <a:pt x="1739" y="3529"/>
                    <a:pt x="1752" y="3528"/>
                  </a:cubicBezTo>
                  <a:cubicBezTo>
                    <a:pt x="2877" y="3315"/>
                    <a:pt x="4062" y="1491"/>
                    <a:pt x="3029" y="519"/>
                  </a:cubicBezTo>
                  <a:cubicBezTo>
                    <a:pt x="2955" y="430"/>
                    <a:pt x="2810" y="370"/>
                    <a:pt x="2680" y="370"/>
                  </a:cubicBezTo>
                  <a:cubicBezTo>
                    <a:pt x="2542" y="370"/>
                    <a:pt x="2421" y="438"/>
                    <a:pt x="2421" y="610"/>
                  </a:cubicBezTo>
                  <a:cubicBezTo>
                    <a:pt x="2358" y="184"/>
                    <a:pt x="2094" y="0"/>
                    <a:pt x="185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0" name="Google Shape;5390;p50"/>
            <p:cNvSpPr/>
            <p:nvPr/>
          </p:nvSpPr>
          <p:spPr>
            <a:xfrm>
              <a:off x="663449" y="3468479"/>
              <a:ext cx="794733" cy="858426"/>
            </a:xfrm>
            <a:custGeom>
              <a:rect b="b" l="l" r="r" t="t"/>
              <a:pathLst>
                <a:path extrusionOk="0" h="10732" w="9941">
                  <a:moveTo>
                    <a:pt x="3393" y="0"/>
                  </a:moveTo>
                  <a:cubicBezTo>
                    <a:pt x="3295" y="0"/>
                    <a:pt x="3197" y="11"/>
                    <a:pt x="3101" y="35"/>
                  </a:cubicBezTo>
                  <a:cubicBezTo>
                    <a:pt x="2341" y="217"/>
                    <a:pt x="1977" y="1129"/>
                    <a:pt x="2068" y="1889"/>
                  </a:cubicBezTo>
                  <a:cubicBezTo>
                    <a:pt x="2129" y="2649"/>
                    <a:pt x="2524" y="3379"/>
                    <a:pt x="2797" y="4078"/>
                  </a:cubicBezTo>
                  <a:cubicBezTo>
                    <a:pt x="2435" y="3871"/>
                    <a:pt x="2029" y="3730"/>
                    <a:pt x="1598" y="3730"/>
                  </a:cubicBezTo>
                  <a:cubicBezTo>
                    <a:pt x="1522" y="3730"/>
                    <a:pt x="1446" y="3734"/>
                    <a:pt x="1369" y="3743"/>
                  </a:cubicBezTo>
                  <a:cubicBezTo>
                    <a:pt x="882" y="3835"/>
                    <a:pt x="426" y="4139"/>
                    <a:pt x="244" y="4594"/>
                  </a:cubicBezTo>
                  <a:cubicBezTo>
                    <a:pt x="1" y="5081"/>
                    <a:pt x="122" y="5598"/>
                    <a:pt x="396" y="6053"/>
                  </a:cubicBezTo>
                  <a:cubicBezTo>
                    <a:pt x="670" y="6479"/>
                    <a:pt x="1065" y="6813"/>
                    <a:pt x="1490" y="7117"/>
                  </a:cubicBezTo>
                  <a:cubicBezTo>
                    <a:pt x="1414" y="7087"/>
                    <a:pt x="1331" y="7072"/>
                    <a:pt x="1247" y="7072"/>
                  </a:cubicBezTo>
                  <a:cubicBezTo>
                    <a:pt x="1163" y="7072"/>
                    <a:pt x="1080" y="7087"/>
                    <a:pt x="1004" y="7117"/>
                  </a:cubicBezTo>
                  <a:cubicBezTo>
                    <a:pt x="730" y="7239"/>
                    <a:pt x="578" y="7512"/>
                    <a:pt x="548" y="7816"/>
                  </a:cubicBezTo>
                  <a:cubicBezTo>
                    <a:pt x="518" y="8090"/>
                    <a:pt x="578" y="8394"/>
                    <a:pt x="670" y="8637"/>
                  </a:cubicBezTo>
                  <a:cubicBezTo>
                    <a:pt x="822" y="9093"/>
                    <a:pt x="1034" y="9519"/>
                    <a:pt x="1338" y="9701"/>
                  </a:cubicBezTo>
                  <a:cubicBezTo>
                    <a:pt x="1885" y="10248"/>
                    <a:pt x="2493" y="10582"/>
                    <a:pt x="3253" y="10674"/>
                  </a:cubicBezTo>
                  <a:cubicBezTo>
                    <a:pt x="3573" y="10712"/>
                    <a:pt x="3897" y="10731"/>
                    <a:pt x="4223" y="10731"/>
                  </a:cubicBezTo>
                  <a:cubicBezTo>
                    <a:pt x="5969" y="10731"/>
                    <a:pt x="7747" y="10171"/>
                    <a:pt x="9028" y="8941"/>
                  </a:cubicBezTo>
                  <a:cubicBezTo>
                    <a:pt x="9272" y="8728"/>
                    <a:pt x="9545" y="8424"/>
                    <a:pt x="9697" y="8060"/>
                  </a:cubicBezTo>
                  <a:cubicBezTo>
                    <a:pt x="9879" y="7695"/>
                    <a:pt x="9940" y="7148"/>
                    <a:pt x="9636" y="6813"/>
                  </a:cubicBezTo>
                  <a:cubicBezTo>
                    <a:pt x="9478" y="6690"/>
                    <a:pt x="9268" y="6607"/>
                    <a:pt x="9066" y="6607"/>
                  </a:cubicBezTo>
                  <a:cubicBezTo>
                    <a:pt x="8920" y="6607"/>
                    <a:pt x="8778" y="6650"/>
                    <a:pt x="8664" y="6753"/>
                  </a:cubicBezTo>
                  <a:cubicBezTo>
                    <a:pt x="9120" y="5841"/>
                    <a:pt x="9636" y="4929"/>
                    <a:pt x="9636" y="3926"/>
                  </a:cubicBezTo>
                  <a:cubicBezTo>
                    <a:pt x="9636" y="3348"/>
                    <a:pt x="9484" y="2740"/>
                    <a:pt x="9180" y="2224"/>
                  </a:cubicBezTo>
                  <a:cubicBezTo>
                    <a:pt x="8931" y="1807"/>
                    <a:pt x="8504" y="1391"/>
                    <a:pt x="7992" y="1391"/>
                  </a:cubicBezTo>
                  <a:cubicBezTo>
                    <a:pt x="7943" y="1391"/>
                    <a:pt x="7893" y="1395"/>
                    <a:pt x="7843" y="1403"/>
                  </a:cubicBezTo>
                  <a:cubicBezTo>
                    <a:pt x="7509" y="1464"/>
                    <a:pt x="7205" y="1707"/>
                    <a:pt x="6992" y="1950"/>
                  </a:cubicBezTo>
                  <a:cubicBezTo>
                    <a:pt x="6809" y="2254"/>
                    <a:pt x="6688" y="2558"/>
                    <a:pt x="6597" y="2923"/>
                  </a:cubicBezTo>
                  <a:cubicBezTo>
                    <a:pt x="6202" y="1889"/>
                    <a:pt x="5472" y="1008"/>
                    <a:pt x="4560" y="400"/>
                  </a:cubicBezTo>
                  <a:cubicBezTo>
                    <a:pt x="4194" y="180"/>
                    <a:pt x="3790" y="0"/>
                    <a:pt x="339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1" name="Google Shape;5391;p50"/>
            <p:cNvSpPr/>
            <p:nvPr/>
          </p:nvSpPr>
          <p:spPr>
            <a:xfrm>
              <a:off x="354861" y="3840821"/>
              <a:ext cx="72990" cy="104624"/>
            </a:xfrm>
            <a:custGeom>
              <a:rect b="b" l="l" r="r" t="t"/>
              <a:pathLst>
                <a:path extrusionOk="0" h="1308" w="913">
                  <a:moveTo>
                    <a:pt x="92" y="0"/>
                  </a:moveTo>
                  <a:cubicBezTo>
                    <a:pt x="92" y="0"/>
                    <a:pt x="1" y="456"/>
                    <a:pt x="183" y="791"/>
                  </a:cubicBezTo>
                  <a:cubicBezTo>
                    <a:pt x="365" y="1125"/>
                    <a:pt x="791" y="1307"/>
                    <a:pt x="791" y="1307"/>
                  </a:cubicBezTo>
                  <a:cubicBezTo>
                    <a:pt x="791" y="1307"/>
                    <a:pt x="912" y="851"/>
                    <a:pt x="700" y="487"/>
                  </a:cubicBezTo>
                  <a:cubicBezTo>
                    <a:pt x="487" y="152"/>
                    <a:pt x="92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2" name="Google Shape;5392;p50"/>
            <p:cNvSpPr/>
            <p:nvPr/>
          </p:nvSpPr>
          <p:spPr>
            <a:xfrm>
              <a:off x="243098" y="3940326"/>
              <a:ext cx="158051" cy="70869"/>
            </a:xfrm>
            <a:custGeom>
              <a:rect b="b" l="l" r="r" t="t"/>
              <a:pathLst>
                <a:path extrusionOk="0" h="886" w="1977">
                  <a:moveTo>
                    <a:pt x="996" y="1"/>
                  </a:moveTo>
                  <a:cubicBezTo>
                    <a:pt x="978" y="1"/>
                    <a:pt x="960" y="1"/>
                    <a:pt x="943" y="2"/>
                  </a:cubicBezTo>
                  <a:cubicBezTo>
                    <a:pt x="396" y="2"/>
                    <a:pt x="0" y="519"/>
                    <a:pt x="0" y="519"/>
                  </a:cubicBezTo>
                  <a:cubicBezTo>
                    <a:pt x="0" y="519"/>
                    <a:pt x="451" y="886"/>
                    <a:pt x="946" y="886"/>
                  </a:cubicBezTo>
                  <a:cubicBezTo>
                    <a:pt x="965" y="886"/>
                    <a:pt x="984" y="885"/>
                    <a:pt x="1003" y="884"/>
                  </a:cubicBezTo>
                  <a:cubicBezTo>
                    <a:pt x="1551" y="854"/>
                    <a:pt x="1976" y="398"/>
                    <a:pt x="1976" y="398"/>
                  </a:cubicBezTo>
                  <a:cubicBezTo>
                    <a:pt x="1976" y="398"/>
                    <a:pt x="1494" y="1"/>
                    <a:pt x="99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3" name="Google Shape;5393;p50"/>
            <p:cNvSpPr/>
            <p:nvPr/>
          </p:nvSpPr>
          <p:spPr>
            <a:xfrm>
              <a:off x="1256401" y="4479441"/>
              <a:ext cx="58360" cy="29755"/>
            </a:xfrm>
            <a:custGeom>
              <a:rect b="b" l="l" r="r" t="t"/>
              <a:pathLst>
                <a:path extrusionOk="0" h="372" w="730">
                  <a:moveTo>
                    <a:pt x="235" y="0"/>
                  </a:moveTo>
                  <a:cubicBezTo>
                    <a:pt x="108" y="0"/>
                    <a:pt x="0" y="41"/>
                    <a:pt x="0" y="41"/>
                  </a:cubicBezTo>
                  <a:cubicBezTo>
                    <a:pt x="0" y="41"/>
                    <a:pt x="122" y="253"/>
                    <a:pt x="304" y="345"/>
                  </a:cubicBezTo>
                  <a:cubicBezTo>
                    <a:pt x="365" y="365"/>
                    <a:pt x="433" y="372"/>
                    <a:pt x="496" y="372"/>
                  </a:cubicBezTo>
                  <a:cubicBezTo>
                    <a:pt x="622" y="372"/>
                    <a:pt x="730" y="345"/>
                    <a:pt x="730" y="345"/>
                  </a:cubicBezTo>
                  <a:cubicBezTo>
                    <a:pt x="730" y="345"/>
                    <a:pt x="608" y="101"/>
                    <a:pt x="426" y="41"/>
                  </a:cubicBezTo>
                  <a:cubicBezTo>
                    <a:pt x="365" y="10"/>
                    <a:pt x="298" y="0"/>
                    <a:pt x="23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4" name="Google Shape;5394;p50"/>
            <p:cNvSpPr/>
            <p:nvPr/>
          </p:nvSpPr>
          <p:spPr>
            <a:xfrm>
              <a:off x="1256401" y="4409692"/>
              <a:ext cx="60838" cy="58471"/>
            </a:xfrm>
            <a:custGeom>
              <a:rect b="b" l="l" r="r" t="t"/>
              <a:pathLst>
                <a:path extrusionOk="0" h="731" w="761">
                  <a:moveTo>
                    <a:pt x="760" y="1"/>
                  </a:moveTo>
                  <a:cubicBezTo>
                    <a:pt x="760" y="1"/>
                    <a:pt x="456" y="1"/>
                    <a:pt x="213" y="183"/>
                  </a:cubicBezTo>
                  <a:cubicBezTo>
                    <a:pt x="31" y="366"/>
                    <a:pt x="0" y="730"/>
                    <a:pt x="0" y="730"/>
                  </a:cubicBezTo>
                  <a:cubicBezTo>
                    <a:pt x="0" y="730"/>
                    <a:pt x="304" y="730"/>
                    <a:pt x="547" y="518"/>
                  </a:cubicBezTo>
                  <a:cubicBezTo>
                    <a:pt x="760" y="335"/>
                    <a:pt x="760" y="1"/>
                    <a:pt x="76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5" name="Google Shape;5395;p50"/>
            <p:cNvSpPr/>
            <p:nvPr/>
          </p:nvSpPr>
          <p:spPr>
            <a:xfrm>
              <a:off x="1217548" y="3476078"/>
              <a:ext cx="82663" cy="82787"/>
            </a:xfrm>
            <a:custGeom>
              <a:rect b="b" l="l" r="r" t="t"/>
              <a:pathLst>
                <a:path extrusionOk="0" h="1035" w="1034">
                  <a:moveTo>
                    <a:pt x="973" y="1"/>
                  </a:moveTo>
                  <a:lnTo>
                    <a:pt x="973" y="1"/>
                  </a:lnTo>
                  <a:cubicBezTo>
                    <a:pt x="973" y="1"/>
                    <a:pt x="517" y="1"/>
                    <a:pt x="274" y="305"/>
                  </a:cubicBezTo>
                  <a:cubicBezTo>
                    <a:pt x="0" y="578"/>
                    <a:pt x="0" y="1034"/>
                    <a:pt x="0" y="1034"/>
                  </a:cubicBezTo>
                  <a:cubicBezTo>
                    <a:pt x="0" y="1034"/>
                    <a:pt x="456" y="1034"/>
                    <a:pt x="730" y="730"/>
                  </a:cubicBezTo>
                  <a:cubicBezTo>
                    <a:pt x="1033" y="426"/>
                    <a:pt x="973" y="1"/>
                    <a:pt x="97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6" name="Google Shape;5396;p50"/>
            <p:cNvSpPr/>
            <p:nvPr/>
          </p:nvSpPr>
          <p:spPr>
            <a:xfrm>
              <a:off x="695027" y="3711641"/>
              <a:ext cx="72990" cy="37114"/>
            </a:xfrm>
            <a:custGeom>
              <a:rect b="b" l="l" r="r" t="t"/>
              <a:pathLst>
                <a:path extrusionOk="0" h="464" w="913">
                  <a:moveTo>
                    <a:pt x="318" y="1"/>
                  </a:moveTo>
                  <a:cubicBezTo>
                    <a:pt x="146" y="1"/>
                    <a:pt x="1" y="65"/>
                    <a:pt x="1" y="65"/>
                  </a:cubicBezTo>
                  <a:cubicBezTo>
                    <a:pt x="1" y="65"/>
                    <a:pt x="123" y="308"/>
                    <a:pt x="366" y="430"/>
                  </a:cubicBezTo>
                  <a:cubicBezTo>
                    <a:pt x="432" y="455"/>
                    <a:pt x="503" y="464"/>
                    <a:pt x="571" y="464"/>
                  </a:cubicBezTo>
                  <a:cubicBezTo>
                    <a:pt x="752" y="464"/>
                    <a:pt x="913" y="399"/>
                    <a:pt x="913" y="399"/>
                  </a:cubicBezTo>
                  <a:cubicBezTo>
                    <a:pt x="913" y="399"/>
                    <a:pt x="791" y="126"/>
                    <a:pt x="518" y="35"/>
                  </a:cubicBezTo>
                  <a:cubicBezTo>
                    <a:pt x="451" y="10"/>
                    <a:pt x="383" y="1"/>
                    <a:pt x="3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7" name="Google Shape;5397;p50"/>
            <p:cNvSpPr/>
            <p:nvPr/>
          </p:nvSpPr>
          <p:spPr>
            <a:xfrm>
              <a:off x="1113060" y="3398330"/>
              <a:ext cx="94815" cy="148377"/>
            </a:xfrm>
            <a:custGeom>
              <a:rect b="b" l="l" r="r" t="t"/>
              <a:pathLst>
                <a:path extrusionOk="0" h="1855" w="1186">
                  <a:moveTo>
                    <a:pt x="243" y="0"/>
                  </a:moveTo>
                  <a:cubicBezTo>
                    <a:pt x="243" y="0"/>
                    <a:pt x="0" y="517"/>
                    <a:pt x="213" y="1064"/>
                  </a:cubicBezTo>
                  <a:cubicBezTo>
                    <a:pt x="395" y="1581"/>
                    <a:pt x="973" y="1854"/>
                    <a:pt x="973" y="1854"/>
                  </a:cubicBezTo>
                  <a:cubicBezTo>
                    <a:pt x="973" y="1854"/>
                    <a:pt x="1185" y="1307"/>
                    <a:pt x="1003" y="791"/>
                  </a:cubicBezTo>
                  <a:cubicBezTo>
                    <a:pt x="821" y="304"/>
                    <a:pt x="243" y="0"/>
                    <a:pt x="24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8" name="Google Shape;5398;p50"/>
            <p:cNvSpPr/>
            <p:nvPr/>
          </p:nvSpPr>
          <p:spPr>
            <a:xfrm>
              <a:off x="758264" y="4468083"/>
              <a:ext cx="136146" cy="124061"/>
            </a:xfrm>
            <a:custGeom>
              <a:rect b="b" l="l" r="r" t="t"/>
              <a:pathLst>
                <a:path extrusionOk="0" h="1551" w="1703">
                  <a:moveTo>
                    <a:pt x="1277" y="0"/>
                  </a:moveTo>
                  <a:cubicBezTo>
                    <a:pt x="1094" y="0"/>
                    <a:pt x="1064" y="213"/>
                    <a:pt x="912" y="213"/>
                  </a:cubicBezTo>
                  <a:cubicBezTo>
                    <a:pt x="882" y="213"/>
                    <a:pt x="851" y="213"/>
                    <a:pt x="791" y="183"/>
                  </a:cubicBezTo>
                  <a:cubicBezTo>
                    <a:pt x="760" y="152"/>
                    <a:pt x="730" y="61"/>
                    <a:pt x="639" y="61"/>
                  </a:cubicBezTo>
                  <a:cubicBezTo>
                    <a:pt x="578" y="61"/>
                    <a:pt x="487" y="152"/>
                    <a:pt x="456" y="213"/>
                  </a:cubicBezTo>
                  <a:cubicBezTo>
                    <a:pt x="426" y="304"/>
                    <a:pt x="456" y="395"/>
                    <a:pt x="456" y="487"/>
                  </a:cubicBezTo>
                  <a:cubicBezTo>
                    <a:pt x="456" y="608"/>
                    <a:pt x="456" y="669"/>
                    <a:pt x="426" y="760"/>
                  </a:cubicBezTo>
                  <a:cubicBezTo>
                    <a:pt x="304" y="882"/>
                    <a:pt x="122" y="851"/>
                    <a:pt x="31" y="1003"/>
                  </a:cubicBezTo>
                  <a:cubicBezTo>
                    <a:pt x="0" y="1125"/>
                    <a:pt x="31" y="1277"/>
                    <a:pt x="122" y="1368"/>
                  </a:cubicBezTo>
                  <a:cubicBezTo>
                    <a:pt x="243" y="1459"/>
                    <a:pt x="335" y="1550"/>
                    <a:pt x="487" y="1550"/>
                  </a:cubicBezTo>
                  <a:lnTo>
                    <a:pt x="791" y="1550"/>
                  </a:lnTo>
                  <a:cubicBezTo>
                    <a:pt x="1064" y="1520"/>
                    <a:pt x="1307" y="1429"/>
                    <a:pt x="1490" y="1155"/>
                  </a:cubicBezTo>
                  <a:cubicBezTo>
                    <a:pt x="1672" y="943"/>
                    <a:pt x="1702" y="639"/>
                    <a:pt x="1642" y="365"/>
                  </a:cubicBezTo>
                  <a:cubicBezTo>
                    <a:pt x="1550" y="213"/>
                    <a:pt x="1490" y="31"/>
                    <a:pt x="127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399" name="Google Shape;5399;p50"/>
          <p:cNvSpPr/>
          <p:nvPr/>
        </p:nvSpPr>
        <p:spPr>
          <a:xfrm>
            <a:off x="0" y="5107500"/>
            <a:ext cx="9144000" cy="36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400" name="Google Shape;5400;p50"/>
          <p:cNvGrpSpPr/>
          <p:nvPr/>
        </p:nvGrpSpPr>
        <p:grpSpPr>
          <a:xfrm>
            <a:off x="0" y="4752988"/>
            <a:ext cx="9144000" cy="354505"/>
            <a:chOff x="0" y="4689888"/>
            <a:chExt cx="9144000" cy="354505"/>
          </a:xfrm>
        </p:grpSpPr>
        <p:grpSp>
          <p:nvGrpSpPr>
            <p:cNvPr id="5401" name="Google Shape;5401;p50"/>
            <p:cNvGrpSpPr/>
            <p:nvPr/>
          </p:nvGrpSpPr>
          <p:grpSpPr>
            <a:xfrm>
              <a:off x="0" y="4793425"/>
              <a:ext cx="9144000" cy="194975"/>
              <a:chOff x="0" y="4789550"/>
              <a:chExt cx="9144000" cy="194975"/>
            </a:xfrm>
          </p:grpSpPr>
          <p:sp>
            <p:nvSpPr>
              <p:cNvPr id="5402" name="Google Shape;5402;p50"/>
              <p:cNvSpPr/>
              <p:nvPr/>
            </p:nvSpPr>
            <p:spPr>
              <a:xfrm>
                <a:off x="0" y="4789550"/>
                <a:ext cx="9144000" cy="360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03" name="Google Shape;5403;p50"/>
              <p:cNvSpPr/>
              <p:nvPr/>
            </p:nvSpPr>
            <p:spPr>
              <a:xfrm>
                <a:off x="0" y="4948525"/>
                <a:ext cx="9144000" cy="360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04" name="Google Shape;5404;p50"/>
            <p:cNvGrpSpPr/>
            <p:nvPr/>
          </p:nvGrpSpPr>
          <p:grpSpPr>
            <a:xfrm>
              <a:off x="28483" y="4689888"/>
              <a:ext cx="9087034" cy="354505"/>
              <a:chOff x="28483" y="4689888"/>
              <a:chExt cx="9087034" cy="354505"/>
            </a:xfrm>
          </p:grpSpPr>
          <p:sp>
            <p:nvSpPr>
              <p:cNvPr id="5405" name="Google Shape;5405;p50"/>
              <p:cNvSpPr/>
              <p:nvPr/>
            </p:nvSpPr>
            <p:spPr>
              <a:xfrm>
                <a:off x="64010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6" y="1"/>
                      <a:pt x="533" y="8"/>
                      <a:pt x="518" y="24"/>
                    </a:cubicBezTo>
                    <a:lnTo>
                      <a:pt x="62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34" y="4431"/>
                      <a:pt x="1065" y="4401"/>
                      <a:pt x="1156" y="4370"/>
                    </a:cubicBezTo>
                    <a:lnTo>
                      <a:pt x="1156" y="601"/>
                    </a:lnTo>
                    <a:lnTo>
                      <a:pt x="1126" y="571"/>
                    </a:lnTo>
                    <a:lnTo>
                      <a:pt x="670" y="24"/>
                    </a:lnTo>
                    <a:cubicBezTo>
                      <a:pt x="639" y="8"/>
                      <a:pt x="609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06" name="Google Shape;5406;p50"/>
              <p:cNvSpPr/>
              <p:nvPr/>
            </p:nvSpPr>
            <p:spPr>
              <a:xfrm>
                <a:off x="79301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3" y="8"/>
                      <a:pt x="517" y="24"/>
                    </a:cubicBezTo>
                    <a:lnTo>
                      <a:pt x="6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34" y="4431"/>
                      <a:pt x="1064" y="4401"/>
                      <a:pt x="1156" y="4370"/>
                    </a:cubicBezTo>
                    <a:lnTo>
                      <a:pt x="1156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9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07" name="Google Shape;5407;p50"/>
              <p:cNvSpPr/>
              <p:nvPr/>
            </p:nvSpPr>
            <p:spPr>
              <a:xfrm>
                <a:off x="94592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2" y="4431"/>
                      <a:pt x="122" y="4431"/>
                    </a:cubicBezTo>
                    <a:lnTo>
                      <a:pt x="1003" y="4431"/>
                    </a:lnTo>
                    <a:cubicBezTo>
                      <a:pt x="103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8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08" name="Google Shape;5408;p50"/>
              <p:cNvSpPr/>
              <p:nvPr/>
            </p:nvSpPr>
            <p:spPr>
              <a:xfrm>
                <a:off x="109882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1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1" y="4431"/>
                      <a:pt x="122" y="4431"/>
                    </a:cubicBezTo>
                    <a:lnTo>
                      <a:pt x="1003" y="4431"/>
                    </a:lnTo>
                    <a:cubicBezTo>
                      <a:pt x="106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8" y="8"/>
                      <a:pt x="608" y="1"/>
                      <a:pt x="58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09" name="Google Shape;5409;p50"/>
              <p:cNvSpPr/>
              <p:nvPr/>
            </p:nvSpPr>
            <p:spPr>
              <a:xfrm>
                <a:off x="1251735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04" y="4431"/>
                      <a:pt x="103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10" name="Google Shape;5410;p50"/>
              <p:cNvSpPr/>
              <p:nvPr/>
            </p:nvSpPr>
            <p:spPr>
              <a:xfrm>
                <a:off x="1402243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11" name="Google Shape;5411;p50"/>
              <p:cNvSpPr/>
              <p:nvPr/>
            </p:nvSpPr>
            <p:spPr>
              <a:xfrm>
                <a:off x="1552751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64" y="4431"/>
                      <a:pt x="109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12" name="Google Shape;5412;p50"/>
              <p:cNvSpPr/>
              <p:nvPr/>
            </p:nvSpPr>
            <p:spPr>
              <a:xfrm>
                <a:off x="751362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13" name="Google Shape;5413;p50"/>
              <p:cNvSpPr/>
              <p:nvPr/>
            </p:nvSpPr>
            <p:spPr>
              <a:xfrm>
                <a:off x="7666529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3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14" name="Google Shape;5414;p50"/>
              <p:cNvSpPr/>
              <p:nvPr/>
            </p:nvSpPr>
            <p:spPr>
              <a:xfrm>
                <a:off x="7816957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15" name="Google Shape;5415;p50"/>
              <p:cNvSpPr/>
              <p:nvPr/>
            </p:nvSpPr>
            <p:spPr>
              <a:xfrm>
                <a:off x="796738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2" y="4431"/>
                      <a:pt x="122" y="4431"/>
                    </a:cubicBezTo>
                    <a:lnTo>
                      <a:pt x="1003" y="4431"/>
                    </a:lnTo>
                    <a:cubicBezTo>
                      <a:pt x="103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8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16" name="Google Shape;5416;p50"/>
              <p:cNvSpPr/>
              <p:nvPr/>
            </p:nvSpPr>
            <p:spPr>
              <a:xfrm>
                <a:off x="812029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93" y="1"/>
                    </a:moveTo>
                    <a:cubicBezTo>
                      <a:pt x="562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1" y="4431"/>
                      <a:pt x="122" y="4431"/>
                    </a:cubicBezTo>
                    <a:lnTo>
                      <a:pt x="1003" y="4431"/>
                    </a:lnTo>
                    <a:cubicBezTo>
                      <a:pt x="106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54" y="8"/>
                      <a:pt x="623" y="1"/>
                      <a:pt x="59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17" name="Google Shape;5417;p50"/>
              <p:cNvSpPr/>
              <p:nvPr/>
            </p:nvSpPr>
            <p:spPr>
              <a:xfrm>
                <a:off x="8273198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1" y="4431"/>
                      <a:pt x="122" y="4431"/>
                    </a:cubicBezTo>
                    <a:lnTo>
                      <a:pt x="973" y="4431"/>
                    </a:lnTo>
                    <a:cubicBezTo>
                      <a:pt x="1034" y="4431"/>
                      <a:pt x="1065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18" name="Google Shape;5418;p50"/>
              <p:cNvSpPr/>
              <p:nvPr/>
            </p:nvSpPr>
            <p:spPr>
              <a:xfrm>
                <a:off x="8423706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34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19" name="Google Shape;5419;p50"/>
              <p:cNvSpPr/>
              <p:nvPr/>
            </p:nvSpPr>
            <p:spPr>
              <a:xfrm>
                <a:off x="8574214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64" y="4431"/>
                      <a:pt x="109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20" name="Google Shape;5420;p50"/>
              <p:cNvSpPr/>
              <p:nvPr/>
            </p:nvSpPr>
            <p:spPr>
              <a:xfrm>
                <a:off x="8724643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2" y="4431"/>
                      <a:pt x="122" y="4431"/>
                    </a:cubicBezTo>
                    <a:lnTo>
                      <a:pt x="974" y="4431"/>
                    </a:lnTo>
                    <a:cubicBezTo>
                      <a:pt x="1065" y="4431"/>
                      <a:pt x="1095" y="4401"/>
                      <a:pt x="1126" y="4370"/>
                    </a:cubicBezTo>
                    <a:lnTo>
                      <a:pt x="112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4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21" name="Google Shape;5421;p50"/>
              <p:cNvSpPr/>
              <p:nvPr/>
            </p:nvSpPr>
            <p:spPr>
              <a:xfrm>
                <a:off x="8875151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74" y="1"/>
                    </a:moveTo>
                    <a:cubicBezTo>
                      <a:pt x="547" y="1"/>
                      <a:pt x="517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122" y="4431"/>
                    </a:cubicBezTo>
                    <a:lnTo>
                      <a:pt x="1003" y="4431"/>
                    </a:lnTo>
                    <a:cubicBezTo>
                      <a:pt x="103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600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22" name="Google Shape;5422;p50"/>
              <p:cNvSpPr/>
              <p:nvPr/>
            </p:nvSpPr>
            <p:spPr>
              <a:xfrm>
                <a:off x="736071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23" name="Google Shape;5423;p50"/>
              <p:cNvSpPr/>
              <p:nvPr/>
            </p:nvSpPr>
            <p:spPr>
              <a:xfrm>
                <a:off x="720781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24" name="Google Shape;5424;p50"/>
              <p:cNvSpPr/>
              <p:nvPr/>
            </p:nvSpPr>
            <p:spPr>
              <a:xfrm>
                <a:off x="705490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25" name="Google Shape;5425;p50"/>
              <p:cNvSpPr/>
              <p:nvPr/>
            </p:nvSpPr>
            <p:spPr>
              <a:xfrm>
                <a:off x="690199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26" name="Google Shape;5426;p50"/>
              <p:cNvSpPr/>
              <p:nvPr/>
            </p:nvSpPr>
            <p:spPr>
              <a:xfrm>
                <a:off x="674909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27" name="Google Shape;5427;p50"/>
              <p:cNvSpPr/>
              <p:nvPr/>
            </p:nvSpPr>
            <p:spPr>
              <a:xfrm>
                <a:off x="659618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28" name="Google Shape;5428;p50"/>
              <p:cNvSpPr/>
              <p:nvPr/>
            </p:nvSpPr>
            <p:spPr>
              <a:xfrm>
                <a:off x="644327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29" name="Google Shape;5429;p50"/>
              <p:cNvSpPr/>
              <p:nvPr/>
            </p:nvSpPr>
            <p:spPr>
              <a:xfrm>
                <a:off x="629037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30" name="Google Shape;5430;p50"/>
              <p:cNvSpPr/>
              <p:nvPr/>
            </p:nvSpPr>
            <p:spPr>
              <a:xfrm>
                <a:off x="613746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31" name="Google Shape;5431;p50"/>
              <p:cNvSpPr/>
              <p:nvPr/>
            </p:nvSpPr>
            <p:spPr>
              <a:xfrm>
                <a:off x="598455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32" name="Google Shape;5432;p50"/>
              <p:cNvSpPr/>
              <p:nvPr/>
            </p:nvSpPr>
            <p:spPr>
              <a:xfrm>
                <a:off x="583165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33" name="Google Shape;5433;p50"/>
              <p:cNvSpPr/>
              <p:nvPr/>
            </p:nvSpPr>
            <p:spPr>
              <a:xfrm>
                <a:off x="567874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34" name="Google Shape;5434;p50"/>
              <p:cNvSpPr/>
              <p:nvPr/>
            </p:nvSpPr>
            <p:spPr>
              <a:xfrm>
                <a:off x="552583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35" name="Google Shape;5435;p50"/>
              <p:cNvSpPr/>
              <p:nvPr/>
            </p:nvSpPr>
            <p:spPr>
              <a:xfrm>
                <a:off x="537293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36" name="Google Shape;5436;p50"/>
              <p:cNvSpPr/>
              <p:nvPr/>
            </p:nvSpPr>
            <p:spPr>
              <a:xfrm>
                <a:off x="522002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37" name="Google Shape;5437;p50"/>
              <p:cNvSpPr/>
              <p:nvPr/>
            </p:nvSpPr>
            <p:spPr>
              <a:xfrm>
                <a:off x="506712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38" name="Google Shape;5438;p50"/>
              <p:cNvSpPr/>
              <p:nvPr/>
            </p:nvSpPr>
            <p:spPr>
              <a:xfrm>
                <a:off x="491421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39" name="Google Shape;5439;p50"/>
              <p:cNvSpPr/>
              <p:nvPr/>
            </p:nvSpPr>
            <p:spPr>
              <a:xfrm>
                <a:off x="476130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40" name="Google Shape;5440;p50"/>
              <p:cNvSpPr/>
              <p:nvPr/>
            </p:nvSpPr>
            <p:spPr>
              <a:xfrm>
                <a:off x="460840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41" name="Google Shape;5441;p50"/>
              <p:cNvSpPr/>
              <p:nvPr/>
            </p:nvSpPr>
            <p:spPr>
              <a:xfrm>
                <a:off x="445549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42" name="Google Shape;5442;p50"/>
              <p:cNvSpPr/>
              <p:nvPr/>
            </p:nvSpPr>
            <p:spPr>
              <a:xfrm>
                <a:off x="430258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43" name="Google Shape;5443;p50"/>
              <p:cNvSpPr/>
              <p:nvPr/>
            </p:nvSpPr>
            <p:spPr>
              <a:xfrm>
                <a:off x="414968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44" name="Google Shape;5444;p50"/>
              <p:cNvSpPr/>
              <p:nvPr/>
            </p:nvSpPr>
            <p:spPr>
              <a:xfrm>
                <a:off x="399677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45" name="Google Shape;5445;p50"/>
              <p:cNvSpPr/>
              <p:nvPr/>
            </p:nvSpPr>
            <p:spPr>
              <a:xfrm>
                <a:off x="384386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46" name="Google Shape;5446;p50"/>
              <p:cNvSpPr/>
              <p:nvPr/>
            </p:nvSpPr>
            <p:spPr>
              <a:xfrm>
                <a:off x="369096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47" name="Google Shape;5447;p50"/>
              <p:cNvSpPr/>
              <p:nvPr/>
            </p:nvSpPr>
            <p:spPr>
              <a:xfrm>
                <a:off x="353805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48" name="Google Shape;5448;p50"/>
              <p:cNvSpPr/>
              <p:nvPr/>
            </p:nvSpPr>
            <p:spPr>
              <a:xfrm>
                <a:off x="338514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49" name="Google Shape;5449;p50"/>
              <p:cNvSpPr/>
              <p:nvPr/>
            </p:nvSpPr>
            <p:spPr>
              <a:xfrm>
                <a:off x="323224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50" name="Google Shape;5450;p50"/>
              <p:cNvSpPr/>
              <p:nvPr/>
            </p:nvSpPr>
            <p:spPr>
              <a:xfrm>
                <a:off x="307933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51" name="Google Shape;5451;p50"/>
              <p:cNvSpPr/>
              <p:nvPr/>
            </p:nvSpPr>
            <p:spPr>
              <a:xfrm>
                <a:off x="292643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52" name="Google Shape;5452;p50"/>
              <p:cNvSpPr/>
              <p:nvPr/>
            </p:nvSpPr>
            <p:spPr>
              <a:xfrm>
                <a:off x="277352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53" name="Google Shape;5453;p50"/>
              <p:cNvSpPr/>
              <p:nvPr/>
            </p:nvSpPr>
            <p:spPr>
              <a:xfrm>
                <a:off x="262061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54" name="Google Shape;5454;p50"/>
              <p:cNvSpPr/>
              <p:nvPr/>
            </p:nvSpPr>
            <p:spPr>
              <a:xfrm>
                <a:off x="246771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55" name="Google Shape;5455;p50"/>
              <p:cNvSpPr/>
              <p:nvPr/>
            </p:nvSpPr>
            <p:spPr>
              <a:xfrm>
                <a:off x="231480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56" name="Google Shape;5456;p50"/>
              <p:cNvSpPr/>
              <p:nvPr/>
            </p:nvSpPr>
            <p:spPr>
              <a:xfrm>
                <a:off x="216189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57" name="Google Shape;5457;p50"/>
              <p:cNvSpPr/>
              <p:nvPr/>
            </p:nvSpPr>
            <p:spPr>
              <a:xfrm>
                <a:off x="200899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58" name="Google Shape;5458;p50"/>
              <p:cNvSpPr/>
              <p:nvPr/>
            </p:nvSpPr>
            <p:spPr>
              <a:xfrm>
                <a:off x="185608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59" name="Google Shape;5459;p50"/>
              <p:cNvSpPr/>
              <p:nvPr/>
            </p:nvSpPr>
            <p:spPr>
              <a:xfrm>
                <a:off x="170317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60" name="Google Shape;5460;p50"/>
              <p:cNvSpPr/>
              <p:nvPr/>
            </p:nvSpPr>
            <p:spPr>
              <a:xfrm>
                <a:off x="48720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61" name="Google Shape;5461;p50"/>
              <p:cNvSpPr/>
              <p:nvPr/>
            </p:nvSpPr>
            <p:spPr>
              <a:xfrm>
                <a:off x="33429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62" name="Google Shape;5462;p50"/>
              <p:cNvSpPr/>
              <p:nvPr/>
            </p:nvSpPr>
            <p:spPr>
              <a:xfrm>
                <a:off x="18139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63" name="Google Shape;5463;p50"/>
              <p:cNvSpPr/>
              <p:nvPr/>
            </p:nvSpPr>
            <p:spPr>
              <a:xfrm>
                <a:off x="2848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64" name="Google Shape;5464;p50"/>
              <p:cNvSpPr/>
              <p:nvPr/>
            </p:nvSpPr>
            <p:spPr>
              <a:xfrm>
                <a:off x="9025579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74" y="1"/>
                    </a:moveTo>
                    <a:cubicBezTo>
                      <a:pt x="547" y="1"/>
                      <a:pt x="517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122" y="4431"/>
                    </a:cubicBezTo>
                    <a:lnTo>
                      <a:pt x="1003" y="4431"/>
                    </a:lnTo>
                    <a:cubicBezTo>
                      <a:pt x="103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600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68" name="Shape 5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69" name="Google Shape;5469;p52"/>
          <p:cNvGrpSpPr/>
          <p:nvPr/>
        </p:nvGrpSpPr>
        <p:grpSpPr>
          <a:xfrm>
            <a:off x="-15975" y="-52"/>
            <a:ext cx="9175950" cy="5143406"/>
            <a:chOff x="-15975" y="-52"/>
            <a:chExt cx="9175950" cy="5143406"/>
          </a:xfrm>
        </p:grpSpPr>
        <p:sp>
          <p:nvSpPr>
            <p:cNvPr id="5470" name="Google Shape;5470;p52"/>
            <p:cNvSpPr/>
            <p:nvPr/>
          </p:nvSpPr>
          <p:spPr>
            <a:xfrm rot="5400000">
              <a:off x="4570450" y="-378255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1" name="Google Shape;5471;p52"/>
            <p:cNvSpPr/>
            <p:nvPr/>
          </p:nvSpPr>
          <p:spPr>
            <a:xfrm rot="5400000">
              <a:off x="4570450" y="-276311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2" name="Google Shape;5472;p52"/>
            <p:cNvSpPr/>
            <p:nvPr/>
          </p:nvSpPr>
          <p:spPr>
            <a:xfrm rot="5400000">
              <a:off x="4570450" y="-174368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3" name="Google Shape;5473;p52"/>
            <p:cNvSpPr/>
            <p:nvPr/>
          </p:nvSpPr>
          <p:spPr>
            <a:xfrm rot="5400000">
              <a:off x="4570450" y="-72425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4" name="Google Shape;5474;p52"/>
            <p:cNvSpPr/>
            <p:nvPr/>
          </p:nvSpPr>
          <p:spPr>
            <a:xfrm rot="5400000">
              <a:off x="4570450" y="295184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5" name="Google Shape;5475;p52"/>
            <p:cNvSpPr/>
            <p:nvPr/>
          </p:nvSpPr>
          <p:spPr>
            <a:xfrm rot="5400000">
              <a:off x="4570450" y="-429226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6" name="Google Shape;5476;p52"/>
            <p:cNvSpPr/>
            <p:nvPr/>
          </p:nvSpPr>
          <p:spPr>
            <a:xfrm rot="5400000">
              <a:off x="4570450" y="-327283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7" name="Google Shape;5477;p52"/>
            <p:cNvSpPr/>
            <p:nvPr/>
          </p:nvSpPr>
          <p:spPr>
            <a:xfrm rot="5400000">
              <a:off x="4570450" y="-225340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8" name="Google Shape;5478;p52"/>
            <p:cNvSpPr/>
            <p:nvPr/>
          </p:nvSpPr>
          <p:spPr>
            <a:xfrm rot="5400000">
              <a:off x="4570450" y="-123396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9" name="Google Shape;5479;p52"/>
            <p:cNvSpPr/>
            <p:nvPr/>
          </p:nvSpPr>
          <p:spPr>
            <a:xfrm rot="5400000">
              <a:off x="4570450" y="-21453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0" name="Google Shape;5480;p52"/>
            <p:cNvSpPr/>
            <p:nvPr/>
          </p:nvSpPr>
          <p:spPr>
            <a:xfrm>
              <a:off x="5081305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1" name="Google Shape;5481;p52"/>
            <p:cNvSpPr/>
            <p:nvPr/>
          </p:nvSpPr>
          <p:spPr>
            <a:xfrm>
              <a:off x="6100964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2" name="Google Shape;5482;p52"/>
            <p:cNvSpPr/>
            <p:nvPr/>
          </p:nvSpPr>
          <p:spPr>
            <a:xfrm>
              <a:off x="7120623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3" name="Google Shape;5483;p52"/>
            <p:cNvSpPr/>
            <p:nvPr/>
          </p:nvSpPr>
          <p:spPr>
            <a:xfrm>
              <a:off x="8140282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4" name="Google Shape;5484;p52"/>
            <p:cNvSpPr/>
            <p:nvPr/>
          </p:nvSpPr>
          <p:spPr>
            <a:xfrm>
              <a:off x="5591134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5" name="Google Shape;5485;p52"/>
            <p:cNvSpPr/>
            <p:nvPr/>
          </p:nvSpPr>
          <p:spPr>
            <a:xfrm>
              <a:off x="6610793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6" name="Google Shape;5486;p52"/>
            <p:cNvSpPr/>
            <p:nvPr/>
          </p:nvSpPr>
          <p:spPr>
            <a:xfrm>
              <a:off x="7630452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7" name="Google Shape;5487;p52"/>
            <p:cNvSpPr/>
            <p:nvPr/>
          </p:nvSpPr>
          <p:spPr>
            <a:xfrm>
              <a:off x="8650111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488" name="Google Shape;5488;p52"/>
            <p:cNvGrpSpPr/>
            <p:nvPr/>
          </p:nvGrpSpPr>
          <p:grpSpPr>
            <a:xfrm>
              <a:off x="-15975" y="-52"/>
              <a:ext cx="4587484" cy="5143406"/>
              <a:chOff x="-9275" y="-1994782"/>
              <a:chExt cx="4587484" cy="9140583"/>
            </a:xfrm>
          </p:grpSpPr>
          <p:sp>
            <p:nvSpPr>
              <p:cNvPr id="5489" name="Google Shape;5489;p52"/>
              <p:cNvSpPr/>
              <p:nvPr/>
            </p:nvSpPr>
            <p:spPr>
              <a:xfrm>
                <a:off x="50044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90" name="Google Shape;5490;p52"/>
              <p:cNvSpPr/>
              <p:nvPr/>
            </p:nvSpPr>
            <p:spPr>
              <a:xfrm>
                <a:off x="15198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91" name="Google Shape;5491;p52"/>
              <p:cNvSpPr/>
              <p:nvPr/>
            </p:nvSpPr>
            <p:spPr>
              <a:xfrm>
                <a:off x="253930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92" name="Google Shape;5492;p52"/>
              <p:cNvSpPr/>
              <p:nvPr/>
            </p:nvSpPr>
            <p:spPr>
              <a:xfrm>
                <a:off x="355874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93" name="Google Shape;5493;p52"/>
              <p:cNvSpPr/>
              <p:nvPr/>
            </p:nvSpPr>
            <p:spPr>
              <a:xfrm>
                <a:off x="45781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94" name="Google Shape;5494;p52"/>
              <p:cNvSpPr/>
              <p:nvPr/>
            </p:nvSpPr>
            <p:spPr>
              <a:xfrm>
                <a:off x="101015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95" name="Google Shape;5495;p52"/>
              <p:cNvSpPr/>
              <p:nvPr/>
            </p:nvSpPr>
            <p:spPr>
              <a:xfrm>
                <a:off x="202959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96" name="Google Shape;5496;p52"/>
              <p:cNvSpPr/>
              <p:nvPr/>
            </p:nvSpPr>
            <p:spPr>
              <a:xfrm>
                <a:off x="304902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97" name="Google Shape;5497;p52"/>
              <p:cNvSpPr/>
              <p:nvPr/>
            </p:nvSpPr>
            <p:spPr>
              <a:xfrm>
                <a:off x="406845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98" name="Google Shape;5498;p52"/>
              <p:cNvSpPr/>
              <p:nvPr/>
            </p:nvSpPr>
            <p:spPr>
              <a:xfrm>
                <a:off x="-92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5499" name="Google Shape;5499;p52"/>
            <p:cNvSpPr/>
            <p:nvPr/>
          </p:nvSpPr>
          <p:spPr>
            <a:xfrm>
              <a:off x="9159941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500" name="Google Shape;5500;p52"/>
          <p:cNvSpPr/>
          <p:nvPr/>
        </p:nvSpPr>
        <p:spPr>
          <a:xfrm>
            <a:off x="0" y="-100"/>
            <a:ext cx="9144000" cy="5143500"/>
          </a:xfrm>
          <a:prstGeom prst="rect">
            <a:avLst/>
          </a:prstGeom>
          <a:solidFill>
            <a:srgbClr val="D6E3EA">
              <a:alpha val="398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501" name="Google Shape;5501;p52"/>
          <p:cNvGrpSpPr/>
          <p:nvPr/>
        </p:nvGrpSpPr>
        <p:grpSpPr>
          <a:xfrm flipH="1">
            <a:off x="0" y="3998946"/>
            <a:ext cx="1496970" cy="1108547"/>
            <a:chOff x="7609470" y="3938246"/>
            <a:chExt cx="1496970" cy="1108547"/>
          </a:xfrm>
        </p:grpSpPr>
        <p:sp>
          <p:nvSpPr>
            <p:cNvPr id="5502" name="Google Shape;5502;p52"/>
            <p:cNvSpPr/>
            <p:nvPr/>
          </p:nvSpPr>
          <p:spPr>
            <a:xfrm flipH="1">
              <a:off x="7609470" y="3938246"/>
              <a:ext cx="1494572" cy="1108547"/>
            </a:xfrm>
            <a:custGeom>
              <a:rect b="b" l="l" r="r" t="t"/>
              <a:pathLst>
                <a:path extrusionOk="0" h="13859" w="18695">
                  <a:moveTo>
                    <a:pt x="1447" y="0"/>
                  </a:moveTo>
                  <a:cubicBezTo>
                    <a:pt x="1061" y="0"/>
                    <a:pt x="617" y="130"/>
                    <a:pt x="122" y="424"/>
                  </a:cubicBezTo>
                  <a:cubicBezTo>
                    <a:pt x="92" y="424"/>
                    <a:pt x="61" y="454"/>
                    <a:pt x="1" y="454"/>
                  </a:cubicBezTo>
                  <a:lnTo>
                    <a:pt x="1" y="13858"/>
                  </a:lnTo>
                  <a:lnTo>
                    <a:pt x="18694" y="13858"/>
                  </a:lnTo>
                  <a:cubicBezTo>
                    <a:pt x="18451" y="13038"/>
                    <a:pt x="17752" y="12339"/>
                    <a:pt x="16992" y="12035"/>
                  </a:cubicBezTo>
                  <a:cubicBezTo>
                    <a:pt x="16604" y="11877"/>
                    <a:pt x="16196" y="11814"/>
                    <a:pt x="15780" y="11814"/>
                  </a:cubicBezTo>
                  <a:cubicBezTo>
                    <a:pt x="15320" y="11814"/>
                    <a:pt x="14850" y="11891"/>
                    <a:pt x="14389" y="12002"/>
                  </a:cubicBezTo>
                  <a:lnTo>
                    <a:pt x="14389" y="12002"/>
                  </a:lnTo>
                  <a:cubicBezTo>
                    <a:pt x="14540" y="11959"/>
                    <a:pt x="14746" y="11667"/>
                    <a:pt x="14864" y="11548"/>
                  </a:cubicBezTo>
                  <a:cubicBezTo>
                    <a:pt x="15138" y="11244"/>
                    <a:pt x="15351" y="10940"/>
                    <a:pt x="15411" y="10576"/>
                  </a:cubicBezTo>
                  <a:cubicBezTo>
                    <a:pt x="15472" y="10120"/>
                    <a:pt x="15320" y="9664"/>
                    <a:pt x="15047" y="9299"/>
                  </a:cubicBezTo>
                  <a:cubicBezTo>
                    <a:pt x="14653" y="8827"/>
                    <a:pt x="14011" y="8581"/>
                    <a:pt x="13374" y="8581"/>
                  </a:cubicBezTo>
                  <a:cubicBezTo>
                    <a:pt x="13272" y="8581"/>
                    <a:pt x="13171" y="8588"/>
                    <a:pt x="13071" y="8600"/>
                  </a:cubicBezTo>
                  <a:lnTo>
                    <a:pt x="12980" y="8600"/>
                  </a:lnTo>
                  <a:cubicBezTo>
                    <a:pt x="12828" y="8630"/>
                    <a:pt x="12706" y="8630"/>
                    <a:pt x="12554" y="8691"/>
                  </a:cubicBezTo>
                  <a:cubicBezTo>
                    <a:pt x="12213" y="8835"/>
                    <a:pt x="11894" y="9021"/>
                    <a:pt x="11601" y="9243"/>
                  </a:cubicBezTo>
                  <a:lnTo>
                    <a:pt x="11601" y="9243"/>
                  </a:lnTo>
                  <a:cubicBezTo>
                    <a:pt x="11894" y="8923"/>
                    <a:pt x="12183" y="8555"/>
                    <a:pt x="12311" y="8235"/>
                  </a:cubicBezTo>
                  <a:cubicBezTo>
                    <a:pt x="13246" y="6312"/>
                    <a:pt x="11645" y="3636"/>
                    <a:pt x="9345" y="3636"/>
                  </a:cubicBezTo>
                  <a:cubicBezTo>
                    <a:pt x="9028" y="3636"/>
                    <a:pt x="8698" y="3687"/>
                    <a:pt x="8359" y="3798"/>
                  </a:cubicBezTo>
                  <a:cubicBezTo>
                    <a:pt x="7436" y="4182"/>
                    <a:pt x="6643" y="4956"/>
                    <a:pt x="6052" y="5864"/>
                  </a:cubicBezTo>
                  <a:lnTo>
                    <a:pt x="6052" y="5864"/>
                  </a:lnTo>
                  <a:cubicBezTo>
                    <a:pt x="7044" y="3936"/>
                    <a:pt x="6013" y="2566"/>
                    <a:pt x="4822" y="2566"/>
                  </a:cubicBezTo>
                  <a:cubicBezTo>
                    <a:pt x="4146" y="2566"/>
                    <a:pt x="3418" y="3008"/>
                    <a:pt x="2979" y="4041"/>
                  </a:cubicBezTo>
                  <a:cubicBezTo>
                    <a:pt x="3611" y="2050"/>
                    <a:pt x="2981" y="0"/>
                    <a:pt x="144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3" name="Google Shape;5503;p52"/>
            <p:cNvSpPr/>
            <p:nvPr/>
          </p:nvSpPr>
          <p:spPr>
            <a:xfrm flipH="1">
              <a:off x="8221849" y="4367699"/>
              <a:ext cx="884591" cy="679094"/>
            </a:xfrm>
            <a:custGeom>
              <a:rect b="b" l="l" r="r" t="t"/>
              <a:pathLst>
                <a:path extrusionOk="0" h="8490" w="11065">
                  <a:moveTo>
                    <a:pt x="486" y="1"/>
                  </a:moveTo>
                  <a:cubicBezTo>
                    <a:pt x="321" y="1"/>
                    <a:pt x="157" y="33"/>
                    <a:pt x="0" y="100"/>
                  </a:cubicBezTo>
                  <a:lnTo>
                    <a:pt x="0" y="8489"/>
                  </a:lnTo>
                  <a:lnTo>
                    <a:pt x="11064" y="8489"/>
                  </a:lnTo>
                  <a:cubicBezTo>
                    <a:pt x="10912" y="8003"/>
                    <a:pt x="10487" y="7578"/>
                    <a:pt x="10031" y="7426"/>
                  </a:cubicBezTo>
                  <a:cubicBezTo>
                    <a:pt x="9799" y="7339"/>
                    <a:pt x="9553" y="7300"/>
                    <a:pt x="9303" y="7300"/>
                  </a:cubicBezTo>
                  <a:cubicBezTo>
                    <a:pt x="9029" y="7300"/>
                    <a:pt x="8751" y="7346"/>
                    <a:pt x="8481" y="7426"/>
                  </a:cubicBezTo>
                  <a:cubicBezTo>
                    <a:pt x="8754" y="6939"/>
                    <a:pt x="8389" y="6271"/>
                    <a:pt x="7903" y="6058"/>
                  </a:cubicBezTo>
                  <a:cubicBezTo>
                    <a:pt x="7756" y="6003"/>
                    <a:pt x="7601" y="5978"/>
                    <a:pt x="7444" y="5978"/>
                  </a:cubicBezTo>
                  <a:cubicBezTo>
                    <a:pt x="7152" y="5978"/>
                    <a:pt x="6851" y="6063"/>
                    <a:pt x="6580" y="6195"/>
                  </a:cubicBezTo>
                  <a:lnTo>
                    <a:pt x="6580" y="6195"/>
                  </a:lnTo>
                  <a:cubicBezTo>
                    <a:pt x="6903" y="5981"/>
                    <a:pt x="7137" y="5620"/>
                    <a:pt x="7265" y="5237"/>
                  </a:cubicBezTo>
                  <a:cubicBezTo>
                    <a:pt x="7801" y="4084"/>
                    <a:pt x="6846" y="2504"/>
                    <a:pt x="5507" y="2504"/>
                  </a:cubicBezTo>
                  <a:cubicBezTo>
                    <a:pt x="5329" y="2504"/>
                    <a:pt x="5144" y="2532"/>
                    <a:pt x="4955" y="2593"/>
                  </a:cubicBezTo>
                  <a:cubicBezTo>
                    <a:pt x="4359" y="2836"/>
                    <a:pt x="3885" y="3321"/>
                    <a:pt x="3509" y="3896"/>
                  </a:cubicBezTo>
                  <a:lnTo>
                    <a:pt x="3509" y="3896"/>
                  </a:lnTo>
                  <a:cubicBezTo>
                    <a:pt x="4180" y="2709"/>
                    <a:pt x="3551" y="1867"/>
                    <a:pt x="2823" y="1867"/>
                  </a:cubicBezTo>
                  <a:cubicBezTo>
                    <a:pt x="2423" y="1867"/>
                    <a:pt x="1993" y="2122"/>
                    <a:pt x="1733" y="2714"/>
                  </a:cubicBezTo>
                  <a:cubicBezTo>
                    <a:pt x="2381" y="1081"/>
                    <a:pt x="1437" y="1"/>
                    <a:pt x="4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4" name="Google Shape;5504;p52"/>
            <p:cNvSpPr/>
            <p:nvPr/>
          </p:nvSpPr>
          <p:spPr>
            <a:xfrm flipH="1">
              <a:off x="8165967" y="4144614"/>
              <a:ext cx="82743" cy="75988"/>
            </a:xfrm>
            <a:custGeom>
              <a:rect b="b" l="l" r="r" t="t"/>
              <a:pathLst>
                <a:path extrusionOk="0" h="950" w="1035">
                  <a:moveTo>
                    <a:pt x="998" y="1"/>
                  </a:moveTo>
                  <a:cubicBezTo>
                    <a:pt x="894" y="1"/>
                    <a:pt x="584" y="21"/>
                    <a:pt x="335" y="245"/>
                  </a:cubicBezTo>
                  <a:cubicBezTo>
                    <a:pt x="31" y="488"/>
                    <a:pt x="1" y="944"/>
                    <a:pt x="1" y="944"/>
                  </a:cubicBezTo>
                  <a:cubicBezTo>
                    <a:pt x="1" y="944"/>
                    <a:pt x="38" y="950"/>
                    <a:pt x="99" y="950"/>
                  </a:cubicBezTo>
                  <a:cubicBezTo>
                    <a:pt x="235" y="950"/>
                    <a:pt x="490" y="921"/>
                    <a:pt x="700" y="731"/>
                  </a:cubicBezTo>
                  <a:cubicBezTo>
                    <a:pt x="1004" y="458"/>
                    <a:pt x="1034" y="2"/>
                    <a:pt x="1034" y="2"/>
                  </a:cubicBezTo>
                  <a:cubicBezTo>
                    <a:pt x="1034" y="2"/>
                    <a:pt x="1021" y="1"/>
                    <a:pt x="99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5" name="Google Shape;5505;p52"/>
            <p:cNvSpPr/>
            <p:nvPr/>
          </p:nvSpPr>
          <p:spPr>
            <a:xfrm flipH="1">
              <a:off x="8853654" y="4378097"/>
              <a:ext cx="82743" cy="116782"/>
            </a:xfrm>
            <a:custGeom>
              <a:rect b="b" l="l" r="r" t="t"/>
              <a:pathLst>
                <a:path extrusionOk="0" h="1460" w="1035">
                  <a:moveTo>
                    <a:pt x="913" y="1"/>
                  </a:moveTo>
                  <a:lnTo>
                    <a:pt x="913" y="1"/>
                  </a:lnTo>
                  <a:cubicBezTo>
                    <a:pt x="913" y="1"/>
                    <a:pt x="457" y="153"/>
                    <a:pt x="244" y="548"/>
                  </a:cubicBezTo>
                  <a:cubicBezTo>
                    <a:pt x="1" y="913"/>
                    <a:pt x="123" y="1460"/>
                    <a:pt x="123" y="1460"/>
                  </a:cubicBezTo>
                  <a:cubicBezTo>
                    <a:pt x="123" y="1460"/>
                    <a:pt x="578" y="1308"/>
                    <a:pt x="791" y="913"/>
                  </a:cubicBezTo>
                  <a:cubicBezTo>
                    <a:pt x="1034" y="548"/>
                    <a:pt x="913" y="1"/>
                    <a:pt x="9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6" name="Google Shape;5506;p52"/>
            <p:cNvSpPr/>
            <p:nvPr/>
          </p:nvSpPr>
          <p:spPr>
            <a:xfrm flipH="1">
              <a:off x="8255906" y="4047429"/>
              <a:ext cx="77786" cy="165414"/>
            </a:xfrm>
            <a:custGeom>
              <a:rect b="b" l="l" r="r" t="t"/>
              <a:pathLst>
                <a:path extrusionOk="0" h="2068" w="973">
                  <a:moveTo>
                    <a:pt x="243" y="1"/>
                  </a:moveTo>
                  <a:cubicBezTo>
                    <a:pt x="243" y="1"/>
                    <a:pt x="0" y="578"/>
                    <a:pt x="91" y="1156"/>
                  </a:cubicBezTo>
                  <a:cubicBezTo>
                    <a:pt x="213" y="1703"/>
                    <a:pt x="699" y="2068"/>
                    <a:pt x="699" y="2068"/>
                  </a:cubicBezTo>
                  <a:cubicBezTo>
                    <a:pt x="699" y="2068"/>
                    <a:pt x="973" y="1490"/>
                    <a:pt x="851" y="913"/>
                  </a:cubicBezTo>
                  <a:cubicBezTo>
                    <a:pt x="760" y="335"/>
                    <a:pt x="243" y="1"/>
                    <a:pt x="2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507" name="Google Shape;5507;p52"/>
          <p:cNvGrpSpPr/>
          <p:nvPr/>
        </p:nvGrpSpPr>
        <p:grpSpPr>
          <a:xfrm>
            <a:off x="0" y="4752988"/>
            <a:ext cx="9144000" cy="354505"/>
            <a:chOff x="0" y="4689888"/>
            <a:chExt cx="9144000" cy="354505"/>
          </a:xfrm>
        </p:grpSpPr>
        <p:grpSp>
          <p:nvGrpSpPr>
            <p:cNvPr id="5508" name="Google Shape;5508;p52"/>
            <p:cNvGrpSpPr/>
            <p:nvPr/>
          </p:nvGrpSpPr>
          <p:grpSpPr>
            <a:xfrm>
              <a:off x="0" y="4793425"/>
              <a:ext cx="9144000" cy="194975"/>
              <a:chOff x="0" y="4789550"/>
              <a:chExt cx="9144000" cy="194975"/>
            </a:xfrm>
          </p:grpSpPr>
          <p:sp>
            <p:nvSpPr>
              <p:cNvPr id="5509" name="Google Shape;5509;p52"/>
              <p:cNvSpPr/>
              <p:nvPr/>
            </p:nvSpPr>
            <p:spPr>
              <a:xfrm>
                <a:off x="0" y="4789550"/>
                <a:ext cx="9144000" cy="360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10" name="Google Shape;5510;p52"/>
              <p:cNvSpPr/>
              <p:nvPr/>
            </p:nvSpPr>
            <p:spPr>
              <a:xfrm>
                <a:off x="0" y="4948525"/>
                <a:ext cx="9144000" cy="360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511" name="Google Shape;5511;p52"/>
            <p:cNvGrpSpPr/>
            <p:nvPr/>
          </p:nvGrpSpPr>
          <p:grpSpPr>
            <a:xfrm>
              <a:off x="28483" y="4689888"/>
              <a:ext cx="9087034" cy="354505"/>
              <a:chOff x="28483" y="4689888"/>
              <a:chExt cx="9087034" cy="354505"/>
            </a:xfrm>
          </p:grpSpPr>
          <p:sp>
            <p:nvSpPr>
              <p:cNvPr id="5512" name="Google Shape;5512;p52"/>
              <p:cNvSpPr/>
              <p:nvPr/>
            </p:nvSpPr>
            <p:spPr>
              <a:xfrm>
                <a:off x="64010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6" y="1"/>
                      <a:pt x="533" y="8"/>
                      <a:pt x="518" y="24"/>
                    </a:cubicBezTo>
                    <a:lnTo>
                      <a:pt x="62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34" y="4431"/>
                      <a:pt x="1065" y="4401"/>
                      <a:pt x="1156" y="4370"/>
                    </a:cubicBezTo>
                    <a:lnTo>
                      <a:pt x="1156" y="601"/>
                    </a:lnTo>
                    <a:lnTo>
                      <a:pt x="1126" y="571"/>
                    </a:lnTo>
                    <a:lnTo>
                      <a:pt x="670" y="24"/>
                    </a:lnTo>
                    <a:cubicBezTo>
                      <a:pt x="639" y="8"/>
                      <a:pt x="609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13" name="Google Shape;5513;p52"/>
              <p:cNvSpPr/>
              <p:nvPr/>
            </p:nvSpPr>
            <p:spPr>
              <a:xfrm>
                <a:off x="79301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3" y="8"/>
                      <a:pt x="517" y="24"/>
                    </a:cubicBezTo>
                    <a:lnTo>
                      <a:pt x="6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34" y="4431"/>
                      <a:pt x="1064" y="4401"/>
                      <a:pt x="1156" y="4370"/>
                    </a:cubicBezTo>
                    <a:lnTo>
                      <a:pt x="1156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9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14" name="Google Shape;5514;p52"/>
              <p:cNvSpPr/>
              <p:nvPr/>
            </p:nvSpPr>
            <p:spPr>
              <a:xfrm>
                <a:off x="94592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2" y="4431"/>
                      <a:pt x="122" y="4431"/>
                    </a:cubicBezTo>
                    <a:lnTo>
                      <a:pt x="1003" y="4431"/>
                    </a:lnTo>
                    <a:cubicBezTo>
                      <a:pt x="103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8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15" name="Google Shape;5515;p52"/>
              <p:cNvSpPr/>
              <p:nvPr/>
            </p:nvSpPr>
            <p:spPr>
              <a:xfrm>
                <a:off x="109882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1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1" y="4431"/>
                      <a:pt x="122" y="4431"/>
                    </a:cubicBezTo>
                    <a:lnTo>
                      <a:pt x="1003" y="4431"/>
                    </a:lnTo>
                    <a:cubicBezTo>
                      <a:pt x="106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8" y="8"/>
                      <a:pt x="608" y="1"/>
                      <a:pt x="58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16" name="Google Shape;5516;p52"/>
              <p:cNvSpPr/>
              <p:nvPr/>
            </p:nvSpPr>
            <p:spPr>
              <a:xfrm>
                <a:off x="1251735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04" y="4431"/>
                      <a:pt x="103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17" name="Google Shape;5517;p52"/>
              <p:cNvSpPr/>
              <p:nvPr/>
            </p:nvSpPr>
            <p:spPr>
              <a:xfrm>
                <a:off x="1402243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18" name="Google Shape;5518;p52"/>
              <p:cNvSpPr/>
              <p:nvPr/>
            </p:nvSpPr>
            <p:spPr>
              <a:xfrm>
                <a:off x="1552751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64" y="4431"/>
                      <a:pt x="109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19" name="Google Shape;5519;p52"/>
              <p:cNvSpPr/>
              <p:nvPr/>
            </p:nvSpPr>
            <p:spPr>
              <a:xfrm>
                <a:off x="751362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20" name="Google Shape;5520;p52"/>
              <p:cNvSpPr/>
              <p:nvPr/>
            </p:nvSpPr>
            <p:spPr>
              <a:xfrm>
                <a:off x="7666529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3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21" name="Google Shape;5521;p52"/>
              <p:cNvSpPr/>
              <p:nvPr/>
            </p:nvSpPr>
            <p:spPr>
              <a:xfrm>
                <a:off x="7816957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22" name="Google Shape;5522;p52"/>
              <p:cNvSpPr/>
              <p:nvPr/>
            </p:nvSpPr>
            <p:spPr>
              <a:xfrm>
                <a:off x="796738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2" y="4431"/>
                      <a:pt x="122" y="4431"/>
                    </a:cubicBezTo>
                    <a:lnTo>
                      <a:pt x="1003" y="4431"/>
                    </a:lnTo>
                    <a:cubicBezTo>
                      <a:pt x="103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8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23" name="Google Shape;5523;p52"/>
              <p:cNvSpPr/>
              <p:nvPr/>
            </p:nvSpPr>
            <p:spPr>
              <a:xfrm>
                <a:off x="812029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93" y="1"/>
                    </a:moveTo>
                    <a:cubicBezTo>
                      <a:pt x="562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1" y="4431"/>
                      <a:pt x="122" y="4431"/>
                    </a:cubicBezTo>
                    <a:lnTo>
                      <a:pt x="1003" y="4431"/>
                    </a:lnTo>
                    <a:cubicBezTo>
                      <a:pt x="106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54" y="8"/>
                      <a:pt x="623" y="1"/>
                      <a:pt x="59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24" name="Google Shape;5524;p52"/>
              <p:cNvSpPr/>
              <p:nvPr/>
            </p:nvSpPr>
            <p:spPr>
              <a:xfrm>
                <a:off x="8273198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1" y="4431"/>
                      <a:pt x="122" y="4431"/>
                    </a:cubicBezTo>
                    <a:lnTo>
                      <a:pt x="973" y="4431"/>
                    </a:lnTo>
                    <a:cubicBezTo>
                      <a:pt x="1034" y="4431"/>
                      <a:pt x="1065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25" name="Google Shape;5525;p52"/>
              <p:cNvSpPr/>
              <p:nvPr/>
            </p:nvSpPr>
            <p:spPr>
              <a:xfrm>
                <a:off x="8423706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34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26" name="Google Shape;5526;p52"/>
              <p:cNvSpPr/>
              <p:nvPr/>
            </p:nvSpPr>
            <p:spPr>
              <a:xfrm>
                <a:off x="8574214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64" y="4431"/>
                      <a:pt x="109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27" name="Google Shape;5527;p52"/>
              <p:cNvSpPr/>
              <p:nvPr/>
            </p:nvSpPr>
            <p:spPr>
              <a:xfrm>
                <a:off x="8724643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2" y="4431"/>
                      <a:pt x="122" y="4431"/>
                    </a:cubicBezTo>
                    <a:lnTo>
                      <a:pt x="974" y="4431"/>
                    </a:lnTo>
                    <a:cubicBezTo>
                      <a:pt x="1065" y="4431"/>
                      <a:pt x="1095" y="4401"/>
                      <a:pt x="1126" y="4370"/>
                    </a:cubicBezTo>
                    <a:lnTo>
                      <a:pt x="112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4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28" name="Google Shape;5528;p52"/>
              <p:cNvSpPr/>
              <p:nvPr/>
            </p:nvSpPr>
            <p:spPr>
              <a:xfrm>
                <a:off x="8875151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74" y="1"/>
                    </a:moveTo>
                    <a:cubicBezTo>
                      <a:pt x="547" y="1"/>
                      <a:pt x="517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122" y="4431"/>
                    </a:cubicBezTo>
                    <a:lnTo>
                      <a:pt x="1003" y="4431"/>
                    </a:lnTo>
                    <a:cubicBezTo>
                      <a:pt x="103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600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29" name="Google Shape;5529;p52"/>
              <p:cNvSpPr/>
              <p:nvPr/>
            </p:nvSpPr>
            <p:spPr>
              <a:xfrm>
                <a:off x="736071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30" name="Google Shape;5530;p52"/>
              <p:cNvSpPr/>
              <p:nvPr/>
            </p:nvSpPr>
            <p:spPr>
              <a:xfrm>
                <a:off x="720781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31" name="Google Shape;5531;p52"/>
              <p:cNvSpPr/>
              <p:nvPr/>
            </p:nvSpPr>
            <p:spPr>
              <a:xfrm>
                <a:off x="705490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32" name="Google Shape;5532;p52"/>
              <p:cNvSpPr/>
              <p:nvPr/>
            </p:nvSpPr>
            <p:spPr>
              <a:xfrm>
                <a:off x="690199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33" name="Google Shape;5533;p52"/>
              <p:cNvSpPr/>
              <p:nvPr/>
            </p:nvSpPr>
            <p:spPr>
              <a:xfrm>
                <a:off x="674909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34" name="Google Shape;5534;p52"/>
              <p:cNvSpPr/>
              <p:nvPr/>
            </p:nvSpPr>
            <p:spPr>
              <a:xfrm>
                <a:off x="659618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35" name="Google Shape;5535;p52"/>
              <p:cNvSpPr/>
              <p:nvPr/>
            </p:nvSpPr>
            <p:spPr>
              <a:xfrm>
                <a:off x="644327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36" name="Google Shape;5536;p52"/>
              <p:cNvSpPr/>
              <p:nvPr/>
            </p:nvSpPr>
            <p:spPr>
              <a:xfrm>
                <a:off x="629037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37" name="Google Shape;5537;p52"/>
              <p:cNvSpPr/>
              <p:nvPr/>
            </p:nvSpPr>
            <p:spPr>
              <a:xfrm>
                <a:off x="613746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38" name="Google Shape;5538;p52"/>
              <p:cNvSpPr/>
              <p:nvPr/>
            </p:nvSpPr>
            <p:spPr>
              <a:xfrm>
                <a:off x="598455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39" name="Google Shape;5539;p52"/>
              <p:cNvSpPr/>
              <p:nvPr/>
            </p:nvSpPr>
            <p:spPr>
              <a:xfrm>
                <a:off x="583165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40" name="Google Shape;5540;p52"/>
              <p:cNvSpPr/>
              <p:nvPr/>
            </p:nvSpPr>
            <p:spPr>
              <a:xfrm>
                <a:off x="567874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41" name="Google Shape;5541;p52"/>
              <p:cNvSpPr/>
              <p:nvPr/>
            </p:nvSpPr>
            <p:spPr>
              <a:xfrm>
                <a:off x="552583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42" name="Google Shape;5542;p52"/>
              <p:cNvSpPr/>
              <p:nvPr/>
            </p:nvSpPr>
            <p:spPr>
              <a:xfrm>
                <a:off x="537293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43" name="Google Shape;5543;p52"/>
              <p:cNvSpPr/>
              <p:nvPr/>
            </p:nvSpPr>
            <p:spPr>
              <a:xfrm>
                <a:off x="522002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44" name="Google Shape;5544;p52"/>
              <p:cNvSpPr/>
              <p:nvPr/>
            </p:nvSpPr>
            <p:spPr>
              <a:xfrm>
                <a:off x="506712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45" name="Google Shape;5545;p52"/>
              <p:cNvSpPr/>
              <p:nvPr/>
            </p:nvSpPr>
            <p:spPr>
              <a:xfrm>
                <a:off x="491421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46" name="Google Shape;5546;p52"/>
              <p:cNvSpPr/>
              <p:nvPr/>
            </p:nvSpPr>
            <p:spPr>
              <a:xfrm>
                <a:off x="476130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47" name="Google Shape;5547;p52"/>
              <p:cNvSpPr/>
              <p:nvPr/>
            </p:nvSpPr>
            <p:spPr>
              <a:xfrm>
                <a:off x="460840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48" name="Google Shape;5548;p52"/>
              <p:cNvSpPr/>
              <p:nvPr/>
            </p:nvSpPr>
            <p:spPr>
              <a:xfrm>
                <a:off x="445549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49" name="Google Shape;5549;p52"/>
              <p:cNvSpPr/>
              <p:nvPr/>
            </p:nvSpPr>
            <p:spPr>
              <a:xfrm>
                <a:off x="430258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50" name="Google Shape;5550;p52"/>
              <p:cNvSpPr/>
              <p:nvPr/>
            </p:nvSpPr>
            <p:spPr>
              <a:xfrm>
                <a:off x="414968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51" name="Google Shape;5551;p52"/>
              <p:cNvSpPr/>
              <p:nvPr/>
            </p:nvSpPr>
            <p:spPr>
              <a:xfrm>
                <a:off x="399677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52" name="Google Shape;5552;p52"/>
              <p:cNvSpPr/>
              <p:nvPr/>
            </p:nvSpPr>
            <p:spPr>
              <a:xfrm>
                <a:off x="384386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53" name="Google Shape;5553;p52"/>
              <p:cNvSpPr/>
              <p:nvPr/>
            </p:nvSpPr>
            <p:spPr>
              <a:xfrm>
                <a:off x="369096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54" name="Google Shape;5554;p52"/>
              <p:cNvSpPr/>
              <p:nvPr/>
            </p:nvSpPr>
            <p:spPr>
              <a:xfrm>
                <a:off x="353805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55" name="Google Shape;5555;p52"/>
              <p:cNvSpPr/>
              <p:nvPr/>
            </p:nvSpPr>
            <p:spPr>
              <a:xfrm>
                <a:off x="338514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56" name="Google Shape;5556;p52"/>
              <p:cNvSpPr/>
              <p:nvPr/>
            </p:nvSpPr>
            <p:spPr>
              <a:xfrm>
                <a:off x="323224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57" name="Google Shape;5557;p52"/>
              <p:cNvSpPr/>
              <p:nvPr/>
            </p:nvSpPr>
            <p:spPr>
              <a:xfrm>
                <a:off x="307933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58" name="Google Shape;5558;p52"/>
              <p:cNvSpPr/>
              <p:nvPr/>
            </p:nvSpPr>
            <p:spPr>
              <a:xfrm>
                <a:off x="292643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59" name="Google Shape;5559;p52"/>
              <p:cNvSpPr/>
              <p:nvPr/>
            </p:nvSpPr>
            <p:spPr>
              <a:xfrm>
                <a:off x="277352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60" name="Google Shape;5560;p52"/>
              <p:cNvSpPr/>
              <p:nvPr/>
            </p:nvSpPr>
            <p:spPr>
              <a:xfrm>
                <a:off x="262061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61" name="Google Shape;5561;p52"/>
              <p:cNvSpPr/>
              <p:nvPr/>
            </p:nvSpPr>
            <p:spPr>
              <a:xfrm>
                <a:off x="246771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62" name="Google Shape;5562;p52"/>
              <p:cNvSpPr/>
              <p:nvPr/>
            </p:nvSpPr>
            <p:spPr>
              <a:xfrm>
                <a:off x="231480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63" name="Google Shape;5563;p52"/>
              <p:cNvSpPr/>
              <p:nvPr/>
            </p:nvSpPr>
            <p:spPr>
              <a:xfrm>
                <a:off x="216189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64" name="Google Shape;5564;p52"/>
              <p:cNvSpPr/>
              <p:nvPr/>
            </p:nvSpPr>
            <p:spPr>
              <a:xfrm>
                <a:off x="200899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65" name="Google Shape;5565;p52"/>
              <p:cNvSpPr/>
              <p:nvPr/>
            </p:nvSpPr>
            <p:spPr>
              <a:xfrm>
                <a:off x="185608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66" name="Google Shape;5566;p52"/>
              <p:cNvSpPr/>
              <p:nvPr/>
            </p:nvSpPr>
            <p:spPr>
              <a:xfrm>
                <a:off x="170317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67" name="Google Shape;5567;p52"/>
              <p:cNvSpPr/>
              <p:nvPr/>
            </p:nvSpPr>
            <p:spPr>
              <a:xfrm>
                <a:off x="48720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68" name="Google Shape;5568;p52"/>
              <p:cNvSpPr/>
              <p:nvPr/>
            </p:nvSpPr>
            <p:spPr>
              <a:xfrm>
                <a:off x="33429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69" name="Google Shape;5569;p52"/>
              <p:cNvSpPr/>
              <p:nvPr/>
            </p:nvSpPr>
            <p:spPr>
              <a:xfrm>
                <a:off x="18139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70" name="Google Shape;5570;p52"/>
              <p:cNvSpPr/>
              <p:nvPr/>
            </p:nvSpPr>
            <p:spPr>
              <a:xfrm>
                <a:off x="2848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71" name="Google Shape;5571;p52"/>
              <p:cNvSpPr/>
              <p:nvPr/>
            </p:nvSpPr>
            <p:spPr>
              <a:xfrm>
                <a:off x="9025579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74" y="1"/>
                    </a:moveTo>
                    <a:cubicBezTo>
                      <a:pt x="547" y="1"/>
                      <a:pt x="517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122" y="4431"/>
                    </a:cubicBezTo>
                    <a:lnTo>
                      <a:pt x="1003" y="4431"/>
                    </a:lnTo>
                    <a:cubicBezTo>
                      <a:pt x="103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600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5572" name="Google Shape;5572;p52"/>
          <p:cNvSpPr/>
          <p:nvPr/>
        </p:nvSpPr>
        <p:spPr>
          <a:xfrm>
            <a:off x="0" y="5107500"/>
            <a:ext cx="9144000" cy="36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3" name="Google Shape;5573;p52"/>
          <p:cNvSpPr txBox="1"/>
          <p:nvPr>
            <p:ph type="ctrTitle"/>
          </p:nvPr>
        </p:nvSpPr>
        <p:spPr>
          <a:xfrm>
            <a:off x="840675" y="1255225"/>
            <a:ext cx="6089100" cy="203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574" name="Google Shape;5574;p52"/>
          <p:cNvSpPr txBox="1"/>
          <p:nvPr>
            <p:ph idx="1" type="subTitle"/>
          </p:nvPr>
        </p:nvSpPr>
        <p:spPr>
          <a:xfrm>
            <a:off x="840681" y="3287125"/>
            <a:ext cx="6089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 sz="1800">
                <a:solidFill>
                  <a:schemeClr val="accent6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575" name="Shape 5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76" name="Google Shape;5576;p53"/>
          <p:cNvGrpSpPr/>
          <p:nvPr/>
        </p:nvGrpSpPr>
        <p:grpSpPr>
          <a:xfrm>
            <a:off x="-15975" y="-52"/>
            <a:ext cx="9175950" cy="5143406"/>
            <a:chOff x="-15975" y="-52"/>
            <a:chExt cx="9175950" cy="5143406"/>
          </a:xfrm>
        </p:grpSpPr>
        <p:sp>
          <p:nvSpPr>
            <p:cNvPr id="5577" name="Google Shape;5577;p53"/>
            <p:cNvSpPr/>
            <p:nvPr/>
          </p:nvSpPr>
          <p:spPr>
            <a:xfrm rot="5400000">
              <a:off x="4570450" y="-378255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8" name="Google Shape;5578;p53"/>
            <p:cNvSpPr/>
            <p:nvPr/>
          </p:nvSpPr>
          <p:spPr>
            <a:xfrm rot="5400000">
              <a:off x="4570450" y="-276311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9" name="Google Shape;5579;p53"/>
            <p:cNvSpPr/>
            <p:nvPr/>
          </p:nvSpPr>
          <p:spPr>
            <a:xfrm rot="5400000">
              <a:off x="4570450" y="-174368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0" name="Google Shape;5580;p53"/>
            <p:cNvSpPr/>
            <p:nvPr/>
          </p:nvSpPr>
          <p:spPr>
            <a:xfrm rot="5400000">
              <a:off x="4570450" y="-72425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1" name="Google Shape;5581;p53"/>
            <p:cNvSpPr/>
            <p:nvPr/>
          </p:nvSpPr>
          <p:spPr>
            <a:xfrm rot="5400000">
              <a:off x="4570450" y="295184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2" name="Google Shape;5582;p53"/>
            <p:cNvSpPr/>
            <p:nvPr/>
          </p:nvSpPr>
          <p:spPr>
            <a:xfrm rot="5400000">
              <a:off x="4570450" y="-429226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3" name="Google Shape;5583;p53"/>
            <p:cNvSpPr/>
            <p:nvPr/>
          </p:nvSpPr>
          <p:spPr>
            <a:xfrm rot="5400000">
              <a:off x="4570450" y="-327283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4" name="Google Shape;5584;p53"/>
            <p:cNvSpPr/>
            <p:nvPr/>
          </p:nvSpPr>
          <p:spPr>
            <a:xfrm rot="5400000">
              <a:off x="4570450" y="-225340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5" name="Google Shape;5585;p53"/>
            <p:cNvSpPr/>
            <p:nvPr/>
          </p:nvSpPr>
          <p:spPr>
            <a:xfrm rot="5400000">
              <a:off x="4570450" y="-123396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6" name="Google Shape;5586;p53"/>
            <p:cNvSpPr/>
            <p:nvPr/>
          </p:nvSpPr>
          <p:spPr>
            <a:xfrm rot="5400000">
              <a:off x="4570450" y="-21453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7" name="Google Shape;5587;p53"/>
            <p:cNvSpPr/>
            <p:nvPr/>
          </p:nvSpPr>
          <p:spPr>
            <a:xfrm>
              <a:off x="5081305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8" name="Google Shape;5588;p53"/>
            <p:cNvSpPr/>
            <p:nvPr/>
          </p:nvSpPr>
          <p:spPr>
            <a:xfrm>
              <a:off x="6100964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9" name="Google Shape;5589;p53"/>
            <p:cNvSpPr/>
            <p:nvPr/>
          </p:nvSpPr>
          <p:spPr>
            <a:xfrm>
              <a:off x="7120623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0" name="Google Shape;5590;p53"/>
            <p:cNvSpPr/>
            <p:nvPr/>
          </p:nvSpPr>
          <p:spPr>
            <a:xfrm>
              <a:off x="8140282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1" name="Google Shape;5591;p53"/>
            <p:cNvSpPr/>
            <p:nvPr/>
          </p:nvSpPr>
          <p:spPr>
            <a:xfrm>
              <a:off x="5591134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2" name="Google Shape;5592;p53"/>
            <p:cNvSpPr/>
            <p:nvPr/>
          </p:nvSpPr>
          <p:spPr>
            <a:xfrm>
              <a:off x="6610793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3" name="Google Shape;5593;p53"/>
            <p:cNvSpPr/>
            <p:nvPr/>
          </p:nvSpPr>
          <p:spPr>
            <a:xfrm>
              <a:off x="7630452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4" name="Google Shape;5594;p53"/>
            <p:cNvSpPr/>
            <p:nvPr/>
          </p:nvSpPr>
          <p:spPr>
            <a:xfrm>
              <a:off x="8650111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595" name="Google Shape;5595;p53"/>
            <p:cNvGrpSpPr/>
            <p:nvPr/>
          </p:nvGrpSpPr>
          <p:grpSpPr>
            <a:xfrm>
              <a:off x="-15975" y="-52"/>
              <a:ext cx="4587484" cy="5143406"/>
              <a:chOff x="-9275" y="-1994782"/>
              <a:chExt cx="4587484" cy="9140583"/>
            </a:xfrm>
          </p:grpSpPr>
          <p:sp>
            <p:nvSpPr>
              <p:cNvPr id="5596" name="Google Shape;5596;p53"/>
              <p:cNvSpPr/>
              <p:nvPr/>
            </p:nvSpPr>
            <p:spPr>
              <a:xfrm>
                <a:off x="50044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97" name="Google Shape;5597;p53"/>
              <p:cNvSpPr/>
              <p:nvPr/>
            </p:nvSpPr>
            <p:spPr>
              <a:xfrm>
                <a:off x="15198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98" name="Google Shape;5598;p53"/>
              <p:cNvSpPr/>
              <p:nvPr/>
            </p:nvSpPr>
            <p:spPr>
              <a:xfrm>
                <a:off x="253930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99" name="Google Shape;5599;p53"/>
              <p:cNvSpPr/>
              <p:nvPr/>
            </p:nvSpPr>
            <p:spPr>
              <a:xfrm>
                <a:off x="355874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00" name="Google Shape;5600;p53"/>
              <p:cNvSpPr/>
              <p:nvPr/>
            </p:nvSpPr>
            <p:spPr>
              <a:xfrm>
                <a:off x="45781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01" name="Google Shape;5601;p53"/>
              <p:cNvSpPr/>
              <p:nvPr/>
            </p:nvSpPr>
            <p:spPr>
              <a:xfrm>
                <a:off x="101015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02" name="Google Shape;5602;p53"/>
              <p:cNvSpPr/>
              <p:nvPr/>
            </p:nvSpPr>
            <p:spPr>
              <a:xfrm>
                <a:off x="202959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03" name="Google Shape;5603;p53"/>
              <p:cNvSpPr/>
              <p:nvPr/>
            </p:nvSpPr>
            <p:spPr>
              <a:xfrm>
                <a:off x="304902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04" name="Google Shape;5604;p53"/>
              <p:cNvSpPr/>
              <p:nvPr/>
            </p:nvSpPr>
            <p:spPr>
              <a:xfrm>
                <a:off x="406845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05" name="Google Shape;5605;p53"/>
              <p:cNvSpPr/>
              <p:nvPr/>
            </p:nvSpPr>
            <p:spPr>
              <a:xfrm>
                <a:off x="-92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5606" name="Google Shape;5606;p53"/>
            <p:cNvSpPr/>
            <p:nvPr/>
          </p:nvSpPr>
          <p:spPr>
            <a:xfrm>
              <a:off x="9159941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607" name="Google Shape;5607;p53"/>
          <p:cNvSpPr/>
          <p:nvPr/>
        </p:nvSpPr>
        <p:spPr>
          <a:xfrm>
            <a:off x="0" y="-75"/>
            <a:ext cx="9144000" cy="5143500"/>
          </a:xfrm>
          <a:prstGeom prst="rect">
            <a:avLst/>
          </a:prstGeom>
          <a:solidFill>
            <a:srgbClr val="D6E3EA">
              <a:alpha val="398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608" name="Google Shape;5608;p53"/>
          <p:cNvGrpSpPr/>
          <p:nvPr/>
        </p:nvGrpSpPr>
        <p:grpSpPr>
          <a:xfrm>
            <a:off x="230643" y="4100850"/>
            <a:ext cx="413156" cy="1006643"/>
            <a:chOff x="128217" y="4100850"/>
            <a:chExt cx="413156" cy="1006643"/>
          </a:xfrm>
        </p:grpSpPr>
        <p:sp>
          <p:nvSpPr>
            <p:cNvPr id="5609" name="Google Shape;5609;p53"/>
            <p:cNvSpPr/>
            <p:nvPr/>
          </p:nvSpPr>
          <p:spPr>
            <a:xfrm>
              <a:off x="342070" y="4382886"/>
              <a:ext cx="34057" cy="724607"/>
            </a:xfrm>
            <a:custGeom>
              <a:rect b="b" l="l" r="r" t="t"/>
              <a:pathLst>
                <a:path extrusionOk="0" h="9059" w="426">
                  <a:moveTo>
                    <a:pt x="0" y="0"/>
                  </a:moveTo>
                  <a:lnTo>
                    <a:pt x="0" y="9058"/>
                  </a:lnTo>
                  <a:lnTo>
                    <a:pt x="426" y="9058"/>
                  </a:lnTo>
                  <a:lnTo>
                    <a:pt x="42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0" name="Google Shape;5610;p53"/>
            <p:cNvSpPr/>
            <p:nvPr/>
          </p:nvSpPr>
          <p:spPr>
            <a:xfrm>
              <a:off x="220554" y="4168920"/>
              <a:ext cx="320819" cy="252920"/>
            </a:xfrm>
            <a:custGeom>
              <a:rect b="b" l="l" r="r" t="t"/>
              <a:pathLst>
                <a:path extrusionOk="0" h="3162" w="4013">
                  <a:moveTo>
                    <a:pt x="0" y="0"/>
                  </a:moveTo>
                  <a:cubicBezTo>
                    <a:pt x="699" y="0"/>
                    <a:pt x="1216" y="578"/>
                    <a:pt x="1216" y="1216"/>
                  </a:cubicBezTo>
                  <a:lnTo>
                    <a:pt x="1216" y="3040"/>
                  </a:lnTo>
                  <a:lnTo>
                    <a:pt x="973" y="3162"/>
                  </a:lnTo>
                  <a:lnTo>
                    <a:pt x="3800" y="3162"/>
                  </a:lnTo>
                  <a:cubicBezTo>
                    <a:pt x="3921" y="3162"/>
                    <a:pt x="4013" y="3070"/>
                    <a:pt x="4013" y="2949"/>
                  </a:cubicBezTo>
                  <a:lnTo>
                    <a:pt x="4013" y="1216"/>
                  </a:lnTo>
                  <a:cubicBezTo>
                    <a:pt x="4013" y="578"/>
                    <a:pt x="3465" y="0"/>
                    <a:pt x="27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1" name="Google Shape;5611;p53"/>
            <p:cNvSpPr/>
            <p:nvPr/>
          </p:nvSpPr>
          <p:spPr>
            <a:xfrm>
              <a:off x="128217" y="4168920"/>
              <a:ext cx="189630" cy="248041"/>
            </a:xfrm>
            <a:custGeom>
              <a:rect b="b" l="l" r="r" t="t"/>
              <a:pathLst>
                <a:path extrusionOk="0" h="3101" w="2372">
                  <a:moveTo>
                    <a:pt x="1216" y="0"/>
                  </a:moveTo>
                  <a:cubicBezTo>
                    <a:pt x="547" y="0"/>
                    <a:pt x="0" y="578"/>
                    <a:pt x="0" y="1216"/>
                  </a:cubicBezTo>
                  <a:lnTo>
                    <a:pt x="0" y="2979"/>
                  </a:lnTo>
                  <a:cubicBezTo>
                    <a:pt x="0" y="3070"/>
                    <a:pt x="61" y="3101"/>
                    <a:pt x="91" y="3101"/>
                  </a:cubicBezTo>
                  <a:lnTo>
                    <a:pt x="2280" y="3101"/>
                  </a:lnTo>
                  <a:cubicBezTo>
                    <a:pt x="2341" y="3101"/>
                    <a:pt x="2371" y="3040"/>
                    <a:pt x="2371" y="2979"/>
                  </a:cubicBezTo>
                  <a:lnTo>
                    <a:pt x="2371" y="1216"/>
                  </a:lnTo>
                  <a:cubicBezTo>
                    <a:pt x="2371" y="578"/>
                    <a:pt x="1854" y="31"/>
                    <a:pt x="121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2" name="Google Shape;5612;p53"/>
            <p:cNvSpPr/>
            <p:nvPr/>
          </p:nvSpPr>
          <p:spPr>
            <a:xfrm>
              <a:off x="339592" y="4100850"/>
              <a:ext cx="63236" cy="153256"/>
            </a:xfrm>
            <a:custGeom>
              <a:rect b="b" l="l" r="r" t="t"/>
              <a:pathLst>
                <a:path extrusionOk="0" h="1916" w="791">
                  <a:moveTo>
                    <a:pt x="1" y="0"/>
                  </a:moveTo>
                  <a:lnTo>
                    <a:pt x="1" y="1642"/>
                  </a:lnTo>
                  <a:cubicBezTo>
                    <a:pt x="1" y="1794"/>
                    <a:pt x="122" y="1915"/>
                    <a:pt x="274" y="1915"/>
                  </a:cubicBezTo>
                  <a:cubicBezTo>
                    <a:pt x="426" y="1915"/>
                    <a:pt x="517" y="1794"/>
                    <a:pt x="517" y="1642"/>
                  </a:cubicBezTo>
                  <a:cubicBezTo>
                    <a:pt x="517" y="1490"/>
                    <a:pt x="426" y="1368"/>
                    <a:pt x="274" y="1368"/>
                  </a:cubicBezTo>
                  <a:lnTo>
                    <a:pt x="274" y="547"/>
                  </a:lnTo>
                  <a:lnTo>
                    <a:pt x="791" y="456"/>
                  </a:lnTo>
                  <a:lnTo>
                    <a:pt x="79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613" name="Google Shape;5613;p53"/>
          <p:cNvGrpSpPr/>
          <p:nvPr/>
        </p:nvGrpSpPr>
        <p:grpSpPr>
          <a:xfrm>
            <a:off x="2154823" y="4691638"/>
            <a:ext cx="2019411" cy="415855"/>
            <a:chOff x="2154823" y="4691638"/>
            <a:chExt cx="2019411" cy="415855"/>
          </a:xfrm>
        </p:grpSpPr>
        <p:sp>
          <p:nvSpPr>
            <p:cNvPr id="5614" name="Google Shape;5614;p53"/>
            <p:cNvSpPr/>
            <p:nvPr/>
          </p:nvSpPr>
          <p:spPr>
            <a:xfrm>
              <a:off x="2154823" y="4792742"/>
              <a:ext cx="2019411" cy="314751"/>
            </a:xfrm>
            <a:custGeom>
              <a:rect b="b" l="l" r="r" t="t"/>
              <a:pathLst>
                <a:path extrusionOk="0" h="3935" w="25260">
                  <a:moveTo>
                    <a:pt x="17285" y="0"/>
                  </a:moveTo>
                  <a:cubicBezTo>
                    <a:pt x="16170" y="0"/>
                    <a:pt x="15068" y="607"/>
                    <a:pt x="14499" y="1898"/>
                  </a:cubicBezTo>
                  <a:cubicBezTo>
                    <a:pt x="14128" y="1798"/>
                    <a:pt x="13776" y="1750"/>
                    <a:pt x="13440" y="1750"/>
                  </a:cubicBezTo>
                  <a:cubicBezTo>
                    <a:pt x="12345" y="1750"/>
                    <a:pt x="11430" y="2260"/>
                    <a:pt x="10639" y="3144"/>
                  </a:cubicBezTo>
                  <a:cubicBezTo>
                    <a:pt x="10329" y="2738"/>
                    <a:pt x="9724" y="2491"/>
                    <a:pt x="9098" y="2491"/>
                  </a:cubicBezTo>
                  <a:cubicBezTo>
                    <a:pt x="8740" y="2491"/>
                    <a:pt x="8376" y="2572"/>
                    <a:pt x="8055" y="2749"/>
                  </a:cubicBezTo>
                  <a:cubicBezTo>
                    <a:pt x="7677" y="1517"/>
                    <a:pt x="6643" y="853"/>
                    <a:pt x="5623" y="853"/>
                  </a:cubicBezTo>
                  <a:cubicBezTo>
                    <a:pt x="4756" y="853"/>
                    <a:pt x="3899" y="1334"/>
                    <a:pt x="3465" y="2353"/>
                  </a:cubicBezTo>
                  <a:cubicBezTo>
                    <a:pt x="3176" y="2271"/>
                    <a:pt x="2902" y="2232"/>
                    <a:pt x="2641" y="2232"/>
                  </a:cubicBezTo>
                  <a:cubicBezTo>
                    <a:pt x="1559" y="2232"/>
                    <a:pt x="711" y="2905"/>
                    <a:pt x="0" y="3934"/>
                  </a:cubicBezTo>
                  <a:lnTo>
                    <a:pt x="25259" y="3934"/>
                  </a:lnTo>
                  <a:cubicBezTo>
                    <a:pt x="24117" y="2958"/>
                    <a:pt x="22918" y="2281"/>
                    <a:pt x="21591" y="2281"/>
                  </a:cubicBezTo>
                  <a:cubicBezTo>
                    <a:pt x="21223" y="2281"/>
                    <a:pt x="20846" y="2333"/>
                    <a:pt x="20457" y="2445"/>
                  </a:cubicBezTo>
                  <a:cubicBezTo>
                    <a:pt x="19961" y="859"/>
                    <a:pt x="18613" y="0"/>
                    <a:pt x="1728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5" name="Google Shape;5615;p53"/>
            <p:cNvSpPr/>
            <p:nvPr/>
          </p:nvSpPr>
          <p:spPr>
            <a:xfrm>
              <a:off x="2480439" y="4897846"/>
              <a:ext cx="809283" cy="209647"/>
            </a:xfrm>
            <a:custGeom>
              <a:rect b="b" l="l" r="r" t="t"/>
              <a:pathLst>
                <a:path extrusionOk="0" h="2621" w="10123">
                  <a:moveTo>
                    <a:pt x="5318" y="1"/>
                  </a:moveTo>
                  <a:cubicBezTo>
                    <a:pt x="4431" y="1"/>
                    <a:pt x="3525" y="583"/>
                    <a:pt x="3192" y="1647"/>
                  </a:cubicBezTo>
                  <a:cubicBezTo>
                    <a:pt x="2934" y="1566"/>
                    <a:pt x="2682" y="1528"/>
                    <a:pt x="2436" y="1528"/>
                  </a:cubicBezTo>
                  <a:cubicBezTo>
                    <a:pt x="1577" y="1528"/>
                    <a:pt x="779" y="1983"/>
                    <a:pt x="0" y="2620"/>
                  </a:cubicBezTo>
                  <a:lnTo>
                    <a:pt x="10122" y="2620"/>
                  </a:lnTo>
                  <a:cubicBezTo>
                    <a:pt x="9503" y="1729"/>
                    <a:pt x="8764" y="1161"/>
                    <a:pt x="7821" y="1161"/>
                  </a:cubicBezTo>
                  <a:cubicBezTo>
                    <a:pt x="7606" y="1161"/>
                    <a:pt x="7380" y="1190"/>
                    <a:pt x="7143" y="1252"/>
                  </a:cubicBezTo>
                  <a:cubicBezTo>
                    <a:pt x="6772" y="399"/>
                    <a:pt x="6051" y="1"/>
                    <a:pt x="53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6" name="Google Shape;5616;p53"/>
            <p:cNvSpPr/>
            <p:nvPr/>
          </p:nvSpPr>
          <p:spPr>
            <a:xfrm>
              <a:off x="3656510" y="4752428"/>
              <a:ext cx="58440" cy="48712"/>
            </a:xfrm>
            <a:custGeom>
              <a:rect b="b" l="l" r="r" t="t"/>
              <a:pathLst>
                <a:path extrusionOk="0" h="609" w="731">
                  <a:moveTo>
                    <a:pt x="730" y="0"/>
                  </a:moveTo>
                  <a:cubicBezTo>
                    <a:pt x="730" y="0"/>
                    <a:pt x="426" y="0"/>
                    <a:pt x="244" y="152"/>
                  </a:cubicBezTo>
                  <a:cubicBezTo>
                    <a:pt x="31" y="304"/>
                    <a:pt x="1" y="608"/>
                    <a:pt x="1" y="608"/>
                  </a:cubicBezTo>
                  <a:cubicBezTo>
                    <a:pt x="1" y="608"/>
                    <a:pt x="305" y="608"/>
                    <a:pt x="487" y="456"/>
                  </a:cubicBezTo>
                  <a:cubicBezTo>
                    <a:pt x="670" y="304"/>
                    <a:pt x="730" y="0"/>
                    <a:pt x="7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7" name="Google Shape;5617;p53"/>
            <p:cNvSpPr/>
            <p:nvPr/>
          </p:nvSpPr>
          <p:spPr>
            <a:xfrm>
              <a:off x="3598230" y="4691638"/>
              <a:ext cx="55961" cy="99744"/>
            </a:xfrm>
            <a:custGeom>
              <a:rect b="b" l="l" r="r" t="t"/>
              <a:pathLst>
                <a:path extrusionOk="0" h="1247" w="700">
                  <a:moveTo>
                    <a:pt x="213" y="0"/>
                  </a:moveTo>
                  <a:cubicBezTo>
                    <a:pt x="213" y="0"/>
                    <a:pt x="0" y="335"/>
                    <a:pt x="92" y="669"/>
                  </a:cubicBezTo>
                  <a:cubicBezTo>
                    <a:pt x="152" y="1034"/>
                    <a:pt x="517" y="1247"/>
                    <a:pt x="517" y="1247"/>
                  </a:cubicBezTo>
                  <a:cubicBezTo>
                    <a:pt x="517" y="1247"/>
                    <a:pt x="699" y="912"/>
                    <a:pt x="608" y="578"/>
                  </a:cubicBezTo>
                  <a:cubicBezTo>
                    <a:pt x="517" y="213"/>
                    <a:pt x="213" y="0"/>
                    <a:pt x="21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8" name="Google Shape;5618;p53"/>
            <p:cNvSpPr/>
            <p:nvPr/>
          </p:nvSpPr>
          <p:spPr>
            <a:xfrm>
              <a:off x="2611629" y="4932320"/>
              <a:ext cx="43810" cy="73029"/>
            </a:xfrm>
            <a:custGeom>
              <a:rect b="b" l="l" r="r" t="t"/>
              <a:pathLst>
                <a:path extrusionOk="0" h="913" w="548">
                  <a:moveTo>
                    <a:pt x="396" y="1"/>
                  </a:moveTo>
                  <a:cubicBezTo>
                    <a:pt x="396" y="1"/>
                    <a:pt x="153" y="153"/>
                    <a:pt x="92" y="396"/>
                  </a:cubicBezTo>
                  <a:cubicBezTo>
                    <a:pt x="1" y="639"/>
                    <a:pt x="153" y="912"/>
                    <a:pt x="153" y="912"/>
                  </a:cubicBezTo>
                  <a:cubicBezTo>
                    <a:pt x="153" y="912"/>
                    <a:pt x="396" y="760"/>
                    <a:pt x="457" y="487"/>
                  </a:cubicBezTo>
                  <a:cubicBezTo>
                    <a:pt x="548" y="244"/>
                    <a:pt x="396" y="1"/>
                    <a:pt x="3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9" name="Google Shape;5619;p53"/>
            <p:cNvSpPr/>
            <p:nvPr/>
          </p:nvSpPr>
          <p:spPr>
            <a:xfrm>
              <a:off x="2524169" y="4937200"/>
              <a:ext cx="77866" cy="70629"/>
            </a:xfrm>
            <a:custGeom>
              <a:rect b="b" l="l" r="r" t="t"/>
              <a:pathLst>
                <a:path extrusionOk="0" h="883" w="974">
                  <a:moveTo>
                    <a:pt x="0" y="0"/>
                  </a:moveTo>
                  <a:cubicBezTo>
                    <a:pt x="0" y="0"/>
                    <a:pt x="31" y="426"/>
                    <a:pt x="304" y="639"/>
                  </a:cubicBezTo>
                  <a:cubicBezTo>
                    <a:pt x="528" y="862"/>
                    <a:pt x="833" y="883"/>
                    <a:pt x="937" y="883"/>
                  </a:cubicBezTo>
                  <a:cubicBezTo>
                    <a:pt x="960" y="883"/>
                    <a:pt x="973" y="882"/>
                    <a:pt x="973" y="882"/>
                  </a:cubicBezTo>
                  <a:cubicBezTo>
                    <a:pt x="973" y="882"/>
                    <a:pt x="943" y="456"/>
                    <a:pt x="669" y="244"/>
                  </a:cubicBezTo>
                  <a:cubicBezTo>
                    <a:pt x="426" y="0"/>
                    <a:pt x="1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620" name="Google Shape;5620;p53"/>
          <p:cNvGrpSpPr/>
          <p:nvPr/>
        </p:nvGrpSpPr>
        <p:grpSpPr>
          <a:xfrm>
            <a:off x="154919" y="4950158"/>
            <a:ext cx="609980" cy="157335"/>
            <a:chOff x="154919" y="4950158"/>
            <a:chExt cx="609980" cy="157335"/>
          </a:xfrm>
        </p:grpSpPr>
        <p:sp>
          <p:nvSpPr>
            <p:cNvPr id="5621" name="Google Shape;5621;p53"/>
            <p:cNvSpPr/>
            <p:nvPr/>
          </p:nvSpPr>
          <p:spPr>
            <a:xfrm>
              <a:off x="154919" y="4950158"/>
              <a:ext cx="609980" cy="157335"/>
            </a:xfrm>
            <a:custGeom>
              <a:rect b="b" l="l" r="r" t="t"/>
              <a:pathLst>
                <a:path extrusionOk="0" h="1967" w="7630">
                  <a:moveTo>
                    <a:pt x="4011" y="1"/>
                  </a:moveTo>
                  <a:cubicBezTo>
                    <a:pt x="3348" y="1"/>
                    <a:pt x="2667" y="427"/>
                    <a:pt x="2402" y="1206"/>
                  </a:cubicBezTo>
                  <a:cubicBezTo>
                    <a:pt x="2208" y="1146"/>
                    <a:pt x="2019" y="1118"/>
                    <a:pt x="1833" y="1118"/>
                  </a:cubicBezTo>
                  <a:cubicBezTo>
                    <a:pt x="1176" y="1118"/>
                    <a:pt x="570" y="1468"/>
                    <a:pt x="1" y="1966"/>
                  </a:cubicBezTo>
                  <a:lnTo>
                    <a:pt x="7630" y="1966"/>
                  </a:lnTo>
                  <a:cubicBezTo>
                    <a:pt x="7157" y="1295"/>
                    <a:pt x="6604" y="867"/>
                    <a:pt x="5885" y="867"/>
                  </a:cubicBezTo>
                  <a:cubicBezTo>
                    <a:pt x="5725" y="867"/>
                    <a:pt x="5558" y="888"/>
                    <a:pt x="5381" y="933"/>
                  </a:cubicBezTo>
                  <a:cubicBezTo>
                    <a:pt x="5104" y="297"/>
                    <a:pt x="4564" y="1"/>
                    <a:pt x="40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22" name="Google Shape;5622;p53"/>
            <p:cNvSpPr/>
            <p:nvPr/>
          </p:nvSpPr>
          <p:spPr>
            <a:xfrm>
              <a:off x="512113" y="5007669"/>
              <a:ext cx="72990" cy="70629"/>
            </a:xfrm>
            <a:custGeom>
              <a:rect b="b" l="l" r="r" t="t"/>
              <a:pathLst>
                <a:path extrusionOk="0" h="883" w="913">
                  <a:moveTo>
                    <a:pt x="822" y="1"/>
                  </a:moveTo>
                  <a:cubicBezTo>
                    <a:pt x="396" y="183"/>
                    <a:pt x="92" y="518"/>
                    <a:pt x="1" y="882"/>
                  </a:cubicBezTo>
                  <a:cubicBezTo>
                    <a:pt x="1" y="882"/>
                    <a:pt x="244" y="457"/>
                    <a:pt x="913" y="214"/>
                  </a:cubicBezTo>
                  <a:lnTo>
                    <a:pt x="82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23" name="Google Shape;5623;p53"/>
            <p:cNvSpPr/>
            <p:nvPr/>
          </p:nvSpPr>
          <p:spPr>
            <a:xfrm>
              <a:off x="346867" y="5034464"/>
              <a:ext cx="43890" cy="46233"/>
            </a:xfrm>
            <a:custGeom>
              <a:rect b="b" l="l" r="r" t="t"/>
              <a:pathLst>
                <a:path extrusionOk="0" h="578" w="549">
                  <a:moveTo>
                    <a:pt x="31" y="0"/>
                  </a:moveTo>
                  <a:lnTo>
                    <a:pt x="1" y="152"/>
                  </a:lnTo>
                  <a:cubicBezTo>
                    <a:pt x="1" y="152"/>
                    <a:pt x="396" y="335"/>
                    <a:pt x="548" y="578"/>
                  </a:cubicBezTo>
                  <a:cubicBezTo>
                    <a:pt x="396" y="304"/>
                    <a:pt x="244" y="122"/>
                    <a:pt x="3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624" name="Google Shape;5624;p53"/>
          <p:cNvGrpSpPr/>
          <p:nvPr/>
        </p:nvGrpSpPr>
        <p:grpSpPr>
          <a:xfrm>
            <a:off x="0" y="4752988"/>
            <a:ext cx="9144000" cy="354505"/>
            <a:chOff x="0" y="4689888"/>
            <a:chExt cx="9144000" cy="354505"/>
          </a:xfrm>
        </p:grpSpPr>
        <p:grpSp>
          <p:nvGrpSpPr>
            <p:cNvPr id="5625" name="Google Shape;5625;p53"/>
            <p:cNvGrpSpPr/>
            <p:nvPr/>
          </p:nvGrpSpPr>
          <p:grpSpPr>
            <a:xfrm>
              <a:off x="0" y="4793425"/>
              <a:ext cx="9144000" cy="194975"/>
              <a:chOff x="0" y="4789550"/>
              <a:chExt cx="9144000" cy="194975"/>
            </a:xfrm>
          </p:grpSpPr>
          <p:sp>
            <p:nvSpPr>
              <p:cNvPr id="5626" name="Google Shape;5626;p53"/>
              <p:cNvSpPr/>
              <p:nvPr/>
            </p:nvSpPr>
            <p:spPr>
              <a:xfrm>
                <a:off x="0" y="4789550"/>
                <a:ext cx="9144000" cy="360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27" name="Google Shape;5627;p53"/>
              <p:cNvSpPr/>
              <p:nvPr/>
            </p:nvSpPr>
            <p:spPr>
              <a:xfrm>
                <a:off x="0" y="4948525"/>
                <a:ext cx="9144000" cy="360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628" name="Google Shape;5628;p53"/>
            <p:cNvGrpSpPr/>
            <p:nvPr/>
          </p:nvGrpSpPr>
          <p:grpSpPr>
            <a:xfrm>
              <a:off x="28483" y="4689888"/>
              <a:ext cx="9087034" cy="354505"/>
              <a:chOff x="28483" y="4689888"/>
              <a:chExt cx="9087034" cy="354505"/>
            </a:xfrm>
          </p:grpSpPr>
          <p:sp>
            <p:nvSpPr>
              <p:cNvPr id="5629" name="Google Shape;5629;p53"/>
              <p:cNvSpPr/>
              <p:nvPr/>
            </p:nvSpPr>
            <p:spPr>
              <a:xfrm>
                <a:off x="64010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6" y="1"/>
                      <a:pt x="533" y="8"/>
                      <a:pt x="518" y="24"/>
                    </a:cubicBezTo>
                    <a:lnTo>
                      <a:pt x="62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34" y="4431"/>
                      <a:pt x="1065" y="4401"/>
                      <a:pt x="1156" y="4370"/>
                    </a:cubicBezTo>
                    <a:lnTo>
                      <a:pt x="1156" y="601"/>
                    </a:lnTo>
                    <a:lnTo>
                      <a:pt x="1126" y="571"/>
                    </a:lnTo>
                    <a:lnTo>
                      <a:pt x="670" y="24"/>
                    </a:lnTo>
                    <a:cubicBezTo>
                      <a:pt x="639" y="8"/>
                      <a:pt x="609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30" name="Google Shape;5630;p53"/>
              <p:cNvSpPr/>
              <p:nvPr/>
            </p:nvSpPr>
            <p:spPr>
              <a:xfrm>
                <a:off x="79301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3" y="8"/>
                      <a:pt x="517" y="24"/>
                    </a:cubicBezTo>
                    <a:lnTo>
                      <a:pt x="6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34" y="4431"/>
                      <a:pt x="1064" y="4401"/>
                      <a:pt x="1156" y="4370"/>
                    </a:cubicBezTo>
                    <a:lnTo>
                      <a:pt x="1156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9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31" name="Google Shape;5631;p53"/>
              <p:cNvSpPr/>
              <p:nvPr/>
            </p:nvSpPr>
            <p:spPr>
              <a:xfrm>
                <a:off x="94592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2" y="4431"/>
                      <a:pt x="122" y="4431"/>
                    </a:cubicBezTo>
                    <a:lnTo>
                      <a:pt x="1003" y="4431"/>
                    </a:lnTo>
                    <a:cubicBezTo>
                      <a:pt x="103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8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32" name="Google Shape;5632;p53"/>
              <p:cNvSpPr/>
              <p:nvPr/>
            </p:nvSpPr>
            <p:spPr>
              <a:xfrm>
                <a:off x="109882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1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1" y="4431"/>
                      <a:pt x="122" y="4431"/>
                    </a:cubicBezTo>
                    <a:lnTo>
                      <a:pt x="1003" y="4431"/>
                    </a:lnTo>
                    <a:cubicBezTo>
                      <a:pt x="106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8" y="8"/>
                      <a:pt x="608" y="1"/>
                      <a:pt x="58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33" name="Google Shape;5633;p53"/>
              <p:cNvSpPr/>
              <p:nvPr/>
            </p:nvSpPr>
            <p:spPr>
              <a:xfrm>
                <a:off x="1251735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04" y="4431"/>
                      <a:pt x="103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34" name="Google Shape;5634;p53"/>
              <p:cNvSpPr/>
              <p:nvPr/>
            </p:nvSpPr>
            <p:spPr>
              <a:xfrm>
                <a:off x="1402243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35" name="Google Shape;5635;p53"/>
              <p:cNvSpPr/>
              <p:nvPr/>
            </p:nvSpPr>
            <p:spPr>
              <a:xfrm>
                <a:off x="1552751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64" y="4431"/>
                      <a:pt x="109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36" name="Google Shape;5636;p53"/>
              <p:cNvSpPr/>
              <p:nvPr/>
            </p:nvSpPr>
            <p:spPr>
              <a:xfrm>
                <a:off x="751362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37" name="Google Shape;5637;p53"/>
              <p:cNvSpPr/>
              <p:nvPr/>
            </p:nvSpPr>
            <p:spPr>
              <a:xfrm>
                <a:off x="7666529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3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38" name="Google Shape;5638;p53"/>
              <p:cNvSpPr/>
              <p:nvPr/>
            </p:nvSpPr>
            <p:spPr>
              <a:xfrm>
                <a:off x="7816957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39" name="Google Shape;5639;p53"/>
              <p:cNvSpPr/>
              <p:nvPr/>
            </p:nvSpPr>
            <p:spPr>
              <a:xfrm>
                <a:off x="796738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2" y="4431"/>
                      <a:pt x="122" y="4431"/>
                    </a:cubicBezTo>
                    <a:lnTo>
                      <a:pt x="1003" y="4431"/>
                    </a:lnTo>
                    <a:cubicBezTo>
                      <a:pt x="103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8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40" name="Google Shape;5640;p53"/>
              <p:cNvSpPr/>
              <p:nvPr/>
            </p:nvSpPr>
            <p:spPr>
              <a:xfrm>
                <a:off x="812029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93" y="1"/>
                    </a:moveTo>
                    <a:cubicBezTo>
                      <a:pt x="562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1" y="4431"/>
                      <a:pt x="122" y="4431"/>
                    </a:cubicBezTo>
                    <a:lnTo>
                      <a:pt x="1003" y="4431"/>
                    </a:lnTo>
                    <a:cubicBezTo>
                      <a:pt x="106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54" y="8"/>
                      <a:pt x="623" y="1"/>
                      <a:pt x="59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41" name="Google Shape;5641;p53"/>
              <p:cNvSpPr/>
              <p:nvPr/>
            </p:nvSpPr>
            <p:spPr>
              <a:xfrm>
                <a:off x="8273198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1" y="4431"/>
                      <a:pt x="122" y="4431"/>
                    </a:cubicBezTo>
                    <a:lnTo>
                      <a:pt x="973" y="4431"/>
                    </a:lnTo>
                    <a:cubicBezTo>
                      <a:pt x="1034" y="4431"/>
                      <a:pt x="1065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42" name="Google Shape;5642;p53"/>
              <p:cNvSpPr/>
              <p:nvPr/>
            </p:nvSpPr>
            <p:spPr>
              <a:xfrm>
                <a:off x="8423706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34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43" name="Google Shape;5643;p53"/>
              <p:cNvSpPr/>
              <p:nvPr/>
            </p:nvSpPr>
            <p:spPr>
              <a:xfrm>
                <a:off x="8574214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64" y="4431"/>
                      <a:pt x="109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44" name="Google Shape;5644;p53"/>
              <p:cNvSpPr/>
              <p:nvPr/>
            </p:nvSpPr>
            <p:spPr>
              <a:xfrm>
                <a:off x="8724643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2" y="4431"/>
                      <a:pt x="122" y="4431"/>
                    </a:cubicBezTo>
                    <a:lnTo>
                      <a:pt x="974" y="4431"/>
                    </a:lnTo>
                    <a:cubicBezTo>
                      <a:pt x="1065" y="4431"/>
                      <a:pt x="1095" y="4401"/>
                      <a:pt x="1126" y="4370"/>
                    </a:cubicBezTo>
                    <a:lnTo>
                      <a:pt x="112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4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45" name="Google Shape;5645;p53"/>
              <p:cNvSpPr/>
              <p:nvPr/>
            </p:nvSpPr>
            <p:spPr>
              <a:xfrm>
                <a:off x="8875151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74" y="1"/>
                    </a:moveTo>
                    <a:cubicBezTo>
                      <a:pt x="547" y="1"/>
                      <a:pt x="517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122" y="4431"/>
                    </a:cubicBezTo>
                    <a:lnTo>
                      <a:pt x="1003" y="4431"/>
                    </a:lnTo>
                    <a:cubicBezTo>
                      <a:pt x="103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600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46" name="Google Shape;5646;p53"/>
              <p:cNvSpPr/>
              <p:nvPr/>
            </p:nvSpPr>
            <p:spPr>
              <a:xfrm>
                <a:off x="736071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47" name="Google Shape;5647;p53"/>
              <p:cNvSpPr/>
              <p:nvPr/>
            </p:nvSpPr>
            <p:spPr>
              <a:xfrm>
                <a:off x="720781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48" name="Google Shape;5648;p53"/>
              <p:cNvSpPr/>
              <p:nvPr/>
            </p:nvSpPr>
            <p:spPr>
              <a:xfrm>
                <a:off x="705490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49" name="Google Shape;5649;p53"/>
              <p:cNvSpPr/>
              <p:nvPr/>
            </p:nvSpPr>
            <p:spPr>
              <a:xfrm>
                <a:off x="690199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50" name="Google Shape;5650;p53"/>
              <p:cNvSpPr/>
              <p:nvPr/>
            </p:nvSpPr>
            <p:spPr>
              <a:xfrm>
                <a:off x="674909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51" name="Google Shape;5651;p53"/>
              <p:cNvSpPr/>
              <p:nvPr/>
            </p:nvSpPr>
            <p:spPr>
              <a:xfrm>
                <a:off x="659618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52" name="Google Shape;5652;p53"/>
              <p:cNvSpPr/>
              <p:nvPr/>
            </p:nvSpPr>
            <p:spPr>
              <a:xfrm>
                <a:off x="644327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53" name="Google Shape;5653;p53"/>
              <p:cNvSpPr/>
              <p:nvPr/>
            </p:nvSpPr>
            <p:spPr>
              <a:xfrm>
                <a:off x="629037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54" name="Google Shape;5654;p53"/>
              <p:cNvSpPr/>
              <p:nvPr/>
            </p:nvSpPr>
            <p:spPr>
              <a:xfrm>
                <a:off x="613746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55" name="Google Shape;5655;p53"/>
              <p:cNvSpPr/>
              <p:nvPr/>
            </p:nvSpPr>
            <p:spPr>
              <a:xfrm>
                <a:off x="598455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56" name="Google Shape;5656;p53"/>
              <p:cNvSpPr/>
              <p:nvPr/>
            </p:nvSpPr>
            <p:spPr>
              <a:xfrm>
                <a:off x="583165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57" name="Google Shape;5657;p53"/>
              <p:cNvSpPr/>
              <p:nvPr/>
            </p:nvSpPr>
            <p:spPr>
              <a:xfrm>
                <a:off x="567874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58" name="Google Shape;5658;p53"/>
              <p:cNvSpPr/>
              <p:nvPr/>
            </p:nvSpPr>
            <p:spPr>
              <a:xfrm>
                <a:off x="552583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59" name="Google Shape;5659;p53"/>
              <p:cNvSpPr/>
              <p:nvPr/>
            </p:nvSpPr>
            <p:spPr>
              <a:xfrm>
                <a:off x="537293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60" name="Google Shape;5660;p53"/>
              <p:cNvSpPr/>
              <p:nvPr/>
            </p:nvSpPr>
            <p:spPr>
              <a:xfrm>
                <a:off x="522002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61" name="Google Shape;5661;p53"/>
              <p:cNvSpPr/>
              <p:nvPr/>
            </p:nvSpPr>
            <p:spPr>
              <a:xfrm>
                <a:off x="506712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62" name="Google Shape;5662;p53"/>
              <p:cNvSpPr/>
              <p:nvPr/>
            </p:nvSpPr>
            <p:spPr>
              <a:xfrm>
                <a:off x="491421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63" name="Google Shape;5663;p53"/>
              <p:cNvSpPr/>
              <p:nvPr/>
            </p:nvSpPr>
            <p:spPr>
              <a:xfrm>
                <a:off x="476130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64" name="Google Shape;5664;p53"/>
              <p:cNvSpPr/>
              <p:nvPr/>
            </p:nvSpPr>
            <p:spPr>
              <a:xfrm>
                <a:off x="460840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65" name="Google Shape;5665;p53"/>
              <p:cNvSpPr/>
              <p:nvPr/>
            </p:nvSpPr>
            <p:spPr>
              <a:xfrm>
                <a:off x="445549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66" name="Google Shape;5666;p53"/>
              <p:cNvSpPr/>
              <p:nvPr/>
            </p:nvSpPr>
            <p:spPr>
              <a:xfrm>
                <a:off x="430258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67" name="Google Shape;5667;p53"/>
              <p:cNvSpPr/>
              <p:nvPr/>
            </p:nvSpPr>
            <p:spPr>
              <a:xfrm>
                <a:off x="414968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68" name="Google Shape;5668;p53"/>
              <p:cNvSpPr/>
              <p:nvPr/>
            </p:nvSpPr>
            <p:spPr>
              <a:xfrm>
                <a:off x="399677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69" name="Google Shape;5669;p53"/>
              <p:cNvSpPr/>
              <p:nvPr/>
            </p:nvSpPr>
            <p:spPr>
              <a:xfrm>
                <a:off x="384386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70" name="Google Shape;5670;p53"/>
              <p:cNvSpPr/>
              <p:nvPr/>
            </p:nvSpPr>
            <p:spPr>
              <a:xfrm>
                <a:off x="369096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71" name="Google Shape;5671;p53"/>
              <p:cNvSpPr/>
              <p:nvPr/>
            </p:nvSpPr>
            <p:spPr>
              <a:xfrm>
                <a:off x="353805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72" name="Google Shape;5672;p53"/>
              <p:cNvSpPr/>
              <p:nvPr/>
            </p:nvSpPr>
            <p:spPr>
              <a:xfrm>
                <a:off x="338514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73" name="Google Shape;5673;p53"/>
              <p:cNvSpPr/>
              <p:nvPr/>
            </p:nvSpPr>
            <p:spPr>
              <a:xfrm>
                <a:off x="323224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74" name="Google Shape;5674;p53"/>
              <p:cNvSpPr/>
              <p:nvPr/>
            </p:nvSpPr>
            <p:spPr>
              <a:xfrm>
                <a:off x="307933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75" name="Google Shape;5675;p53"/>
              <p:cNvSpPr/>
              <p:nvPr/>
            </p:nvSpPr>
            <p:spPr>
              <a:xfrm>
                <a:off x="292643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76" name="Google Shape;5676;p53"/>
              <p:cNvSpPr/>
              <p:nvPr/>
            </p:nvSpPr>
            <p:spPr>
              <a:xfrm>
                <a:off x="277352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77" name="Google Shape;5677;p53"/>
              <p:cNvSpPr/>
              <p:nvPr/>
            </p:nvSpPr>
            <p:spPr>
              <a:xfrm>
                <a:off x="262061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78" name="Google Shape;5678;p53"/>
              <p:cNvSpPr/>
              <p:nvPr/>
            </p:nvSpPr>
            <p:spPr>
              <a:xfrm>
                <a:off x="246771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79" name="Google Shape;5679;p53"/>
              <p:cNvSpPr/>
              <p:nvPr/>
            </p:nvSpPr>
            <p:spPr>
              <a:xfrm>
                <a:off x="231480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80" name="Google Shape;5680;p53"/>
              <p:cNvSpPr/>
              <p:nvPr/>
            </p:nvSpPr>
            <p:spPr>
              <a:xfrm>
                <a:off x="216189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81" name="Google Shape;5681;p53"/>
              <p:cNvSpPr/>
              <p:nvPr/>
            </p:nvSpPr>
            <p:spPr>
              <a:xfrm>
                <a:off x="200899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82" name="Google Shape;5682;p53"/>
              <p:cNvSpPr/>
              <p:nvPr/>
            </p:nvSpPr>
            <p:spPr>
              <a:xfrm>
                <a:off x="185608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83" name="Google Shape;5683;p53"/>
              <p:cNvSpPr/>
              <p:nvPr/>
            </p:nvSpPr>
            <p:spPr>
              <a:xfrm>
                <a:off x="170317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84" name="Google Shape;5684;p53"/>
              <p:cNvSpPr/>
              <p:nvPr/>
            </p:nvSpPr>
            <p:spPr>
              <a:xfrm>
                <a:off x="48720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85" name="Google Shape;5685;p53"/>
              <p:cNvSpPr/>
              <p:nvPr/>
            </p:nvSpPr>
            <p:spPr>
              <a:xfrm>
                <a:off x="33429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86" name="Google Shape;5686;p53"/>
              <p:cNvSpPr/>
              <p:nvPr/>
            </p:nvSpPr>
            <p:spPr>
              <a:xfrm>
                <a:off x="18139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87" name="Google Shape;5687;p53"/>
              <p:cNvSpPr/>
              <p:nvPr/>
            </p:nvSpPr>
            <p:spPr>
              <a:xfrm>
                <a:off x="2848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88" name="Google Shape;5688;p53"/>
              <p:cNvSpPr/>
              <p:nvPr/>
            </p:nvSpPr>
            <p:spPr>
              <a:xfrm>
                <a:off x="9025579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74" y="1"/>
                    </a:moveTo>
                    <a:cubicBezTo>
                      <a:pt x="547" y="1"/>
                      <a:pt x="517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122" y="4431"/>
                    </a:cubicBezTo>
                    <a:lnTo>
                      <a:pt x="1003" y="4431"/>
                    </a:lnTo>
                    <a:cubicBezTo>
                      <a:pt x="103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600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5689" name="Google Shape;5689;p53"/>
          <p:cNvSpPr/>
          <p:nvPr/>
        </p:nvSpPr>
        <p:spPr>
          <a:xfrm>
            <a:off x="0" y="5107500"/>
            <a:ext cx="9144000" cy="36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690" name="Google Shape;5690;p53"/>
          <p:cNvGrpSpPr/>
          <p:nvPr/>
        </p:nvGrpSpPr>
        <p:grpSpPr>
          <a:xfrm>
            <a:off x="8500193" y="4148281"/>
            <a:ext cx="592952" cy="967689"/>
            <a:chOff x="8071153" y="3759204"/>
            <a:chExt cx="592952" cy="967689"/>
          </a:xfrm>
        </p:grpSpPr>
        <p:sp>
          <p:nvSpPr>
            <p:cNvPr id="5691" name="Google Shape;5691;p53"/>
            <p:cNvSpPr/>
            <p:nvPr/>
          </p:nvSpPr>
          <p:spPr>
            <a:xfrm>
              <a:off x="8350560" y="4196816"/>
              <a:ext cx="43890" cy="282116"/>
            </a:xfrm>
            <a:custGeom>
              <a:rect b="b" l="l" r="r" t="t"/>
              <a:pathLst>
                <a:path extrusionOk="0" h="3527" w="549">
                  <a:moveTo>
                    <a:pt x="153" y="0"/>
                  </a:moveTo>
                  <a:lnTo>
                    <a:pt x="1" y="3526"/>
                  </a:lnTo>
                  <a:lnTo>
                    <a:pt x="548" y="3435"/>
                  </a:lnTo>
                  <a:lnTo>
                    <a:pt x="39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2" name="Google Shape;5692;p53"/>
            <p:cNvSpPr/>
            <p:nvPr/>
          </p:nvSpPr>
          <p:spPr>
            <a:xfrm>
              <a:off x="8263101" y="4478852"/>
              <a:ext cx="221208" cy="248041"/>
            </a:xfrm>
            <a:custGeom>
              <a:rect b="b" l="l" r="r" t="t"/>
              <a:pathLst>
                <a:path extrusionOk="0" h="3101" w="2767">
                  <a:moveTo>
                    <a:pt x="1" y="0"/>
                  </a:moveTo>
                  <a:lnTo>
                    <a:pt x="396" y="3101"/>
                  </a:lnTo>
                  <a:lnTo>
                    <a:pt x="2402" y="3101"/>
                  </a:lnTo>
                  <a:lnTo>
                    <a:pt x="276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3" name="Google Shape;5693;p53"/>
            <p:cNvSpPr/>
            <p:nvPr/>
          </p:nvSpPr>
          <p:spPr>
            <a:xfrm>
              <a:off x="8248551" y="4435099"/>
              <a:ext cx="255184" cy="94865"/>
            </a:xfrm>
            <a:custGeom>
              <a:rect b="b" l="l" r="r" t="t"/>
              <a:pathLst>
                <a:path extrusionOk="0" h="1186" w="3192">
                  <a:moveTo>
                    <a:pt x="3192" y="0"/>
                  </a:moveTo>
                  <a:lnTo>
                    <a:pt x="0" y="61"/>
                  </a:lnTo>
                  <a:lnTo>
                    <a:pt x="61" y="1155"/>
                  </a:lnTo>
                  <a:lnTo>
                    <a:pt x="3040" y="1186"/>
                  </a:lnTo>
                  <a:lnTo>
                    <a:pt x="319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4" name="Google Shape;5694;p53"/>
            <p:cNvSpPr/>
            <p:nvPr/>
          </p:nvSpPr>
          <p:spPr>
            <a:xfrm>
              <a:off x="8265579" y="4527484"/>
              <a:ext cx="213853" cy="34075"/>
            </a:xfrm>
            <a:custGeom>
              <a:rect b="b" l="l" r="r" t="t"/>
              <a:pathLst>
                <a:path extrusionOk="0" h="426" w="2675">
                  <a:moveTo>
                    <a:pt x="0" y="0"/>
                  </a:moveTo>
                  <a:lnTo>
                    <a:pt x="91" y="426"/>
                  </a:lnTo>
                  <a:lnTo>
                    <a:pt x="2645" y="122"/>
                  </a:lnTo>
                  <a:lnTo>
                    <a:pt x="2675" y="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48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5" name="Google Shape;5695;p53"/>
            <p:cNvSpPr/>
            <p:nvPr/>
          </p:nvSpPr>
          <p:spPr>
            <a:xfrm>
              <a:off x="8318982" y="3766483"/>
              <a:ext cx="36535" cy="58391"/>
            </a:xfrm>
            <a:custGeom>
              <a:rect b="b" l="l" r="r" t="t"/>
              <a:pathLst>
                <a:path extrusionOk="0" h="730" w="457">
                  <a:moveTo>
                    <a:pt x="366" y="0"/>
                  </a:moveTo>
                  <a:cubicBezTo>
                    <a:pt x="366" y="0"/>
                    <a:pt x="122" y="122"/>
                    <a:pt x="62" y="304"/>
                  </a:cubicBezTo>
                  <a:cubicBezTo>
                    <a:pt x="1" y="517"/>
                    <a:pt x="62" y="730"/>
                    <a:pt x="62" y="730"/>
                  </a:cubicBezTo>
                  <a:cubicBezTo>
                    <a:pt x="62" y="730"/>
                    <a:pt x="305" y="608"/>
                    <a:pt x="366" y="426"/>
                  </a:cubicBezTo>
                  <a:cubicBezTo>
                    <a:pt x="457" y="244"/>
                    <a:pt x="366" y="0"/>
                    <a:pt x="36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6" name="Google Shape;5696;p53"/>
            <p:cNvSpPr/>
            <p:nvPr/>
          </p:nvSpPr>
          <p:spPr>
            <a:xfrm>
              <a:off x="8248551" y="3759204"/>
              <a:ext cx="58360" cy="65670"/>
            </a:xfrm>
            <a:custGeom>
              <a:rect b="b" l="l" r="r" t="t"/>
              <a:pathLst>
                <a:path extrusionOk="0" h="821" w="730">
                  <a:moveTo>
                    <a:pt x="0" y="0"/>
                  </a:moveTo>
                  <a:cubicBezTo>
                    <a:pt x="0" y="0"/>
                    <a:pt x="0" y="335"/>
                    <a:pt x="183" y="547"/>
                  </a:cubicBezTo>
                  <a:cubicBezTo>
                    <a:pt x="365" y="790"/>
                    <a:pt x="730" y="821"/>
                    <a:pt x="730" y="821"/>
                  </a:cubicBezTo>
                  <a:cubicBezTo>
                    <a:pt x="730" y="821"/>
                    <a:pt x="730" y="487"/>
                    <a:pt x="517" y="243"/>
                  </a:cubicBezTo>
                  <a:cubicBezTo>
                    <a:pt x="335" y="61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7" name="Google Shape;5697;p53"/>
            <p:cNvSpPr/>
            <p:nvPr/>
          </p:nvSpPr>
          <p:spPr>
            <a:xfrm>
              <a:off x="8532835" y="4167621"/>
              <a:ext cx="65715" cy="29275"/>
            </a:xfrm>
            <a:custGeom>
              <a:rect b="b" l="l" r="r" t="t"/>
              <a:pathLst>
                <a:path extrusionOk="0" h="366" w="822">
                  <a:moveTo>
                    <a:pt x="396" y="1"/>
                  </a:moveTo>
                  <a:cubicBezTo>
                    <a:pt x="153" y="1"/>
                    <a:pt x="1" y="213"/>
                    <a:pt x="1" y="213"/>
                  </a:cubicBezTo>
                  <a:cubicBezTo>
                    <a:pt x="1" y="213"/>
                    <a:pt x="183" y="365"/>
                    <a:pt x="426" y="365"/>
                  </a:cubicBezTo>
                  <a:cubicBezTo>
                    <a:pt x="669" y="365"/>
                    <a:pt x="821" y="153"/>
                    <a:pt x="821" y="153"/>
                  </a:cubicBezTo>
                  <a:cubicBezTo>
                    <a:pt x="821" y="153"/>
                    <a:pt x="609" y="1"/>
                    <a:pt x="396" y="1"/>
                  </a:cubicBezTo>
                  <a:close/>
                </a:path>
              </a:pathLst>
            </a:custGeom>
            <a:solidFill>
              <a:srgbClr val="7BBFB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8" name="Google Shape;5698;p53"/>
            <p:cNvSpPr/>
            <p:nvPr/>
          </p:nvSpPr>
          <p:spPr>
            <a:xfrm>
              <a:off x="8518285" y="4092272"/>
              <a:ext cx="48687" cy="80307"/>
            </a:xfrm>
            <a:custGeom>
              <a:rect b="b" l="l" r="r" t="t"/>
              <a:pathLst>
                <a:path extrusionOk="0" h="1004" w="609">
                  <a:moveTo>
                    <a:pt x="487" y="0"/>
                  </a:moveTo>
                  <a:cubicBezTo>
                    <a:pt x="487" y="0"/>
                    <a:pt x="183" y="152"/>
                    <a:pt x="61" y="426"/>
                  </a:cubicBezTo>
                  <a:cubicBezTo>
                    <a:pt x="0" y="699"/>
                    <a:pt x="122" y="1003"/>
                    <a:pt x="122" y="1003"/>
                  </a:cubicBezTo>
                  <a:cubicBezTo>
                    <a:pt x="122" y="1003"/>
                    <a:pt x="426" y="851"/>
                    <a:pt x="547" y="578"/>
                  </a:cubicBezTo>
                  <a:cubicBezTo>
                    <a:pt x="608" y="304"/>
                    <a:pt x="487" y="0"/>
                    <a:pt x="487" y="0"/>
                  </a:cubicBezTo>
                  <a:close/>
                </a:path>
              </a:pathLst>
            </a:custGeom>
            <a:solidFill>
              <a:srgbClr val="7BBFB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9" name="Google Shape;5699;p53"/>
            <p:cNvSpPr/>
            <p:nvPr/>
          </p:nvSpPr>
          <p:spPr>
            <a:xfrm>
              <a:off x="8071153" y="3827914"/>
              <a:ext cx="592952" cy="566871"/>
            </a:xfrm>
            <a:custGeom>
              <a:rect b="b" l="l" r="r" t="t"/>
              <a:pathLst>
                <a:path extrusionOk="0" h="7087" w="7417">
                  <a:moveTo>
                    <a:pt x="3931" y="0"/>
                  </a:moveTo>
                  <a:cubicBezTo>
                    <a:pt x="3624" y="0"/>
                    <a:pt x="3315" y="31"/>
                    <a:pt x="3010" y="83"/>
                  </a:cubicBezTo>
                  <a:cubicBezTo>
                    <a:pt x="1672" y="296"/>
                    <a:pt x="578" y="965"/>
                    <a:pt x="244" y="2363"/>
                  </a:cubicBezTo>
                  <a:cubicBezTo>
                    <a:pt x="0" y="3275"/>
                    <a:pt x="61" y="4430"/>
                    <a:pt x="426" y="5312"/>
                  </a:cubicBezTo>
                  <a:cubicBezTo>
                    <a:pt x="760" y="6132"/>
                    <a:pt x="1520" y="6770"/>
                    <a:pt x="2402" y="6953"/>
                  </a:cubicBezTo>
                  <a:cubicBezTo>
                    <a:pt x="2775" y="7038"/>
                    <a:pt x="3182" y="7086"/>
                    <a:pt x="3592" y="7086"/>
                  </a:cubicBezTo>
                  <a:cubicBezTo>
                    <a:pt x="4351" y="7086"/>
                    <a:pt x="5123" y="6922"/>
                    <a:pt x="5715" y="6527"/>
                  </a:cubicBezTo>
                  <a:cubicBezTo>
                    <a:pt x="6049" y="6315"/>
                    <a:pt x="6353" y="6071"/>
                    <a:pt x="6657" y="5767"/>
                  </a:cubicBezTo>
                  <a:cubicBezTo>
                    <a:pt x="7022" y="5342"/>
                    <a:pt x="7235" y="4825"/>
                    <a:pt x="7295" y="4308"/>
                  </a:cubicBezTo>
                  <a:cubicBezTo>
                    <a:pt x="7417" y="3640"/>
                    <a:pt x="7417" y="3032"/>
                    <a:pt x="7265" y="2515"/>
                  </a:cubicBezTo>
                  <a:cubicBezTo>
                    <a:pt x="7022" y="1634"/>
                    <a:pt x="6505" y="874"/>
                    <a:pt x="5593" y="387"/>
                  </a:cubicBezTo>
                  <a:cubicBezTo>
                    <a:pt x="5077" y="109"/>
                    <a:pt x="4509" y="0"/>
                    <a:pt x="393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00" name="Google Shape;5700;p53"/>
          <p:cNvSpPr txBox="1"/>
          <p:nvPr>
            <p:ph type="title"/>
          </p:nvPr>
        </p:nvSpPr>
        <p:spPr>
          <a:xfrm>
            <a:off x="2140388" y="2182650"/>
            <a:ext cx="4863300" cy="98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5701" name="Google Shape;5701;p53"/>
          <p:cNvSpPr txBox="1"/>
          <p:nvPr>
            <p:ph hasCustomPrompt="1" idx="2" type="title"/>
          </p:nvPr>
        </p:nvSpPr>
        <p:spPr>
          <a:xfrm>
            <a:off x="2140313" y="1426650"/>
            <a:ext cx="4863300" cy="75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b="1"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5702" name="Google Shape;5702;p53"/>
          <p:cNvSpPr txBox="1"/>
          <p:nvPr>
            <p:ph idx="1" type="subTitle"/>
          </p:nvPr>
        </p:nvSpPr>
        <p:spPr>
          <a:xfrm>
            <a:off x="2140388" y="3167850"/>
            <a:ext cx="4863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 sz="1600">
                <a:solidFill>
                  <a:schemeClr val="accent6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5703" name="Shape 5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04" name="Google Shape;5704;p54"/>
          <p:cNvGrpSpPr/>
          <p:nvPr/>
        </p:nvGrpSpPr>
        <p:grpSpPr>
          <a:xfrm>
            <a:off x="-15975" y="-52"/>
            <a:ext cx="9175950" cy="5143406"/>
            <a:chOff x="-15975" y="-52"/>
            <a:chExt cx="9175950" cy="5143406"/>
          </a:xfrm>
        </p:grpSpPr>
        <p:sp>
          <p:nvSpPr>
            <p:cNvPr id="5705" name="Google Shape;5705;p54"/>
            <p:cNvSpPr/>
            <p:nvPr/>
          </p:nvSpPr>
          <p:spPr>
            <a:xfrm rot="5400000">
              <a:off x="4570450" y="-378255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6" name="Google Shape;5706;p54"/>
            <p:cNvSpPr/>
            <p:nvPr/>
          </p:nvSpPr>
          <p:spPr>
            <a:xfrm rot="5400000">
              <a:off x="4570450" y="-276311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7" name="Google Shape;5707;p54"/>
            <p:cNvSpPr/>
            <p:nvPr/>
          </p:nvSpPr>
          <p:spPr>
            <a:xfrm rot="5400000">
              <a:off x="4570450" y="-174368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8" name="Google Shape;5708;p54"/>
            <p:cNvSpPr/>
            <p:nvPr/>
          </p:nvSpPr>
          <p:spPr>
            <a:xfrm rot="5400000">
              <a:off x="4570450" y="-72425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9" name="Google Shape;5709;p54"/>
            <p:cNvSpPr/>
            <p:nvPr/>
          </p:nvSpPr>
          <p:spPr>
            <a:xfrm rot="5400000">
              <a:off x="4570450" y="295184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0" name="Google Shape;5710;p54"/>
            <p:cNvSpPr/>
            <p:nvPr/>
          </p:nvSpPr>
          <p:spPr>
            <a:xfrm rot="5400000">
              <a:off x="4570450" y="-429226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1" name="Google Shape;5711;p54"/>
            <p:cNvSpPr/>
            <p:nvPr/>
          </p:nvSpPr>
          <p:spPr>
            <a:xfrm rot="5400000">
              <a:off x="4570450" y="-327283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2" name="Google Shape;5712;p54"/>
            <p:cNvSpPr/>
            <p:nvPr/>
          </p:nvSpPr>
          <p:spPr>
            <a:xfrm rot="5400000">
              <a:off x="4570450" y="-225340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3" name="Google Shape;5713;p54"/>
            <p:cNvSpPr/>
            <p:nvPr/>
          </p:nvSpPr>
          <p:spPr>
            <a:xfrm rot="5400000">
              <a:off x="4570450" y="-123396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4" name="Google Shape;5714;p54"/>
            <p:cNvSpPr/>
            <p:nvPr/>
          </p:nvSpPr>
          <p:spPr>
            <a:xfrm rot="5400000">
              <a:off x="4570450" y="-21453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5" name="Google Shape;5715;p54"/>
            <p:cNvSpPr/>
            <p:nvPr/>
          </p:nvSpPr>
          <p:spPr>
            <a:xfrm>
              <a:off x="5081305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6" name="Google Shape;5716;p54"/>
            <p:cNvSpPr/>
            <p:nvPr/>
          </p:nvSpPr>
          <p:spPr>
            <a:xfrm>
              <a:off x="6100964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7" name="Google Shape;5717;p54"/>
            <p:cNvSpPr/>
            <p:nvPr/>
          </p:nvSpPr>
          <p:spPr>
            <a:xfrm>
              <a:off x="7120623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8" name="Google Shape;5718;p54"/>
            <p:cNvSpPr/>
            <p:nvPr/>
          </p:nvSpPr>
          <p:spPr>
            <a:xfrm>
              <a:off x="8140282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9" name="Google Shape;5719;p54"/>
            <p:cNvSpPr/>
            <p:nvPr/>
          </p:nvSpPr>
          <p:spPr>
            <a:xfrm>
              <a:off x="5591134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20" name="Google Shape;5720;p54"/>
            <p:cNvSpPr/>
            <p:nvPr/>
          </p:nvSpPr>
          <p:spPr>
            <a:xfrm>
              <a:off x="6610793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21" name="Google Shape;5721;p54"/>
            <p:cNvSpPr/>
            <p:nvPr/>
          </p:nvSpPr>
          <p:spPr>
            <a:xfrm>
              <a:off x="7630452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22" name="Google Shape;5722;p54"/>
            <p:cNvSpPr/>
            <p:nvPr/>
          </p:nvSpPr>
          <p:spPr>
            <a:xfrm>
              <a:off x="8650111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723" name="Google Shape;5723;p54"/>
            <p:cNvGrpSpPr/>
            <p:nvPr/>
          </p:nvGrpSpPr>
          <p:grpSpPr>
            <a:xfrm>
              <a:off x="-15975" y="-52"/>
              <a:ext cx="4587484" cy="5143406"/>
              <a:chOff x="-9275" y="-1994782"/>
              <a:chExt cx="4587484" cy="9140583"/>
            </a:xfrm>
          </p:grpSpPr>
          <p:sp>
            <p:nvSpPr>
              <p:cNvPr id="5724" name="Google Shape;5724;p54"/>
              <p:cNvSpPr/>
              <p:nvPr/>
            </p:nvSpPr>
            <p:spPr>
              <a:xfrm>
                <a:off x="50044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25" name="Google Shape;5725;p54"/>
              <p:cNvSpPr/>
              <p:nvPr/>
            </p:nvSpPr>
            <p:spPr>
              <a:xfrm>
                <a:off x="15198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26" name="Google Shape;5726;p54"/>
              <p:cNvSpPr/>
              <p:nvPr/>
            </p:nvSpPr>
            <p:spPr>
              <a:xfrm>
                <a:off x="253930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27" name="Google Shape;5727;p54"/>
              <p:cNvSpPr/>
              <p:nvPr/>
            </p:nvSpPr>
            <p:spPr>
              <a:xfrm>
                <a:off x="355874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28" name="Google Shape;5728;p54"/>
              <p:cNvSpPr/>
              <p:nvPr/>
            </p:nvSpPr>
            <p:spPr>
              <a:xfrm>
                <a:off x="45781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29" name="Google Shape;5729;p54"/>
              <p:cNvSpPr/>
              <p:nvPr/>
            </p:nvSpPr>
            <p:spPr>
              <a:xfrm>
                <a:off x="101015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30" name="Google Shape;5730;p54"/>
              <p:cNvSpPr/>
              <p:nvPr/>
            </p:nvSpPr>
            <p:spPr>
              <a:xfrm>
                <a:off x="202959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31" name="Google Shape;5731;p54"/>
              <p:cNvSpPr/>
              <p:nvPr/>
            </p:nvSpPr>
            <p:spPr>
              <a:xfrm>
                <a:off x="304902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32" name="Google Shape;5732;p54"/>
              <p:cNvSpPr/>
              <p:nvPr/>
            </p:nvSpPr>
            <p:spPr>
              <a:xfrm>
                <a:off x="406845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33" name="Google Shape;5733;p54"/>
              <p:cNvSpPr/>
              <p:nvPr/>
            </p:nvSpPr>
            <p:spPr>
              <a:xfrm>
                <a:off x="-92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5734" name="Google Shape;5734;p54"/>
            <p:cNvSpPr/>
            <p:nvPr/>
          </p:nvSpPr>
          <p:spPr>
            <a:xfrm>
              <a:off x="9159941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35" name="Google Shape;5735;p54"/>
          <p:cNvSpPr/>
          <p:nvPr/>
        </p:nvSpPr>
        <p:spPr>
          <a:xfrm>
            <a:off x="0" y="-75"/>
            <a:ext cx="9144000" cy="5143500"/>
          </a:xfrm>
          <a:prstGeom prst="rect">
            <a:avLst/>
          </a:prstGeom>
          <a:solidFill>
            <a:srgbClr val="D6E3EA">
              <a:alpha val="398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736" name="Google Shape;5736;p54"/>
          <p:cNvGrpSpPr/>
          <p:nvPr/>
        </p:nvGrpSpPr>
        <p:grpSpPr>
          <a:xfrm>
            <a:off x="230643" y="4100850"/>
            <a:ext cx="413156" cy="1006643"/>
            <a:chOff x="128217" y="4100850"/>
            <a:chExt cx="413156" cy="1006643"/>
          </a:xfrm>
        </p:grpSpPr>
        <p:sp>
          <p:nvSpPr>
            <p:cNvPr id="5737" name="Google Shape;5737;p54"/>
            <p:cNvSpPr/>
            <p:nvPr/>
          </p:nvSpPr>
          <p:spPr>
            <a:xfrm>
              <a:off x="342070" y="4382886"/>
              <a:ext cx="34057" cy="724607"/>
            </a:xfrm>
            <a:custGeom>
              <a:rect b="b" l="l" r="r" t="t"/>
              <a:pathLst>
                <a:path extrusionOk="0" h="9059" w="426">
                  <a:moveTo>
                    <a:pt x="0" y="0"/>
                  </a:moveTo>
                  <a:lnTo>
                    <a:pt x="0" y="9058"/>
                  </a:lnTo>
                  <a:lnTo>
                    <a:pt x="426" y="9058"/>
                  </a:lnTo>
                  <a:lnTo>
                    <a:pt x="42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38" name="Google Shape;5738;p54"/>
            <p:cNvSpPr/>
            <p:nvPr/>
          </p:nvSpPr>
          <p:spPr>
            <a:xfrm>
              <a:off x="220554" y="4168920"/>
              <a:ext cx="320819" cy="252920"/>
            </a:xfrm>
            <a:custGeom>
              <a:rect b="b" l="l" r="r" t="t"/>
              <a:pathLst>
                <a:path extrusionOk="0" h="3162" w="4013">
                  <a:moveTo>
                    <a:pt x="0" y="0"/>
                  </a:moveTo>
                  <a:cubicBezTo>
                    <a:pt x="699" y="0"/>
                    <a:pt x="1216" y="578"/>
                    <a:pt x="1216" y="1216"/>
                  </a:cubicBezTo>
                  <a:lnTo>
                    <a:pt x="1216" y="3040"/>
                  </a:lnTo>
                  <a:lnTo>
                    <a:pt x="973" y="3162"/>
                  </a:lnTo>
                  <a:lnTo>
                    <a:pt x="3800" y="3162"/>
                  </a:lnTo>
                  <a:cubicBezTo>
                    <a:pt x="3921" y="3162"/>
                    <a:pt x="4013" y="3070"/>
                    <a:pt x="4013" y="2949"/>
                  </a:cubicBezTo>
                  <a:lnTo>
                    <a:pt x="4013" y="1216"/>
                  </a:lnTo>
                  <a:cubicBezTo>
                    <a:pt x="4013" y="578"/>
                    <a:pt x="3465" y="0"/>
                    <a:pt x="27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39" name="Google Shape;5739;p54"/>
            <p:cNvSpPr/>
            <p:nvPr/>
          </p:nvSpPr>
          <p:spPr>
            <a:xfrm>
              <a:off x="128217" y="4168920"/>
              <a:ext cx="189630" cy="248041"/>
            </a:xfrm>
            <a:custGeom>
              <a:rect b="b" l="l" r="r" t="t"/>
              <a:pathLst>
                <a:path extrusionOk="0" h="3101" w="2372">
                  <a:moveTo>
                    <a:pt x="1216" y="0"/>
                  </a:moveTo>
                  <a:cubicBezTo>
                    <a:pt x="547" y="0"/>
                    <a:pt x="0" y="578"/>
                    <a:pt x="0" y="1216"/>
                  </a:cubicBezTo>
                  <a:lnTo>
                    <a:pt x="0" y="2979"/>
                  </a:lnTo>
                  <a:cubicBezTo>
                    <a:pt x="0" y="3070"/>
                    <a:pt x="61" y="3101"/>
                    <a:pt x="91" y="3101"/>
                  </a:cubicBezTo>
                  <a:lnTo>
                    <a:pt x="2280" y="3101"/>
                  </a:lnTo>
                  <a:cubicBezTo>
                    <a:pt x="2341" y="3101"/>
                    <a:pt x="2371" y="3040"/>
                    <a:pt x="2371" y="2979"/>
                  </a:cubicBezTo>
                  <a:lnTo>
                    <a:pt x="2371" y="1216"/>
                  </a:lnTo>
                  <a:cubicBezTo>
                    <a:pt x="2371" y="578"/>
                    <a:pt x="1854" y="31"/>
                    <a:pt x="121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0" name="Google Shape;5740;p54"/>
            <p:cNvSpPr/>
            <p:nvPr/>
          </p:nvSpPr>
          <p:spPr>
            <a:xfrm>
              <a:off x="339592" y="4100850"/>
              <a:ext cx="63236" cy="153256"/>
            </a:xfrm>
            <a:custGeom>
              <a:rect b="b" l="l" r="r" t="t"/>
              <a:pathLst>
                <a:path extrusionOk="0" h="1916" w="791">
                  <a:moveTo>
                    <a:pt x="1" y="0"/>
                  </a:moveTo>
                  <a:lnTo>
                    <a:pt x="1" y="1642"/>
                  </a:lnTo>
                  <a:cubicBezTo>
                    <a:pt x="1" y="1794"/>
                    <a:pt x="122" y="1915"/>
                    <a:pt x="274" y="1915"/>
                  </a:cubicBezTo>
                  <a:cubicBezTo>
                    <a:pt x="426" y="1915"/>
                    <a:pt x="517" y="1794"/>
                    <a:pt x="517" y="1642"/>
                  </a:cubicBezTo>
                  <a:cubicBezTo>
                    <a:pt x="517" y="1490"/>
                    <a:pt x="426" y="1368"/>
                    <a:pt x="274" y="1368"/>
                  </a:cubicBezTo>
                  <a:lnTo>
                    <a:pt x="274" y="547"/>
                  </a:lnTo>
                  <a:lnTo>
                    <a:pt x="791" y="456"/>
                  </a:lnTo>
                  <a:lnTo>
                    <a:pt x="79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741" name="Google Shape;5741;p54"/>
          <p:cNvGrpSpPr/>
          <p:nvPr/>
        </p:nvGrpSpPr>
        <p:grpSpPr>
          <a:xfrm>
            <a:off x="2154823" y="4691638"/>
            <a:ext cx="2019411" cy="415855"/>
            <a:chOff x="2154823" y="4691638"/>
            <a:chExt cx="2019411" cy="415855"/>
          </a:xfrm>
        </p:grpSpPr>
        <p:sp>
          <p:nvSpPr>
            <p:cNvPr id="5742" name="Google Shape;5742;p54"/>
            <p:cNvSpPr/>
            <p:nvPr/>
          </p:nvSpPr>
          <p:spPr>
            <a:xfrm>
              <a:off x="2154823" y="4792742"/>
              <a:ext cx="2019411" cy="314751"/>
            </a:xfrm>
            <a:custGeom>
              <a:rect b="b" l="l" r="r" t="t"/>
              <a:pathLst>
                <a:path extrusionOk="0" h="3935" w="25260">
                  <a:moveTo>
                    <a:pt x="17285" y="0"/>
                  </a:moveTo>
                  <a:cubicBezTo>
                    <a:pt x="16170" y="0"/>
                    <a:pt x="15068" y="607"/>
                    <a:pt x="14499" y="1898"/>
                  </a:cubicBezTo>
                  <a:cubicBezTo>
                    <a:pt x="14128" y="1798"/>
                    <a:pt x="13776" y="1750"/>
                    <a:pt x="13440" y="1750"/>
                  </a:cubicBezTo>
                  <a:cubicBezTo>
                    <a:pt x="12345" y="1750"/>
                    <a:pt x="11430" y="2260"/>
                    <a:pt x="10639" y="3144"/>
                  </a:cubicBezTo>
                  <a:cubicBezTo>
                    <a:pt x="10329" y="2738"/>
                    <a:pt x="9724" y="2491"/>
                    <a:pt x="9098" y="2491"/>
                  </a:cubicBezTo>
                  <a:cubicBezTo>
                    <a:pt x="8740" y="2491"/>
                    <a:pt x="8376" y="2572"/>
                    <a:pt x="8055" y="2749"/>
                  </a:cubicBezTo>
                  <a:cubicBezTo>
                    <a:pt x="7677" y="1517"/>
                    <a:pt x="6643" y="853"/>
                    <a:pt x="5623" y="853"/>
                  </a:cubicBezTo>
                  <a:cubicBezTo>
                    <a:pt x="4756" y="853"/>
                    <a:pt x="3899" y="1334"/>
                    <a:pt x="3465" y="2353"/>
                  </a:cubicBezTo>
                  <a:cubicBezTo>
                    <a:pt x="3176" y="2271"/>
                    <a:pt x="2902" y="2232"/>
                    <a:pt x="2641" y="2232"/>
                  </a:cubicBezTo>
                  <a:cubicBezTo>
                    <a:pt x="1559" y="2232"/>
                    <a:pt x="711" y="2905"/>
                    <a:pt x="0" y="3934"/>
                  </a:cubicBezTo>
                  <a:lnTo>
                    <a:pt x="25259" y="3934"/>
                  </a:lnTo>
                  <a:cubicBezTo>
                    <a:pt x="24117" y="2958"/>
                    <a:pt x="22918" y="2281"/>
                    <a:pt x="21591" y="2281"/>
                  </a:cubicBezTo>
                  <a:cubicBezTo>
                    <a:pt x="21223" y="2281"/>
                    <a:pt x="20846" y="2333"/>
                    <a:pt x="20457" y="2445"/>
                  </a:cubicBezTo>
                  <a:cubicBezTo>
                    <a:pt x="19961" y="859"/>
                    <a:pt x="18613" y="0"/>
                    <a:pt x="1728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3" name="Google Shape;5743;p54"/>
            <p:cNvSpPr/>
            <p:nvPr/>
          </p:nvSpPr>
          <p:spPr>
            <a:xfrm>
              <a:off x="2480439" y="4897846"/>
              <a:ext cx="809283" cy="209647"/>
            </a:xfrm>
            <a:custGeom>
              <a:rect b="b" l="l" r="r" t="t"/>
              <a:pathLst>
                <a:path extrusionOk="0" h="2621" w="10123">
                  <a:moveTo>
                    <a:pt x="5318" y="1"/>
                  </a:moveTo>
                  <a:cubicBezTo>
                    <a:pt x="4431" y="1"/>
                    <a:pt x="3525" y="583"/>
                    <a:pt x="3192" y="1647"/>
                  </a:cubicBezTo>
                  <a:cubicBezTo>
                    <a:pt x="2934" y="1566"/>
                    <a:pt x="2682" y="1528"/>
                    <a:pt x="2436" y="1528"/>
                  </a:cubicBezTo>
                  <a:cubicBezTo>
                    <a:pt x="1577" y="1528"/>
                    <a:pt x="779" y="1983"/>
                    <a:pt x="0" y="2620"/>
                  </a:cubicBezTo>
                  <a:lnTo>
                    <a:pt x="10122" y="2620"/>
                  </a:lnTo>
                  <a:cubicBezTo>
                    <a:pt x="9503" y="1729"/>
                    <a:pt x="8764" y="1161"/>
                    <a:pt x="7821" y="1161"/>
                  </a:cubicBezTo>
                  <a:cubicBezTo>
                    <a:pt x="7606" y="1161"/>
                    <a:pt x="7380" y="1190"/>
                    <a:pt x="7143" y="1252"/>
                  </a:cubicBezTo>
                  <a:cubicBezTo>
                    <a:pt x="6772" y="399"/>
                    <a:pt x="6051" y="1"/>
                    <a:pt x="53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4" name="Google Shape;5744;p54"/>
            <p:cNvSpPr/>
            <p:nvPr/>
          </p:nvSpPr>
          <p:spPr>
            <a:xfrm>
              <a:off x="3656510" y="4752428"/>
              <a:ext cx="58440" cy="48712"/>
            </a:xfrm>
            <a:custGeom>
              <a:rect b="b" l="l" r="r" t="t"/>
              <a:pathLst>
                <a:path extrusionOk="0" h="609" w="731">
                  <a:moveTo>
                    <a:pt x="730" y="0"/>
                  </a:moveTo>
                  <a:cubicBezTo>
                    <a:pt x="730" y="0"/>
                    <a:pt x="426" y="0"/>
                    <a:pt x="244" y="152"/>
                  </a:cubicBezTo>
                  <a:cubicBezTo>
                    <a:pt x="31" y="304"/>
                    <a:pt x="1" y="608"/>
                    <a:pt x="1" y="608"/>
                  </a:cubicBezTo>
                  <a:cubicBezTo>
                    <a:pt x="1" y="608"/>
                    <a:pt x="305" y="608"/>
                    <a:pt x="487" y="456"/>
                  </a:cubicBezTo>
                  <a:cubicBezTo>
                    <a:pt x="670" y="304"/>
                    <a:pt x="730" y="0"/>
                    <a:pt x="7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5" name="Google Shape;5745;p54"/>
            <p:cNvSpPr/>
            <p:nvPr/>
          </p:nvSpPr>
          <p:spPr>
            <a:xfrm>
              <a:off x="3598230" y="4691638"/>
              <a:ext cx="55961" cy="99744"/>
            </a:xfrm>
            <a:custGeom>
              <a:rect b="b" l="l" r="r" t="t"/>
              <a:pathLst>
                <a:path extrusionOk="0" h="1247" w="700">
                  <a:moveTo>
                    <a:pt x="213" y="0"/>
                  </a:moveTo>
                  <a:cubicBezTo>
                    <a:pt x="213" y="0"/>
                    <a:pt x="0" y="335"/>
                    <a:pt x="92" y="669"/>
                  </a:cubicBezTo>
                  <a:cubicBezTo>
                    <a:pt x="152" y="1034"/>
                    <a:pt x="517" y="1247"/>
                    <a:pt x="517" y="1247"/>
                  </a:cubicBezTo>
                  <a:cubicBezTo>
                    <a:pt x="517" y="1247"/>
                    <a:pt x="699" y="912"/>
                    <a:pt x="608" y="578"/>
                  </a:cubicBezTo>
                  <a:cubicBezTo>
                    <a:pt x="517" y="213"/>
                    <a:pt x="213" y="0"/>
                    <a:pt x="21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6" name="Google Shape;5746;p54"/>
            <p:cNvSpPr/>
            <p:nvPr/>
          </p:nvSpPr>
          <p:spPr>
            <a:xfrm>
              <a:off x="2611629" y="4932320"/>
              <a:ext cx="43810" cy="73029"/>
            </a:xfrm>
            <a:custGeom>
              <a:rect b="b" l="l" r="r" t="t"/>
              <a:pathLst>
                <a:path extrusionOk="0" h="913" w="548">
                  <a:moveTo>
                    <a:pt x="396" y="1"/>
                  </a:moveTo>
                  <a:cubicBezTo>
                    <a:pt x="396" y="1"/>
                    <a:pt x="153" y="153"/>
                    <a:pt x="92" y="396"/>
                  </a:cubicBezTo>
                  <a:cubicBezTo>
                    <a:pt x="1" y="639"/>
                    <a:pt x="153" y="912"/>
                    <a:pt x="153" y="912"/>
                  </a:cubicBezTo>
                  <a:cubicBezTo>
                    <a:pt x="153" y="912"/>
                    <a:pt x="396" y="760"/>
                    <a:pt x="457" y="487"/>
                  </a:cubicBezTo>
                  <a:cubicBezTo>
                    <a:pt x="548" y="244"/>
                    <a:pt x="396" y="1"/>
                    <a:pt x="3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7" name="Google Shape;5747;p54"/>
            <p:cNvSpPr/>
            <p:nvPr/>
          </p:nvSpPr>
          <p:spPr>
            <a:xfrm>
              <a:off x="2524169" y="4937200"/>
              <a:ext cx="77866" cy="70629"/>
            </a:xfrm>
            <a:custGeom>
              <a:rect b="b" l="l" r="r" t="t"/>
              <a:pathLst>
                <a:path extrusionOk="0" h="883" w="974">
                  <a:moveTo>
                    <a:pt x="0" y="0"/>
                  </a:moveTo>
                  <a:cubicBezTo>
                    <a:pt x="0" y="0"/>
                    <a:pt x="31" y="426"/>
                    <a:pt x="304" y="639"/>
                  </a:cubicBezTo>
                  <a:cubicBezTo>
                    <a:pt x="528" y="862"/>
                    <a:pt x="833" y="883"/>
                    <a:pt x="937" y="883"/>
                  </a:cubicBezTo>
                  <a:cubicBezTo>
                    <a:pt x="960" y="883"/>
                    <a:pt x="973" y="882"/>
                    <a:pt x="973" y="882"/>
                  </a:cubicBezTo>
                  <a:cubicBezTo>
                    <a:pt x="973" y="882"/>
                    <a:pt x="943" y="456"/>
                    <a:pt x="669" y="244"/>
                  </a:cubicBezTo>
                  <a:cubicBezTo>
                    <a:pt x="426" y="0"/>
                    <a:pt x="1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748" name="Google Shape;5748;p54"/>
          <p:cNvGrpSpPr/>
          <p:nvPr/>
        </p:nvGrpSpPr>
        <p:grpSpPr>
          <a:xfrm>
            <a:off x="154919" y="4950158"/>
            <a:ext cx="609980" cy="157335"/>
            <a:chOff x="154919" y="4950158"/>
            <a:chExt cx="609980" cy="157335"/>
          </a:xfrm>
        </p:grpSpPr>
        <p:sp>
          <p:nvSpPr>
            <p:cNvPr id="5749" name="Google Shape;5749;p54"/>
            <p:cNvSpPr/>
            <p:nvPr/>
          </p:nvSpPr>
          <p:spPr>
            <a:xfrm>
              <a:off x="154919" y="4950158"/>
              <a:ext cx="609980" cy="157335"/>
            </a:xfrm>
            <a:custGeom>
              <a:rect b="b" l="l" r="r" t="t"/>
              <a:pathLst>
                <a:path extrusionOk="0" h="1967" w="7630">
                  <a:moveTo>
                    <a:pt x="4011" y="1"/>
                  </a:moveTo>
                  <a:cubicBezTo>
                    <a:pt x="3348" y="1"/>
                    <a:pt x="2667" y="427"/>
                    <a:pt x="2402" y="1206"/>
                  </a:cubicBezTo>
                  <a:cubicBezTo>
                    <a:pt x="2208" y="1146"/>
                    <a:pt x="2019" y="1118"/>
                    <a:pt x="1833" y="1118"/>
                  </a:cubicBezTo>
                  <a:cubicBezTo>
                    <a:pt x="1176" y="1118"/>
                    <a:pt x="570" y="1468"/>
                    <a:pt x="1" y="1966"/>
                  </a:cubicBezTo>
                  <a:lnTo>
                    <a:pt x="7630" y="1966"/>
                  </a:lnTo>
                  <a:cubicBezTo>
                    <a:pt x="7157" y="1295"/>
                    <a:pt x="6604" y="867"/>
                    <a:pt x="5885" y="867"/>
                  </a:cubicBezTo>
                  <a:cubicBezTo>
                    <a:pt x="5725" y="867"/>
                    <a:pt x="5558" y="888"/>
                    <a:pt x="5381" y="933"/>
                  </a:cubicBezTo>
                  <a:cubicBezTo>
                    <a:pt x="5104" y="297"/>
                    <a:pt x="4564" y="1"/>
                    <a:pt x="40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0" name="Google Shape;5750;p54"/>
            <p:cNvSpPr/>
            <p:nvPr/>
          </p:nvSpPr>
          <p:spPr>
            <a:xfrm>
              <a:off x="512113" y="5007669"/>
              <a:ext cx="72990" cy="70629"/>
            </a:xfrm>
            <a:custGeom>
              <a:rect b="b" l="l" r="r" t="t"/>
              <a:pathLst>
                <a:path extrusionOk="0" h="883" w="913">
                  <a:moveTo>
                    <a:pt x="822" y="1"/>
                  </a:moveTo>
                  <a:cubicBezTo>
                    <a:pt x="396" y="183"/>
                    <a:pt x="92" y="518"/>
                    <a:pt x="1" y="882"/>
                  </a:cubicBezTo>
                  <a:cubicBezTo>
                    <a:pt x="1" y="882"/>
                    <a:pt x="244" y="457"/>
                    <a:pt x="913" y="214"/>
                  </a:cubicBezTo>
                  <a:lnTo>
                    <a:pt x="82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1" name="Google Shape;5751;p54"/>
            <p:cNvSpPr/>
            <p:nvPr/>
          </p:nvSpPr>
          <p:spPr>
            <a:xfrm>
              <a:off x="346867" y="5034464"/>
              <a:ext cx="43890" cy="46233"/>
            </a:xfrm>
            <a:custGeom>
              <a:rect b="b" l="l" r="r" t="t"/>
              <a:pathLst>
                <a:path extrusionOk="0" h="578" w="549">
                  <a:moveTo>
                    <a:pt x="31" y="0"/>
                  </a:moveTo>
                  <a:lnTo>
                    <a:pt x="1" y="152"/>
                  </a:lnTo>
                  <a:cubicBezTo>
                    <a:pt x="1" y="152"/>
                    <a:pt x="396" y="335"/>
                    <a:pt x="548" y="578"/>
                  </a:cubicBezTo>
                  <a:cubicBezTo>
                    <a:pt x="396" y="304"/>
                    <a:pt x="244" y="122"/>
                    <a:pt x="3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52" name="Google Shape;5752;p54"/>
          <p:cNvSpPr/>
          <p:nvPr/>
        </p:nvSpPr>
        <p:spPr>
          <a:xfrm>
            <a:off x="0" y="5107500"/>
            <a:ext cx="9144000" cy="36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3" name="Google Shape;5753;p54"/>
          <p:cNvSpPr/>
          <p:nvPr/>
        </p:nvSpPr>
        <p:spPr>
          <a:xfrm>
            <a:off x="719850" y="540000"/>
            <a:ext cx="7704300" cy="676800"/>
          </a:xfrm>
          <a:prstGeom prst="roundRect">
            <a:avLst>
              <a:gd fmla="val 17686" name="adj"/>
            </a:avLst>
          </a:prstGeom>
          <a:solidFill>
            <a:schemeClr val="lt1"/>
          </a:solidFill>
          <a:ln cap="flat" cmpd="sng" w="762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4" name="Google Shape;5754;p54"/>
          <p:cNvSpPr txBox="1"/>
          <p:nvPr>
            <p:ph type="title"/>
          </p:nvPr>
        </p:nvSpPr>
        <p:spPr>
          <a:xfrm>
            <a:off x="720000" y="540000"/>
            <a:ext cx="7704000" cy="6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755" name="Google Shape;5755;p54"/>
          <p:cNvSpPr txBox="1"/>
          <p:nvPr>
            <p:ph idx="1" type="body"/>
          </p:nvPr>
        </p:nvSpPr>
        <p:spPr>
          <a:xfrm>
            <a:off x="2092350" y="1503006"/>
            <a:ext cx="4959300" cy="28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/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grpSp>
        <p:nvGrpSpPr>
          <p:cNvPr id="5756" name="Google Shape;5756;p54"/>
          <p:cNvGrpSpPr/>
          <p:nvPr/>
        </p:nvGrpSpPr>
        <p:grpSpPr>
          <a:xfrm>
            <a:off x="0" y="4752988"/>
            <a:ext cx="9144000" cy="354505"/>
            <a:chOff x="0" y="4689888"/>
            <a:chExt cx="9144000" cy="354505"/>
          </a:xfrm>
        </p:grpSpPr>
        <p:grpSp>
          <p:nvGrpSpPr>
            <p:cNvPr id="5757" name="Google Shape;5757;p54"/>
            <p:cNvGrpSpPr/>
            <p:nvPr/>
          </p:nvGrpSpPr>
          <p:grpSpPr>
            <a:xfrm>
              <a:off x="0" y="4793425"/>
              <a:ext cx="9144000" cy="194975"/>
              <a:chOff x="0" y="4789550"/>
              <a:chExt cx="9144000" cy="194975"/>
            </a:xfrm>
          </p:grpSpPr>
          <p:sp>
            <p:nvSpPr>
              <p:cNvPr id="5758" name="Google Shape;5758;p54"/>
              <p:cNvSpPr/>
              <p:nvPr/>
            </p:nvSpPr>
            <p:spPr>
              <a:xfrm>
                <a:off x="0" y="4789550"/>
                <a:ext cx="9144000" cy="360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59" name="Google Shape;5759;p54"/>
              <p:cNvSpPr/>
              <p:nvPr/>
            </p:nvSpPr>
            <p:spPr>
              <a:xfrm>
                <a:off x="0" y="4948525"/>
                <a:ext cx="9144000" cy="360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760" name="Google Shape;5760;p54"/>
            <p:cNvGrpSpPr/>
            <p:nvPr/>
          </p:nvGrpSpPr>
          <p:grpSpPr>
            <a:xfrm>
              <a:off x="28483" y="4689888"/>
              <a:ext cx="9087034" cy="354505"/>
              <a:chOff x="28483" y="4689888"/>
              <a:chExt cx="9087034" cy="354505"/>
            </a:xfrm>
          </p:grpSpPr>
          <p:sp>
            <p:nvSpPr>
              <p:cNvPr id="5761" name="Google Shape;5761;p54"/>
              <p:cNvSpPr/>
              <p:nvPr/>
            </p:nvSpPr>
            <p:spPr>
              <a:xfrm>
                <a:off x="64010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6" y="1"/>
                      <a:pt x="533" y="8"/>
                      <a:pt x="518" y="24"/>
                    </a:cubicBezTo>
                    <a:lnTo>
                      <a:pt x="62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34" y="4431"/>
                      <a:pt x="1065" y="4401"/>
                      <a:pt x="1156" y="4370"/>
                    </a:cubicBezTo>
                    <a:lnTo>
                      <a:pt x="1156" y="601"/>
                    </a:lnTo>
                    <a:lnTo>
                      <a:pt x="1126" y="571"/>
                    </a:lnTo>
                    <a:lnTo>
                      <a:pt x="670" y="24"/>
                    </a:lnTo>
                    <a:cubicBezTo>
                      <a:pt x="639" y="8"/>
                      <a:pt x="609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62" name="Google Shape;5762;p54"/>
              <p:cNvSpPr/>
              <p:nvPr/>
            </p:nvSpPr>
            <p:spPr>
              <a:xfrm>
                <a:off x="79301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3" y="8"/>
                      <a:pt x="517" y="24"/>
                    </a:cubicBezTo>
                    <a:lnTo>
                      <a:pt x="6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34" y="4431"/>
                      <a:pt x="1064" y="4401"/>
                      <a:pt x="1156" y="4370"/>
                    </a:cubicBezTo>
                    <a:lnTo>
                      <a:pt x="1156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9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63" name="Google Shape;5763;p54"/>
              <p:cNvSpPr/>
              <p:nvPr/>
            </p:nvSpPr>
            <p:spPr>
              <a:xfrm>
                <a:off x="94592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2" y="4431"/>
                      <a:pt x="122" y="4431"/>
                    </a:cubicBezTo>
                    <a:lnTo>
                      <a:pt x="1003" y="4431"/>
                    </a:lnTo>
                    <a:cubicBezTo>
                      <a:pt x="103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8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64" name="Google Shape;5764;p54"/>
              <p:cNvSpPr/>
              <p:nvPr/>
            </p:nvSpPr>
            <p:spPr>
              <a:xfrm>
                <a:off x="109882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1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1" y="4431"/>
                      <a:pt x="122" y="4431"/>
                    </a:cubicBezTo>
                    <a:lnTo>
                      <a:pt x="1003" y="4431"/>
                    </a:lnTo>
                    <a:cubicBezTo>
                      <a:pt x="106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8" y="8"/>
                      <a:pt x="608" y="1"/>
                      <a:pt x="58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65" name="Google Shape;5765;p54"/>
              <p:cNvSpPr/>
              <p:nvPr/>
            </p:nvSpPr>
            <p:spPr>
              <a:xfrm>
                <a:off x="1251735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04" y="4431"/>
                      <a:pt x="103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66" name="Google Shape;5766;p54"/>
              <p:cNvSpPr/>
              <p:nvPr/>
            </p:nvSpPr>
            <p:spPr>
              <a:xfrm>
                <a:off x="1402243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67" name="Google Shape;5767;p54"/>
              <p:cNvSpPr/>
              <p:nvPr/>
            </p:nvSpPr>
            <p:spPr>
              <a:xfrm>
                <a:off x="1552751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64" y="4431"/>
                      <a:pt x="109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68" name="Google Shape;5768;p54"/>
              <p:cNvSpPr/>
              <p:nvPr/>
            </p:nvSpPr>
            <p:spPr>
              <a:xfrm>
                <a:off x="751362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69" name="Google Shape;5769;p54"/>
              <p:cNvSpPr/>
              <p:nvPr/>
            </p:nvSpPr>
            <p:spPr>
              <a:xfrm>
                <a:off x="7666529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3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70" name="Google Shape;5770;p54"/>
              <p:cNvSpPr/>
              <p:nvPr/>
            </p:nvSpPr>
            <p:spPr>
              <a:xfrm>
                <a:off x="7816957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71" name="Google Shape;5771;p54"/>
              <p:cNvSpPr/>
              <p:nvPr/>
            </p:nvSpPr>
            <p:spPr>
              <a:xfrm>
                <a:off x="796738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2" y="4431"/>
                      <a:pt x="122" y="4431"/>
                    </a:cubicBezTo>
                    <a:lnTo>
                      <a:pt x="1003" y="4431"/>
                    </a:lnTo>
                    <a:cubicBezTo>
                      <a:pt x="103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8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72" name="Google Shape;5772;p54"/>
              <p:cNvSpPr/>
              <p:nvPr/>
            </p:nvSpPr>
            <p:spPr>
              <a:xfrm>
                <a:off x="812029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93" y="1"/>
                    </a:moveTo>
                    <a:cubicBezTo>
                      <a:pt x="562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1" y="4431"/>
                      <a:pt x="122" y="4431"/>
                    </a:cubicBezTo>
                    <a:lnTo>
                      <a:pt x="1003" y="4431"/>
                    </a:lnTo>
                    <a:cubicBezTo>
                      <a:pt x="106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54" y="8"/>
                      <a:pt x="623" y="1"/>
                      <a:pt x="59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73" name="Google Shape;5773;p54"/>
              <p:cNvSpPr/>
              <p:nvPr/>
            </p:nvSpPr>
            <p:spPr>
              <a:xfrm>
                <a:off x="8273198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1" y="4431"/>
                      <a:pt x="122" y="4431"/>
                    </a:cubicBezTo>
                    <a:lnTo>
                      <a:pt x="973" y="4431"/>
                    </a:lnTo>
                    <a:cubicBezTo>
                      <a:pt x="1034" y="4431"/>
                      <a:pt x="1065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74" name="Google Shape;5774;p54"/>
              <p:cNvSpPr/>
              <p:nvPr/>
            </p:nvSpPr>
            <p:spPr>
              <a:xfrm>
                <a:off x="8423706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34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75" name="Google Shape;5775;p54"/>
              <p:cNvSpPr/>
              <p:nvPr/>
            </p:nvSpPr>
            <p:spPr>
              <a:xfrm>
                <a:off x="8574214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64" y="4431"/>
                      <a:pt x="109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76" name="Google Shape;5776;p54"/>
              <p:cNvSpPr/>
              <p:nvPr/>
            </p:nvSpPr>
            <p:spPr>
              <a:xfrm>
                <a:off x="8724643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2" y="4431"/>
                      <a:pt x="122" y="4431"/>
                    </a:cubicBezTo>
                    <a:lnTo>
                      <a:pt x="974" y="4431"/>
                    </a:lnTo>
                    <a:cubicBezTo>
                      <a:pt x="1065" y="4431"/>
                      <a:pt x="1095" y="4401"/>
                      <a:pt x="1126" y="4370"/>
                    </a:cubicBezTo>
                    <a:lnTo>
                      <a:pt x="112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4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77" name="Google Shape;5777;p54"/>
              <p:cNvSpPr/>
              <p:nvPr/>
            </p:nvSpPr>
            <p:spPr>
              <a:xfrm>
                <a:off x="8875151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74" y="1"/>
                    </a:moveTo>
                    <a:cubicBezTo>
                      <a:pt x="547" y="1"/>
                      <a:pt x="517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122" y="4431"/>
                    </a:cubicBezTo>
                    <a:lnTo>
                      <a:pt x="1003" y="4431"/>
                    </a:lnTo>
                    <a:cubicBezTo>
                      <a:pt x="103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600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78" name="Google Shape;5778;p54"/>
              <p:cNvSpPr/>
              <p:nvPr/>
            </p:nvSpPr>
            <p:spPr>
              <a:xfrm>
                <a:off x="736071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79" name="Google Shape;5779;p54"/>
              <p:cNvSpPr/>
              <p:nvPr/>
            </p:nvSpPr>
            <p:spPr>
              <a:xfrm>
                <a:off x="720781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80" name="Google Shape;5780;p54"/>
              <p:cNvSpPr/>
              <p:nvPr/>
            </p:nvSpPr>
            <p:spPr>
              <a:xfrm>
                <a:off x="705490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81" name="Google Shape;5781;p54"/>
              <p:cNvSpPr/>
              <p:nvPr/>
            </p:nvSpPr>
            <p:spPr>
              <a:xfrm>
                <a:off x="690199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82" name="Google Shape;5782;p54"/>
              <p:cNvSpPr/>
              <p:nvPr/>
            </p:nvSpPr>
            <p:spPr>
              <a:xfrm>
                <a:off x="674909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83" name="Google Shape;5783;p54"/>
              <p:cNvSpPr/>
              <p:nvPr/>
            </p:nvSpPr>
            <p:spPr>
              <a:xfrm>
                <a:off x="659618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84" name="Google Shape;5784;p54"/>
              <p:cNvSpPr/>
              <p:nvPr/>
            </p:nvSpPr>
            <p:spPr>
              <a:xfrm>
                <a:off x="644327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85" name="Google Shape;5785;p54"/>
              <p:cNvSpPr/>
              <p:nvPr/>
            </p:nvSpPr>
            <p:spPr>
              <a:xfrm>
                <a:off x="629037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86" name="Google Shape;5786;p54"/>
              <p:cNvSpPr/>
              <p:nvPr/>
            </p:nvSpPr>
            <p:spPr>
              <a:xfrm>
                <a:off x="613746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87" name="Google Shape;5787;p54"/>
              <p:cNvSpPr/>
              <p:nvPr/>
            </p:nvSpPr>
            <p:spPr>
              <a:xfrm>
                <a:off x="598455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88" name="Google Shape;5788;p54"/>
              <p:cNvSpPr/>
              <p:nvPr/>
            </p:nvSpPr>
            <p:spPr>
              <a:xfrm>
                <a:off x="583165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89" name="Google Shape;5789;p54"/>
              <p:cNvSpPr/>
              <p:nvPr/>
            </p:nvSpPr>
            <p:spPr>
              <a:xfrm>
                <a:off x="567874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90" name="Google Shape;5790;p54"/>
              <p:cNvSpPr/>
              <p:nvPr/>
            </p:nvSpPr>
            <p:spPr>
              <a:xfrm>
                <a:off x="552583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91" name="Google Shape;5791;p54"/>
              <p:cNvSpPr/>
              <p:nvPr/>
            </p:nvSpPr>
            <p:spPr>
              <a:xfrm>
                <a:off x="537293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92" name="Google Shape;5792;p54"/>
              <p:cNvSpPr/>
              <p:nvPr/>
            </p:nvSpPr>
            <p:spPr>
              <a:xfrm>
                <a:off x="522002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93" name="Google Shape;5793;p54"/>
              <p:cNvSpPr/>
              <p:nvPr/>
            </p:nvSpPr>
            <p:spPr>
              <a:xfrm>
                <a:off x="506712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94" name="Google Shape;5794;p54"/>
              <p:cNvSpPr/>
              <p:nvPr/>
            </p:nvSpPr>
            <p:spPr>
              <a:xfrm>
                <a:off x="491421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95" name="Google Shape;5795;p54"/>
              <p:cNvSpPr/>
              <p:nvPr/>
            </p:nvSpPr>
            <p:spPr>
              <a:xfrm>
                <a:off x="476130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96" name="Google Shape;5796;p54"/>
              <p:cNvSpPr/>
              <p:nvPr/>
            </p:nvSpPr>
            <p:spPr>
              <a:xfrm>
                <a:off x="460840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97" name="Google Shape;5797;p54"/>
              <p:cNvSpPr/>
              <p:nvPr/>
            </p:nvSpPr>
            <p:spPr>
              <a:xfrm>
                <a:off x="445549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98" name="Google Shape;5798;p54"/>
              <p:cNvSpPr/>
              <p:nvPr/>
            </p:nvSpPr>
            <p:spPr>
              <a:xfrm>
                <a:off x="430258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99" name="Google Shape;5799;p54"/>
              <p:cNvSpPr/>
              <p:nvPr/>
            </p:nvSpPr>
            <p:spPr>
              <a:xfrm>
                <a:off x="414968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00" name="Google Shape;5800;p54"/>
              <p:cNvSpPr/>
              <p:nvPr/>
            </p:nvSpPr>
            <p:spPr>
              <a:xfrm>
                <a:off x="399677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01" name="Google Shape;5801;p54"/>
              <p:cNvSpPr/>
              <p:nvPr/>
            </p:nvSpPr>
            <p:spPr>
              <a:xfrm>
                <a:off x="384386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02" name="Google Shape;5802;p54"/>
              <p:cNvSpPr/>
              <p:nvPr/>
            </p:nvSpPr>
            <p:spPr>
              <a:xfrm>
                <a:off x="369096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03" name="Google Shape;5803;p54"/>
              <p:cNvSpPr/>
              <p:nvPr/>
            </p:nvSpPr>
            <p:spPr>
              <a:xfrm>
                <a:off x="353805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04" name="Google Shape;5804;p54"/>
              <p:cNvSpPr/>
              <p:nvPr/>
            </p:nvSpPr>
            <p:spPr>
              <a:xfrm>
                <a:off x="338514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05" name="Google Shape;5805;p54"/>
              <p:cNvSpPr/>
              <p:nvPr/>
            </p:nvSpPr>
            <p:spPr>
              <a:xfrm>
                <a:off x="323224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06" name="Google Shape;5806;p54"/>
              <p:cNvSpPr/>
              <p:nvPr/>
            </p:nvSpPr>
            <p:spPr>
              <a:xfrm>
                <a:off x="307933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07" name="Google Shape;5807;p54"/>
              <p:cNvSpPr/>
              <p:nvPr/>
            </p:nvSpPr>
            <p:spPr>
              <a:xfrm>
                <a:off x="292643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08" name="Google Shape;5808;p54"/>
              <p:cNvSpPr/>
              <p:nvPr/>
            </p:nvSpPr>
            <p:spPr>
              <a:xfrm>
                <a:off x="277352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09" name="Google Shape;5809;p54"/>
              <p:cNvSpPr/>
              <p:nvPr/>
            </p:nvSpPr>
            <p:spPr>
              <a:xfrm>
                <a:off x="262061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10" name="Google Shape;5810;p54"/>
              <p:cNvSpPr/>
              <p:nvPr/>
            </p:nvSpPr>
            <p:spPr>
              <a:xfrm>
                <a:off x="246771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11" name="Google Shape;5811;p54"/>
              <p:cNvSpPr/>
              <p:nvPr/>
            </p:nvSpPr>
            <p:spPr>
              <a:xfrm>
                <a:off x="231480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12" name="Google Shape;5812;p54"/>
              <p:cNvSpPr/>
              <p:nvPr/>
            </p:nvSpPr>
            <p:spPr>
              <a:xfrm>
                <a:off x="216189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13" name="Google Shape;5813;p54"/>
              <p:cNvSpPr/>
              <p:nvPr/>
            </p:nvSpPr>
            <p:spPr>
              <a:xfrm>
                <a:off x="200899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14" name="Google Shape;5814;p54"/>
              <p:cNvSpPr/>
              <p:nvPr/>
            </p:nvSpPr>
            <p:spPr>
              <a:xfrm>
                <a:off x="185608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15" name="Google Shape;5815;p54"/>
              <p:cNvSpPr/>
              <p:nvPr/>
            </p:nvSpPr>
            <p:spPr>
              <a:xfrm>
                <a:off x="170317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16" name="Google Shape;5816;p54"/>
              <p:cNvSpPr/>
              <p:nvPr/>
            </p:nvSpPr>
            <p:spPr>
              <a:xfrm>
                <a:off x="48720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17" name="Google Shape;5817;p54"/>
              <p:cNvSpPr/>
              <p:nvPr/>
            </p:nvSpPr>
            <p:spPr>
              <a:xfrm>
                <a:off x="33429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18" name="Google Shape;5818;p54"/>
              <p:cNvSpPr/>
              <p:nvPr/>
            </p:nvSpPr>
            <p:spPr>
              <a:xfrm>
                <a:off x="18139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19" name="Google Shape;5819;p54"/>
              <p:cNvSpPr/>
              <p:nvPr/>
            </p:nvSpPr>
            <p:spPr>
              <a:xfrm>
                <a:off x="2848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20" name="Google Shape;5820;p54"/>
              <p:cNvSpPr/>
              <p:nvPr/>
            </p:nvSpPr>
            <p:spPr>
              <a:xfrm>
                <a:off x="9025579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74" y="1"/>
                    </a:moveTo>
                    <a:cubicBezTo>
                      <a:pt x="547" y="1"/>
                      <a:pt x="517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122" y="4431"/>
                    </a:cubicBezTo>
                    <a:lnTo>
                      <a:pt x="1003" y="4431"/>
                    </a:lnTo>
                    <a:cubicBezTo>
                      <a:pt x="103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600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5821" name="Shape 5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22" name="Google Shape;5822;p55"/>
          <p:cNvGrpSpPr/>
          <p:nvPr/>
        </p:nvGrpSpPr>
        <p:grpSpPr>
          <a:xfrm>
            <a:off x="-15975" y="-52"/>
            <a:ext cx="9175950" cy="5143406"/>
            <a:chOff x="-15975" y="-52"/>
            <a:chExt cx="9175950" cy="5143406"/>
          </a:xfrm>
        </p:grpSpPr>
        <p:sp>
          <p:nvSpPr>
            <p:cNvPr id="5823" name="Google Shape;5823;p55"/>
            <p:cNvSpPr/>
            <p:nvPr/>
          </p:nvSpPr>
          <p:spPr>
            <a:xfrm rot="5400000">
              <a:off x="4570450" y="-378255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24" name="Google Shape;5824;p55"/>
            <p:cNvSpPr/>
            <p:nvPr/>
          </p:nvSpPr>
          <p:spPr>
            <a:xfrm rot="5400000">
              <a:off x="4570450" y="-276311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25" name="Google Shape;5825;p55"/>
            <p:cNvSpPr/>
            <p:nvPr/>
          </p:nvSpPr>
          <p:spPr>
            <a:xfrm rot="5400000">
              <a:off x="4570450" y="-174368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26" name="Google Shape;5826;p55"/>
            <p:cNvSpPr/>
            <p:nvPr/>
          </p:nvSpPr>
          <p:spPr>
            <a:xfrm rot="5400000">
              <a:off x="4570450" y="-72425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27" name="Google Shape;5827;p55"/>
            <p:cNvSpPr/>
            <p:nvPr/>
          </p:nvSpPr>
          <p:spPr>
            <a:xfrm rot="5400000">
              <a:off x="4570450" y="295184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28" name="Google Shape;5828;p55"/>
            <p:cNvSpPr/>
            <p:nvPr/>
          </p:nvSpPr>
          <p:spPr>
            <a:xfrm rot="5400000">
              <a:off x="4570450" y="-429226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29" name="Google Shape;5829;p55"/>
            <p:cNvSpPr/>
            <p:nvPr/>
          </p:nvSpPr>
          <p:spPr>
            <a:xfrm rot="5400000">
              <a:off x="4570450" y="-327283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30" name="Google Shape;5830;p55"/>
            <p:cNvSpPr/>
            <p:nvPr/>
          </p:nvSpPr>
          <p:spPr>
            <a:xfrm rot="5400000">
              <a:off x="4570450" y="-225340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31" name="Google Shape;5831;p55"/>
            <p:cNvSpPr/>
            <p:nvPr/>
          </p:nvSpPr>
          <p:spPr>
            <a:xfrm rot="5400000">
              <a:off x="4570450" y="-123396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32" name="Google Shape;5832;p55"/>
            <p:cNvSpPr/>
            <p:nvPr/>
          </p:nvSpPr>
          <p:spPr>
            <a:xfrm rot="5400000">
              <a:off x="4570450" y="-21453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33" name="Google Shape;5833;p55"/>
            <p:cNvSpPr/>
            <p:nvPr/>
          </p:nvSpPr>
          <p:spPr>
            <a:xfrm>
              <a:off x="5081305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34" name="Google Shape;5834;p55"/>
            <p:cNvSpPr/>
            <p:nvPr/>
          </p:nvSpPr>
          <p:spPr>
            <a:xfrm>
              <a:off x="6100964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35" name="Google Shape;5835;p55"/>
            <p:cNvSpPr/>
            <p:nvPr/>
          </p:nvSpPr>
          <p:spPr>
            <a:xfrm>
              <a:off x="7120623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36" name="Google Shape;5836;p55"/>
            <p:cNvSpPr/>
            <p:nvPr/>
          </p:nvSpPr>
          <p:spPr>
            <a:xfrm>
              <a:off x="8140282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37" name="Google Shape;5837;p55"/>
            <p:cNvSpPr/>
            <p:nvPr/>
          </p:nvSpPr>
          <p:spPr>
            <a:xfrm>
              <a:off x="5591134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38" name="Google Shape;5838;p55"/>
            <p:cNvSpPr/>
            <p:nvPr/>
          </p:nvSpPr>
          <p:spPr>
            <a:xfrm>
              <a:off x="6610793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39" name="Google Shape;5839;p55"/>
            <p:cNvSpPr/>
            <p:nvPr/>
          </p:nvSpPr>
          <p:spPr>
            <a:xfrm>
              <a:off x="7630452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40" name="Google Shape;5840;p55"/>
            <p:cNvSpPr/>
            <p:nvPr/>
          </p:nvSpPr>
          <p:spPr>
            <a:xfrm>
              <a:off x="8650111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841" name="Google Shape;5841;p55"/>
            <p:cNvGrpSpPr/>
            <p:nvPr/>
          </p:nvGrpSpPr>
          <p:grpSpPr>
            <a:xfrm>
              <a:off x="-15975" y="-52"/>
              <a:ext cx="4587484" cy="5143406"/>
              <a:chOff x="-9275" y="-1994782"/>
              <a:chExt cx="4587484" cy="9140583"/>
            </a:xfrm>
          </p:grpSpPr>
          <p:sp>
            <p:nvSpPr>
              <p:cNvPr id="5842" name="Google Shape;5842;p55"/>
              <p:cNvSpPr/>
              <p:nvPr/>
            </p:nvSpPr>
            <p:spPr>
              <a:xfrm>
                <a:off x="50044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43" name="Google Shape;5843;p55"/>
              <p:cNvSpPr/>
              <p:nvPr/>
            </p:nvSpPr>
            <p:spPr>
              <a:xfrm>
                <a:off x="15198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44" name="Google Shape;5844;p55"/>
              <p:cNvSpPr/>
              <p:nvPr/>
            </p:nvSpPr>
            <p:spPr>
              <a:xfrm>
                <a:off x="253930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45" name="Google Shape;5845;p55"/>
              <p:cNvSpPr/>
              <p:nvPr/>
            </p:nvSpPr>
            <p:spPr>
              <a:xfrm>
                <a:off x="355874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46" name="Google Shape;5846;p55"/>
              <p:cNvSpPr/>
              <p:nvPr/>
            </p:nvSpPr>
            <p:spPr>
              <a:xfrm>
                <a:off x="45781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47" name="Google Shape;5847;p55"/>
              <p:cNvSpPr/>
              <p:nvPr/>
            </p:nvSpPr>
            <p:spPr>
              <a:xfrm>
                <a:off x="101015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48" name="Google Shape;5848;p55"/>
              <p:cNvSpPr/>
              <p:nvPr/>
            </p:nvSpPr>
            <p:spPr>
              <a:xfrm>
                <a:off x="202959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49" name="Google Shape;5849;p55"/>
              <p:cNvSpPr/>
              <p:nvPr/>
            </p:nvSpPr>
            <p:spPr>
              <a:xfrm>
                <a:off x="304902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50" name="Google Shape;5850;p55"/>
              <p:cNvSpPr/>
              <p:nvPr/>
            </p:nvSpPr>
            <p:spPr>
              <a:xfrm>
                <a:off x="406845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51" name="Google Shape;5851;p55"/>
              <p:cNvSpPr/>
              <p:nvPr/>
            </p:nvSpPr>
            <p:spPr>
              <a:xfrm>
                <a:off x="-92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5852" name="Google Shape;5852;p55"/>
            <p:cNvSpPr/>
            <p:nvPr/>
          </p:nvSpPr>
          <p:spPr>
            <a:xfrm>
              <a:off x="9159941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853" name="Google Shape;5853;p55"/>
          <p:cNvSpPr/>
          <p:nvPr/>
        </p:nvSpPr>
        <p:spPr>
          <a:xfrm>
            <a:off x="0" y="-75"/>
            <a:ext cx="9144000" cy="5143500"/>
          </a:xfrm>
          <a:prstGeom prst="rect">
            <a:avLst/>
          </a:prstGeom>
          <a:solidFill>
            <a:srgbClr val="D6E3EA">
              <a:alpha val="398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4" name="Google Shape;5854;p55"/>
          <p:cNvSpPr/>
          <p:nvPr/>
        </p:nvSpPr>
        <p:spPr>
          <a:xfrm>
            <a:off x="8423997" y="230400"/>
            <a:ext cx="627009" cy="570231"/>
          </a:xfrm>
          <a:custGeom>
            <a:rect b="b" l="l" r="r" t="t"/>
            <a:pathLst>
              <a:path extrusionOk="0" h="7129" w="7843">
                <a:moveTo>
                  <a:pt x="3921" y="1"/>
                </a:moveTo>
                <a:cubicBezTo>
                  <a:pt x="3010" y="1"/>
                  <a:pt x="2098" y="343"/>
                  <a:pt x="1399" y="1027"/>
                </a:cubicBezTo>
                <a:cubicBezTo>
                  <a:pt x="0" y="2425"/>
                  <a:pt x="0" y="4705"/>
                  <a:pt x="1399" y="6103"/>
                </a:cubicBezTo>
                <a:cubicBezTo>
                  <a:pt x="2098" y="6787"/>
                  <a:pt x="3010" y="7129"/>
                  <a:pt x="3921" y="7129"/>
                </a:cubicBezTo>
                <a:cubicBezTo>
                  <a:pt x="4833" y="7129"/>
                  <a:pt x="5745" y="6787"/>
                  <a:pt x="6444" y="6103"/>
                </a:cubicBezTo>
                <a:cubicBezTo>
                  <a:pt x="7843" y="4705"/>
                  <a:pt x="7843" y="2425"/>
                  <a:pt x="6444" y="1027"/>
                </a:cubicBezTo>
                <a:cubicBezTo>
                  <a:pt x="5745" y="343"/>
                  <a:pt x="4833" y="1"/>
                  <a:pt x="3921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855" name="Google Shape;5855;p55"/>
          <p:cNvGrpSpPr/>
          <p:nvPr/>
        </p:nvGrpSpPr>
        <p:grpSpPr>
          <a:xfrm>
            <a:off x="7647030" y="3998946"/>
            <a:ext cx="1496970" cy="1108547"/>
            <a:chOff x="7609470" y="3938246"/>
            <a:chExt cx="1496970" cy="1108547"/>
          </a:xfrm>
        </p:grpSpPr>
        <p:sp>
          <p:nvSpPr>
            <p:cNvPr id="5856" name="Google Shape;5856;p55"/>
            <p:cNvSpPr/>
            <p:nvPr/>
          </p:nvSpPr>
          <p:spPr>
            <a:xfrm flipH="1">
              <a:off x="7609470" y="3938246"/>
              <a:ext cx="1494572" cy="1108547"/>
            </a:xfrm>
            <a:custGeom>
              <a:rect b="b" l="l" r="r" t="t"/>
              <a:pathLst>
                <a:path extrusionOk="0" h="13859" w="18695">
                  <a:moveTo>
                    <a:pt x="1447" y="0"/>
                  </a:moveTo>
                  <a:cubicBezTo>
                    <a:pt x="1061" y="0"/>
                    <a:pt x="617" y="130"/>
                    <a:pt x="122" y="424"/>
                  </a:cubicBezTo>
                  <a:cubicBezTo>
                    <a:pt x="92" y="424"/>
                    <a:pt x="61" y="454"/>
                    <a:pt x="1" y="454"/>
                  </a:cubicBezTo>
                  <a:lnTo>
                    <a:pt x="1" y="13858"/>
                  </a:lnTo>
                  <a:lnTo>
                    <a:pt x="18694" y="13858"/>
                  </a:lnTo>
                  <a:cubicBezTo>
                    <a:pt x="18451" y="13038"/>
                    <a:pt x="17752" y="12339"/>
                    <a:pt x="16992" y="12035"/>
                  </a:cubicBezTo>
                  <a:cubicBezTo>
                    <a:pt x="16604" y="11877"/>
                    <a:pt x="16196" y="11814"/>
                    <a:pt x="15780" y="11814"/>
                  </a:cubicBezTo>
                  <a:cubicBezTo>
                    <a:pt x="15320" y="11814"/>
                    <a:pt x="14850" y="11891"/>
                    <a:pt x="14389" y="12002"/>
                  </a:cubicBezTo>
                  <a:lnTo>
                    <a:pt x="14389" y="12002"/>
                  </a:lnTo>
                  <a:cubicBezTo>
                    <a:pt x="14540" y="11959"/>
                    <a:pt x="14746" y="11667"/>
                    <a:pt x="14864" y="11548"/>
                  </a:cubicBezTo>
                  <a:cubicBezTo>
                    <a:pt x="15138" y="11244"/>
                    <a:pt x="15351" y="10940"/>
                    <a:pt x="15411" y="10576"/>
                  </a:cubicBezTo>
                  <a:cubicBezTo>
                    <a:pt x="15472" y="10120"/>
                    <a:pt x="15320" y="9664"/>
                    <a:pt x="15047" y="9299"/>
                  </a:cubicBezTo>
                  <a:cubicBezTo>
                    <a:pt x="14653" y="8827"/>
                    <a:pt x="14011" y="8581"/>
                    <a:pt x="13374" y="8581"/>
                  </a:cubicBezTo>
                  <a:cubicBezTo>
                    <a:pt x="13272" y="8581"/>
                    <a:pt x="13171" y="8588"/>
                    <a:pt x="13071" y="8600"/>
                  </a:cubicBezTo>
                  <a:lnTo>
                    <a:pt x="12980" y="8600"/>
                  </a:lnTo>
                  <a:cubicBezTo>
                    <a:pt x="12828" y="8630"/>
                    <a:pt x="12706" y="8630"/>
                    <a:pt x="12554" y="8691"/>
                  </a:cubicBezTo>
                  <a:cubicBezTo>
                    <a:pt x="12213" y="8835"/>
                    <a:pt x="11894" y="9021"/>
                    <a:pt x="11601" y="9243"/>
                  </a:cubicBezTo>
                  <a:lnTo>
                    <a:pt x="11601" y="9243"/>
                  </a:lnTo>
                  <a:cubicBezTo>
                    <a:pt x="11894" y="8923"/>
                    <a:pt x="12183" y="8555"/>
                    <a:pt x="12311" y="8235"/>
                  </a:cubicBezTo>
                  <a:cubicBezTo>
                    <a:pt x="13246" y="6312"/>
                    <a:pt x="11645" y="3636"/>
                    <a:pt x="9345" y="3636"/>
                  </a:cubicBezTo>
                  <a:cubicBezTo>
                    <a:pt x="9028" y="3636"/>
                    <a:pt x="8698" y="3687"/>
                    <a:pt x="8359" y="3798"/>
                  </a:cubicBezTo>
                  <a:cubicBezTo>
                    <a:pt x="7436" y="4182"/>
                    <a:pt x="6643" y="4956"/>
                    <a:pt x="6052" y="5864"/>
                  </a:cubicBezTo>
                  <a:lnTo>
                    <a:pt x="6052" y="5864"/>
                  </a:lnTo>
                  <a:cubicBezTo>
                    <a:pt x="7044" y="3936"/>
                    <a:pt x="6013" y="2566"/>
                    <a:pt x="4822" y="2566"/>
                  </a:cubicBezTo>
                  <a:cubicBezTo>
                    <a:pt x="4146" y="2566"/>
                    <a:pt x="3418" y="3008"/>
                    <a:pt x="2979" y="4041"/>
                  </a:cubicBezTo>
                  <a:cubicBezTo>
                    <a:pt x="3611" y="2050"/>
                    <a:pt x="2981" y="0"/>
                    <a:pt x="144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57" name="Google Shape;5857;p55"/>
            <p:cNvSpPr/>
            <p:nvPr/>
          </p:nvSpPr>
          <p:spPr>
            <a:xfrm flipH="1">
              <a:off x="8221849" y="4367699"/>
              <a:ext cx="884591" cy="679094"/>
            </a:xfrm>
            <a:custGeom>
              <a:rect b="b" l="l" r="r" t="t"/>
              <a:pathLst>
                <a:path extrusionOk="0" h="8490" w="11065">
                  <a:moveTo>
                    <a:pt x="486" y="1"/>
                  </a:moveTo>
                  <a:cubicBezTo>
                    <a:pt x="321" y="1"/>
                    <a:pt x="157" y="33"/>
                    <a:pt x="0" y="100"/>
                  </a:cubicBezTo>
                  <a:lnTo>
                    <a:pt x="0" y="8489"/>
                  </a:lnTo>
                  <a:lnTo>
                    <a:pt x="11064" y="8489"/>
                  </a:lnTo>
                  <a:cubicBezTo>
                    <a:pt x="10912" y="8003"/>
                    <a:pt x="10487" y="7578"/>
                    <a:pt x="10031" y="7426"/>
                  </a:cubicBezTo>
                  <a:cubicBezTo>
                    <a:pt x="9799" y="7339"/>
                    <a:pt x="9553" y="7300"/>
                    <a:pt x="9303" y="7300"/>
                  </a:cubicBezTo>
                  <a:cubicBezTo>
                    <a:pt x="9029" y="7300"/>
                    <a:pt x="8751" y="7346"/>
                    <a:pt x="8481" y="7426"/>
                  </a:cubicBezTo>
                  <a:cubicBezTo>
                    <a:pt x="8754" y="6939"/>
                    <a:pt x="8389" y="6271"/>
                    <a:pt x="7903" y="6058"/>
                  </a:cubicBezTo>
                  <a:cubicBezTo>
                    <a:pt x="7756" y="6003"/>
                    <a:pt x="7601" y="5978"/>
                    <a:pt x="7444" y="5978"/>
                  </a:cubicBezTo>
                  <a:cubicBezTo>
                    <a:pt x="7152" y="5978"/>
                    <a:pt x="6851" y="6063"/>
                    <a:pt x="6580" y="6195"/>
                  </a:cubicBezTo>
                  <a:lnTo>
                    <a:pt x="6580" y="6195"/>
                  </a:lnTo>
                  <a:cubicBezTo>
                    <a:pt x="6903" y="5981"/>
                    <a:pt x="7137" y="5620"/>
                    <a:pt x="7265" y="5237"/>
                  </a:cubicBezTo>
                  <a:cubicBezTo>
                    <a:pt x="7801" y="4084"/>
                    <a:pt x="6846" y="2504"/>
                    <a:pt x="5507" y="2504"/>
                  </a:cubicBezTo>
                  <a:cubicBezTo>
                    <a:pt x="5329" y="2504"/>
                    <a:pt x="5144" y="2532"/>
                    <a:pt x="4955" y="2593"/>
                  </a:cubicBezTo>
                  <a:cubicBezTo>
                    <a:pt x="4359" y="2836"/>
                    <a:pt x="3885" y="3321"/>
                    <a:pt x="3509" y="3896"/>
                  </a:cubicBezTo>
                  <a:lnTo>
                    <a:pt x="3509" y="3896"/>
                  </a:lnTo>
                  <a:cubicBezTo>
                    <a:pt x="4180" y="2709"/>
                    <a:pt x="3551" y="1867"/>
                    <a:pt x="2823" y="1867"/>
                  </a:cubicBezTo>
                  <a:cubicBezTo>
                    <a:pt x="2423" y="1867"/>
                    <a:pt x="1993" y="2122"/>
                    <a:pt x="1733" y="2714"/>
                  </a:cubicBezTo>
                  <a:cubicBezTo>
                    <a:pt x="2381" y="1081"/>
                    <a:pt x="1437" y="1"/>
                    <a:pt x="4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58" name="Google Shape;5858;p55"/>
            <p:cNvSpPr/>
            <p:nvPr/>
          </p:nvSpPr>
          <p:spPr>
            <a:xfrm flipH="1">
              <a:off x="8165967" y="4144614"/>
              <a:ext cx="82743" cy="75988"/>
            </a:xfrm>
            <a:custGeom>
              <a:rect b="b" l="l" r="r" t="t"/>
              <a:pathLst>
                <a:path extrusionOk="0" h="950" w="1035">
                  <a:moveTo>
                    <a:pt x="998" y="1"/>
                  </a:moveTo>
                  <a:cubicBezTo>
                    <a:pt x="894" y="1"/>
                    <a:pt x="584" y="21"/>
                    <a:pt x="335" y="245"/>
                  </a:cubicBezTo>
                  <a:cubicBezTo>
                    <a:pt x="31" y="488"/>
                    <a:pt x="1" y="944"/>
                    <a:pt x="1" y="944"/>
                  </a:cubicBezTo>
                  <a:cubicBezTo>
                    <a:pt x="1" y="944"/>
                    <a:pt x="38" y="950"/>
                    <a:pt x="99" y="950"/>
                  </a:cubicBezTo>
                  <a:cubicBezTo>
                    <a:pt x="235" y="950"/>
                    <a:pt x="490" y="921"/>
                    <a:pt x="700" y="731"/>
                  </a:cubicBezTo>
                  <a:cubicBezTo>
                    <a:pt x="1004" y="458"/>
                    <a:pt x="1034" y="2"/>
                    <a:pt x="1034" y="2"/>
                  </a:cubicBezTo>
                  <a:cubicBezTo>
                    <a:pt x="1034" y="2"/>
                    <a:pt x="1021" y="1"/>
                    <a:pt x="99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59" name="Google Shape;5859;p55"/>
            <p:cNvSpPr/>
            <p:nvPr/>
          </p:nvSpPr>
          <p:spPr>
            <a:xfrm flipH="1">
              <a:off x="8853654" y="4378097"/>
              <a:ext cx="82743" cy="116782"/>
            </a:xfrm>
            <a:custGeom>
              <a:rect b="b" l="l" r="r" t="t"/>
              <a:pathLst>
                <a:path extrusionOk="0" h="1460" w="1035">
                  <a:moveTo>
                    <a:pt x="913" y="1"/>
                  </a:moveTo>
                  <a:lnTo>
                    <a:pt x="913" y="1"/>
                  </a:lnTo>
                  <a:cubicBezTo>
                    <a:pt x="913" y="1"/>
                    <a:pt x="457" y="153"/>
                    <a:pt x="244" y="548"/>
                  </a:cubicBezTo>
                  <a:cubicBezTo>
                    <a:pt x="1" y="913"/>
                    <a:pt x="123" y="1460"/>
                    <a:pt x="123" y="1460"/>
                  </a:cubicBezTo>
                  <a:cubicBezTo>
                    <a:pt x="123" y="1460"/>
                    <a:pt x="578" y="1308"/>
                    <a:pt x="791" y="913"/>
                  </a:cubicBezTo>
                  <a:cubicBezTo>
                    <a:pt x="1034" y="548"/>
                    <a:pt x="913" y="1"/>
                    <a:pt x="9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60" name="Google Shape;5860;p55"/>
            <p:cNvSpPr/>
            <p:nvPr/>
          </p:nvSpPr>
          <p:spPr>
            <a:xfrm flipH="1">
              <a:off x="8255906" y="4047429"/>
              <a:ext cx="77786" cy="165414"/>
            </a:xfrm>
            <a:custGeom>
              <a:rect b="b" l="l" r="r" t="t"/>
              <a:pathLst>
                <a:path extrusionOk="0" h="2068" w="973">
                  <a:moveTo>
                    <a:pt x="243" y="1"/>
                  </a:moveTo>
                  <a:cubicBezTo>
                    <a:pt x="243" y="1"/>
                    <a:pt x="0" y="578"/>
                    <a:pt x="91" y="1156"/>
                  </a:cubicBezTo>
                  <a:cubicBezTo>
                    <a:pt x="213" y="1703"/>
                    <a:pt x="699" y="2068"/>
                    <a:pt x="699" y="2068"/>
                  </a:cubicBezTo>
                  <a:cubicBezTo>
                    <a:pt x="699" y="2068"/>
                    <a:pt x="973" y="1490"/>
                    <a:pt x="851" y="913"/>
                  </a:cubicBezTo>
                  <a:cubicBezTo>
                    <a:pt x="760" y="335"/>
                    <a:pt x="243" y="1"/>
                    <a:pt x="2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861" name="Google Shape;5861;p55"/>
          <p:cNvGrpSpPr/>
          <p:nvPr/>
        </p:nvGrpSpPr>
        <p:grpSpPr>
          <a:xfrm flipH="1">
            <a:off x="-518902" y="2809772"/>
            <a:ext cx="1496970" cy="2297721"/>
            <a:chOff x="243098" y="2746672"/>
            <a:chExt cx="1496970" cy="2297721"/>
          </a:xfrm>
        </p:grpSpPr>
        <p:sp>
          <p:nvSpPr>
            <p:cNvPr id="5862" name="Google Shape;5862;p55"/>
            <p:cNvSpPr/>
            <p:nvPr/>
          </p:nvSpPr>
          <p:spPr>
            <a:xfrm>
              <a:off x="789842" y="4086383"/>
              <a:ext cx="461762" cy="958010"/>
            </a:xfrm>
            <a:custGeom>
              <a:rect b="b" l="l" r="r" t="t"/>
              <a:pathLst>
                <a:path extrusionOk="0" h="11977" w="5776">
                  <a:moveTo>
                    <a:pt x="2888" y="0"/>
                  </a:moveTo>
                  <a:lnTo>
                    <a:pt x="2797" y="2219"/>
                  </a:lnTo>
                  <a:lnTo>
                    <a:pt x="1611" y="1307"/>
                  </a:lnTo>
                  <a:lnTo>
                    <a:pt x="1520" y="1429"/>
                  </a:lnTo>
                  <a:lnTo>
                    <a:pt x="2645" y="2797"/>
                  </a:lnTo>
                  <a:lnTo>
                    <a:pt x="2432" y="7082"/>
                  </a:lnTo>
                  <a:lnTo>
                    <a:pt x="1885" y="6535"/>
                  </a:lnTo>
                  <a:lnTo>
                    <a:pt x="1915" y="5076"/>
                  </a:lnTo>
                  <a:lnTo>
                    <a:pt x="1703" y="5015"/>
                  </a:lnTo>
                  <a:lnTo>
                    <a:pt x="1520" y="6201"/>
                  </a:lnTo>
                  <a:lnTo>
                    <a:pt x="152" y="5015"/>
                  </a:lnTo>
                  <a:lnTo>
                    <a:pt x="0" y="5137"/>
                  </a:lnTo>
                  <a:lnTo>
                    <a:pt x="2310" y="7812"/>
                  </a:lnTo>
                  <a:lnTo>
                    <a:pt x="2007" y="11976"/>
                  </a:lnTo>
                  <a:lnTo>
                    <a:pt x="3891" y="11976"/>
                  </a:lnTo>
                  <a:lnTo>
                    <a:pt x="3678" y="6748"/>
                  </a:lnTo>
                  <a:lnTo>
                    <a:pt x="4681" y="5107"/>
                  </a:lnTo>
                  <a:lnTo>
                    <a:pt x="5776" y="4955"/>
                  </a:lnTo>
                  <a:lnTo>
                    <a:pt x="5776" y="4772"/>
                  </a:lnTo>
                  <a:lnTo>
                    <a:pt x="4803" y="4803"/>
                  </a:lnTo>
                  <a:lnTo>
                    <a:pt x="5350" y="3921"/>
                  </a:lnTo>
                  <a:lnTo>
                    <a:pt x="5228" y="3800"/>
                  </a:lnTo>
                  <a:lnTo>
                    <a:pt x="3678" y="5471"/>
                  </a:lnTo>
                  <a:lnTo>
                    <a:pt x="3405" y="2736"/>
                  </a:lnTo>
                  <a:lnTo>
                    <a:pt x="319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63" name="Google Shape;5863;p55"/>
            <p:cNvSpPr/>
            <p:nvPr/>
          </p:nvSpPr>
          <p:spPr>
            <a:xfrm>
              <a:off x="274676" y="2746672"/>
              <a:ext cx="1465392" cy="1589112"/>
            </a:xfrm>
            <a:custGeom>
              <a:rect b="b" l="l" r="r" t="t"/>
              <a:pathLst>
                <a:path extrusionOk="0" h="19867" w="18330">
                  <a:moveTo>
                    <a:pt x="9682" y="1"/>
                  </a:moveTo>
                  <a:cubicBezTo>
                    <a:pt x="9666" y="1"/>
                    <a:pt x="9651" y="1"/>
                    <a:pt x="9636" y="1"/>
                  </a:cubicBezTo>
                  <a:cubicBezTo>
                    <a:pt x="8663" y="32"/>
                    <a:pt x="7873" y="731"/>
                    <a:pt x="7265" y="1460"/>
                  </a:cubicBezTo>
                  <a:cubicBezTo>
                    <a:pt x="6019" y="2980"/>
                    <a:pt x="5259" y="4865"/>
                    <a:pt x="5107" y="6840"/>
                  </a:cubicBezTo>
                  <a:cubicBezTo>
                    <a:pt x="4712" y="6354"/>
                    <a:pt x="4377" y="5868"/>
                    <a:pt x="3891" y="5472"/>
                  </a:cubicBezTo>
                  <a:cubicBezTo>
                    <a:pt x="3485" y="5168"/>
                    <a:pt x="2993" y="4926"/>
                    <a:pt x="2488" y="4926"/>
                  </a:cubicBezTo>
                  <a:cubicBezTo>
                    <a:pt x="2389" y="4926"/>
                    <a:pt x="2289" y="4936"/>
                    <a:pt x="2189" y="4956"/>
                  </a:cubicBezTo>
                  <a:cubicBezTo>
                    <a:pt x="1186" y="5108"/>
                    <a:pt x="548" y="6111"/>
                    <a:pt x="274" y="7114"/>
                  </a:cubicBezTo>
                  <a:cubicBezTo>
                    <a:pt x="1" y="8178"/>
                    <a:pt x="61" y="9272"/>
                    <a:pt x="396" y="10305"/>
                  </a:cubicBezTo>
                  <a:cubicBezTo>
                    <a:pt x="912" y="12007"/>
                    <a:pt x="2219" y="13375"/>
                    <a:pt x="3466" y="14622"/>
                  </a:cubicBezTo>
                  <a:cubicBezTo>
                    <a:pt x="3336" y="14567"/>
                    <a:pt x="3199" y="14541"/>
                    <a:pt x="3063" y="14541"/>
                  </a:cubicBezTo>
                  <a:cubicBezTo>
                    <a:pt x="2595" y="14541"/>
                    <a:pt x="2127" y="14843"/>
                    <a:pt x="1915" y="15290"/>
                  </a:cubicBezTo>
                  <a:cubicBezTo>
                    <a:pt x="1520" y="16050"/>
                    <a:pt x="1915" y="16901"/>
                    <a:pt x="2402" y="17509"/>
                  </a:cubicBezTo>
                  <a:cubicBezTo>
                    <a:pt x="2858" y="18026"/>
                    <a:pt x="3435" y="18391"/>
                    <a:pt x="4043" y="18695"/>
                  </a:cubicBezTo>
                  <a:cubicBezTo>
                    <a:pt x="5651" y="19498"/>
                    <a:pt x="7434" y="19866"/>
                    <a:pt x="9228" y="19866"/>
                  </a:cubicBezTo>
                  <a:cubicBezTo>
                    <a:pt x="11164" y="19866"/>
                    <a:pt x="13112" y="19437"/>
                    <a:pt x="14864" y="18664"/>
                  </a:cubicBezTo>
                  <a:cubicBezTo>
                    <a:pt x="16110" y="18117"/>
                    <a:pt x="16992" y="17205"/>
                    <a:pt x="17691" y="15989"/>
                  </a:cubicBezTo>
                  <a:cubicBezTo>
                    <a:pt x="18147" y="15290"/>
                    <a:pt x="18299" y="14439"/>
                    <a:pt x="18329" y="13649"/>
                  </a:cubicBezTo>
                  <a:cubicBezTo>
                    <a:pt x="18329" y="13102"/>
                    <a:pt x="18299" y="12585"/>
                    <a:pt x="18086" y="12129"/>
                  </a:cubicBezTo>
                  <a:cubicBezTo>
                    <a:pt x="17873" y="11673"/>
                    <a:pt x="17448" y="11248"/>
                    <a:pt x="16931" y="11187"/>
                  </a:cubicBezTo>
                  <a:cubicBezTo>
                    <a:pt x="16869" y="11174"/>
                    <a:pt x="16804" y="11168"/>
                    <a:pt x="16739" y="11168"/>
                  </a:cubicBezTo>
                  <a:cubicBezTo>
                    <a:pt x="16511" y="11168"/>
                    <a:pt x="16279" y="11244"/>
                    <a:pt x="16148" y="11384"/>
                  </a:cubicBezTo>
                  <a:lnTo>
                    <a:pt x="16148" y="11384"/>
                  </a:lnTo>
                  <a:cubicBezTo>
                    <a:pt x="16711" y="10695"/>
                    <a:pt x="17239" y="9890"/>
                    <a:pt x="17448" y="8998"/>
                  </a:cubicBezTo>
                  <a:cubicBezTo>
                    <a:pt x="17691" y="8086"/>
                    <a:pt x="17569" y="7083"/>
                    <a:pt x="16961" y="6384"/>
                  </a:cubicBezTo>
                  <a:cubicBezTo>
                    <a:pt x="16487" y="5810"/>
                    <a:pt x="15766" y="5523"/>
                    <a:pt x="15019" y="5523"/>
                  </a:cubicBezTo>
                  <a:cubicBezTo>
                    <a:pt x="14856" y="5523"/>
                    <a:pt x="14692" y="5536"/>
                    <a:pt x="14530" y="5564"/>
                  </a:cubicBezTo>
                  <a:cubicBezTo>
                    <a:pt x="13618" y="5716"/>
                    <a:pt x="12858" y="6202"/>
                    <a:pt x="12250" y="6871"/>
                  </a:cubicBezTo>
                  <a:cubicBezTo>
                    <a:pt x="12311" y="5472"/>
                    <a:pt x="12615" y="4074"/>
                    <a:pt x="12372" y="2706"/>
                  </a:cubicBezTo>
                  <a:cubicBezTo>
                    <a:pt x="12101" y="1354"/>
                    <a:pt x="11057" y="1"/>
                    <a:pt x="968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64" name="Google Shape;5864;p55"/>
            <p:cNvSpPr/>
            <p:nvPr/>
          </p:nvSpPr>
          <p:spPr>
            <a:xfrm>
              <a:off x="635228" y="4360980"/>
              <a:ext cx="324817" cy="282356"/>
            </a:xfrm>
            <a:custGeom>
              <a:rect b="b" l="l" r="r" t="t"/>
              <a:pathLst>
                <a:path extrusionOk="0" h="3530" w="4063">
                  <a:moveTo>
                    <a:pt x="1850" y="0"/>
                  </a:moveTo>
                  <a:cubicBezTo>
                    <a:pt x="1502" y="0"/>
                    <a:pt x="1195" y="373"/>
                    <a:pt x="1570" y="944"/>
                  </a:cubicBezTo>
                  <a:cubicBezTo>
                    <a:pt x="1296" y="663"/>
                    <a:pt x="1033" y="551"/>
                    <a:pt x="819" y="551"/>
                  </a:cubicBezTo>
                  <a:cubicBezTo>
                    <a:pt x="223" y="551"/>
                    <a:pt x="1" y="1409"/>
                    <a:pt x="962" y="1856"/>
                  </a:cubicBezTo>
                  <a:cubicBezTo>
                    <a:pt x="37" y="1881"/>
                    <a:pt x="304" y="2974"/>
                    <a:pt x="969" y="2974"/>
                  </a:cubicBezTo>
                  <a:cubicBezTo>
                    <a:pt x="1100" y="2974"/>
                    <a:pt x="1247" y="2931"/>
                    <a:pt x="1403" y="2829"/>
                  </a:cubicBezTo>
                  <a:lnTo>
                    <a:pt x="1403" y="2829"/>
                  </a:lnTo>
                  <a:cubicBezTo>
                    <a:pt x="1083" y="3075"/>
                    <a:pt x="1301" y="3529"/>
                    <a:pt x="1714" y="3529"/>
                  </a:cubicBezTo>
                  <a:cubicBezTo>
                    <a:pt x="1726" y="3529"/>
                    <a:pt x="1739" y="3529"/>
                    <a:pt x="1752" y="3528"/>
                  </a:cubicBezTo>
                  <a:cubicBezTo>
                    <a:pt x="2877" y="3315"/>
                    <a:pt x="4062" y="1491"/>
                    <a:pt x="3029" y="519"/>
                  </a:cubicBezTo>
                  <a:cubicBezTo>
                    <a:pt x="2955" y="430"/>
                    <a:pt x="2810" y="370"/>
                    <a:pt x="2680" y="370"/>
                  </a:cubicBezTo>
                  <a:cubicBezTo>
                    <a:pt x="2542" y="370"/>
                    <a:pt x="2421" y="438"/>
                    <a:pt x="2421" y="610"/>
                  </a:cubicBezTo>
                  <a:cubicBezTo>
                    <a:pt x="2358" y="184"/>
                    <a:pt x="2094" y="0"/>
                    <a:pt x="185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65" name="Google Shape;5865;p55"/>
            <p:cNvSpPr/>
            <p:nvPr/>
          </p:nvSpPr>
          <p:spPr>
            <a:xfrm>
              <a:off x="663449" y="3468479"/>
              <a:ext cx="794733" cy="858426"/>
            </a:xfrm>
            <a:custGeom>
              <a:rect b="b" l="l" r="r" t="t"/>
              <a:pathLst>
                <a:path extrusionOk="0" h="10732" w="9941">
                  <a:moveTo>
                    <a:pt x="3393" y="0"/>
                  </a:moveTo>
                  <a:cubicBezTo>
                    <a:pt x="3295" y="0"/>
                    <a:pt x="3197" y="11"/>
                    <a:pt x="3101" y="35"/>
                  </a:cubicBezTo>
                  <a:cubicBezTo>
                    <a:pt x="2341" y="217"/>
                    <a:pt x="1977" y="1129"/>
                    <a:pt x="2068" y="1889"/>
                  </a:cubicBezTo>
                  <a:cubicBezTo>
                    <a:pt x="2129" y="2649"/>
                    <a:pt x="2524" y="3379"/>
                    <a:pt x="2797" y="4078"/>
                  </a:cubicBezTo>
                  <a:cubicBezTo>
                    <a:pt x="2435" y="3871"/>
                    <a:pt x="2029" y="3730"/>
                    <a:pt x="1598" y="3730"/>
                  </a:cubicBezTo>
                  <a:cubicBezTo>
                    <a:pt x="1522" y="3730"/>
                    <a:pt x="1446" y="3734"/>
                    <a:pt x="1369" y="3743"/>
                  </a:cubicBezTo>
                  <a:cubicBezTo>
                    <a:pt x="882" y="3835"/>
                    <a:pt x="426" y="4139"/>
                    <a:pt x="244" y="4594"/>
                  </a:cubicBezTo>
                  <a:cubicBezTo>
                    <a:pt x="1" y="5081"/>
                    <a:pt x="122" y="5598"/>
                    <a:pt x="396" y="6053"/>
                  </a:cubicBezTo>
                  <a:cubicBezTo>
                    <a:pt x="670" y="6479"/>
                    <a:pt x="1065" y="6813"/>
                    <a:pt x="1490" y="7117"/>
                  </a:cubicBezTo>
                  <a:cubicBezTo>
                    <a:pt x="1414" y="7087"/>
                    <a:pt x="1331" y="7072"/>
                    <a:pt x="1247" y="7072"/>
                  </a:cubicBezTo>
                  <a:cubicBezTo>
                    <a:pt x="1163" y="7072"/>
                    <a:pt x="1080" y="7087"/>
                    <a:pt x="1004" y="7117"/>
                  </a:cubicBezTo>
                  <a:cubicBezTo>
                    <a:pt x="730" y="7239"/>
                    <a:pt x="578" y="7512"/>
                    <a:pt x="548" y="7816"/>
                  </a:cubicBezTo>
                  <a:cubicBezTo>
                    <a:pt x="518" y="8090"/>
                    <a:pt x="578" y="8394"/>
                    <a:pt x="670" y="8637"/>
                  </a:cubicBezTo>
                  <a:cubicBezTo>
                    <a:pt x="822" y="9093"/>
                    <a:pt x="1034" y="9519"/>
                    <a:pt x="1338" y="9701"/>
                  </a:cubicBezTo>
                  <a:cubicBezTo>
                    <a:pt x="1885" y="10248"/>
                    <a:pt x="2493" y="10582"/>
                    <a:pt x="3253" y="10674"/>
                  </a:cubicBezTo>
                  <a:cubicBezTo>
                    <a:pt x="3573" y="10712"/>
                    <a:pt x="3897" y="10731"/>
                    <a:pt x="4223" y="10731"/>
                  </a:cubicBezTo>
                  <a:cubicBezTo>
                    <a:pt x="5969" y="10731"/>
                    <a:pt x="7747" y="10171"/>
                    <a:pt x="9028" y="8941"/>
                  </a:cubicBezTo>
                  <a:cubicBezTo>
                    <a:pt x="9272" y="8728"/>
                    <a:pt x="9545" y="8424"/>
                    <a:pt x="9697" y="8060"/>
                  </a:cubicBezTo>
                  <a:cubicBezTo>
                    <a:pt x="9879" y="7695"/>
                    <a:pt x="9940" y="7148"/>
                    <a:pt x="9636" y="6813"/>
                  </a:cubicBezTo>
                  <a:cubicBezTo>
                    <a:pt x="9478" y="6690"/>
                    <a:pt x="9268" y="6607"/>
                    <a:pt x="9066" y="6607"/>
                  </a:cubicBezTo>
                  <a:cubicBezTo>
                    <a:pt x="8920" y="6607"/>
                    <a:pt x="8778" y="6650"/>
                    <a:pt x="8664" y="6753"/>
                  </a:cubicBezTo>
                  <a:cubicBezTo>
                    <a:pt x="9120" y="5841"/>
                    <a:pt x="9636" y="4929"/>
                    <a:pt x="9636" y="3926"/>
                  </a:cubicBezTo>
                  <a:cubicBezTo>
                    <a:pt x="9636" y="3348"/>
                    <a:pt x="9484" y="2740"/>
                    <a:pt x="9180" y="2224"/>
                  </a:cubicBezTo>
                  <a:cubicBezTo>
                    <a:pt x="8931" y="1807"/>
                    <a:pt x="8504" y="1391"/>
                    <a:pt x="7992" y="1391"/>
                  </a:cubicBezTo>
                  <a:cubicBezTo>
                    <a:pt x="7943" y="1391"/>
                    <a:pt x="7893" y="1395"/>
                    <a:pt x="7843" y="1403"/>
                  </a:cubicBezTo>
                  <a:cubicBezTo>
                    <a:pt x="7509" y="1464"/>
                    <a:pt x="7205" y="1707"/>
                    <a:pt x="6992" y="1950"/>
                  </a:cubicBezTo>
                  <a:cubicBezTo>
                    <a:pt x="6809" y="2254"/>
                    <a:pt x="6688" y="2558"/>
                    <a:pt x="6597" y="2923"/>
                  </a:cubicBezTo>
                  <a:cubicBezTo>
                    <a:pt x="6202" y="1889"/>
                    <a:pt x="5472" y="1008"/>
                    <a:pt x="4560" y="400"/>
                  </a:cubicBezTo>
                  <a:cubicBezTo>
                    <a:pt x="4194" y="180"/>
                    <a:pt x="3790" y="0"/>
                    <a:pt x="339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66" name="Google Shape;5866;p55"/>
            <p:cNvSpPr/>
            <p:nvPr/>
          </p:nvSpPr>
          <p:spPr>
            <a:xfrm>
              <a:off x="354861" y="3840821"/>
              <a:ext cx="72990" cy="104624"/>
            </a:xfrm>
            <a:custGeom>
              <a:rect b="b" l="l" r="r" t="t"/>
              <a:pathLst>
                <a:path extrusionOk="0" h="1308" w="913">
                  <a:moveTo>
                    <a:pt x="92" y="0"/>
                  </a:moveTo>
                  <a:cubicBezTo>
                    <a:pt x="92" y="0"/>
                    <a:pt x="1" y="456"/>
                    <a:pt x="183" y="791"/>
                  </a:cubicBezTo>
                  <a:cubicBezTo>
                    <a:pt x="365" y="1125"/>
                    <a:pt x="791" y="1307"/>
                    <a:pt x="791" y="1307"/>
                  </a:cubicBezTo>
                  <a:cubicBezTo>
                    <a:pt x="791" y="1307"/>
                    <a:pt x="912" y="851"/>
                    <a:pt x="700" y="487"/>
                  </a:cubicBezTo>
                  <a:cubicBezTo>
                    <a:pt x="487" y="152"/>
                    <a:pt x="92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67" name="Google Shape;5867;p55"/>
            <p:cNvSpPr/>
            <p:nvPr/>
          </p:nvSpPr>
          <p:spPr>
            <a:xfrm>
              <a:off x="243098" y="3940326"/>
              <a:ext cx="158051" cy="70869"/>
            </a:xfrm>
            <a:custGeom>
              <a:rect b="b" l="l" r="r" t="t"/>
              <a:pathLst>
                <a:path extrusionOk="0" h="886" w="1977">
                  <a:moveTo>
                    <a:pt x="996" y="1"/>
                  </a:moveTo>
                  <a:cubicBezTo>
                    <a:pt x="978" y="1"/>
                    <a:pt x="960" y="1"/>
                    <a:pt x="943" y="2"/>
                  </a:cubicBezTo>
                  <a:cubicBezTo>
                    <a:pt x="396" y="2"/>
                    <a:pt x="0" y="519"/>
                    <a:pt x="0" y="519"/>
                  </a:cubicBezTo>
                  <a:cubicBezTo>
                    <a:pt x="0" y="519"/>
                    <a:pt x="451" y="886"/>
                    <a:pt x="946" y="886"/>
                  </a:cubicBezTo>
                  <a:cubicBezTo>
                    <a:pt x="965" y="886"/>
                    <a:pt x="984" y="885"/>
                    <a:pt x="1003" y="884"/>
                  </a:cubicBezTo>
                  <a:cubicBezTo>
                    <a:pt x="1551" y="854"/>
                    <a:pt x="1976" y="398"/>
                    <a:pt x="1976" y="398"/>
                  </a:cubicBezTo>
                  <a:cubicBezTo>
                    <a:pt x="1976" y="398"/>
                    <a:pt x="1494" y="1"/>
                    <a:pt x="99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68" name="Google Shape;5868;p55"/>
            <p:cNvSpPr/>
            <p:nvPr/>
          </p:nvSpPr>
          <p:spPr>
            <a:xfrm>
              <a:off x="1256401" y="4479441"/>
              <a:ext cx="58360" cy="29755"/>
            </a:xfrm>
            <a:custGeom>
              <a:rect b="b" l="l" r="r" t="t"/>
              <a:pathLst>
                <a:path extrusionOk="0" h="372" w="730">
                  <a:moveTo>
                    <a:pt x="235" y="0"/>
                  </a:moveTo>
                  <a:cubicBezTo>
                    <a:pt x="108" y="0"/>
                    <a:pt x="0" y="41"/>
                    <a:pt x="0" y="41"/>
                  </a:cubicBezTo>
                  <a:cubicBezTo>
                    <a:pt x="0" y="41"/>
                    <a:pt x="122" y="253"/>
                    <a:pt x="304" y="345"/>
                  </a:cubicBezTo>
                  <a:cubicBezTo>
                    <a:pt x="365" y="365"/>
                    <a:pt x="433" y="372"/>
                    <a:pt x="496" y="372"/>
                  </a:cubicBezTo>
                  <a:cubicBezTo>
                    <a:pt x="622" y="372"/>
                    <a:pt x="730" y="345"/>
                    <a:pt x="730" y="345"/>
                  </a:cubicBezTo>
                  <a:cubicBezTo>
                    <a:pt x="730" y="345"/>
                    <a:pt x="608" y="101"/>
                    <a:pt x="426" y="41"/>
                  </a:cubicBezTo>
                  <a:cubicBezTo>
                    <a:pt x="365" y="10"/>
                    <a:pt x="298" y="0"/>
                    <a:pt x="23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69" name="Google Shape;5869;p55"/>
            <p:cNvSpPr/>
            <p:nvPr/>
          </p:nvSpPr>
          <p:spPr>
            <a:xfrm>
              <a:off x="1256401" y="4409692"/>
              <a:ext cx="60838" cy="58471"/>
            </a:xfrm>
            <a:custGeom>
              <a:rect b="b" l="l" r="r" t="t"/>
              <a:pathLst>
                <a:path extrusionOk="0" h="731" w="761">
                  <a:moveTo>
                    <a:pt x="760" y="1"/>
                  </a:moveTo>
                  <a:cubicBezTo>
                    <a:pt x="760" y="1"/>
                    <a:pt x="456" y="1"/>
                    <a:pt x="213" y="183"/>
                  </a:cubicBezTo>
                  <a:cubicBezTo>
                    <a:pt x="31" y="366"/>
                    <a:pt x="0" y="730"/>
                    <a:pt x="0" y="730"/>
                  </a:cubicBezTo>
                  <a:cubicBezTo>
                    <a:pt x="0" y="730"/>
                    <a:pt x="304" y="730"/>
                    <a:pt x="547" y="518"/>
                  </a:cubicBezTo>
                  <a:cubicBezTo>
                    <a:pt x="760" y="335"/>
                    <a:pt x="760" y="1"/>
                    <a:pt x="76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70" name="Google Shape;5870;p55"/>
            <p:cNvSpPr/>
            <p:nvPr/>
          </p:nvSpPr>
          <p:spPr>
            <a:xfrm>
              <a:off x="1217548" y="3476078"/>
              <a:ext cx="82663" cy="82787"/>
            </a:xfrm>
            <a:custGeom>
              <a:rect b="b" l="l" r="r" t="t"/>
              <a:pathLst>
                <a:path extrusionOk="0" h="1035" w="1034">
                  <a:moveTo>
                    <a:pt x="973" y="1"/>
                  </a:moveTo>
                  <a:lnTo>
                    <a:pt x="973" y="1"/>
                  </a:lnTo>
                  <a:cubicBezTo>
                    <a:pt x="973" y="1"/>
                    <a:pt x="517" y="1"/>
                    <a:pt x="274" y="305"/>
                  </a:cubicBezTo>
                  <a:cubicBezTo>
                    <a:pt x="0" y="578"/>
                    <a:pt x="0" y="1034"/>
                    <a:pt x="0" y="1034"/>
                  </a:cubicBezTo>
                  <a:cubicBezTo>
                    <a:pt x="0" y="1034"/>
                    <a:pt x="456" y="1034"/>
                    <a:pt x="730" y="730"/>
                  </a:cubicBezTo>
                  <a:cubicBezTo>
                    <a:pt x="1033" y="426"/>
                    <a:pt x="973" y="1"/>
                    <a:pt x="97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71" name="Google Shape;5871;p55"/>
            <p:cNvSpPr/>
            <p:nvPr/>
          </p:nvSpPr>
          <p:spPr>
            <a:xfrm>
              <a:off x="695027" y="3711641"/>
              <a:ext cx="72990" cy="37114"/>
            </a:xfrm>
            <a:custGeom>
              <a:rect b="b" l="l" r="r" t="t"/>
              <a:pathLst>
                <a:path extrusionOk="0" h="464" w="913">
                  <a:moveTo>
                    <a:pt x="318" y="1"/>
                  </a:moveTo>
                  <a:cubicBezTo>
                    <a:pt x="146" y="1"/>
                    <a:pt x="1" y="65"/>
                    <a:pt x="1" y="65"/>
                  </a:cubicBezTo>
                  <a:cubicBezTo>
                    <a:pt x="1" y="65"/>
                    <a:pt x="123" y="308"/>
                    <a:pt x="366" y="430"/>
                  </a:cubicBezTo>
                  <a:cubicBezTo>
                    <a:pt x="432" y="455"/>
                    <a:pt x="503" y="464"/>
                    <a:pt x="571" y="464"/>
                  </a:cubicBezTo>
                  <a:cubicBezTo>
                    <a:pt x="752" y="464"/>
                    <a:pt x="913" y="399"/>
                    <a:pt x="913" y="399"/>
                  </a:cubicBezTo>
                  <a:cubicBezTo>
                    <a:pt x="913" y="399"/>
                    <a:pt x="791" y="126"/>
                    <a:pt x="518" y="35"/>
                  </a:cubicBezTo>
                  <a:cubicBezTo>
                    <a:pt x="451" y="10"/>
                    <a:pt x="383" y="1"/>
                    <a:pt x="3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72" name="Google Shape;5872;p55"/>
            <p:cNvSpPr/>
            <p:nvPr/>
          </p:nvSpPr>
          <p:spPr>
            <a:xfrm>
              <a:off x="1113060" y="3398330"/>
              <a:ext cx="94815" cy="148377"/>
            </a:xfrm>
            <a:custGeom>
              <a:rect b="b" l="l" r="r" t="t"/>
              <a:pathLst>
                <a:path extrusionOk="0" h="1855" w="1186">
                  <a:moveTo>
                    <a:pt x="243" y="0"/>
                  </a:moveTo>
                  <a:cubicBezTo>
                    <a:pt x="243" y="0"/>
                    <a:pt x="0" y="517"/>
                    <a:pt x="213" y="1064"/>
                  </a:cubicBezTo>
                  <a:cubicBezTo>
                    <a:pt x="395" y="1581"/>
                    <a:pt x="973" y="1854"/>
                    <a:pt x="973" y="1854"/>
                  </a:cubicBezTo>
                  <a:cubicBezTo>
                    <a:pt x="973" y="1854"/>
                    <a:pt x="1185" y="1307"/>
                    <a:pt x="1003" y="791"/>
                  </a:cubicBezTo>
                  <a:cubicBezTo>
                    <a:pt x="821" y="304"/>
                    <a:pt x="243" y="0"/>
                    <a:pt x="24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73" name="Google Shape;5873;p55"/>
            <p:cNvSpPr/>
            <p:nvPr/>
          </p:nvSpPr>
          <p:spPr>
            <a:xfrm>
              <a:off x="758264" y="4468083"/>
              <a:ext cx="136146" cy="124061"/>
            </a:xfrm>
            <a:custGeom>
              <a:rect b="b" l="l" r="r" t="t"/>
              <a:pathLst>
                <a:path extrusionOk="0" h="1551" w="1703">
                  <a:moveTo>
                    <a:pt x="1277" y="0"/>
                  </a:moveTo>
                  <a:cubicBezTo>
                    <a:pt x="1094" y="0"/>
                    <a:pt x="1064" y="213"/>
                    <a:pt x="912" y="213"/>
                  </a:cubicBezTo>
                  <a:cubicBezTo>
                    <a:pt x="882" y="213"/>
                    <a:pt x="851" y="213"/>
                    <a:pt x="791" y="183"/>
                  </a:cubicBezTo>
                  <a:cubicBezTo>
                    <a:pt x="760" y="152"/>
                    <a:pt x="730" y="61"/>
                    <a:pt x="639" y="61"/>
                  </a:cubicBezTo>
                  <a:cubicBezTo>
                    <a:pt x="578" y="61"/>
                    <a:pt x="487" y="152"/>
                    <a:pt x="456" y="213"/>
                  </a:cubicBezTo>
                  <a:cubicBezTo>
                    <a:pt x="426" y="304"/>
                    <a:pt x="456" y="395"/>
                    <a:pt x="456" y="487"/>
                  </a:cubicBezTo>
                  <a:cubicBezTo>
                    <a:pt x="456" y="608"/>
                    <a:pt x="456" y="669"/>
                    <a:pt x="426" y="760"/>
                  </a:cubicBezTo>
                  <a:cubicBezTo>
                    <a:pt x="304" y="882"/>
                    <a:pt x="122" y="851"/>
                    <a:pt x="31" y="1003"/>
                  </a:cubicBezTo>
                  <a:cubicBezTo>
                    <a:pt x="0" y="1125"/>
                    <a:pt x="31" y="1277"/>
                    <a:pt x="122" y="1368"/>
                  </a:cubicBezTo>
                  <a:cubicBezTo>
                    <a:pt x="243" y="1459"/>
                    <a:pt x="335" y="1550"/>
                    <a:pt x="487" y="1550"/>
                  </a:cubicBezTo>
                  <a:lnTo>
                    <a:pt x="791" y="1550"/>
                  </a:lnTo>
                  <a:cubicBezTo>
                    <a:pt x="1064" y="1520"/>
                    <a:pt x="1307" y="1429"/>
                    <a:pt x="1490" y="1155"/>
                  </a:cubicBezTo>
                  <a:cubicBezTo>
                    <a:pt x="1672" y="943"/>
                    <a:pt x="1702" y="639"/>
                    <a:pt x="1642" y="365"/>
                  </a:cubicBezTo>
                  <a:cubicBezTo>
                    <a:pt x="1550" y="213"/>
                    <a:pt x="1490" y="31"/>
                    <a:pt x="127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874" name="Google Shape;5874;p55"/>
          <p:cNvSpPr/>
          <p:nvPr/>
        </p:nvSpPr>
        <p:spPr>
          <a:xfrm>
            <a:off x="0" y="5107500"/>
            <a:ext cx="9144000" cy="36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875" name="Google Shape;5875;p55"/>
          <p:cNvGrpSpPr/>
          <p:nvPr/>
        </p:nvGrpSpPr>
        <p:grpSpPr>
          <a:xfrm>
            <a:off x="0" y="4752988"/>
            <a:ext cx="9144000" cy="354505"/>
            <a:chOff x="0" y="4689888"/>
            <a:chExt cx="9144000" cy="354505"/>
          </a:xfrm>
        </p:grpSpPr>
        <p:grpSp>
          <p:nvGrpSpPr>
            <p:cNvPr id="5876" name="Google Shape;5876;p55"/>
            <p:cNvGrpSpPr/>
            <p:nvPr/>
          </p:nvGrpSpPr>
          <p:grpSpPr>
            <a:xfrm>
              <a:off x="0" y="4793425"/>
              <a:ext cx="9144000" cy="194975"/>
              <a:chOff x="0" y="4789550"/>
              <a:chExt cx="9144000" cy="194975"/>
            </a:xfrm>
          </p:grpSpPr>
          <p:sp>
            <p:nvSpPr>
              <p:cNvPr id="5877" name="Google Shape;5877;p55"/>
              <p:cNvSpPr/>
              <p:nvPr/>
            </p:nvSpPr>
            <p:spPr>
              <a:xfrm>
                <a:off x="0" y="4789550"/>
                <a:ext cx="9144000" cy="360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78" name="Google Shape;5878;p55"/>
              <p:cNvSpPr/>
              <p:nvPr/>
            </p:nvSpPr>
            <p:spPr>
              <a:xfrm>
                <a:off x="0" y="4948525"/>
                <a:ext cx="9144000" cy="360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79" name="Google Shape;5879;p55"/>
            <p:cNvGrpSpPr/>
            <p:nvPr/>
          </p:nvGrpSpPr>
          <p:grpSpPr>
            <a:xfrm>
              <a:off x="28483" y="4689888"/>
              <a:ext cx="9087034" cy="354505"/>
              <a:chOff x="28483" y="4689888"/>
              <a:chExt cx="9087034" cy="354505"/>
            </a:xfrm>
          </p:grpSpPr>
          <p:sp>
            <p:nvSpPr>
              <p:cNvPr id="5880" name="Google Shape;5880;p55"/>
              <p:cNvSpPr/>
              <p:nvPr/>
            </p:nvSpPr>
            <p:spPr>
              <a:xfrm>
                <a:off x="64010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6" y="1"/>
                      <a:pt x="533" y="8"/>
                      <a:pt x="518" y="24"/>
                    </a:cubicBezTo>
                    <a:lnTo>
                      <a:pt x="62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34" y="4431"/>
                      <a:pt x="1065" y="4401"/>
                      <a:pt x="1156" y="4370"/>
                    </a:cubicBezTo>
                    <a:lnTo>
                      <a:pt x="1156" y="601"/>
                    </a:lnTo>
                    <a:lnTo>
                      <a:pt x="1126" y="571"/>
                    </a:lnTo>
                    <a:lnTo>
                      <a:pt x="670" y="24"/>
                    </a:lnTo>
                    <a:cubicBezTo>
                      <a:pt x="639" y="8"/>
                      <a:pt x="609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81" name="Google Shape;5881;p55"/>
              <p:cNvSpPr/>
              <p:nvPr/>
            </p:nvSpPr>
            <p:spPr>
              <a:xfrm>
                <a:off x="79301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3" y="8"/>
                      <a:pt x="517" y="24"/>
                    </a:cubicBezTo>
                    <a:lnTo>
                      <a:pt x="6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34" y="4431"/>
                      <a:pt x="1064" y="4401"/>
                      <a:pt x="1156" y="4370"/>
                    </a:cubicBezTo>
                    <a:lnTo>
                      <a:pt x="1156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9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82" name="Google Shape;5882;p55"/>
              <p:cNvSpPr/>
              <p:nvPr/>
            </p:nvSpPr>
            <p:spPr>
              <a:xfrm>
                <a:off x="94592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2" y="4431"/>
                      <a:pt x="122" y="4431"/>
                    </a:cubicBezTo>
                    <a:lnTo>
                      <a:pt x="1003" y="4431"/>
                    </a:lnTo>
                    <a:cubicBezTo>
                      <a:pt x="103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8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83" name="Google Shape;5883;p55"/>
              <p:cNvSpPr/>
              <p:nvPr/>
            </p:nvSpPr>
            <p:spPr>
              <a:xfrm>
                <a:off x="109882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1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1" y="4431"/>
                      <a:pt x="122" y="4431"/>
                    </a:cubicBezTo>
                    <a:lnTo>
                      <a:pt x="1003" y="4431"/>
                    </a:lnTo>
                    <a:cubicBezTo>
                      <a:pt x="106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8" y="8"/>
                      <a:pt x="608" y="1"/>
                      <a:pt x="58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84" name="Google Shape;5884;p55"/>
              <p:cNvSpPr/>
              <p:nvPr/>
            </p:nvSpPr>
            <p:spPr>
              <a:xfrm>
                <a:off x="1251735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04" y="4431"/>
                      <a:pt x="103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85" name="Google Shape;5885;p55"/>
              <p:cNvSpPr/>
              <p:nvPr/>
            </p:nvSpPr>
            <p:spPr>
              <a:xfrm>
                <a:off x="1402243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86" name="Google Shape;5886;p55"/>
              <p:cNvSpPr/>
              <p:nvPr/>
            </p:nvSpPr>
            <p:spPr>
              <a:xfrm>
                <a:off x="1552751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64" y="4431"/>
                      <a:pt x="109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87" name="Google Shape;5887;p55"/>
              <p:cNvSpPr/>
              <p:nvPr/>
            </p:nvSpPr>
            <p:spPr>
              <a:xfrm>
                <a:off x="751362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88" name="Google Shape;5888;p55"/>
              <p:cNvSpPr/>
              <p:nvPr/>
            </p:nvSpPr>
            <p:spPr>
              <a:xfrm>
                <a:off x="7666529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3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89" name="Google Shape;5889;p55"/>
              <p:cNvSpPr/>
              <p:nvPr/>
            </p:nvSpPr>
            <p:spPr>
              <a:xfrm>
                <a:off x="7816957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90" name="Google Shape;5890;p55"/>
              <p:cNvSpPr/>
              <p:nvPr/>
            </p:nvSpPr>
            <p:spPr>
              <a:xfrm>
                <a:off x="796738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2" y="4431"/>
                      <a:pt x="122" y="4431"/>
                    </a:cubicBezTo>
                    <a:lnTo>
                      <a:pt x="1003" y="4431"/>
                    </a:lnTo>
                    <a:cubicBezTo>
                      <a:pt x="103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8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91" name="Google Shape;5891;p55"/>
              <p:cNvSpPr/>
              <p:nvPr/>
            </p:nvSpPr>
            <p:spPr>
              <a:xfrm>
                <a:off x="812029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93" y="1"/>
                    </a:moveTo>
                    <a:cubicBezTo>
                      <a:pt x="562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1" y="4431"/>
                      <a:pt x="122" y="4431"/>
                    </a:cubicBezTo>
                    <a:lnTo>
                      <a:pt x="1003" y="4431"/>
                    </a:lnTo>
                    <a:cubicBezTo>
                      <a:pt x="106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54" y="8"/>
                      <a:pt x="623" y="1"/>
                      <a:pt x="59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92" name="Google Shape;5892;p55"/>
              <p:cNvSpPr/>
              <p:nvPr/>
            </p:nvSpPr>
            <p:spPr>
              <a:xfrm>
                <a:off x="8273198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1" y="4431"/>
                      <a:pt x="122" y="4431"/>
                    </a:cubicBezTo>
                    <a:lnTo>
                      <a:pt x="973" y="4431"/>
                    </a:lnTo>
                    <a:cubicBezTo>
                      <a:pt x="1034" y="4431"/>
                      <a:pt x="1065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93" name="Google Shape;5893;p55"/>
              <p:cNvSpPr/>
              <p:nvPr/>
            </p:nvSpPr>
            <p:spPr>
              <a:xfrm>
                <a:off x="8423706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34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94" name="Google Shape;5894;p55"/>
              <p:cNvSpPr/>
              <p:nvPr/>
            </p:nvSpPr>
            <p:spPr>
              <a:xfrm>
                <a:off x="8574214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64" y="4431"/>
                      <a:pt x="109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95" name="Google Shape;5895;p55"/>
              <p:cNvSpPr/>
              <p:nvPr/>
            </p:nvSpPr>
            <p:spPr>
              <a:xfrm>
                <a:off x="8724643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2" y="4431"/>
                      <a:pt x="122" y="4431"/>
                    </a:cubicBezTo>
                    <a:lnTo>
                      <a:pt x="974" y="4431"/>
                    </a:lnTo>
                    <a:cubicBezTo>
                      <a:pt x="1065" y="4431"/>
                      <a:pt x="1095" y="4401"/>
                      <a:pt x="1126" y="4370"/>
                    </a:cubicBezTo>
                    <a:lnTo>
                      <a:pt x="112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4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96" name="Google Shape;5896;p55"/>
              <p:cNvSpPr/>
              <p:nvPr/>
            </p:nvSpPr>
            <p:spPr>
              <a:xfrm>
                <a:off x="8875151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74" y="1"/>
                    </a:moveTo>
                    <a:cubicBezTo>
                      <a:pt x="547" y="1"/>
                      <a:pt x="517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122" y="4431"/>
                    </a:cubicBezTo>
                    <a:lnTo>
                      <a:pt x="1003" y="4431"/>
                    </a:lnTo>
                    <a:cubicBezTo>
                      <a:pt x="103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600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97" name="Google Shape;5897;p55"/>
              <p:cNvSpPr/>
              <p:nvPr/>
            </p:nvSpPr>
            <p:spPr>
              <a:xfrm>
                <a:off x="736071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98" name="Google Shape;5898;p55"/>
              <p:cNvSpPr/>
              <p:nvPr/>
            </p:nvSpPr>
            <p:spPr>
              <a:xfrm>
                <a:off x="720781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99" name="Google Shape;5899;p55"/>
              <p:cNvSpPr/>
              <p:nvPr/>
            </p:nvSpPr>
            <p:spPr>
              <a:xfrm>
                <a:off x="705490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00" name="Google Shape;5900;p55"/>
              <p:cNvSpPr/>
              <p:nvPr/>
            </p:nvSpPr>
            <p:spPr>
              <a:xfrm>
                <a:off x="690199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01" name="Google Shape;5901;p55"/>
              <p:cNvSpPr/>
              <p:nvPr/>
            </p:nvSpPr>
            <p:spPr>
              <a:xfrm>
                <a:off x="674909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02" name="Google Shape;5902;p55"/>
              <p:cNvSpPr/>
              <p:nvPr/>
            </p:nvSpPr>
            <p:spPr>
              <a:xfrm>
                <a:off x="659618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03" name="Google Shape;5903;p55"/>
              <p:cNvSpPr/>
              <p:nvPr/>
            </p:nvSpPr>
            <p:spPr>
              <a:xfrm>
                <a:off x="644327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04" name="Google Shape;5904;p55"/>
              <p:cNvSpPr/>
              <p:nvPr/>
            </p:nvSpPr>
            <p:spPr>
              <a:xfrm>
                <a:off x="629037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05" name="Google Shape;5905;p55"/>
              <p:cNvSpPr/>
              <p:nvPr/>
            </p:nvSpPr>
            <p:spPr>
              <a:xfrm>
                <a:off x="613746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06" name="Google Shape;5906;p55"/>
              <p:cNvSpPr/>
              <p:nvPr/>
            </p:nvSpPr>
            <p:spPr>
              <a:xfrm>
                <a:off x="598455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07" name="Google Shape;5907;p55"/>
              <p:cNvSpPr/>
              <p:nvPr/>
            </p:nvSpPr>
            <p:spPr>
              <a:xfrm>
                <a:off x="583165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08" name="Google Shape;5908;p55"/>
              <p:cNvSpPr/>
              <p:nvPr/>
            </p:nvSpPr>
            <p:spPr>
              <a:xfrm>
                <a:off x="567874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09" name="Google Shape;5909;p55"/>
              <p:cNvSpPr/>
              <p:nvPr/>
            </p:nvSpPr>
            <p:spPr>
              <a:xfrm>
                <a:off x="552583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10" name="Google Shape;5910;p55"/>
              <p:cNvSpPr/>
              <p:nvPr/>
            </p:nvSpPr>
            <p:spPr>
              <a:xfrm>
                <a:off x="537293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11" name="Google Shape;5911;p55"/>
              <p:cNvSpPr/>
              <p:nvPr/>
            </p:nvSpPr>
            <p:spPr>
              <a:xfrm>
                <a:off x="522002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12" name="Google Shape;5912;p55"/>
              <p:cNvSpPr/>
              <p:nvPr/>
            </p:nvSpPr>
            <p:spPr>
              <a:xfrm>
                <a:off x="506712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13" name="Google Shape;5913;p55"/>
              <p:cNvSpPr/>
              <p:nvPr/>
            </p:nvSpPr>
            <p:spPr>
              <a:xfrm>
                <a:off x="491421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14" name="Google Shape;5914;p55"/>
              <p:cNvSpPr/>
              <p:nvPr/>
            </p:nvSpPr>
            <p:spPr>
              <a:xfrm>
                <a:off x="476130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15" name="Google Shape;5915;p55"/>
              <p:cNvSpPr/>
              <p:nvPr/>
            </p:nvSpPr>
            <p:spPr>
              <a:xfrm>
                <a:off x="460840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16" name="Google Shape;5916;p55"/>
              <p:cNvSpPr/>
              <p:nvPr/>
            </p:nvSpPr>
            <p:spPr>
              <a:xfrm>
                <a:off x="445549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17" name="Google Shape;5917;p55"/>
              <p:cNvSpPr/>
              <p:nvPr/>
            </p:nvSpPr>
            <p:spPr>
              <a:xfrm>
                <a:off x="430258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18" name="Google Shape;5918;p55"/>
              <p:cNvSpPr/>
              <p:nvPr/>
            </p:nvSpPr>
            <p:spPr>
              <a:xfrm>
                <a:off x="414968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19" name="Google Shape;5919;p55"/>
              <p:cNvSpPr/>
              <p:nvPr/>
            </p:nvSpPr>
            <p:spPr>
              <a:xfrm>
                <a:off x="399677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20" name="Google Shape;5920;p55"/>
              <p:cNvSpPr/>
              <p:nvPr/>
            </p:nvSpPr>
            <p:spPr>
              <a:xfrm>
                <a:off x="384386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21" name="Google Shape;5921;p55"/>
              <p:cNvSpPr/>
              <p:nvPr/>
            </p:nvSpPr>
            <p:spPr>
              <a:xfrm>
                <a:off x="369096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22" name="Google Shape;5922;p55"/>
              <p:cNvSpPr/>
              <p:nvPr/>
            </p:nvSpPr>
            <p:spPr>
              <a:xfrm>
                <a:off x="353805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23" name="Google Shape;5923;p55"/>
              <p:cNvSpPr/>
              <p:nvPr/>
            </p:nvSpPr>
            <p:spPr>
              <a:xfrm>
                <a:off x="338514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24" name="Google Shape;5924;p55"/>
              <p:cNvSpPr/>
              <p:nvPr/>
            </p:nvSpPr>
            <p:spPr>
              <a:xfrm>
                <a:off x="323224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25" name="Google Shape;5925;p55"/>
              <p:cNvSpPr/>
              <p:nvPr/>
            </p:nvSpPr>
            <p:spPr>
              <a:xfrm>
                <a:off x="307933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26" name="Google Shape;5926;p55"/>
              <p:cNvSpPr/>
              <p:nvPr/>
            </p:nvSpPr>
            <p:spPr>
              <a:xfrm>
                <a:off x="292643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27" name="Google Shape;5927;p55"/>
              <p:cNvSpPr/>
              <p:nvPr/>
            </p:nvSpPr>
            <p:spPr>
              <a:xfrm>
                <a:off x="277352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28" name="Google Shape;5928;p55"/>
              <p:cNvSpPr/>
              <p:nvPr/>
            </p:nvSpPr>
            <p:spPr>
              <a:xfrm>
                <a:off x="262061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29" name="Google Shape;5929;p55"/>
              <p:cNvSpPr/>
              <p:nvPr/>
            </p:nvSpPr>
            <p:spPr>
              <a:xfrm>
                <a:off x="246771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30" name="Google Shape;5930;p55"/>
              <p:cNvSpPr/>
              <p:nvPr/>
            </p:nvSpPr>
            <p:spPr>
              <a:xfrm>
                <a:off x="231480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31" name="Google Shape;5931;p55"/>
              <p:cNvSpPr/>
              <p:nvPr/>
            </p:nvSpPr>
            <p:spPr>
              <a:xfrm>
                <a:off x="216189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32" name="Google Shape;5932;p55"/>
              <p:cNvSpPr/>
              <p:nvPr/>
            </p:nvSpPr>
            <p:spPr>
              <a:xfrm>
                <a:off x="200899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33" name="Google Shape;5933;p55"/>
              <p:cNvSpPr/>
              <p:nvPr/>
            </p:nvSpPr>
            <p:spPr>
              <a:xfrm>
                <a:off x="185608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34" name="Google Shape;5934;p55"/>
              <p:cNvSpPr/>
              <p:nvPr/>
            </p:nvSpPr>
            <p:spPr>
              <a:xfrm>
                <a:off x="170317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35" name="Google Shape;5935;p55"/>
              <p:cNvSpPr/>
              <p:nvPr/>
            </p:nvSpPr>
            <p:spPr>
              <a:xfrm>
                <a:off x="48720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36" name="Google Shape;5936;p55"/>
              <p:cNvSpPr/>
              <p:nvPr/>
            </p:nvSpPr>
            <p:spPr>
              <a:xfrm>
                <a:off x="33429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37" name="Google Shape;5937;p55"/>
              <p:cNvSpPr/>
              <p:nvPr/>
            </p:nvSpPr>
            <p:spPr>
              <a:xfrm>
                <a:off x="18139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38" name="Google Shape;5938;p55"/>
              <p:cNvSpPr/>
              <p:nvPr/>
            </p:nvSpPr>
            <p:spPr>
              <a:xfrm>
                <a:off x="2848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39" name="Google Shape;5939;p55"/>
              <p:cNvSpPr/>
              <p:nvPr/>
            </p:nvSpPr>
            <p:spPr>
              <a:xfrm>
                <a:off x="9025579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74" y="1"/>
                    </a:moveTo>
                    <a:cubicBezTo>
                      <a:pt x="547" y="1"/>
                      <a:pt x="517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122" y="4431"/>
                    </a:cubicBezTo>
                    <a:lnTo>
                      <a:pt x="1003" y="4431"/>
                    </a:lnTo>
                    <a:cubicBezTo>
                      <a:pt x="103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600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5940" name="Google Shape;5940;p55"/>
          <p:cNvSpPr/>
          <p:nvPr/>
        </p:nvSpPr>
        <p:spPr>
          <a:xfrm>
            <a:off x="719850" y="540000"/>
            <a:ext cx="7704300" cy="676800"/>
          </a:xfrm>
          <a:prstGeom prst="roundRect">
            <a:avLst>
              <a:gd fmla="val 17686" name="adj"/>
            </a:avLst>
          </a:prstGeom>
          <a:solidFill>
            <a:schemeClr val="lt1"/>
          </a:solidFill>
          <a:ln cap="flat" cmpd="sng" w="762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1" name="Google Shape;5941;p55"/>
          <p:cNvSpPr txBox="1"/>
          <p:nvPr>
            <p:ph type="title"/>
          </p:nvPr>
        </p:nvSpPr>
        <p:spPr>
          <a:xfrm>
            <a:off x="1416000" y="3248775"/>
            <a:ext cx="2808000" cy="5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942" name="Google Shape;5942;p55"/>
          <p:cNvSpPr txBox="1"/>
          <p:nvPr>
            <p:ph idx="1" type="subTitle"/>
          </p:nvPr>
        </p:nvSpPr>
        <p:spPr>
          <a:xfrm>
            <a:off x="1416000" y="3726650"/>
            <a:ext cx="28080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5943" name="Google Shape;5943;p55"/>
          <p:cNvSpPr txBox="1"/>
          <p:nvPr>
            <p:ph idx="2" type="title"/>
          </p:nvPr>
        </p:nvSpPr>
        <p:spPr>
          <a:xfrm>
            <a:off x="4920000" y="3248775"/>
            <a:ext cx="2808000" cy="5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944" name="Google Shape;5944;p55"/>
          <p:cNvSpPr txBox="1"/>
          <p:nvPr>
            <p:ph idx="3" type="subTitle"/>
          </p:nvPr>
        </p:nvSpPr>
        <p:spPr>
          <a:xfrm>
            <a:off x="4920000" y="3726665"/>
            <a:ext cx="28080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5945" name="Google Shape;5945;p55"/>
          <p:cNvSpPr txBox="1"/>
          <p:nvPr>
            <p:ph idx="4" type="title"/>
          </p:nvPr>
        </p:nvSpPr>
        <p:spPr>
          <a:xfrm>
            <a:off x="720000" y="540000"/>
            <a:ext cx="7704000" cy="6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946" name="Shape 5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47" name="Google Shape;5947;p56"/>
          <p:cNvGrpSpPr/>
          <p:nvPr/>
        </p:nvGrpSpPr>
        <p:grpSpPr>
          <a:xfrm>
            <a:off x="-15975" y="-52"/>
            <a:ext cx="9175950" cy="5143406"/>
            <a:chOff x="-15975" y="-52"/>
            <a:chExt cx="9175950" cy="5143406"/>
          </a:xfrm>
        </p:grpSpPr>
        <p:sp>
          <p:nvSpPr>
            <p:cNvPr id="5948" name="Google Shape;5948;p56"/>
            <p:cNvSpPr/>
            <p:nvPr/>
          </p:nvSpPr>
          <p:spPr>
            <a:xfrm rot="5400000">
              <a:off x="4570450" y="-378255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49" name="Google Shape;5949;p56"/>
            <p:cNvSpPr/>
            <p:nvPr/>
          </p:nvSpPr>
          <p:spPr>
            <a:xfrm rot="5400000">
              <a:off x="4570450" y="-276311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0" name="Google Shape;5950;p56"/>
            <p:cNvSpPr/>
            <p:nvPr/>
          </p:nvSpPr>
          <p:spPr>
            <a:xfrm rot="5400000">
              <a:off x="4570450" y="-174368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1" name="Google Shape;5951;p56"/>
            <p:cNvSpPr/>
            <p:nvPr/>
          </p:nvSpPr>
          <p:spPr>
            <a:xfrm rot="5400000">
              <a:off x="4570450" y="-72425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2" name="Google Shape;5952;p56"/>
            <p:cNvSpPr/>
            <p:nvPr/>
          </p:nvSpPr>
          <p:spPr>
            <a:xfrm rot="5400000">
              <a:off x="4570450" y="295184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3" name="Google Shape;5953;p56"/>
            <p:cNvSpPr/>
            <p:nvPr/>
          </p:nvSpPr>
          <p:spPr>
            <a:xfrm rot="5400000">
              <a:off x="4570450" y="-429226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4" name="Google Shape;5954;p56"/>
            <p:cNvSpPr/>
            <p:nvPr/>
          </p:nvSpPr>
          <p:spPr>
            <a:xfrm rot="5400000">
              <a:off x="4570450" y="-327283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5" name="Google Shape;5955;p56"/>
            <p:cNvSpPr/>
            <p:nvPr/>
          </p:nvSpPr>
          <p:spPr>
            <a:xfrm rot="5400000">
              <a:off x="4570450" y="-225340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6" name="Google Shape;5956;p56"/>
            <p:cNvSpPr/>
            <p:nvPr/>
          </p:nvSpPr>
          <p:spPr>
            <a:xfrm rot="5400000">
              <a:off x="4570450" y="-123396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7" name="Google Shape;5957;p56"/>
            <p:cNvSpPr/>
            <p:nvPr/>
          </p:nvSpPr>
          <p:spPr>
            <a:xfrm rot="5400000">
              <a:off x="4570450" y="-21453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8" name="Google Shape;5958;p56"/>
            <p:cNvSpPr/>
            <p:nvPr/>
          </p:nvSpPr>
          <p:spPr>
            <a:xfrm>
              <a:off x="5081305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9" name="Google Shape;5959;p56"/>
            <p:cNvSpPr/>
            <p:nvPr/>
          </p:nvSpPr>
          <p:spPr>
            <a:xfrm>
              <a:off x="6100964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0" name="Google Shape;5960;p56"/>
            <p:cNvSpPr/>
            <p:nvPr/>
          </p:nvSpPr>
          <p:spPr>
            <a:xfrm>
              <a:off x="7120623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1" name="Google Shape;5961;p56"/>
            <p:cNvSpPr/>
            <p:nvPr/>
          </p:nvSpPr>
          <p:spPr>
            <a:xfrm>
              <a:off x="8140282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2" name="Google Shape;5962;p56"/>
            <p:cNvSpPr/>
            <p:nvPr/>
          </p:nvSpPr>
          <p:spPr>
            <a:xfrm>
              <a:off x="5591134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3" name="Google Shape;5963;p56"/>
            <p:cNvSpPr/>
            <p:nvPr/>
          </p:nvSpPr>
          <p:spPr>
            <a:xfrm>
              <a:off x="6610793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4" name="Google Shape;5964;p56"/>
            <p:cNvSpPr/>
            <p:nvPr/>
          </p:nvSpPr>
          <p:spPr>
            <a:xfrm>
              <a:off x="7630452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5" name="Google Shape;5965;p56"/>
            <p:cNvSpPr/>
            <p:nvPr/>
          </p:nvSpPr>
          <p:spPr>
            <a:xfrm>
              <a:off x="8650111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966" name="Google Shape;5966;p56"/>
            <p:cNvGrpSpPr/>
            <p:nvPr/>
          </p:nvGrpSpPr>
          <p:grpSpPr>
            <a:xfrm>
              <a:off x="-15975" y="-52"/>
              <a:ext cx="4587484" cy="5143406"/>
              <a:chOff x="-9275" y="-1994782"/>
              <a:chExt cx="4587484" cy="9140583"/>
            </a:xfrm>
          </p:grpSpPr>
          <p:sp>
            <p:nvSpPr>
              <p:cNvPr id="5967" name="Google Shape;5967;p56"/>
              <p:cNvSpPr/>
              <p:nvPr/>
            </p:nvSpPr>
            <p:spPr>
              <a:xfrm>
                <a:off x="50044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68" name="Google Shape;5968;p56"/>
              <p:cNvSpPr/>
              <p:nvPr/>
            </p:nvSpPr>
            <p:spPr>
              <a:xfrm>
                <a:off x="15198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69" name="Google Shape;5969;p56"/>
              <p:cNvSpPr/>
              <p:nvPr/>
            </p:nvSpPr>
            <p:spPr>
              <a:xfrm>
                <a:off x="253930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70" name="Google Shape;5970;p56"/>
              <p:cNvSpPr/>
              <p:nvPr/>
            </p:nvSpPr>
            <p:spPr>
              <a:xfrm>
                <a:off x="355874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71" name="Google Shape;5971;p56"/>
              <p:cNvSpPr/>
              <p:nvPr/>
            </p:nvSpPr>
            <p:spPr>
              <a:xfrm>
                <a:off x="45781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72" name="Google Shape;5972;p56"/>
              <p:cNvSpPr/>
              <p:nvPr/>
            </p:nvSpPr>
            <p:spPr>
              <a:xfrm>
                <a:off x="101015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73" name="Google Shape;5973;p56"/>
              <p:cNvSpPr/>
              <p:nvPr/>
            </p:nvSpPr>
            <p:spPr>
              <a:xfrm>
                <a:off x="202959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74" name="Google Shape;5974;p56"/>
              <p:cNvSpPr/>
              <p:nvPr/>
            </p:nvSpPr>
            <p:spPr>
              <a:xfrm>
                <a:off x="304902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75" name="Google Shape;5975;p56"/>
              <p:cNvSpPr/>
              <p:nvPr/>
            </p:nvSpPr>
            <p:spPr>
              <a:xfrm>
                <a:off x="406845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76" name="Google Shape;5976;p56"/>
              <p:cNvSpPr/>
              <p:nvPr/>
            </p:nvSpPr>
            <p:spPr>
              <a:xfrm>
                <a:off x="-92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5977" name="Google Shape;5977;p56"/>
            <p:cNvSpPr/>
            <p:nvPr/>
          </p:nvSpPr>
          <p:spPr>
            <a:xfrm>
              <a:off x="9159941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78" name="Google Shape;5978;p56"/>
          <p:cNvSpPr/>
          <p:nvPr/>
        </p:nvSpPr>
        <p:spPr>
          <a:xfrm>
            <a:off x="0" y="-75"/>
            <a:ext cx="9144000" cy="5143500"/>
          </a:xfrm>
          <a:prstGeom prst="rect">
            <a:avLst/>
          </a:prstGeom>
          <a:solidFill>
            <a:srgbClr val="D6E3EA">
              <a:alpha val="398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979" name="Google Shape;5979;p56"/>
          <p:cNvGrpSpPr/>
          <p:nvPr/>
        </p:nvGrpSpPr>
        <p:grpSpPr>
          <a:xfrm>
            <a:off x="0" y="4752988"/>
            <a:ext cx="9144000" cy="354505"/>
            <a:chOff x="0" y="4689888"/>
            <a:chExt cx="9144000" cy="354505"/>
          </a:xfrm>
        </p:grpSpPr>
        <p:grpSp>
          <p:nvGrpSpPr>
            <p:cNvPr id="5980" name="Google Shape;5980;p56"/>
            <p:cNvGrpSpPr/>
            <p:nvPr/>
          </p:nvGrpSpPr>
          <p:grpSpPr>
            <a:xfrm>
              <a:off x="0" y="4793425"/>
              <a:ext cx="9144000" cy="194975"/>
              <a:chOff x="0" y="4789550"/>
              <a:chExt cx="9144000" cy="194975"/>
            </a:xfrm>
          </p:grpSpPr>
          <p:sp>
            <p:nvSpPr>
              <p:cNvPr id="5981" name="Google Shape;5981;p56"/>
              <p:cNvSpPr/>
              <p:nvPr/>
            </p:nvSpPr>
            <p:spPr>
              <a:xfrm>
                <a:off x="0" y="4789550"/>
                <a:ext cx="9144000" cy="360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82" name="Google Shape;5982;p56"/>
              <p:cNvSpPr/>
              <p:nvPr/>
            </p:nvSpPr>
            <p:spPr>
              <a:xfrm>
                <a:off x="0" y="4948525"/>
                <a:ext cx="9144000" cy="360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983" name="Google Shape;5983;p56"/>
            <p:cNvGrpSpPr/>
            <p:nvPr/>
          </p:nvGrpSpPr>
          <p:grpSpPr>
            <a:xfrm>
              <a:off x="28483" y="4689888"/>
              <a:ext cx="9087034" cy="354505"/>
              <a:chOff x="28483" y="4689888"/>
              <a:chExt cx="9087034" cy="354505"/>
            </a:xfrm>
          </p:grpSpPr>
          <p:sp>
            <p:nvSpPr>
              <p:cNvPr id="5984" name="Google Shape;5984;p56"/>
              <p:cNvSpPr/>
              <p:nvPr/>
            </p:nvSpPr>
            <p:spPr>
              <a:xfrm>
                <a:off x="64010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6" y="1"/>
                      <a:pt x="533" y="8"/>
                      <a:pt x="518" y="24"/>
                    </a:cubicBezTo>
                    <a:lnTo>
                      <a:pt x="62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34" y="4431"/>
                      <a:pt x="1065" y="4401"/>
                      <a:pt x="1156" y="4370"/>
                    </a:cubicBezTo>
                    <a:lnTo>
                      <a:pt x="1156" y="601"/>
                    </a:lnTo>
                    <a:lnTo>
                      <a:pt x="1126" y="571"/>
                    </a:lnTo>
                    <a:lnTo>
                      <a:pt x="670" y="24"/>
                    </a:lnTo>
                    <a:cubicBezTo>
                      <a:pt x="639" y="8"/>
                      <a:pt x="609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85" name="Google Shape;5985;p56"/>
              <p:cNvSpPr/>
              <p:nvPr/>
            </p:nvSpPr>
            <p:spPr>
              <a:xfrm>
                <a:off x="79301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3" y="8"/>
                      <a:pt x="517" y="24"/>
                    </a:cubicBezTo>
                    <a:lnTo>
                      <a:pt x="6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34" y="4431"/>
                      <a:pt x="1064" y="4401"/>
                      <a:pt x="1156" y="4370"/>
                    </a:cubicBezTo>
                    <a:lnTo>
                      <a:pt x="1156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9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86" name="Google Shape;5986;p56"/>
              <p:cNvSpPr/>
              <p:nvPr/>
            </p:nvSpPr>
            <p:spPr>
              <a:xfrm>
                <a:off x="94592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2" y="4431"/>
                      <a:pt x="122" y="4431"/>
                    </a:cubicBezTo>
                    <a:lnTo>
                      <a:pt x="1003" y="4431"/>
                    </a:lnTo>
                    <a:cubicBezTo>
                      <a:pt x="103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8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87" name="Google Shape;5987;p56"/>
              <p:cNvSpPr/>
              <p:nvPr/>
            </p:nvSpPr>
            <p:spPr>
              <a:xfrm>
                <a:off x="109882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1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1" y="4431"/>
                      <a:pt x="122" y="4431"/>
                    </a:cubicBezTo>
                    <a:lnTo>
                      <a:pt x="1003" y="4431"/>
                    </a:lnTo>
                    <a:cubicBezTo>
                      <a:pt x="106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8" y="8"/>
                      <a:pt x="608" y="1"/>
                      <a:pt x="58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88" name="Google Shape;5988;p56"/>
              <p:cNvSpPr/>
              <p:nvPr/>
            </p:nvSpPr>
            <p:spPr>
              <a:xfrm>
                <a:off x="1251735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04" y="4431"/>
                      <a:pt x="103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89" name="Google Shape;5989;p56"/>
              <p:cNvSpPr/>
              <p:nvPr/>
            </p:nvSpPr>
            <p:spPr>
              <a:xfrm>
                <a:off x="1402243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90" name="Google Shape;5990;p56"/>
              <p:cNvSpPr/>
              <p:nvPr/>
            </p:nvSpPr>
            <p:spPr>
              <a:xfrm>
                <a:off x="1552751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64" y="4431"/>
                      <a:pt x="109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91" name="Google Shape;5991;p56"/>
              <p:cNvSpPr/>
              <p:nvPr/>
            </p:nvSpPr>
            <p:spPr>
              <a:xfrm>
                <a:off x="751362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92" name="Google Shape;5992;p56"/>
              <p:cNvSpPr/>
              <p:nvPr/>
            </p:nvSpPr>
            <p:spPr>
              <a:xfrm>
                <a:off x="7666529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3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93" name="Google Shape;5993;p56"/>
              <p:cNvSpPr/>
              <p:nvPr/>
            </p:nvSpPr>
            <p:spPr>
              <a:xfrm>
                <a:off x="7816957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94" name="Google Shape;5994;p56"/>
              <p:cNvSpPr/>
              <p:nvPr/>
            </p:nvSpPr>
            <p:spPr>
              <a:xfrm>
                <a:off x="796738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2" y="4431"/>
                      <a:pt x="122" y="4431"/>
                    </a:cubicBezTo>
                    <a:lnTo>
                      <a:pt x="1003" y="4431"/>
                    </a:lnTo>
                    <a:cubicBezTo>
                      <a:pt x="103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8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95" name="Google Shape;5995;p56"/>
              <p:cNvSpPr/>
              <p:nvPr/>
            </p:nvSpPr>
            <p:spPr>
              <a:xfrm>
                <a:off x="812029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93" y="1"/>
                    </a:moveTo>
                    <a:cubicBezTo>
                      <a:pt x="562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1" y="4431"/>
                      <a:pt x="122" y="4431"/>
                    </a:cubicBezTo>
                    <a:lnTo>
                      <a:pt x="1003" y="4431"/>
                    </a:lnTo>
                    <a:cubicBezTo>
                      <a:pt x="106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54" y="8"/>
                      <a:pt x="623" y="1"/>
                      <a:pt x="59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96" name="Google Shape;5996;p56"/>
              <p:cNvSpPr/>
              <p:nvPr/>
            </p:nvSpPr>
            <p:spPr>
              <a:xfrm>
                <a:off x="8273198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1" y="4431"/>
                      <a:pt x="122" y="4431"/>
                    </a:cubicBezTo>
                    <a:lnTo>
                      <a:pt x="973" y="4431"/>
                    </a:lnTo>
                    <a:cubicBezTo>
                      <a:pt x="1034" y="4431"/>
                      <a:pt x="1065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97" name="Google Shape;5997;p56"/>
              <p:cNvSpPr/>
              <p:nvPr/>
            </p:nvSpPr>
            <p:spPr>
              <a:xfrm>
                <a:off x="8423706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34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98" name="Google Shape;5998;p56"/>
              <p:cNvSpPr/>
              <p:nvPr/>
            </p:nvSpPr>
            <p:spPr>
              <a:xfrm>
                <a:off x="8574214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64" y="4431"/>
                      <a:pt x="109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99" name="Google Shape;5999;p56"/>
              <p:cNvSpPr/>
              <p:nvPr/>
            </p:nvSpPr>
            <p:spPr>
              <a:xfrm>
                <a:off x="8724643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2" y="4431"/>
                      <a:pt x="122" y="4431"/>
                    </a:cubicBezTo>
                    <a:lnTo>
                      <a:pt x="974" y="4431"/>
                    </a:lnTo>
                    <a:cubicBezTo>
                      <a:pt x="1065" y="4431"/>
                      <a:pt x="1095" y="4401"/>
                      <a:pt x="1126" y="4370"/>
                    </a:cubicBezTo>
                    <a:lnTo>
                      <a:pt x="112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4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00" name="Google Shape;6000;p56"/>
              <p:cNvSpPr/>
              <p:nvPr/>
            </p:nvSpPr>
            <p:spPr>
              <a:xfrm>
                <a:off x="8875151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74" y="1"/>
                    </a:moveTo>
                    <a:cubicBezTo>
                      <a:pt x="547" y="1"/>
                      <a:pt x="517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122" y="4431"/>
                    </a:cubicBezTo>
                    <a:lnTo>
                      <a:pt x="1003" y="4431"/>
                    </a:lnTo>
                    <a:cubicBezTo>
                      <a:pt x="103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600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01" name="Google Shape;6001;p56"/>
              <p:cNvSpPr/>
              <p:nvPr/>
            </p:nvSpPr>
            <p:spPr>
              <a:xfrm>
                <a:off x="736071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02" name="Google Shape;6002;p56"/>
              <p:cNvSpPr/>
              <p:nvPr/>
            </p:nvSpPr>
            <p:spPr>
              <a:xfrm>
                <a:off x="720781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03" name="Google Shape;6003;p56"/>
              <p:cNvSpPr/>
              <p:nvPr/>
            </p:nvSpPr>
            <p:spPr>
              <a:xfrm>
                <a:off x="705490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04" name="Google Shape;6004;p56"/>
              <p:cNvSpPr/>
              <p:nvPr/>
            </p:nvSpPr>
            <p:spPr>
              <a:xfrm>
                <a:off x="690199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05" name="Google Shape;6005;p56"/>
              <p:cNvSpPr/>
              <p:nvPr/>
            </p:nvSpPr>
            <p:spPr>
              <a:xfrm>
                <a:off x="674909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06" name="Google Shape;6006;p56"/>
              <p:cNvSpPr/>
              <p:nvPr/>
            </p:nvSpPr>
            <p:spPr>
              <a:xfrm>
                <a:off x="659618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07" name="Google Shape;6007;p56"/>
              <p:cNvSpPr/>
              <p:nvPr/>
            </p:nvSpPr>
            <p:spPr>
              <a:xfrm>
                <a:off x="644327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08" name="Google Shape;6008;p56"/>
              <p:cNvSpPr/>
              <p:nvPr/>
            </p:nvSpPr>
            <p:spPr>
              <a:xfrm>
                <a:off x="629037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09" name="Google Shape;6009;p56"/>
              <p:cNvSpPr/>
              <p:nvPr/>
            </p:nvSpPr>
            <p:spPr>
              <a:xfrm>
                <a:off x="613746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10" name="Google Shape;6010;p56"/>
              <p:cNvSpPr/>
              <p:nvPr/>
            </p:nvSpPr>
            <p:spPr>
              <a:xfrm>
                <a:off x="598455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11" name="Google Shape;6011;p56"/>
              <p:cNvSpPr/>
              <p:nvPr/>
            </p:nvSpPr>
            <p:spPr>
              <a:xfrm>
                <a:off x="583165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12" name="Google Shape;6012;p56"/>
              <p:cNvSpPr/>
              <p:nvPr/>
            </p:nvSpPr>
            <p:spPr>
              <a:xfrm>
                <a:off x="567874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13" name="Google Shape;6013;p56"/>
              <p:cNvSpPr/>
              <p:nvPr/>
            </p:nvSpPr>
            <p:spPr>
              <a:xfrm>
                <a:off x="552583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14" name="Google Shape;6014;p56"/>
              <p:cNvSpPr/>
              <p:nvPr/>
            </p:nvSpPr>
            <p:spPr>
              <a:xfrm>
                <a:off x="537293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15" name="Google Shape;6015;p56"/>
              <p:cNvSpPr/>
              <p:nvPr/>
            </p:nvSpPr>
            <p:spPr>
              <a:xfrm>
                <a:off x="522002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16" name="Google Shape;6016;p56"/>
              <p:cNvSpPr/>
              <p:nvPr/>
            </p:nvSpPr>
            <p:spPr>
              <a:xfrm>
                <a:off x="506712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17" name="Google Shape;6017;p56"/>
              <p:cNvSpPr/>
              <p:nvPr/>
            </p:nvSpPr>
            <p:spPr>
              <a:xfrm>
                <a:off x="491421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18" name="Google Shape;6018;p56"/>
              <p:cNvSpPr/>
              <p:nvPr/>
            </p:nvSpPr>
            <p:spPr>
              <a:xfrm>
                <a:off x="476130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19" name="Google Shape;6019;p56"/>
              <p:cNvSpPr/>
              <p:nvPr/>
            </p:nvSpPr>
            <p:spPr>
              <a:xfrm>
                <a:off x="460840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20" name="Google Shape;6020;p56"/>
              <p:cNvSpPr/>
              <p:nvPr/>
            </p:nvSpPr>
            <p:spPr>
              <a:xfrm>
                <a:off x="445549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21" name="Google Shape;6021;p56"/>
              <p:cNvSpPr/>
              <p:nvPr/>
            </p:nvSpPr>
            <p:spPr>
              <a:xfrm>
                <a:off x="430258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22" name="Google Shape;6022;p56"/>
              <p:cNvSpPr/>
              <p:nvPr/>
            </p:nvSpPr>
            <p:spPr>
              <a:xfrm>
                <a:off x="414968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23" name="Google Shape;6023;p56"/>
              <p:cNvSpPr/>
              <p:nvPr/>
            </p:nvSpPr>
            <p:spPr>
              <a:xfrm>
                <a:off x="399677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24" name="Google Shape;6024;p56"/>
              <p:cNvSpPr/>
              <p:nvPr/>
            </p:nvSpPr>
            <p:spPr>
              <a:xfrm>
                <a:off x="384386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25" name="Google Shape;6025;p56"/>
              <p:cNvSpPr/>
              <p:nvPr/>
            </p:nvSpPr>
            <p:spPr>
              <a:xfrm>
                <a:off x="369096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26" name="Google Shape;6026;p56"/>
              <p:cNvSpPr/>
              <p:nvPr/>
            </p:nvSpPr>
            <p:spPr>
              <a:xfrm>
                <a:off x="353805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27" name="Google Shape;6027;p56"/>
              <p:cNvSpPr/>
              <p:nvPr/>
            </p:nvSpPr>
            <p:spPr>
              <a:xfrm>
                <a:off x="338514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28" name="Google Shape;6028;p56"/>
              <p:cNvSpPr/>
              <p:nvPr/>
            </p:nvSpPr>
            <p:spPr>
              <a:xfrm>
                <a:off x="323224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29" name="Google Shape;6029;p56"/>
              <p:cNvSpPr/>
              <p:nvPr/>
            </p:nvSpPr>
            <p:spPr>
              <a:xfrm>
                <a:off x="307933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30" name="Google Shape;6030;p56"/>
              <p:cNvSpPr/>
              <p:nvPr/>
            </p:nvSpPr>
            <p:spPr>
              <a:xfrm>
                <a:off x="292643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31" name="Google Shape;6031;p56"/>
              <p:cNvSpPr/>
              <p:nvPr/>
            </p:nvSpPr>
            <p:spPr>
              <a:xfrm>
                <a:off x="277352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32" name="Google Shape;6032;p56"/>
              <p:cNvSpPr/>
              <p:nvPr/>
            </p:nvSpPr>
            <p:spPr>
              <a:xfrm>
                <a:off x="262061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33" name="Google Shape;6033;p56"/>
              <p:cNvSpPr/>
              <p:nvPr/>
            </p:nvSpPr>
            <p:spPr>
              <a:xfrm>
                <a:off x="246771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34" name="Google Shape;6034;p56"/>
              <p:cNvSpPr/>
              <p:nvPr/>
            </p:nvSpPr>
            <p:spPr>
              <a:xfrm>
                <a:off x="231480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35" name="Google Shape;6035;p56"/>
              <p:cNvSpPr/>
              <p:nvPr/>
            </p:nvSpPr>
            <p:spPr>
              <a:xfrm>
                <a:off x="216189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36" name="Google Shape;6036;p56"/>
              <p:cNvSpPr/>
              <p:nvPr/>
            </p:nvSpPr>
            <p:spPr>
              <a:xfrm>
                <a:off x="200899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37" name="Google Shape;6037;p56"/>
              <p:cNvSpPr/>
              <p:nvPr/>
            </p:nvSpPr>
            <p:spPr>
              <a:xfrm>
                <a:off x="185608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38" name="Google Shape;6038;p56"/>
              <p:cNvSpPr/>
              <p:nvPr/>
            </p:nvSpPr>
            <p:spPr>
              <a:xfrm>
                <a:off x="170317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39" name="Google Shape;6039;p56"/>
              <p:cNvSpPr/>
              <p:nvPr/>
            </p:nvSpPr>
            <p:spPr>
              <a:xfrm>
                <a:off x="48720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40" name="Google Shape;6040;p56"/>
              <p:cNvSpPr/>
              <p:nvPr/>
            </p:nvSpPr>
            <p:spPr>
              <a:xfrm>
                <a:off x="33429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41" name="Google Shape;6041;p56"/>
              <p:cNvSpPr/>
              <p:nvPr/>
            </p:nvSpPr>
            <p:spPr>
              <a:xfrm>
                <a:off x="18139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42" name="Google Shape;6042;p56"/>
              <p:cNvSpPr/>
              <p:nvPr/>
            </p:nvSpPr>
            <p:spPr>
              <a:xfrm>
                <a:off x="2848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43" name="Google Shape;6043;p56"/>
              <p:cNvSpPr/>
              <p:nvPr/>
            </p:nvSpPr>
            <p:spPr>
              <a:xfrm>
                <a:off x="9025579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74" y="1"/>
                    </a:moveTo>
                    <a:cubicBezTo>
                      <a:pt x="547" y="1"/>
                      <a:pt x="517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122" y="4431"/>
                    </a:cubicBezTo>
                    <a:lnTo>
                      <a:pt x="1003" y="4431"/>
                    </a:lnTo>
                    <a:cubicBezTo>
                      <a:pt x="103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600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044" name="Google Shape;6044;p56"/>
          <p:cNvGrpSpPr/>
          <p:nvPr/>
        </p:nvGrpSpPr>
        <p:grpSpPr>
          <a:xfrm flipH="1">
            <a:off x="0" y="4355501"/>
            <a:ext cx="891866" cy="756842"/>
            <a:chOff x="144526" y="3974931"/>
            <a:chExt cx="891866" cy="756842"/>
          </a:xfrm>
        </p:grpSpPr>
        <p:sp>
          <p:nvSpPr>
            <p:cNvPr id="6045" name="Google Shape;6045;p56"/>
            <p:cNvSpPr/>
            <p:nvPr/>
          </p:nvSpPr>
          <p:spPr>
            <a:xfrm>
              <a:off x="144526" y="3974931"/>
              <a:ext cx="891866" cy="756842"/>
            </a:xfrm>
            <a:custGeom>
              <a:rect b="b" l="l" r="r" t="t"/>
              <a:pathLst>
                <a:path extrusionOk="0" h="9462" w="11156">
                  <a:moveTo>
                    <a:pt x="10313" y="1"/>
                  </a:moveTo>
                  <a:cubicBezTo>
                    <a:pt x="9404" y="1"/>
                    <a:pt x="9034" y="1377"/>
                    <a:pt x="9423" y="2714"/>
                  </a:cubicBezTo>
                  <a:cubicBezTo>
                    <a:pt x="9165" y="2021"/>
                    <a:pt x="8738" y="1726"/>
                    <a:pt x="8340" y="1726"/>
                  </a:cubicBezTo>
                  <a:cubicBezTo>
                    <a:pt x="7642" y="1726"/>
                    <a:pt x="7031" y="2632"/>
                    <a:pt x="7565" y="3899"/>
                  </a:cubicBezTo>
                  <a:lnTo>
                    <a:pt x="7565" y="3899"/>
                  </a:lnTo>
                  <a:cubicBezTo>
                    <a:pt x="7225" y="3312"/>
                    <a:pt x="6748" y="2808"/>
                    <a:pt x="6232" y="2562"/>
                  </a:cubicBezTo>
                  <a:cubicBezTo>
                    <a:pt x="6033" y="2490"/>
                    <a:pt x="5840" y="2456"/>
                    <a:pt x="5655" y="2456"/>
                  </a:cubicBezTo>
                  <a:cubicBezTo>
                    <a:pt x="4277" y="2456"/>
                    <a:pt x="3325" y="4288"/>
                    <a:pt x="3861" y="5601"/>
                  </a:cubicBezTo>
                  <a:cubicBezTo>
                    <a:pt x="3927" y="5839"/>
                    <a:pt x="4102" y="6100"/>
                    <a:pt x="4279" y="6319"/>
                  </a:cubicBezTo>
                  <a:lnTo>
                    <a:pt x="4279" y="6319"/>
                  </a:lnTo>
                  <a:cubicBezTo>
                    <a:pt x="4091" y="6148"/>
                    <a:pt x="3891" y="6002"/>
                    <a:pt x="3679" y="5905"/>
                  </a:cubicBezTo>
                  <a:cubicBezTo>
                    <a:pt x="3618" y="5875"/>
                    <a:pt x="3527" y="5844"/>
                    <a:pt x="3466" y="5844"/>
                  </a:cubicBezTo>
                  <a:lnTo>
                    <a:pt x="3375" y="5844"/>
                  </a:lnTo>
                  <a:cubicBezTo>
                    <a:pt x="3339" y="5842"/>
                    <a:pt x="3304" y="5841"/>
                    <a:pt x="3268" y="5841"/>
                  </a:cubicBezTo>
                  <a:cubicBezTo>
                    <a:pt x="2870" y="5841"/>
                    <a:pt x="2440" y="5996"/>
                    <a:pt x="2189" y="6331"/>
                  </a:cubicBezTo>
                  <a:cubicBezTo>
                    <a:pt x="2037" y="6543"/>
                    <a:pt x="1976" y="6847"/>
                    <a:pt x="2007" y="7151"/>
                  </a:cubicBezTo>
                  <a:cubicBezTo>
                    <a:pt x="2037" y="7425"/>
                    <a:pt x="2159" y="7668"/>
                    <a:pt x="2311" y="7850"/>
                  </a:cubicBezTo>
                  <a:cubicBezTo>
                    <a:pt x="2341" y="7911"/>
                    <a:pt x="2493" y="8124"/>
                    <a:pt x="2584" y="8154"/>
                  </a:cubicBezTo>
                  <a:cubicBezTo>
                    <a:pt x="2311" y="8078"/>
                    <a:pt x="2045" y="8033"/>
                    <a:pt x="1786" y="8033"/>
                  </a:cubicBezTo>
                  <a:cubicBezTo>
                    <a:pt x="1528" y="8033"/>
                    <a:pt x="1277" y="8078"/>
                    <a:pt x="1034" y="8185"/>
                  </a:cubicBezTo>
                  <a:cubicBezTo>
                    <a:pt x="578" y="8428"/>
                    <a:pt x="153" y="8884"/>
                    <a:pt x="1" y="9461"/>
                  </a:cubicBezTo>
                  <a:lnTo>
                    <a:pt x="11156" y="9461"/>
                  </a:lnTo>
                  <a:lnTo>
                    <a:pt x="11156" y="343"/>
                  </a:lnTo>
                  <a:cubicBezTo>
                    <a:pt x="11125" y="343"/>
                    <a:pt x="11125" y="282"/>
                    <a:pt x="11095" y="282"/>
                  </a:cubicBezTo>
                  <a:cubicBezTo>
                    <a:pt x="10803" y="87"/>
                    <a:pt x="10541" y="1"/>
                    <a:pt x="1031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46" name="Google Shape;6046;p56"/>
            <p:cNvSpPr/>
            <p:nvPr/>
          </p:nvSpPr>
          <p:spPr>
            <a:xfrm>
              <a:off x="509075" y="4266965"/>
              <a:ext cx="520042" cy="464807"/>
            </a:xfrm>
            <a:custGeom>
              <a:rect b="b" l="l" r="r" t="t"/>
              <a:pathLst>
                <a:path extrusionOk="0" h="5811" w="6505">
                  <a:moveTo>
                    <a:pt x="6229" y="1"/>
                  </a:moveTo>
                  <a:cubicBezTo>
                    <a:pt x="5670" y="1"/>
                    <a:pt x="5081" y="741"/>
                    <a:pt x="5471" y="1859"/>
                  </a:cubicBezTo>
                  <a:cubicBezTo>
                    <a:pt x="5315" y="1453"/>
                    <a:pt x="5066" y="1279"/>
                    <a:pt x="4837" y="1279"/>
                  </a:cubicBezTo>
                  <a:cubicBezTo>
                    <a:pt x="4428" y="1279"/>
                    <a:pt x="4081" y="1836"/>
                    <a:pt x="4437" y="2622"/>
                  </a:cubicBezTo>
                  <a:lnTo>
                    <a:pt x="4437" y="2622"/>
                  </a:lnTo>
                  <a:cubicBezTo>
                    <a:pt x="4226" y="2244"/>
                    <a:pt x="3933" y="1926"/>
                    <a:pt x="3617" y="1768"/>
                  </a:cubicBezTo>
                  <a:cubicBezTo>
                    <a:pt x="3506" y="1730"/>
                    <a:pt x="3398" y="1712"/>
                    <a:pt x="3294" y="1712"/>
                  </a:cubicBezTo>
                  <a:cubicBezTo>
                    <a:pt x="2480" y="1712"/>
                    <a:pt x="1899" y="2780"/>
                    <a:pt x="2249" y="3561"/>
                  </a:cubicBezTo>
                  <a:cubicBezTo>
                    <a:pt x="2326" y="3817"/>
                    <a:pt x="2467" y="4073"/>
                    <a:pt x="2655" y="4220"/>
                  </a:cubicBezTo>
                  <a:lnTo>
                    <a:pt x="2655" y="4220"/>
                  </a:lnTo>
                  <a:cubicBezTo>
                    <a:pt x="2492" y="4126"/>
                    <a:pt x="2330" y="4077"/>
                    <a:pt x="2167" y="4077"/>
                  </a:cubicBezTo>
                  <a:cubicBezTo>
                    <a:pt x="2063" y="4077"/>
                    <a:pt x="1958" y="4097"/>
                    <a:pt x="1854" y="4139"/>
                  </a:cubicBezTo>
                  <a:cubicBezTo>
                    <a:pt x="1550" y="4291"/>
                    <a:pt x="1368" y="4747"/>
                    <a:pt x="1520" y="5081"/>
                  </a:cubicBezTo>
                  <a:cubicBezTo>
                    <a:pt x="1368" y="5020"/>
                    <a:pt x="1216" y="4990"/>
                    <a:pt x="1064" y="4990"/>
                  </a:cubicBezTo>
                  <a:cubicBezTo>
                    <a:pt x="912" y="4990"/>
                    <a:pt x="760" y="5020"/>
                    <a:pt x="608" y="5081"/>
                  </a:cubicBezTo>
                  <a:cubicBezTo>
                    <a:pt x="334" y="5203"/>
                    <a:pt x="61" y="5446"/>
                    <a:pt x="0" y="5810"/>
                  </a:cubicBezTo>
                  <a:lnTo>
                    <a:pt x="6505" y="5810"/>
                  </a:lnTo>
                  <a:lnTo>
                    <a:pt x="6505" y="66"/>
                  </a:lnTo>
                  <a:cubicBezTo>
                    <a:pt x="6417" y="22"/>
                    <a:pt x="6323" y="1"/>
                    <a:pt x="622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47" name="Google Shape;6047;p56"/>
            <p:cNvSpPr/>
            <p:nvPr/>
          </p:nvSpPr>
          <p:spPr>
            <a:xfrm>
              <a:off x="472620" y="4118828"/>
              <a:ext cx="48687" cy="53912"/>
            </a:xfrm>
            <a:custGeom>
              <a:rect b="b" l="l" r="r" t="t"/>
              <a:pathLst>
                <a:path extrusionOk="0" h="674" w="609">
                  <a:moveTo>
                    <a:pt x="37" y="1"/>
                  </a:moveTo>
                  <a:cubicBezTo>
                    <a:pt x="13" y="1"/>
                    <a:pt x="0" y="3"/>
                    <a:pt x="0" y="3"/>
                  </a:cubicBezTo>
                  <a:cubicBezTo>
                    <a:pt x="0" y="3"/>
                    <a:pt x="30" y="307"/>
                    <a:pt x="182" y="519"/>
                  </a:cubicBezTo>
                  <a:cubicBezTo>
                    <a:pt x="319" y="656"/>
                    <a:pt x="490" y="673"/>
                    <a:pt x="567" y="673"/>
                  </a:cubicBezTo>
                  <a:cubicBezTo>
                    <a:pt x="593" y="673"/>
                    <a:pt x="608" y="671"/>
                    <a:pt x="608" y="671"/>
                  </a:cubicBezTo>
                  <a:cubicBezTo>
                    <a:pt x="608" y="671"/>
                    <a:pt x="578" y="367"/>
                    <a:pt x="426" y="155"/>
                  </a:cubicBezTo>
                  <a:cubicBezTo>
                    <a:pt x="266" y="18"/>
                    <a:pt x="106" y="1"/>
                    <a:pt x="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48" name="Google Shape;6048;p56"/>
            <p:cNvSpPr/>
            <p:nvPr/>
          </p:nvSpPr>
          <p:spPr>
            <a:xfrm>
              <a:off x="883218" y="4277044"/>
              <a:ext cx="48687" cy="77908"/>
            </a:xfrm>
            <a:custGeom>
              <a:rect b="b" l="l" r="r" t="t"/>
              <a:pathLst>
                <a:path extrusionOk="0" h="974" w="609">
                  <a:moveTo>
                    <a:pt x="31" y="0"/>
                  </a:moveTo>
                  <a:lnTo>
                    <a:pt x="31" y="0"/>
                  </a:lnTo>
                  <a:cubicBezTo>
                    <a:pt x="31" y="0"/>
                    <a:pt x="1" y="365"/>
                    <a:pt x="92" y="608"/>
                  </a:cubicBezTo>
                  <a:cubicBezTo>
                    <a:pt x="214" y="882"/>
                    <a:pt x="518" y="973"/>
                    <a:pt x="518" y="973"/>
                  </a:cubicBezTo>
                  <a:cubicBezTo>
                    <a:pt x="518" y="973"/>
                    <a:pt x="609" y="608"/>
                    <a:pt x="457" y="335"/>
                  </a:cubicBezTo>
                  <a:cubicBezTo>
                    <a:pt x="335" y="92"/>
                    <a:pt x="31" y="0"/>
                    <a:pt x="3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49" name="Google Shape;6049;p56"/>
            <p:cNvSpPr/>
            <p:nvPr/>
          </p:nvSpPr>
          <p:spPr>
            <a:xfrm>
              <a:off x="523625" y="4053398"/>
              <a:ext cx="51085" cy="109423"/>
            </a:xfrm>
            <a:custGeom>
              <a:rect b="b" l="l" r="r" t="t"/>
              <a:pathLst>
                <a:path extrusionOk="0" h="1368" w="639">
                  <a:moveTo>
                    <a:pt x="456" y="0"/>
                  </a:moveTo>
                  <a:cubicBezTo>
                    <a:pt x="456" y="0"/>
                    <a:pt x="152" y="213"/>
                    <a:pt x="92" y="608"/>
                  </a:cubicBezTo>
                  <a:cubicBezTo>
                    <a:pt x="0" y="973"/>
                    <a:pt x="183" y="1368"/>
                    <a:pt x="183" y="1368"/>
                  </a:cubicBezTo>
                  <a:cubicBezTo>
                    <a:pt x="183" y="1368"/>
                    <a:pt x="487" y="1125"/>
                    <a:pt x="578" y="760"/>
                  </a:cubicBezTo>
                  <a:cubicBezTo>
                    <a:pt x="639" y="365"/>
                    <a:pt x="456" y="0"/>
                    <a:pt x="45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050" name="Google Shape;6050;p56"/>
          <p:cNvGrpSpPr/>
          <p:nvPr/>
        </p:nvGrpSpPr>
        <p:grpSpPr>
          <a:xfrm>
            <a:off x="8576924" y="2718000"/>
            <a:ext cx="309935" cy="2397970"/>
            <a:chOff x="8424524" y="2714400"/>
            <a:chExt cx="309935" cy="2397970"/>
          </a:xfrm>
        </p:grpSpPr>
        <p:sp>
          <p:nvSpPr>
            <p:cNvPr id="6051" name="Google Shape;6051;p56"/>
            <p:cNvSpPr/>
            <p:nvPr/>
          </p:nvSpPr>
          <p:spPr>
            <a:xfrm>
              <a:off x="8552769" y="3168906"/>
              <a:ext cx="56168" cy="1943464"/>
            </a:xfrm>
            <a:custGeom>
              <a:rect b="b" l="l" r="r" t="t"/>
              <a:pathLst>
                <a:path extrusionOk="0" h="22098" w="639">
                  <a:moveTo>
                    <a:pt x="0" y="0"/>
                  </a:moveTo>
                  <a:lnTo>
                    <a:pt x="0" y="22098"/>
                  </a:lnTo>
                  <a:lnTo>
                    <a:pt x="638" y="22098"/>
                  </a:lnTo>
                  <a:lnTo>
                    <a:pt x="63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2" name="Google Shape;6052;p56"/>
            <p:cNvSpPr/>
            <p:nvPr/>
          </p:nvSpPr>
          <p:spPr>
            <a:xfrm>
              <a:off x="8424524" y="2845440"/>
              <a:ext cx="309935" cy="323559"/>
            </a:xfrm>
            <a:custGeom>
              <a:rect b="b" l="l" r="r" t="t"/>
              <a:pathLst>
                <a:path extrusionOk="0" h="3679" w="3526">
                  <a:moveTo>
                    <a:pt x="0" y="0"/>
                  </a:moveTo>
                  <a:lnTo>
                    <a:pt x="760" y="3678"/>
                  </a:lnTo>
                  <a:lnTo>
                    <a:pt x="2766" y="3678"/>
                  </a:lnTo>
                  <a:lnTo>
                    <a:pt x="352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3" name="Google Shape;6053;p56"/>
            <p:cNvSpPr/>
            <p:nvPr/>
          </p:nvSpPr>
          <p:spPr>
            <a:xfrm>
              <a:off x="8485966" y="2904188"/>
              <a:ext cx="192413" cy="203247"/>
            </a:xfrm>
            <a:custGeom>
              <a:rect b="b" l="l" r="r" t="t"/>
              <a:pathLst>
                <a:path extrusionOk="0" h="2311" w="2189">
                  <a:moveTo>
                    <a:pt x="0" y="1"/>
                  </a:moveTo>
                  <a:lnTo>
                    <a:pt x="426" y="2311"/>
                  </a:lnTo>
                  <a:lnTo>
                    <a:pt x="1702" y="2311"/>
                  </a:lnTo>
                  <a:lnTo>
                    <a:pt x="218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4" name="Google Shape;6054;p56"/>
            <p:cNvSpPr/>
            <p:nvPr/>
          </p:nvSpPr>
          <p:spPr>
            <a:xfrm>
              <a:off x="8424524" y="2765233"/>
              <a:ext cx="309935" cy="80296"/>
            </a:xfrm>
            <a:custGeom>
              <a:rect b="b" l="l" r="r" t="t"/>
              <a:pathLst>
                <a:path extrusionOk="0" h="913" w="3526">
                  <a:moveTo>
                    <a:pt x="760" y="0"/>
                  </a:moveTo>
                  <a:lnTo>
                    <a:pt x="0" y="912"/>
                  </a:lnTo>
                  <a:lnTo>
                    <a:pt x="3526" y="912"/>
                  </a:lnTo>
                  <a:lnTo>
                    <a:pt x="276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5" name="Google Shape;6055;p56"/>
            <p:cNvSpPr/>
            <p:nvPr/>
          </p:nvSpPr>
          <p:spPr>
            <a:xfrm>
              <a:off x="8461881" y="3134080"/>
              <a:ext cx="237857" cy="34915"/>
            </a:xfrm>
            <a:custGeom>
              <a:rect b="b" l="l" r="r" t="t"/>
              <a:pathLst>
                <a:path extrusionOk="0" h="397" w="2706">
                  <a:moveTo>
                    <a:pt x="183" y="1"/>
                  </a:moveTo>
                  <a:cubicBezTo>
                    <a:pt x="61" y="1"/>
                    <a:pt x="1" y="92"/>
                    <a:pt x="1" y="214"/>
                  </a:cubicBezTo>
                  <a:cubicBezTo>
                    <a:pt x="1" y="305"/>
                    <a:pt x="61" y="396"/>
                    <a:pt x="183" y="396"/>
                  </a:cubicBezTo>
                  <a:lnTo>
                    <a:pt x="2493" y="396"/>
                  </a:lnTo>
                  <a:cubicBezTo>
                    <a:pt x="2615" y="396"/>
                    <a:pt x="2706" y="305"/>
                    <a:pt x="2706" y="214"/>
                  </a:cubicBezTo>
                  <a:cubicBezTo>
                    <a:pt x="2706" y="92"/>
                    <a:pt x="2615" y="1"/>
                    <a:pt x="24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6" name="Google Shape;6056;p56"/>
            <p:cNvSpPr/>
            <p:nvPr/>
          </p:nvSpPr>
          <p:spPr>
            <a:xfrm>
              <a:off x="8493964" y="4663201"/>
              <a:ext cx="171053" cy="449148"/>
            </a:xfrm>
            <a:custGeom>
              <a:rect b="b" l="l" r="r" t="t"/>
              <a:pathLst>
                <a:path extrusionOk="0" h="5107" w="1946">
                  <a:moveTo>
                    <a:pt x="395" y="0"/>
                  </a:moveTo>
                  <a:lnTo>
                    <a:pt x="0" y="5107"/>
                  </a:lnTo>
                  <a:lnTo>
                    <a:pt x="1946" y="5107"/>
                  </a:lnTo>
                  <a:lnTo>
                    <a:pt x="161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7" name="Google Shape;6057;p56"/>
            <p:cNvSpPr/>
            <p:nvPr/>
          </p:nvSpPr>
          <p:spPr>
            <a:xfrm>
              <a:off x="8507325" y="4644469"/>
              <a:ext cx="144332" cy="34827"/>
            </a:xfrm>
            <a:custGeom>
              <a:rect b="b" l="l" r="r" t="t"/>
              <a:pathLst>
                <a:path extrusionOk="0" h="396" w="1642">
                  <a:moveTo>
                    <a:pt x="183" y="0"/>
                  </a:moveTo>
                  <a:cubicBezTo>
                    <a:pt x="91" y="0"/>
                    <a:pt x="0" y="92"/>
                    <a:pt x="0" y="213"/>
                  </a:cubicBezTo>
                  <a:cubicBezTo>
                    <a:pt x="0" y="304"/>
                    <a:pt x="91" y="396"/>
                    <a:pt x="183" y="396"/>
                  </a:cubicBezTo>
                  <a:lnTo>
                    <a:pt x="1459" y="396"/>
                  </a:lnTo>
                  <a:cubicBezTo>
                    <a:pt x="1581" y="396"/>
                    <a:pt x="1642" y="304"/>
                    <a:pt x="1642" y="213"/>
                  </a:cubicBezTo>
                  <a:cubicBezTo>
                    <a:pt x="1642" y="92"/>
                    <a:pt x="1581" y="0"/>
                    <a:pt x="14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8" name="Google Shape;6058;p56"/>
            <p:cNvSpPr/>
            <p:nvPr/>
          </p:nvSpPr>
          <p:spPr>
            <a:xfrm>
              <a:off x="8531322" y="2714400"/>
              <a:ext cx="101612" cy="99029"/>
            </a:xfrm>
            <a:custGeom>
              <a:rect b="b" l="l" r="r" t="t"/>
              <a:pathLst>
                <a:path extrusionOk="0" h="1126" w="1156">
                  <a:moveTo>
                    <a:pt x="578" y="1"/>
                  </a:moveTo>
                  <a:cubicBezTo>
                    <a:pt x="244" y="1"/>
                    <a:pt x="1" y="244"/>
                    <a:pt x="1" y="548"/>
                  </a:cubicBezTo>
                  <a:cubicBezTo>
                    <a:pt x="1" y="882"/>
                    <a:pt x="244" y="1125"/>
                    <a:pt x="578" y="1125"/>
                  </a:cubicBezTo>
                  <a:cubicBezTo>
                    <a:pt x="882" y="1125"/>
                    <a:pt x="1156" y="882"/>
                    <a:pt x="1156" y="548"/>
                  </a:cubicBezTo>
                  <a:cubicBezTo>
                    <a:pt x="1156" y="244"/>
                    <a:pt x="882" y="1"/>
                    <a:pt x="5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059" name="Google Shape;6059;p56"/>
          <p:cNvGrpSpPr/>
          <p:nvPr/>
        </p:nvGrpSpPr>
        <p:grpSpPr>
          <a:xfrm>
            <a:off x="257142" y="2718000"/>
            <a:ext cx="309935" cy="2397970"/>
            <a:chOff x="409542" y="2714400"/>
            <a:chExt cx="309935" cy="2397970"/>
          </a:xfrm>
        </p:grpSpPr>
        <p:sp>
          <p:nvSpPr>
            <p:cNvPr id="6060" name="Google Shape;6060;p56"/>
            <p:cNvSpPr/>
            <p:nvPr/>
          </p:nvSpPr>
          <p:spPr>
            <a:xfrm>
              <a:off x="537788" y="3168906"/>
              <a:ext cx="56168" cy="1943464"/>
            </a:xfrm>
            <a:custGeom>
              <a:rect b="b" l="l" r="r" t="t"/>
              <a:pathLst>
                <a:path extrusionOk="0" h="22098" w="639">
                  <a:moveTo>
                    <a:pt x="0" y="0"/>
                  </a:moveTo>
                  <a:lnTo>
                    <a:pt x="0" y="22098"/>
                  </a:lnTo>
                  <a:lnTo>
                    <a:pt x="638" y="22098"/>
                  </a:lnTo>
                  <a:lnTo>
                    <a:pt x="63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1" name="Google Shape;6061;p56"/>
            <p:cNvSpPr/>
            <p:nvPr/>
          </p:nvSpPr>
          <p:spPr>
            <a:xfrm>
              <a:off x="409542" y="2845440"/>
              <a:ext cx="309935" cy="323559"/>
            </a:xfrm>
            <a:custGeom>
              <a:rect b="b" l="l" r="r" t="t"/>
              <a:pathLst>
                <a:path extrusionOk="0" h="3679" w="3526">
                  <a:moveTo>
                    <a:pt x="0" y="0"/>
                  </a:moveTo>
                  <a:lnTo>
                    <a:pt x="760" y="3678"/>
                  </a:lnTo>
                  <a:lnTo>
                    <a:pt x="2766" y="3678"/>
                  </a:lnTo>
                  <a:lnTo>
                    <a:pt x="352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2" name="Google Shape;6062;p56"/>
            <p:cNvSpPr/>
            <p:nvPr/>
          </p:nvSpPr>
          <p:spPr>
            <a:xfrm>
              <a:off x="470984" y="2904188"/>
              <a:ext cx="192413" cy="203247"/>
            </a:xfrm>
            <a:custGeom>
              <a:rect b="b" l="l" r="r" t="t"/>
              <a:pathLst>
                <a:path extrusionOk="0" h="2311" w="2189">
                  <a:moveTo>
                    <a:pt x="0" y="1"/>
                  </a:moveTo>
                  <a:lnTo>
                    <a:pt x="426" y="2311"/>
                  </a:lnTo>
                  <a:lnTo>
                    <a:pt x="1702" y="2311"/>
                  </a:lnTo>
                  <a:lnTo>
                    <a:pt x="218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3" name="Google Shape;6063;p56"/>
            <p:cNvSpPr/>
            <p:nvPr/>
          </p:nvSpPr>
          <p:spPr>
            <a:xfrm>
              <a:off x="409542" y="2765233"/>
              <a:ext cx="309935" cy="80296"/>
            </a:xfrm>
            <a:custGeom>
              <a:rect b="b" l="l" r="r" t="t"/>
              <a:pathLst>
                <a:path extrusionOk="0" h="913" w="3526">
                  <a:moveTo>
                    <a:pt x="760" y="0"/>
                  </a:moveTo>
                  <a:lnTo>
                    <a:pt x="0" y="912"/>
                  </a:lnTo>
                  <a:lnTo>
                    <a:pt x="3526" y="912"/>
                  </a:lnTo>
                  <a:lnTo>
                    <a:pt x="276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4" name="Google Shape;6064;p56"/>
            <p:cNvSpPr/>
            <p:nvPr/>
          </p:nvSpPr>
          <p:spPr>
            <a:xfrm>
              <a:off x="446900" y="3134080"/>
              <a:ext cx="237857" cy="34915"/>
            </a:xfrm>
            <a:custGeom>
              <a:rect b="b" l="l" r="r" t="t"/>
              <a:pathLst>
                <a:path extrusionOk="0" h="397" w="2706">
                  <a:moveTo>
                    <a:pt x="183" y="1"/>
                  </a:moveTo>
                  <a:cubicBezTo>
                    <a:pt x="61" y="1"/>
                    <a:pt x="1" y="92"/>
                    <a:pt x="1" y="214"/>
                  </a:cubicBezTo>
                  <a:cubicBezTo>
                    <a:pt x="1" y="305"/>
                    <a:pt x="61" y="396"/>
                    <a:pt x="183" y="396"/>
                  </a:cubicBezTo>
                  <a:lnTo>
                    <a:pt x="2493" y="396"/>
                  </a:lnTo>
                  <a:cubicBezTo>
                    <a:pt x="2615" y="396"/>
                    <a:pt x="2706" y="305"/>
                    <a:pt x="2706" y="214"/>
                  </a:cubicBezTo>
                  <a:cubicBezTo>
                    <a:pt x="2706" y="92"/>
                    <a:pt x="2615" y="1"/>
                    <a:pt x="24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5" name="Google Shape;6065;p56"/>
            <p:cNvSpPr/>
            <p:nvPr/>
          </p:nvSpPr>
          <p:spPr>
            <a:xfrm>
              <a:off x="478983" y="4663201"/>
              <a:ext cx="171053" cy="449148"/>
            </a:xfrm>
            <a:custGeom>
              <a:rect b="b" l="l" r="r" t="t"/>
              <a:pathLst>
                <a:path extrusionOk="0" h="5107" w="1946">
                  <a:moveTo>
                    <a:pt x="395" y="0"/>
                  </a:moveTo>
                  <a:lnTo>
                    <a:pt x="0" y="5107"/>
                  </a:lnTo>
                  <a:lnTo>
                    <a:pt x="1946" y="5107"/>
                  </a:lnTo>
                  <a:lnTo>
                    <a:pt x="161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6" name="Google Shape;6066;p56"/>
            <p:cNvSpPr/>
            <p:nvPr/>
          </p:nvSpPr>
          <p:spPr>
            <a:xfrm>
              <a:off x="492344" y="4644469"/>
              <a:ext cx="144332" cy="34827"/>
            </a:xfrm>
            <a:custGeom>
              <a:rect b="b" l="l" r="r" t="t"/>
              <a:pathLst>
                <a:path extrusionOk="0" h="396" w="1642">
                  <a:moveTo>
                    <a:pt x="183" y="0"/>
                  </a:moveTo>
                  <a:cubicBezTo>
                    <a:pt x="91" y="0"/>
                    <a:pt x="0" y="92"/>
                    <a:pt x="0" y="213"/>
                  </a:cubicBezTo>
                  <a:cubicBezTo>
                    <a:pt x="0" y="304"/>
                    <a:pt x="91" y="396"/>
                    <a:pt x="183" y="396"/>
                  </a:cubicBezTo>
                  <a:lnTo>
                    <a:pt x="1459" y="396"/>
                  </a:lnTo>
                  <a:cubicBezTo>
                    <a:pt x="1581" y="396"/>
                    <a:pt x="1642" y="304"/>
                    <a:pt x="1642" y="213"/>
                  </a:cubicBezTo>
                  <a:cubicBezTo>
                    <a:pt x="1642" y="92"/>
                    <a:pt x="1581" y="0"/>
                    <a:pt x="14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7" name="Google Shape;6067;p56"/>
            <p:cNvSpPr/>
            <p:nvPr/>
          </p:nvSpPr>
          <p:spPr>
            <a:xfrm>
              <a:off x="516340" y="2714400"/>
              <a:ext cx="101612" cy="99029"/>
            </a:xfrm>
            <a:custGeom>
              <a:rect b="b" l="l" r="r" t="t"/>
              <a:pathLst>
                <a:path extrusionOk="0" h="1126" w="1156">
                  <a:moveTo>
                    <a:pt x="578" y="1"/>
                  </a:moveTo>
                  <a:cubicBezTo>
                    <a:pt x="244" y="1"/>
                    <a:pt x="1" y="244"/>
                    <a:pt x="1" y="548"/>
                  </a:cubicBezTo>
                  <a:cubicBezTo>
                    <a:pt x="1" y="882"/>
                    <a:pt x="244" y="1125"/>
                    <a:pt x="578" y="1125"/>
                  </a:cubicBezTo>
                  <a:cubicBezTo>
                    <a:pt x="882" y="1125"/>
                    <a:pt x="1156" y="882"/>
                    <a:pt x="1156" y="548"/>
                  </a:cubicBezTo>
                  <a:cubicBezTo>
                    <a:pt x="1156" y="244"/>
                    <a:pt x="882" y="1"/>
                    <a:pt x="5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68" name="Google Shape;6068;p56"/>
          <p:cNvSpPr/>
          <p:nvPr/>
        </p:nvSpPr>
        <p:spPr>
          <a:xfrm>
            <a:off x="5184899" y="168428"/>
            <a:ext cx="869002" cy="219166"/>
          </a:xfrm>
          <a:custGeom>
            <a:rect b="b" l="l" r="r" t="t"/>
            <a:pathLst>
              <a:path extrusionOk="0" h="2740" w="10870">
                <a:moveTo>
                  <a:pt x="6002" y="0"/>
                </a:moveTo>
                <a:cubicBezTo>
                  <a:pt x="5393" y="0"/>
                  <a:pt x="4863" y="301"/>
                  <a:pt x="4456" y="1068"/>
                </a:cubicBezTo>
                <a:cubicBezTo>
                  <a:pt x="3326" y="733"/>
                  <a:pt x="2475" y="593"/>
                  <a:pt x="1841" y="593"/>
                </a:cubicBezTo>
                <a:cubicBezTo>
                  <a:pt x="57" y="593"/>
                  <a:pt x="1" y="1708"/>
                  <a:pt x="292" y="2739"/>
                </a:cubicBezTo>
                <a:lnTo>
                  <a:pt x="10870" y="2739"/>
                </a:lnTo>
                <a:cubicBezTo>
                  <a:pt x="9199" y="1576"/>
                  <a:pt x="7395" y="0"/>
                  <a:pt x="6002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9" name="Google Shape;6069;p56"/>
          <p:cNvSpPr/>
          <p:nvPr/>
        </p:nvSpPr>
        <p:spPr>
          <a:xfrm>
            <a:off x="0" y="5107500"/>
            <a:ext cx="9144000" cy="36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0" name="Google Shape;6070;p56"/>
          <p:cNvSpPr/>
          <p:nvPr/>
        </p:nvSpPr>
        <p:spPr>
          <a:xfrm>
            <a:off x="719850" y="540000"/>
            <a:ext cx="7704300" cy="676800"/>
          </a:xfrm>
          <a:prstGeom prst="roundRect">
            <a:avLst>
              <a:gd fmla="val 17686" name="adj"/>
            </a:avLst>
          </a:prstGeom>
          <a:solidFill>
            <a:schemeClr val="lt1"/>
          </a:solidFill>
          <a:ln cap="flat" cmpd="sng" w="762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1" name="Google Shape;6071;p56"/>
          <p:cNvSpPr txBox="1"/>
          <p:nvPr>
            <p:ph type="title"/>
          </p:nvPr>
        </p:nvSpPr>
        <p:spPr>
          <a:xfrm>
            <a:off x="720000" y="540000"/>
            <a:ext cx="7704000" cy="6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500"/>
              <a:buNone/>
              <a:defRPr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072" name="Shape 6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73" name="Google Shape;6073;p57"/>
          <p:cNvGrpSpPr/>
          <p:nvPr/>
        </p:nvGrpSpPr>
        <p:grpSpPr>
          <a:xfrm>
            <a:off x="-15975" y="-52"/>
            <a:ext cx="9175950" cy="5143406"/>
            <a:chOff x="-15975" y="-52"/>
            <a:chExt cx="9175950" cy="5143406"/>
          </a:xfrm>
        </p:grpSpPr>
        <p:sp>
          <p:nvSpPr>
            <p:cNvPr id="6074" name="Google Shape;6074;p57"/>
            <p:cNvSpPr/>
            <p:nvPr/>
          </p:nvSpPr>
          <p:spPr>
            <a:xfrm rot="5400000">
              <a:off x="4570450" y="-378255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75" name="Google Shape;6075;p57"/>
            <p:cNvSpPr/>
            <p:nvPr/>
          </p:nvSpPr>
          <p:spPr>
            <a:xfrm rot="5400000">
              <a:off x="4570450" y="-276311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76" name="Google Shape;6076;p57"/>
            <p:cNvSpPr/>
            <p:nvPr/>
          </p:nvSpPr>
          <p:spPr>
            <a:xfrm rot="5400000">
              <a:off x="4570450" y="-174368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77" name="Google Shape;6077;p57"/>
            <p:cNvSpPr/>
            <p:nvPr/>
          </p:nvSpPr>
          <p:spPr>
            <a:xfrm rot="5400000">
              <a:off x="4570450" y="-72425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78" name="Google Shape;6078;p57"/>
            <p:cNvSpPr/>
            <p:nvPr/>
          </p:nvSpPr>
          <p:spPr>
            <a:xfrm rot="5400000">
              <a:off x="4570450" y="295184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79" name="Google Shape;6079;p57"/>
            <p:cNvSpPr/>
            <p:nvPr/>
          </p:nvSpPr>
          <p:spPr>
            <a:xfrm rot="5400000">
              <a:off x="4570450" y="-429226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80" name="Google Shape;6080;p57"/>
            <p:cNvSpPr/>
            <p:nvPr/>
          </p:nvSpPr>
          <p:spPr>
            <a:xfrm rot="5400000">
              <a:off x="4570450" y="-327283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81" name="Google Shape;6081;p57"/>
            <p:cNvSpPr/>
            <p:nvPr/>
          </p:nvSpPr>
          <p:spPr>
            <a:xfrm rot="5400000">
              <a:off x="4570450" y="-225340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82" name="Google Shape;6082;p57"/>
            <p:cNvSpPr/>
            <p:nvPr/>
          </p:nvSpPr>
          <p:spPr>
            <a:xfrm rot="5400000">
              <a:off x="4570450" y="-123396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83" name="Google Shape;6083;p57"/>
            <p:cNvSpPr/>
            <p:nvPr/>
          </p:nvSpPr>
          <p:spPr>
            <a:xfrm rot="5400000">
              <a:off x="4570450" y="-21453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84" name="Google Shape;6084;p57"/>
            <p:cNvSpPr/>
            <p:nvPr/>
          </p:nvSpPr>
          <p:spPr>
            <a:xfrm>
              <a:off x="5081305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85" name="Google Shape;6085;p57"/>
            <p:cNvSpPr/>
            <p:nvPr/>
          </p:nvSpPr>
          <p:spPr>
            <a:xfrm>
              <a:off x="6100964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86" name="Google Shape;6086;p57"/>
            <p:cNvSpPr/>
            <p:nvPr/>
          </p:nvSpPr>
          <p:spPr>
            <a:xfrm>
              <a:off x="7120623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87" name="Google Shape;6087;p57"/>
            <p:cNvSpPr/>
            <p:nvPr/>
          </p:nvSpPr>
          <p:spPr>
            <a:xfrm>
              <a:off x="8140282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88" name="Google Shape;6088;p57"/>
            <p:cNvSpPr/>
            <p:nvPr/>
          </p:nvSpPr>
          <p:spPr>
            <a:xfrm>
              <a:off x="5591134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89" name="Google Shape;6089;p57"/>
            <p:cNvSpPr/>
            <p:nvPr/>
          </p:nvSpPr>
          <p:spPr>
            <a:xfrm>
              <a:off x="6610793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90" name="Google Shape;6090;p57"/>
            <p:cNvSpPr/>
            <p:nvPr/>
          </p:nvSpPr>
          <p:spPr>
            <a:xfrm>
              <a:off x="7630452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91" name="Google Shape;6091;p57"/>
            <p:cNvSpPr/>
            <p:nvPr/>
          </p:nvSpPr>
          <p:spPr>
            <a:xfrm>
              <a:off x="8650111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092" name="Google Shape;6092;p57"/>
            <p:cNvGrpSpPr/>
            <p:nvPr/>
          </p:nvGrpSpPr>
          <p:grpSpPr>
            <a:xfrm>
              <a:off x="-15975" y="-52"/>
              <a:ext cx="4587484" cy="5143406"/>
              <a:chOff x="-9275" y="-1994782"/>
              <a:chExt cx="4587484" cy="9140583"/>
            </a:xfrm>
          </p:grpSpPr>
          <p:sp>
            <p:nvSpPr>
              <p:cNvPr id="6093" name="Google Shape;6093;p57"/>
              <p:cNvSpPr/>
              <p:nvPr/>
            </p:nvSpPr>
            <p:spPr>
              <a:xfrm>
                <a:off x="50044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94" name="Google Shape;6094;p57"/>
              <p:cNvSpPr/>
              <p:nvPr/>
            </p:nvSpPr>
            <p:spPr>
              <a:xfrm>
                <a:off x="15198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95" name="Google Shape;6095;p57"/>
              <p:cNvSpPr/>
              <p:nvPr/>
            </p:nvSpPr>
            <p:spPr>
              <a:xfrm>
                <a:off x="253930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96" name="Google Shape;6096;p57"/>
              <p:cNvSpPr/>
              <p:nvPr/>
            </p:nvSpPr>
            <p:spPr>
              <a:xfrm>
                <a:off x="355874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97" name="Google Shape;6097;p57"/>
              <p:cNvSpPr/>
              <p:nvPr/>
            </p:nvSpPr>
            <p:spPr>
              <a:xfrm>
                <a:off x="45781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98" name="Google Shape;6098;p57"/>
              <p:cNvSpPr/>
              <p:nvPr/>
            </p:nvSpPr>
            <p:spPr>
              <a:xfrm>
                <a:off x="101015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99" name="Google Shape;6099;p57"/>
              <p:cNvSpPr/>
              <p:nvPr/>
            </p:nvSpPr>
            <p:spPr>
              <a:xfrm>
                <a:off x="202959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00" name="Google Shape;6100;p57"/>
              <p:cNvSpPr/>
              <p:nvPr/>
            </p:nvSpPr>
            <p:spPr>
              <a:xfrm>
                <a:off x="304902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01" name="Google Shape;6101;p57"/>
              <p:cNvSpPr/>
              <p:nvPr/>
            </p:nvSpPr>
            <p:spPr>
              <a:xfrm>
                <a:off x="406845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02" name="Google Shape;6102;p57"/>
              <p:cNvSpPr/>
              <p:nvPr/>
            </p:nvSpPr>
            <p:spPr>
              <a:xfrm>
                <a:off x="-92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6103" name="Google Shape;6103;p57"/>
            <p:cNvSpPr/>
            <p:nvPr/>
          </p:nvSpPr>
          <p:spPr>
            <a:xfrm>
              <a:off x="9159941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104" name="Google Shape;6104;p57"/>
          <p:cNvSpPr/>
          <p:nvPr/>
        </p:nvSpPr>
        <p:spPr>
          <a:xfrm>
            <a:off x="0" y="-75"/>
            <a:ext cx="9144000" cy="5143500"/>
          </a:xfrm>
          <a:prstGeom prst="rect">
            <a:avLst/>
          </a:prstGeom>
          <a:solidFill>
            <a:srgbClr val="D6E3EA">
              <a:alpha val="398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105" name="Google Shape;6105;p57"/>
          <p:cNvGrpSpPr/>
          <p:nvPr/>
        </p:nvGrpSpPr>
        <p:grpSpPr>
          <a:xfrm>
            <a:off x="230643" y="4100850"/>
            <a:ext cx="413156" cy="1006643"/>
            <a:chOff x="128217" y="4100850"/>
            <a:chExt cx="413156" cy="1006643"/>
          </a:xfrm>
        </p:grpSpPr>
        <p:sp>
          <p:nvSpPr>
            <p:cNvPr id="6106" name="Google Shape;6106;p57"/>
            <p:cNvSpPr/>
            <p:nvPr/>
          </p:nvSpPr>
          <p:spPr>
            <a:xfrm>
              <a:off x="342070" y="4382886"/>
              <a:ext cx="34057" cy="724607"/>
            </a:xfrm>
            <a:custGeom>
              <a:rect b="b" l="l" r="r" t="t"/>
              <a:pathLst>
                <a:path extrusionOk="0" h="9059" w="426">
                  <a:moveTo>
                    <a:pt x="0" y="0"/>
                  </a:moveTo>
                  <a:lnTo>
                    <a:pt x="0" y="9058"/>
                  </a:lnTo>
                  <a:lnTo>
                    <a:pt x="426" y="9058"/>
                  </a:lnTo>
                  <a:lnTo>
                    <a:pt x="42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07" name="Google Shape;6107;p57"/>
            <p:cNvSpPr/>
            <p:nvPr/>
          </p:nvSpPr>
          <p:spPr>
            <a:xfrm>
              <a:off x="220554" y="4168920"/>
              <a:ext cx="320819" cy="252920"/>
            </a:xfrm>
            <a:custGeom>
              <a:rect b="b" l="l" r="r" t="t"/>
              <a:pathLst>
                <a:path extrusionOk="0" h="3162" w="4013">
                  <a:moveTo>
                    <a:pt x="0" y="0"/>
                  </a:moveTo>
                  <a:cubicBezTo>
                    <a:pt x="699" y="0"/>
                    <a:pt x="1216" y="578"/>
                    <a:pt x="1216" y="1216"/>
                  </a:cubicBezTo>
                  <a:lnTo>
                    <a:pt x="1216" y="3040"/>
                  </a:lnTo>
                  <a:lnTo>
                    <a:pt x="973" y="3162"/>
                  </a:lnTo>
                  <a:lnTo>
                    <a:pt x="3800" y="3162"/>
                  </a:lnTo>
                  <a:cubicBezTo>
                    <a:pt x="3921" y="3162"/>
                    <a:pt x="4013" y="3070"/>
                    <a:pt x="4013" y="2949"/>
                  </a:cubicBezTo>
                  <a:lnTo>
                    <a:pt x="4013" y="1216"/>
                  </a:lnTo>
                  <a:cubicBezTo>
                    <a:pt x="4013" y="578"/>
                    <a:pt x="3465" y="0"/>
                    <a:pt x="27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08" name="Google Shape;6108;p57"/>
            <p:cNvSpPr/>
            <p:nvPr/>
          </p:nvSpPr>
          <p:spPr>
            <a:xfrm>
              <a:off x="128217" y="4168920"/>
              <a:ext cx="189630" cy="248041"/>
            </a:xfrm>
            <a:custGeom>
              <a:rect b="b" l="l" r="r" t="t"/>
              <a:pathLst>
                <a:path extrusionOk="0" h="3101" w="2372">
                  <a:moveTo>
                    <a:pt x="1216" y="0"/>
                  </a:moveTo>
                  <a:cubicBezTo>
                    <a:pt x="547" y="0"/>
                    <a:pt x="0" y="578"/>
                    <a:pt x="0" y="1216"/>
                  </a:cubicBezTo>
                  <a:lnTo>
                    <a:pt x="0" y="2979"/>
                  </a:lnTo>
                  <a:cubicBezTo>
                    <a:pt x="0" y="3070"/>
                    <a:pt x="61" y="3101"/>
                    <a:pt x="91" y="3101"/>
                  </a:cubicBezTo>
                  <a:lnTo>
                    <a:pt x="2280" y="3101"/>
                  </a:lnTo>
                  <a:cubicBezTo>
                    <a:pt x="2341" y="3101"/>
                    <a:pt x="2371" y="3040"/>
                    <a:pt x="2371" y="2979"/>
                  </a:cubicBezTo>
                  <a:lnTo>
                    <a:pt x="2371" y="1216"/>
                  </a:lnTo>
                  <a:cubicBezTo>
                    <a:pt x="2371" y="578"/>
                    <a:pt x="1854" y="31"/>
                    <a:pt x="121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09" name="Google Shape;6109;p57"/>
            <p:cNvSpPr/>
            <p:nvPr/>
          </p:nvSpPr>
          <p:spPr>
            <a:xfrm>
              <a:off x="339592" y="4100850"/>
              <a:ext cx="63236" cy="153256"/>
            </a:xfrm>
            <a:custGeom>
              <a:rect b="b" l="l" r="r" t="t"/>
              <a:pathLst>
                <a:path extrusionOk="0" h="1916" w="791">
                  <a:moveTo>
                    <a:pt x="1" y="0"/>
                  </a:moveTo>
                  <a:lnTo>
                    <a:pt x="1" y="1642"/>
                  </a:lnTo>
                  <a:cubicBezTo>
                    <a:pt x="1" y="1794"/>
                    <a:pt x="122" y="1915"/>
                    <a:pt x="274" y="1915"/>
                  </a:cubicBezTo>
                  <a:cubicBezTo>
                    <a:pt x="426" y="1915"/>
                    <a:pt x="517" y="1794"/>
                    <a:pt x="517" y="1642"/>
                  </a:cubicBezTo>
                  <a:cubicBezTo>
                    <a:pt x="517" y="1490"/>
                    <a:pt x="426" y="1368"/>
                    <a:pt x="274" y="1368"/>
                  </a:cubicBezTo>
                  <a:lnTo>
                    <a:pt x="274" y="547"/>
                  </a:lnTo>
                  <a:lnTo>
                    <a:pt x="791" y="456"/>
                  </a:lnTo>
                  <a:lnTo>
                    <a:pt x="79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110" name="Google Shape;6110;p57"/>
          <p:cNvGrpSpPr/>
          <p:nvPr/>
        </p:nvGrpSpPr>
        <p:grpSpPr>
          <a:xfrm>
            <a:off x="2154823" y="4691638"/>
            <a:ext cx="2019411" cy="415855"/>
            <a:chOff x="2154823" y="4691638"/>
            <a:chExt cx="2019411" cy="415855"/>
          </a:xfrm>
        </p:grpSpPr>
        <p:sp>
          <p:nvSpPr>
            <p:cNvPr id="6111" name="Google Shape;6111;p57"/>
            <p:cNvSpPr/>
            <p:nvPr/>
          </p:nvSpPr>
          <p:spPr>
            <a:xfrm>
              <a:off x="2154823" y="4792742"/>
              <a:ext cx="2019411" cy="314751"/>
            </a:xfrm>
            <a:custGeom>
              <a:rect b="b" l="l" r="r" t="t"/>
              <a:pathLst>
                <a:path extrusionOk="0" h="3935" w="25260">
                  <a:moveTo>
                    <a:pt x="17285" y="0"/>
                  </a:moveTo>
                  <a:cubicBezTo>
                    <a:pt x="16170" y="0"/>
                    <a:pt x="15068" y="607"/>
                    <a:pt x="14499" y="1898"/>
                  </a:cubicBezTo>
                  <a:cubicBezTo>
                    <a:pt x="14128" y="1798"/>
                    <a:pt x="13776" y="1750"/>
                    <a:pt x="13440" y="1750"/>
                  </a:cubicBezTo>
                  <a:cubicBezTo>
                    <a:pt x="12345" y="1750"/>
                    <a:pt x="11430" y="2260"/>
                    <a:pt x="10639" y="3144"/>
                  </a:cubicBezTo>
                  <a:cubicBezTo>
                    <a:pt x="10329" y="2738"/>
                    <a:pt x="9724" y="2491"/>
                    <a:pt x="9098" y="2491"/>
                  </a:cubicBezTo>
                  <a:cubicBezTo>
                    <a:pt x="8740" y="2491"/>
                    <a:pt x="8376" y="2572"/>
                    <a:pt x="8055" y="2749"/>
                  </a:cubicBezTo>
                  <a:cubicBezTo>
                    <a:pt x="7677" y="1517"/>
                    <a:pt x="6643" y="853"/>
                    <a:pt x="5623" y="853"/>
                  </a:cubicBezTo>
                  <a:cubicBezTo>
                    <a:pt x="4756" y="853"/>
                    <a:pt x="3899" y="1334"/>
                    <a:pt x="3465" y="2353"/>
                  </a:cubicBezTo>
                  <a:cubicBezTo>
                    <a:pt x="3176" y="2271"/>
                    <a:pt x="2902" y="2232"/>
                    <a:pt x="2641" y="2232"/>
                  </a:cubicBezTo>
                  <a:cubicBezTo>
                    <a:pt x="1559" y="2232"/>
                    <a:pt x="711" y="2905"/>
                    <a:pt x="0" y="3934"/>
                  </a:cubicBezTo>
                  <a:lnTo>
                    <a:pt x="25259" y="3934"/>
                  </a:lnTo>
                  <a:cubicBezTo>
                    <a:pt x="24117" y="2958"/>
                    <a:pt x="22918" y="2281"/>
                    <a:pt x="21591" y="2281"/>
                  </a:cubicBezTo>
                  <a:cubicBezTo>
                    <a:pt x="21223" y="2281"/>
                    <a:pt x="20846" y="2333"/>
                    <a:pt x="20457" y="2445"/>
                  </a:cubicBezTo>
                  <a:cubicBezTo>
                    <a:pt x="19961" y="859"/>
                    <a:pt x="18613" y="0"/>
                    <a:pt x="1728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12" name="Google Shape;6112;p57"/>
            <p:cNvSpPr/>
            <p:nvPr/>
          </p:nvSpPr>
          <p:spPr>
            <a:xfrm>
              <a:off x="2480439" y="4897846"/>
              <a:ext cx="809283" cy="209647"/>
            </a:xfrm>
            <a:custGeom>
              <a:rect b="b" l="l" r="r" t="t"/>
              <a:pathLst>
                <a:path extrusionOk="0" h="2621" w="10123">
                  <a:moveTo>
                    <a:pt x="5318" y="1"/>
                  </a:moveTo>
                  <a:cubicBezTo>
                    <a:pt x="4431" y="1"/>
                    <a:pt x="3525" y="583"/>
                    <a:pt x="3192" y="1647"/>
                  </a:cubicBezTo>
                  <a:cubicBezTo>
                    <a:pt x="2934" y="1566"/>
                    <a:pt x="2682" y="1528"/>
                    <a:pt x="2436" y="1528"/>
                  </a:cubicBezTo>
                  <a:cubicBezTo>
                    <a:pt x="1577" y="1528"/>
                    <a:pt x="779" y="1983"/>
                    <a:pt x="0" y="2620"/>
                  </a:cubicBezTo>
                  <a:lnTo>
                    <a:pt x="10122" y="2620"/>
                  </a:lnTo>
                  <a:cubicBezTo>
                    <a:pt x="9503" y="1729"/>
                    <a:pt x="8764" y="1161"/>
                    <a:pt x="7821" y="1161"/>
                  </a:cubicBezTo>
                  <a:cubicBezTo>
                    <a:pt x="7606" y="1161"/>
                    <a:pt x="7380" y="1190"/>
                    <a:pt x="7143" y="1252"/>
                  </a:cubicBezTo>
                  <a:cubicBezTo>
                    <a:pt x="6772" y="399"/>
                    <a:pt x="6051" y="1"/>
                    <a:pt x="53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13" name="Google Shape;6113;p57"/>
            <p:cNvSpPr/>
            <p:nvPr/>
          </p:nvSpPr>
          <p:spPr>
            <a:xfrm>
              <a:off x="3656510" y="4752428"/>
              <a:ext cx="58440" cy="48712"/>
            </a:xfrm>
            <a:custGeom>
              <a:rect b="b" l="l" r="r" t="t"/>
              <a:pathLst>
                <a:path extrusionOk="0" h="609" w="731">
                  <a:moveTo>
                    <a:pt x="730" y="0"/>
                  </a:moveTo>
                  <a:cubicBezTo>
                    <a:pt x="730" y="0"/>
                    <a:pt x="426" y="0"/>
                    <a:pt x="244" y="152"/>
                  </a:cubicBezTo>
                  <a:cubicBezTo>
                    <a:pt x="31" y="304"/>
                    <a:pt x="1" y="608"/>
                    <a:pt x="1" y="608"/>
                  </a:cubicBezTo>
                  <a:cubicBezTo>
                    <a:pt x="1" y="608"/>
                    <a:pt x="305" y="608"/>
                    <a:pt x="487" y="456"/>
                  </a:cubicBezTo>
                  <a:cubicBezTo>
                    <a:pt x="670" y="304"/>
                    <a:pt x="730" y="0"/>
                    <a:pt x="7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14" name="Google Shape;6114;p57"/>
            <p:cNvSpPr/>
            <p:nvPr/>
          </p:nvSpPr>
          <p:spPr>
            <a:xfrm>
              <a:off x="3598230" y="4691638"/>
              <a:ext cx="55961" cy="99744"/>
            </a:xfrm>
            <a:custGeom>
              <a:rect b="b" l="l" r="r" t="t"/>
              <a:pathLst>
                <a:path extrusionOk="0" h="1247" w="700">
                  <a:moveTo>
                    <a:pt x="213" y="0"/>
                  </a:moveTo>
                  <a:cubicBezTo>
                    <a:pt x="213" y="0"/>
                    <a:pt x="0" y="335"/>
                    <a:pt x="92" y="669"/>
                  </a:cubicBezTo>
                  <a:cubicBezTo>
                    <a:pt x="152" y="1034"/>
                    <a:pt x="517" y="1247"/>
                    <a:pt x="517" y="1247"/>
                  </a:cubicBezTo>
                  <a:cubicBezTo>
                    <a:pt x="517" y="1247"/>
                    <a:pt x="699" y="912"/>
                    <a:pt x="608" y="578"/>
                  </a:cubicBezTo>
                  <a:cubicBezTo>
                    <a:pt x="517" y="213"/>
                    <a:pt x="213" y="0"/>
                    <a:pt x="21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15" name="Google Shape;6115;p57"/>
            <p:cNvSpPr/>
            <p:nvPr/>
          </p:nvSpPr>
          <p:spPr>
            <a:xfrm>
              <a:off x="2611629" y="4932320"/>
              <a:ext cx="43810" cy="73029"/>
            </a:xfrm>
            <a:custGeom>
              <a:rect b="b" l="l" r="r" t="t"/>
              <a:pathLst>
                <a:path extrusionOk="0" h="913" w="548">
                  <a:moveTo>
                    <a:pt x="396" y="1"/>
                  </a:moveTo>
                  <a:cubicBezTo>
                    <a:pt x="396" y="1"/>
                    <a:pt x="153" y="153"/>
                    <a:pt x="92" y="396"/>
                  </a:cubicBezTo>
                  <a:cubicBezTo>
                    <a:pt x="1" y="639"/>
                    <a:pt x="153" y="912"/>
                    <a:pt x="153" y="912"/>
                  </a:cubicBezTo>
                  <a:cubicBezTo>
                    <a:pt x="153" y="912"/>
                    <a:pt x="396" y="760"/>
                    <a:pt x="457" y="487"/>
                  </a:cubicBezTo>
                  <a:cubicBezTo>
                    <a:pt x="548" y="244"/>
                    <a:pt x="396" y="1"/>
                    <a:pt x="3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16" name="Google Shape;6116;p57"/>
            <p:cNvSpPr/>
            <p:nvPr/>
          </p:nvSpPr>
          <p:spPr>
            <a:xfrm>
              <a:off x="2524169" y="4937200"/>
              <a:ext cx="77866" cy="70629"/>
            </a:xfrm>
            <a:custGeom>
              <a:rect b="b" l="l" r="r" t="t"/>
              <a:pathLst>
                <a:path extrusionOk="0" h="883" w="974">
                  <a:moveTo>
                    <a:pt x="0" y="0"/>
                  </a:moveTo>
                  <a:cubicBezTo>
                    <a:pt x="0" y="0"/>
                    <a:pt x="31" y="426"/>
                    <a:pt x="304" y="639"/>
                  </a:cubicBezTo>
                  <a:cubicBezTo>
                    <a:pt x="528" y="862"/>
                    <a:pt x="833" y="883"/>
                    <a:pt x="937" y="883"/>
                  </a:cubicBezTo>
                  <a:cubicBezTo>
                    <a:pt x="960" y="883"/>
                    <a:pt x="973" y="882"/>
                    <a:pt x="973" y="882"/>
                  </a:cubicBezTo>
                  <a:cubicBezTo>
                    <a:pt x="973" y="882"/>
                    <a:pt x="943" y="456"/>
                    <a:pt x="669" y="244"/>
                  </a:cubicBezTo>
                  <a:cubicBezTo>
                    <a:pt x="426" y="0"/>
                    <a:pt x="1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117" name="Google Shape;6117;p57"/>
          <p:cNvGrpSpPr/>
          <p:nvPr/>
        </p:nvGrpSpPr>
        <p:grpSpPr>
          <a:xfrm>
            <a:off x="154919" y="4950158"/>
            <a:ext cx="609980" cy="157335"/>
            <a:chOff x="154919" y="4950158"/>
            <a:chExt cx="609980" cy="157335"/>
          </a:xfrm>
        </p:grpSpPr>
        <p:sp>
          <p:nvSpPr>
            <p:cNvPr id="6118" name="Google Shape;6118;p57"/>
            <p:cNvSpPr/>
            <p:nvPr/>
          </p:nvSpPr>
          <p:spPr>
            <a:xfrm>
              <a:off x="154919" y="4950158"/>
              <a:ext cx="609980" cy="157335"/>
            </a:xfrm>
            <a:custGeom>
              <a:rect b="b" l="l" r="r" t="t"/>
              <a:pathLst>
                <a:path extrusionOk="0" h="1967" w="7630">
                  <a:moveTo>
                    <a:pt x="4011" y="1"/>
                  </a:moveTo>
                  <a:cubicBezTo>
                    <a:pt x="3348" y="1"/>
                    <a:pt x="2667" y="427"/>
                    <a:pt x="2402" y="1206"/>
                  </a:cubicBezTo>
                  <a:cubicBezTo>
                    <a:pt x="2208" y="1146"/>
                    <a:pt x="2019" y="1118"/>
                    <a:pt x="1833" y="1118"/>
                  </a:cubicBezTo>
                  <a:cubicBezTo>
                    <a:pt x="1176" y="1118"/>
                    <a:pt x="570" y="1468"/>
                    <a:pt x="1" y="1966"/>
                  </a:cubicBezTo>
                  <a:lnTo>
                    <a:pt x="7630" y="1966"/>
                  </a:lnTo>
                  <a:cubicBezTo>
                    <a:pt x="7157" y="1295"/>
                    <a:pt x="6604" y="867"/>
                    <a:pt x="5885" y="867"/>
                  </a:cubicBezTo>
                  <a:cubicBezTo>
                    <a:pt x="5725" y="867"/>
                    <a:pt x="5558" y="888"/>
                    <a:pt x="5381" y="933"/>
                  </a:cubicBezTo>
                  <a:cubicBezTo>
                    <a:pt x="5104" y="297"/>
                    <a:pt x="4564" y="1"/>
                    <a:pt x="40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19" name="Google Shape;6119;p57"/>
            <p:cNvSpPr/>
            <p:nvPr/>
          </p:nvSpPr>
          <p:spPr>
            <a:xfrm>
              <a:off x="512113" y="5007669"/>
              <a:ext cx="72990" cy="70629"/>
            </a:xfrm>
            <a:custGeom>
              <a:rect b="b" l="l" r="r" t="t"/>
              <a:pathLst>
                <a:path extrusionOk="0" h="883" w="913">
                  <a:moveTo>
                    <a:pt x="822" y="1"/>
                  </a:moveTo>
                  <a:cubicBezTo>
                    <a:pt x="396" y="183"/>
                    <a:pt x="92" y="518"/>
                    <a:pt x="1" y="882"/>
                  </a:cubicBezTo>
                  <a:cubicBezTo>
                    <a:pt x="1" y="882"/>
                    <a:pt x="244" y="457"/>
                    <a:pt x="913" y="214"/>
                  </a:cubicBezTo>
                  <a:lnTo>
                    <a:pt x="82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20" name="Google Shape;6120;p57"/>
            <p:cNvSpPr/>
            <p:nvPr/>
          </p:nvSpPr>
          <p:spPr>
            <a:xfrm>
              <a:off x="346867" y="5034464"/>
              <a:ext cx="43890" cy="46233"/>
            </a:xfrm>
            <a:custGeom>
              <a:rect b="b" l="l" r="r" t="t"/>
              <a:pathLst>
                <a:path extrusionOk="0" h="578" w="549">
                  <a:moveTo>
                    <a:pt x="31" y="0"/>
                  </a:moveTo>
                  <a:lnTo>
                    <a:pt x="1" y="152"/>
                  </a:lnTo>
                  <a:cubicBezTo>
                    <a:pt x="1" y="152"/>
                    <a:pt x="396" y="335"/>
                    <a:pt x="548" y="578"/>
                  </a:cubicBezTo>
                  <a:cubicBezTo>
                    <a:pt x="396" y="304"/>
                    <a:pt x="244" y="122"/>
                    <a:pt x="3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121" name="Google Shape;6121;p57"/>
          <p:cNvGrpSpPr/>
          <p:nvPr/>
        </p:nvGrpSpPr>
        <p:grpSpPr>
          <a:xfrm>
            <a:off x="0" y="4752988"/>
            <a:ext cx="9144000" cy="354505"/>
            <a:chOff x="0" y="4689888"/>
            <a:chExt cx="9144000" cy="354505"/>
          </a:xfrm>
        </p:grpSpPr>
        <p:grpSp>
          <p:nvGrpSpPr>
            <p:cNvPr id="6122" name="Google Shape;6122;p57"/>
            <p:cNvGrpSpPr/>
            <p:nvPr/>
          </p:nvGrpSpPr>
          <p:grpSpPr>
            <a:xfrm>
              <a:off x="0" y="4793425"/>
              <a:ext cx="9144000" cy="194975"/>
              <a:chOff x="0" y="4789550"/>
              <a:chExt cx="9144000" cy="194975"/>
            </a:xfrm>
          </p:grpSpPr>
          <p:sp>
            <p:nvSpPr>
              <p:cNvPr id="6123" name="Google Shape;6123;p57"/>
              <p:cNvSpPr/>
              <p:nvPr/>
            </p:nvSpPr>
            <p:spPr>
              <a:xfrm>
                <a:off x="0" y="4789550"/>
                <a:ext cx="9144000" cy="360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24" name="Google Shape;6124;p57"/>
              <p:cNvSpPr/>
              <p:nvPr/>
            </p:nvSpPr>
            <p:spPr>
              <a:xfrm>
                <a:off x="0" y="4948525"/>
                <a:ext cx="9144000" cy="360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125" name="Google Shape;6125;p57"/>
            <p:cNvGrpSpPr/>
            <p:nvPr/>
          </p:nvGrpSpPr>
          <p:grpSpPr>
            <a:xfrm>
              <a:off x="28483" y="4689888"/>
              <a:ext cx="9087034" cy="354505"/>
              <a:chOff x="28483" y="4689888"/>
              <a:chExt cx="9087034" cy="354505"/>
            </a:xfrm>
          </p:grpSpPr>
          <p:sp>
            <p:nvSpPr>
              <p:cNvPr id="6126" name="Google Shape;6126;p57"/>
              <p:cNvSpPr/>
              <p:nvPr/>
            </p:nvSpPr>
            <p:spPr>
              <a:xfrm>
                <a:off x="64010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6" y="1"/>
                      <a:pt x="533" y="8"/>
                      <a:pt x="518" y="24"/>
                    </a:cubicBezTo>
                    <a:lnTo>
                      <a:pt x="62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34" y="4431"/>
                      <a:pt x="1065" y="4401"/>
                      <a:pt x="1156" y="4370"/>
                    </a:cubicBezTo>
                    <a:lnTo>
                      <a:pt x="1156" y="601"/>
                    </a:lnTo>
                    <a:lnTo>
                      <a:pt x="1126" y="571"/>
                    </a:lnTo>
                    <a:lnTo>
                      <a:pt x="670" y="24"/>
                    </a:lnTo>
                    <a:cubicBezTo>
                      <a:pt x="639" y="8"/>
                      <a:pt x="609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27" name="Google Shape;6127;p57"/>
              <p:cNvSpPr/>
              <p:nvPr/>
            </p:nvSpPr>
            <p:spPr>
              <a:xfrm>
                <a:off x="79301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3" y="8"/>
                      <a:pt x="517" y="24"/>
                    </a:cubicBezTo>
                    <a:lnTo>
                      <a:pt x="6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34" y="4431"/>
                      <a:pt x="1064" y="4401"/>
                      <a:pt x="1156" y="4370"/>
                    </a:cubicBezTo>
                    <a:lnTo>
                      <a:pt x="1156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9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28" name="Google Shape;6128;p57"/>
              <p:cNvSpPr/>
              <p:nvPr/>
            </p:nvSpPr>
            <p:spPr>
              <a:xfrm>
                <a:off x="94592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2" y="4431"/>
                      <a:pt x="122" y="4431"/>
                    </a:cubicBezTo>
                    <a:lnTo>
                      <a:pt x="1003" y="4431"/>
                    </a:lnTo>
                    <a:cubicBezTo>
                      <a:pt x="103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8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29" name="Google Shape;6129;p57"/>
              <p:cNvSpPr/>
              <p:nvPr/>
            </p:nvSpPr>
            <p:spPr>
              <a:xfrm>
                <a:off x="109882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1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1" y="4431"/>
                      <a:pt x="122" y="4431"/>
                    </a:cubicBezTo>
                    <a:lnTo>
                      <a:pt x="1003" y="4431"/>
                    </a:lnTo>
                    <a:cubicBezTo>
                      <a:pt x="106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8" y="8"/>
                      <a:pt x="608" y="1"/>
                      <a:pt x="58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30" name="Google Shape;6130;p57"/>
              <p:cNvSpPr/>
              <p:nvPr/>
            </p:nvSpPr>
            <p:spPr>
              <a:xfrm>
                <a:off x="1251735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04" y="4431"/>
                      <a:pt x="103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31" name="Google Shape;6131;p57"/>
              <p:cNvSpPr/>
              <p:nvPr/>
            </p:nvSpPr>
            <p:spPr>
              <a:xfrm>
                <a:off x="1402243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32" name="Google Shape;6132;p57"/>
              <p:cNvSpPr/>
              <p:nvPr/>
            </p:nvSpPr>
            <p:spPr>
              <a:xfrm>
                <a:off x="1552751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64" y="4431"/>
                      <a:pt x="109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33" name="Google Shape;6133;p57"/>
              <p:cNvSpPr/>
              <p:nvPr/>
            </p:nvSpPr>
            <p:spPr>
              <a:xfrm>
                <a:off x="751362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34" name="Google Shape;6134;p57"/>
              <p:cNvSpPr/>
              <p:nvPr/>
            </p:nvSpPr>
            <p:spPr>
              <a:xfrm>
                <a:off x="7666529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3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35" name="Google Shape;6135;p57"/>
              <p:cNvSpPr/>
              <p:nvPr/>
            </p:nvSpPr>
            <p:spPr>
              <a:xfrm>
                <a:off x="7816957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36" name="Google Shape;6136;p57"/>
              <p:cNvSpPr/>
              <p:nvPr/>
            </p:nvSpPr>
            <p:spPr>
              <a:xfrm>
                <a:off x="796738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2" y="4431"/>
                      <a:pt x="122" y="4431"/>
                    </a:cubicBezTo>
                    <a:lnTo>
                      <a:pt x="1003" y="4431"/>
                    </a:lnTo>
                    <a:cubicBezTo>
                      <a:pt x="103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8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37" name="Google Shape;6137;p57"/>
              <p:cNvSpPr/>
              <p:nvPr/>
            </p:nvSpPr>
            <p:spPr>
              <a:xfrm>
                <a:off x="812029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93" y="1"/>
                    </a:moveTo>
                    <a:cubicBezTo>
                      <a:pt x="562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1" y="4431"/>
                      <a:pt x="122" y="4431"/>
                    </a:cubicBezTo>
                    <a:lnTo>
                      <a:pt x="1003" y="4431"/>
                    </a:lnTo>
                    <a:cubicBezTo>
                      <a:pt x="106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54" y="8"/>
                      <a:pt x="623" y="1"/>
                      <a:pt x="59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38" name="Google Shape;6138;p57"/>
              <p:cNvSpPr/>
              <p:nvPr/>
            </p:nvSpPr>
            <p:spPr>
              <a:xfrm>
                <a:off x="8273198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1" y="4431"/>
                      <a:pt x="122" y="4431"/>
                    </a:cubicBezTo>
                    <a:lnTo>
                      <a:pt x="973" y="4431"/>
                    </a:lnTo>
                    <a:cubicBezTo>
                      <a:pt x="1034" y="4431"/>
                      <a:pt x="1065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39" name="Google Shape;6139;p57"/>
              <p:cNvSpPr/>
              <p:nvPr/>
            </p:nvSpPr>
            <p:spPr>
              <a:xfrm>
                <a:off x="8423706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34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40" name="Google Shape;6140;p57"/>
              <p:cNvSpPr/>
              <p:nvPr/>
            </p:nvSpPr>
            <p:spPr>
              <a:xfrm>
                <a:off x="8574214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64" y="4431"/>
                      <a:pt x="109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41" name="Google Shape;6141;p57"/>
              <p:cNvSpPr/>
              <p:nvPr/>
            </p:nvSpPr>
            <p:spPr>
              <a:xfrm>
                <a:off x="8724643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2" y="4431"/>
                      <a:pt x="122" y="4431"/>
                    </a:cubicBezTo>
                    <a:lnTo>
                      <a:pt x="974" y="4431"/>
                    </a:lnTo>
                    <a:cubicBezTo>
                      <a:pt x="1065" y="4431"/>
                      <a:pt x="1095" y="4401"/>
                      <a:pt x="1126" y="4370"/>
                    </a:cubicBezTo>
                    <a:lnTo>
                      <a:pt x="112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4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42" name="Google Shape;6142;p57"/>
              <p:cNvSpPr/>
              <p:nvPr/>
            </p:nvSpPr>
            <p:spPr>
              <a:xfrm>
                <a:off x="8875151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74" y="1"/>
                    </a:moveTo>
                    <a:cubicBezTo>
                      <a:pt x="547" y="1"/>
                      <a:pt x="517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122" y="4431"/>
                    </a:cubicBezTo>
                    <a:lnTo>
                      <a:pt x="1003" y="4431"/>
                    </a:lnTo>
                    <a:cubicBezTo>
                      <a:pt x="103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600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43" name="Google Shape;6143;p57"/>
              <p:cNvSpPr/>
              <p:nvPr/>
            </p:nvSpPr>
            <p:spPr>
              <a:xfrm>
                <a:off x="736071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44" name="Google Shape;6144;p57"/>
              <p:cNvSpPr/>
              <p:nvPr/>
            </p:nvSpPr>
            <p:spPr>
              <a:xfrm>
                <a:off x="720781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45" name="Google Shape;6145;p57"/>
              <p:cNvSpPr/>
              <p:nvPr/>
            </p:nvSpPr>
            <p:spPr>
              <a:xfrm>
                <a:off x="705490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46" name="Google Shape;6146;p57"/>
              <p:cNvSpPr/>
              <p:nvPr/>
            </p:nvSpPr>
            <p:spPr>
              <a:xfrm>
                <a:off x="690199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47" name="Google Shape;6147;p57"/>
              <p:cNvSpPr/>
              <p:nvPr/>
            </p:nvSpPr>
            <p:spPr>
              <a:xfrm>
                <a:off x="674909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48" name="Google Shape;6148;p57"/>
              <p:cNvSpPr/>
              <p:nvPr/>
            </p:nvSpPr>
            <p:spPr>
              <a:xfrm>
                <a:off x="659618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49" name="Google Shape;6149;p57"/>
              <p:cNvSpPr/>
              <p:nvPr/>
            </p:nvSpPr>
            <p:spPr>
              <a:xfrm>
                <a:off x="644327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50" name="Google Shape;6150;p57"/>
              <p:cNvSpPr/>
              <p:nvPr/>
            </p:nvSpPr>
            <p:spPr>
              <a:xfrm>
                <a:off x="629037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51" name="Google Shape;6151;p57"/>
              <p:cNvSpPr/>
              <p:nvPr/>
            </p:nvSpPr>
            <p:spPr>
              <a:xfrm>
                <a:off x="613746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52" name="Google Shape;6152;p57"/>
              <p:cNvSpPr/>
              <p:nvPr/>
            </p:nvSpPr>
            <p:spPr>
              <a:xfrm>
                <a:off x="598455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53" name="Google Shape;6153;p57"/>
              <p:cNvSpPr/>
              <p:nvPr/>
            </p:nvSpPr>
            <p:spPr>
              <a:xfrm>
                <a:off x="583165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54" name="Google Shape;6154;p57"/>
              <p:cNvSpPr/>
              <p:nvPr/>
            </p:nvSpPr>
            <p:spPr>
              <a:xfrm>
                <a:off x="567874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55" name="Google Shape;6155;p57"/>
              <p:cNvSpPr/>
              <p:nvPr/>
            </p:nvSpPr>
            <p:spPr>
              <a:xfrm>
                <a:off x="552583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56" name="Google Shape;6156;p57"/>
              <p:cNvSpPr/>
              <p:nvPr/>
            </p:nvSpPr>
            <p:spPr>
              <a:xfrm>
                <a:off x="537293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57" name="Google Shape;6157;p57"/>
              <p:cNvSpPr/>
              <p:nvPr/>
            </p:nvSpPr>
            <p:spPr>
              <a:xfrm>
                <a:off x="522002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58" name="Google Shape;6158;p57"/>
              <p:cNvSpPr/>
              <p:nvPr/>
            </p:nvSpPr>
            <p:spPr>
              <a:xfrm>
                <a:off x="506712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59" name="Google Shape;6159;p57"/>
              <p:cNvSpPr/>
              <p:nvPr/>
            </p:nvSpPr>
            <p:spPr>
              <a:xfrm>
                <a:off x="491421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60" name="Google Shape;6160;p57"/>
              <p:cNvSpPr/>
              <p:nvPr/>
            </p:nvSpPr>
            <p:spPr>
              <a:xfrm>
                <a:off x="476130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61" name="Google Shape;6161;p57"/>
              <p:cNvSpPr/>
              <p:nvPr/>
            </p:nvSpPr>
            <p:spPr>
              <a:xfrm>
                <a:off x="460840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62" name="Google Shape;6162;p57"/>
              <p:cNvSpPr/>
              <p:nvPr/>
            </p:nvSpPr>
            <p:spPr>
              <a:xfrm>
                <a:off x="445549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63" name="Google Shape;6163;p57"/>
              <p:cNvSpPr/>
              <p:nvPr/>
            </p:nvSpPr>
            <p:spPr>
              <a:xfrm>
                <a:off x="430258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64" name="Google Shape;6164;p57"/>
              <p:cNvSpPr/>
              <p:nvPr/>
            </p:nvSpPr>
            <p:spPr>
              <a:xfrm>
                <a:off x="414968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65" name="Google Shape;6165;p57"/>
              <p:cNvSpPr/>
              <p:nvPr/>
            </p:nvSpPr>
            <p:spPr>
              <a:xfrm>
                <a:off x="399677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66" name="Google Shape;6166;p57"/>
              <p:cNvSpPr/>
              <p:nvPr/>
            </p:nvSpPr>
            <p:spPr>
              <a:xfrm>
                <a:off x="384386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67" name="Google Shape;6167;p57"/>
              <p:cNvSpPr/>
              <p:nvPr/>
            </p:nvSpPr>
            <p:spPr>
              <a:xfrm>
                <a:off x="369096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68" name="Google Shape;6168;p57"/>
              <p:cNvSpPr/>
              <p:nvPr/>
            </p:nvSpPr>
            <p:spPr>
              <a:xfrm>
                <a:off x="353805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69" name="Google Shape;6169;p57"/>
              <p:cNvSpPr/>
              <p:nvPr/>
            </p:nvSpPr>
            <p:spPr>
              <a:xfrm>
                <a:off x="338514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70" name="Google Shape;6170;p57"/>
              <p:cNvSpPr/>
              <p:nvPr/>
            </p:nvSpPr>
            <p:spPr>
              <a:xfrm>
                <a:off x="323224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71" name="Google Shape;6171;p57"/>
              <p:cNvSpPr/>
              <p:nvPr/>
            </p:nvSpPr>
            <p:spPr>
              <a:xfrm>
                <a:off x="307933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72" name="Google Shape;6172;p57"/>
              <p:cNvSpPr/>
              <p:nvPr/>
            </p:nvSpPr>
            <p:spPr>
              <a:xfrm>
                <a:off x="292643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73" name="Google Shape;6173;p57"/>
              <p:cNvSpPr/>
              <p:nvPr/>
            </p:nvSpPr>
            <p:spPr>
              <a:xfrm>
                <a:off x="277352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74" name="Google Shape;6174;p57"/>
              <p:cNvSpPr/>
              <p:nvPr/>
            </p:nvSpPr>
            <p:spPr>
              <a:xfrm>
                <a:off x="262061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75" name="Google Shape;6175;p57"/>
              <p:cNvSpPr/>
              <p:nvPr/>
            </p:nvSpPr>
            <p:spPr>
              <a:xfrm>
                <a:off x="246771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76" name="Google Shape;6176;p57"/>
              <p:cNvSpPr/>
              <p:nvPr/>
            </p:nvSpPr>
            <p:spPr>
              <a:xfrm>
                <a:off x="231480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77" name="Google Shape;6177;p57"/>
              <p:cNvSpPr/>
              <p:nvPr/>
            </p:nvSpPr>
            <p:spPr>
              <a:xfrm>
                <a:off x="216189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78" name="Google Shape;6178;p57"/>
              <p:cNvSpPr/>
              <p:nvPr/>
            </p:nvSpPr>
            <p:spPr>
              <a:xfrm>
                <a:off x="200899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79" name="Google Shape;6179;p57"/>
              <p:cNvSpPr/>
              <p:nvPr/>
            </p:nvSpPr>
            <p:spPr>
              <a:xfrm>
                <a:off x="185608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80" name="Google Shape;6180;p57"/>
              <p:cNvSpPr/>
              <p:nvPr/>
            </p:nvSpPr>
            <p:spPr>
              <a:xfrm>
                <a:off x="170317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81" name="Google Shape;6181;p57"/>
              <p:cNvSpPr/>
              <p:nvPr/>
            </p:nvSpPr>
            <p:spPr>
              <a:xfrm>
                <a:off x="48720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82" name="Google Shape;6182;p57"/>
              <p:cNvSpPr/>
              <p:nvPr/>
            </p:nvSpPr>
            <p:spPr>
              <a:xfrm>
                <a:off x="33429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83" name="Google Shape;6183;p57"/>
              <p:cNvSpPr/>
              <p:nvPr/>
            </p:nvSpPr>
            <p:spPr>
              <a:xfrm>
                <a:off x="18139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84" name="Google Shape;6184;p57"/>
              <p:cNvSpPr/>
              <p:nvPr/>
            </p:nvSpPr>
            <p:spPr>
              <a:xfrm>
                <a:off x="2848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85" name="Google Shape;6185;p57"/>
              <p:cNvSpPr/>
              <p:nvPr/>
            </p:nvSpPr>
            <p:spPr>
              <a:xfrm>
                <a:off x="9025579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74" y="1"/>
                    </a:moveTo>
                    <a:cubicBezTo>
                      <a:pt x="547" y="1"/>
                      <a:pt x="517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122" y="4431"/>
                    </a:cubicBezTo>
                    <a:lnTo>
                      <a:pt x="1003" y="4431"/>
                    </a:lnTo>
                    <a:cubicBezTo>
                      <a:pt x="103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600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6186" name="Google Shape;6186;p57"/>
          <p:cNvSpPr/>
          <p:nvPr/>
        </p:nvSpPr>
        <p:spPr>
          <a:xfrm>
            <a:off x="0" y="5107500"/>
            <a:ext cx="9144000" cy="36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7" name="Google Shape;6187;p57"/>
          <p:cNvSpPr txBox="1"/>
          <p:nvPr>
            <p:ph idx="1" type="subTitle"/>
          </p:nvPr>
        </p:nvSpPr>
        <p:spPr>
          <a:xfrm>
            <a:off x="720000" y="2718300"/>
            <a:ext cx="2952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6188" name="Google Shape;6188;p57"/>
          <p:cNvSpPr txBox="1"/>
          <p:nvPr>
            <p:ph type="title"/>
          </p:nvPr>
        </p:nvSpPr>
        <p:spPr>
          <a:xfrm>
            <a:off x="719850" y="1379250"/>
            <a:ext cx="2952000" cy="126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189" name="Shape 6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90" name="Google Shape;6190;p58"/>
          <p:cNvGrpSpPr/>
          <p:nvPr/>
        </p:nvGrpSpPr>
        <p:grpSpPr>
          <a:xfrm>
            <a:off x="-15975" y="-52"/>
            <a:ext cx="9175950" cy="5143406"/>
            <a:chOff x="-15975" y="-52"/>
            <a:chExt cx="9175950" cy="5143406"/>
          </a:xfrm>
        </p:grpSpPr>
        <p:sp>
          <p:nvSpPr>
            <p:cNvPr id="6191" name="Google Shape;6191;p58"/>
            <p:cNvSpPr/>
            <p:nvPr/>
          </p:nvSpPr>
          <p:spPr>
            <a:xfrm rot="5400000">
              <a:off x="4570450" y="-378255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2" name="Google Shape;6192;p58"/>
            <p:cNvSpPr/>
            <p:nvPr/>
          </p:nvSpPr>
          <p:spPr>
            <a:xfrm rot="5400000">
              <a:off x="4570450" y="-276311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3" name="Google Shape;6193;p58"/>
            <p:cNvSpPr/>
            <p:nvPr/>
          </p:nvSpPr>
          <p:spPr>
            <a:xfrm rot="5400000">
              <a:off x="4570450" y="-174368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4" name="Google Shape;6194;p58"/>
            <p:cNvSpPr/>
            <p:nvPr/>
          </p:nvSpPr>
          <p:spPr>
            <a:xfrm rot="5400000">
              <a:off x="4570450" y="-72425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5" name="Google Shape;6195;p58"/>
            <p:cNvSpPr/>
            <p:nvPr/>
          </p:nvSpPr>
          <p:spPr>
            <a:xfrm rot="5400000">
              <a:off x="4570450" y="295184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6" name="Google Shape;6196;p58"/>
            <p:cNvSpPr/>
            <p:nvPr/>
          </p:nvSpPr>
          <p:spPr>
            <a:xfrm rot="5400000">
              <a:off x="4570450" y="-429226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7" name="Google Shape;6197;p58"/>
            <p:cNvSpPr/>
            <p:nvPr/>
          </p:nvSpPr>
          <p:spPr>
            <a:xfrm rot="5400000">
              <a:off x="4570450" y="-327283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8" name="Google Shape;6198;p58"/>
            <p:cNvSpPr/>
            <p:nvPr/>
          </p:nvSpPr>
          <p:spPr>
            <a:xfrm rot="5400000">
              <a:off x="4570450" y="-225340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9" name="Google Shape;6199;p58"/>
            <p:cNvSpPr/>
            <p:nvPr/>
          </p:nvSpPr>
          <p:spPr>
            <a:xfrm rot="5400000">
              <a:off x="4570450" y="-123396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0" name="Google Shape;6200;p58"/>
            <p:cNvSpPr/>
            <p:nvPr/>
          </p:nvSpPr>
          <p:spPr>
            <a:xfrm rot="5400000">
              <a:off x="4570450" y="-21453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1" name="Google Shape;6201;p58"/>
            <p:cNvSpPr/>
            <p:nvPr/>
          </p:nvSpPr>
          <p:spPr>
            <a:xfrm>
              <a:off x="5081305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2" name="Google Shape;6202;p58"/>
            <p:cNvSpPr/>
            <p:nvPr/>
          </p:nvSpPr>
          <p:spPr>
            <a:xfrm>
              <a:off x="6100964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3" name="Google Shape;6203;p58"/>
            <p:cNvSpPr/>
            <p:nvPr/>
          </p:nvSpPr>
          <p:spPr>
            <a:xfrm>
              <a:off x="7120623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4" name="Google Shape;6204;p58"/>
            <p:cNvSpPr/>
            <p:nvPr/>
          </p:nvSpPr>
          <p:spPr>
            <a:xfrm>
              <a:off x="8140282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5" name="Google Shape;6205;p58"/>
            <p:cNvSpPr/>
            <p:nvPr/>
          </p:nvSpPr>
          <p:spPr>
            <a:xfrm>
              <a:off x="5591134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6" name="Google Shape;6206;p58"/>
            <p:cNvSpPr/>
            <p:nvPr/>
          </p:nvSpPr>
          <p:spPr>
            <a:xfrm>
              <a:off x="6610793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7" name="Google Shape;6207;p58"/>
            <p:cNvSpPr/>
            <p:nvPr/>
          </p:nvSpPr>
          <p:spPr>
            <a:xfrm>
              <a:off x="7630452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8" name="Google Shape;6208;p58"/>
            <p:cNvSpPr/>
            <p:nvPr/>
          </p:nvSpPr>
          <p:spPr>
            <a:xfrm>
              <a:off x="8650111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209" name="Google Shape;6209;p58"/>
            <p:cNvGrpSpPr/>
            <p:nvPr/>
          </p:nvGrpSpPr>
          <p:grpSpPr>
            <a:xfrm>
              <a:off x="-15975" y="-52"/>
              <a:ext cx="4587484" cy="5143406"/>
              <a:chOff x="-9275" y="-1994782"/>
              <a:chExt cx="4587484" cy="9140583"/>
            </a:xfrm>
          </p:grpSpPr>
          <p:sp>
            <p:nvSpPr>
              <p:cNvPr id="6210" name="Google Shape;6210;p58"/>
              <p:cNvSpPr/>
              <p:nvPr/>
            </p:nvSpPr>
            <p:spPr>
              <a:xfrm>
                <a:off x="50044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11" name="Google Shape;6211;p58"/>
              <p:cNvSpPr/>
              <p:nvPr/>
            </p:nvSpPr>
            <p:spPr>
              <a:xfrm>
                <a:off x="15198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12" name="Google Shape;6212;p58"/>
              <p:cNvSpPr/>
              <p:nvPr/>
            </p:nvSpPr>
            <p:spPr>
              <a:xfrm>
                <a:off x="253930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13" name="Google Shape;6213;p58"/>
              <p:cNvSpPr/>
              <p:nvPr/>
            </p:nvSpPr>
            <p:spPr>
              <a:xfrm>
                <a:off x="355874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14" name="Google Shape;6214;p58"/>
              <p:cNvSpPr/>
              <p:nvPr/>
            </p:nvSpPr>
            <p:spPr>
              <a:xfrm>
                <a:off x="45781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15" name="Google Shape;6215;p58"/>
              <p:cNvSpPr/>
              <p:nvPr/>
            </p:nvSpPr>
            <p:spPr>
              <a:xfrm>
                <a:off x="101015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16" name="Google Shape;6216;p58"/>
              <p:cNvSpPr/>
              <p:nvPr/>
            </p:nvSpPr>
            <p:spPr>
              <a:xfrm>
                <a:off x="202959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17" name="Google Shape;6217;p58"/>
              <p:cNvSpPr/>
              <p:nvPr/>
            </p:nvSpPr>
            <p:spPr>
              <a:xfrm>
                <a:off x="304902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18" name="Google Shape;6218;p58"/>
              <p:cNvSpPr/>
              <p:nvPr/>
            </p:nvSpPr>
            <p:spPr>
              <a:xfrm>
                <a:off x="406845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19" name="Google Shape;6219;p58"/>
              <p:cNvSpPr/>
              <p:nvPr/>
            </p:nvSpPr>
            <p:spPr>
              <a:xfrm>
                <a:off x="-92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6220" name="Google Shape;6220;p58"/>
            <p:cNvSpPr/>
            <p:nvPr/>
          </p:nvSpPr>
          <p:spPr>
            <a:xfrm>
              <a:off x="9159941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221" name="Google Shape;6221;p58"/>
          <p:cNvSpPr/>
          <p:nvPr/>
        </p:nvSpPr>
        <p:spPr>
          <a:xfrm>
            <a:off x="0" y="-75"/>
            <a:ext cx="9144000" cy="5143500"/>
          </a:xfrm>
          <a:prstGeom prst="rect">
            <a:avLst/>
          </a:prstGeom>
          <a:solidFill>
            <a:srgbClr val="D6E3EA">
              <a:alpha val="398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222" name="Google Shape;6222;p58"/>
          <p:cNvGrpSpPr/>
          <p:nvPr/>
        </p:nvGrpSpPr>
        <p:grpSpPr>
          <a:xfrm>
            <a:off x="0" y="4752988"/>
            <a:ext cx="9144000" cy="354505"/>
            <a:chOff x="0" y="4689888"/>
            <a:chExt cx="9144000" cy="354505"/>
          </a:xfrm>
        </p:grpSpPr>
        <p:grpSp>
          <p:nvGrpSpPr>
            <p:cNvPr id="6223" name="Google Shape;6223;p58"/>
            <p:cNvGrpSpPr/>
            <p:nvPr/>
          </p:nvGrpSpPr>
          <p:grpSpPr>
            <a:xfrm>
              <a:off x="0" y="4793425"/>
              <a:ext cx="9144000" cy="194975"/>
              <a:chOff x="0" y="4789550"/>
              <a:chExt cx="9144000" cy="194975"/>
            </a:xfrm>
          </p:grpSpPr>
          <p:sp>
            <p:nvSpPr>
              <p:cNvPr id="6224" name="Google Shape;6224;p58"/>
              <p:cNvSpPr/>
              <p:nvPr/>
            </p:nvSpPr>
            <p:spPr>
              <a:xfrm>
                <a:off x="0" y="4789550"/>
                <a:ext cx="9144000" cy="360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25" name="Google Shape;6225;p58"/>
              <p:cNvSpPr/>
              <p:nvPr/>
            </p:nvSpPr>
            <p:spPr>
              <a:xfrm>
                <a:off x="0" y="4948525"/>
                <a:ext cx="9144000" cy="360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226" name="Google Shape;6226;p58"/>
            <p:cNvGrpSpPr/>
            <p:nvPr/>
          </p:nvGrpSpPr>
          <p:grpSpPr>
            <a:xfrm>
              <a:off x="28483" y="4689888"/>
              <a:ext cx="9087034" cy="354505"/>
              <a:chOff x="28483" y="4689888"/>
              <a:chExt cx="9087034" cy="354505"/>
            </a:xfrm>
          </p:grpSpPr>
          <p:sp>
            <p:nvSpPr>
              <p:cNvPr id="6227" name="Google Shape;6227;p58"/>
              <p:cNvSpPr/>
              <p:nvPr/>
            </p:nvSpPr>
            <p:spPr>
              <a:xfrm>
                <a:off x="64010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6" y="1"/>
                      <a:pt x="533" y="8"/>
                      <a:pt x="518" y="24"/>
                    </a:cubicBezTo>
                    <a:lnTo>
                      <a:pt x="62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34" y="4431"/>
                      <a:pt x="1065" y="4401"/>
                      <a:pt x="1156" y="4370"/>
                    </a:cubicBezTo>
                    <a:lnTo>
                      <a:pt x="1156" y="601"/>
                    </a:lnTo>
                    <a:lnTo>
                      <a:pt x="1126" y="571"/>
                    </a:lnTo>
                    <a:lnTo>
                      <a:pt x="670" y="24"/>
                    </a:lnTo>
                    <a:cubicBezTo>
                      <a:pt x="639" y="8"/>
                      <a:pt x="609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28" name="Google Shape;6228;p58"/>
              <p:cNvSpPr/>
              <p:nvPr/>
            </p:nvSpPr>
            <p:spPr>
              <a:xfrm>
                <a:off x="79301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3" y="8"/>
                      <a:pt x="517" y="24"/>
                    </a:cubicBezTo>
                    <a:lnTo>
                      <a:pt x="6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34" y="4431"/>
                      <a:pt x="1064" y="4401"/>
                      <a:pt x="1156" y="4370"/>
                    </a:cubicBezTo>
                    <a:lnTo>
                      <a:pt x="1156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9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29" name="Google Shape;6229;p58"/>
              <p:cNvSpPr/>
              <p:nvPr/>
            </p:nvSpPr>
            <p:spPr>
              <a:xfrm>
                <a:off x="94592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2" y="4431"/>
                      <a:pt x="122" y="4431"/>
                    </a:cubicBezTo>
                    <a:lnTo>
                      <a:pt x="1003" y="4431"/>
                    </a:lnTo>
                    <a:cubicBezTo>
                      <a:pt x="103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8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30" name="Google Shape;6230;p58"/>
              <p:cNvSpPr/>
              <p:nvPr/>
            </p:nvSpPr>
            <p:spPr>
              <a:xfrm>
                <a:off x="109882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1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1" y="4431"/>
                      <a:pt x="122" y="4431"/>
                    </a:cubicBezTo>
                    <a:lnTo>
                      <a:pt x="1003" y="4431"/>
                    </a:lnTo>
                    <a:cubicBezTo>
                      <a:pt x="106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8" y="8"/>
                      <a:pt x="608" y="1"/>
                      <a:pt x="58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31" name="Google Shape;6231;p58"/>
              <p:cNvSpPr/>
              <p:nvPr/>
            </p:nvSpPr>
            <p:spPr>
              <a:xfrm>
                <a:off x="1251735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04" y="4431"/>
                      <a:pt x="103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32" name="Google Shape;6232;p58"/>
              <p:cNvSpPr/>
              <p:nvPr/>
            </p:nvSpPr>
            <p:spPr>
              <a:xfrm>
                <a:off x="1402243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33" name="Google Shape;6233;p58"/>
              <p:cNvSpPr/>
              <p:nvPr/>
            </p:nvSpPr>
            <p:spPr>
              <a:xfrm>
                <a:off x="1552751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64" y="4431"/>
                      <a:pt x="109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34" name="Google Shape;6234;p58"/>
              <p:cNvSpPr/>
              <p:nvPr/>
            </p:nvSpPr>
            <p:spPr>
              <a:xfrm>
                <a:off x="751362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35" name="Google Shape;6235;p58"/>
              <p:cNvSpPr/>
              <p:nvPr/>
            </p:nvSpPr>
            <p:spPr>
              <a:xfrm>
                <a:off x="7666529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3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36" name="Google Shape;6236;p58"/>
              <p:cNvSpPr/>
              <p:nvPr/>
            </p:nvSpPr>
            <p:spPr>
              <a:xfrm>
                <a:off x="7816957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37" name="Google Shape;6237;p58"/>
              <p:cNvSpPr/>
              <p:nvPr/>
            </p:nvSpPr>
            <p:spPr>
              <a:xfrm>
                <a:off x="796738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2" y="4431"/>
                      <a:pt x="122" y="4431"/>
                    </a:cubicBezTo>
                    <a:lnTo>
                      <a:pt x="1003" y="4431"/>
                    </a:lnTo>
                    <a:cubicBezTo>
                      <a:pt x="103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8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38" name="Google Shape;6238;p58"/>
              <p:cNvSpPr/>
              <p:nvPr/>
            </p:nvSpPr>
            <p:spPr>
              <a:xfrm>
                <a:off x="812029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93" y="1"/>
                    </a:moveTo>
                    <a:cubicBezTo>
                      <a:pt x="562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1" y="4431"/>
                      <a:pt x="122" y="4431"/>
                    </a:cubicBezTo>
                    <a:lnTo>
                      <a:pt x="1003" y="4431"/>
                    </a:lnTo>
                    <a:cubicBezTo>
                      <a:pt x="106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54" y="8"/>
                      <a:pt x="623" y="1"/>
                      <a:pt x="59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39" name="Google Shape;6239;p58"/>
              <p:cNvSpPr/>
              <p:nvPr/>
            </p:nvSpPr>
            <p:spPr>
              <a:xfrm>
                <a:off x="8273198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1" y="4431"/>
                      <a:pt x="122" y="4431"/>
                    </a:cubicBezTo>
                    <a:lnTo>
                      <a:pt x="973" y="4431"/>
                    </a:lnTo>
                    <a:cubicBezTo>
                      <a:pt x="1034" y="4431"/>
                      <a:pt x="1065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40" name="Google Shape;6240;p58"/>
              <p:cNvSpPr/>
              <p:nvPr/>
            </p:nvSpPr>
            <p:spPr>
              <a:xfrm>
                <a:off x="8423706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34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41" name="Google Shape;6241;p58"/>
              <p:cNvSpPr/>
              <p:nvPr/>
            </p:nvSpPr>
            <p:spPr>
              <a:xfrm>
                <a:off x="8574214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64" y="4431"/>
                      <a:pt x="109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42" name="Google Shape;6242;p58"/>
              <p:cNvSpPr/>
              <p:nvPr/>
            </p:nvSpPr>
            <p:spPr>
              <a:xfrm>
                <a:off x="8724643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2" y="4431"/>
                      <a:pt x="122" y="4431"/>
                    </a:cubicBezTo>
                    <a:lnTo>
                      <a:pt x="974" y="4431"/>
                    </a:lnTo>
                    <a:cubicBezTo>
                      <a:pt x="1065" y="4431"/>
                      <a:pt x="1095" y="4401"/>
                      <a:pt x="1126" y="4370"/>
                    </a:cubicBezTo>
                    <a:lnTo>
                      <a:pt x="112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4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43" name="Google Shape;6243;p58"/>
              <p:cNvSpPr/>
              <p:nvPr/>
            </p:nvSpPr>
            <p:spPr>
              <a:xfrm>
                <a:off x="8875151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74" y="1"/>
                    </a:moveTo>
                    <a:cubicBezTo>
                      <a:pt x="547" y="1"/>
                      <a:pt x="517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122" y="4431"/>
                    </a:cubicBezTo>
                    <a:lnTo>
                      <a:pt x="1003" y="4431"/>
                    </a:lnTo>
                    <a:cubicBezTo>
                      <a:pt x="103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600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44" name="Google Shape;6244;p58"/>
              <p:cNvSpPr/>
              <p:nvPr/>
            </p:nvSpPr>
            <p:spPr>
              <a:xfrm>
                <a:off x="736071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45" name="Google Shape;6245;p58"/>
              <p:cNvSpPr/>
              <p:nvPr/>
            </p:nvSpPr>
            <p:spPr>
              <a:xfrm>
                <a:off x="720781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46" name="Google Shape;6246;p58"/>
              <p:cNvSpPr/>
              <p:nvPr/>
            </p:nvSpPr>
            <p:spPr>
              <a:xfrm>
                <a:off x="705490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47" name="Google Shape;6247;p58"/>
              <p:cNvSpPr/>
              <p:nvPr/>
            </p:nvSpPr>
            <p:spPr>
              <a:xfrm>
                <a:off x="690199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48" name="Google Shape;6248;p58"/>
              <p:cNvSpPr/>
              <p:nvPr/>
            </p:nvSpPr>
            <p:spPr>
              <a:xfrm>
                <a:off x="674909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49" name="Google Shape;6249;p58"/>
              <p:cNvSpPr/>
              <p:nvPr/>
            </p:nvSpPr>
            <p:spPr>
              <a:xfrm>
                <a:off x="659618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50" name="Google Shape;6250;p58"/>
              <p:cNvSpPr/>
              <p:nvPr/>
            </p:nvSpPr>
            <p:spPr>
              <a:xfrm>
                <a:off x="644327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51" name="Google Shape;6251;p58"/>
              <p:cNvSpPr/>
              <p:nvPr/>
            </p:nvSpPr>
            <p:spPr>
              <a:xfrm>
                <a:off x="629037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52" name="Google Shape;6252;p58"/>
              <p:cNvSpPr/>
              <p:nvPr/>
            </p:nvSpPr>
            <p:spPr>
              <a:xfrm>
                <a:off x="613746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53" name="Google Shape;6253;p58"/>
              <p:cNvSpPr/>
              <p:nvPr/>
            </p:nvSpPr>
            <p:spPr>
              <a:xfrm>
                <a:off x="598455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54" name="Google Shape;6254;p58"/>
              <p:cNvSpPr/>
              <p:nvPr/>
            </p:nvSpPr>
            <p:spPr>
              <a:xfrm>
                <a:off x="583165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55" name="Google Shape;6255;p58"/>
              <p:cNvSpPr/>
              <p:nvPr/>
            </p:nvSpPr>
            <p:spPr>
              <a:xfrm>
                <a:off x="567874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56" name="Google Shape;6256;p58"/>
              <p:cNvSpPr/>
              <p:nvPr/>
            </p:nvSpPr>
            <p:spPr>
              <a:xfrm>
                <a:off x="552583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57" name="Google Shape;6257;p58"/>
              <p:cNvSpPr/>
              <p:nvPr/>
            </p:nvSpPr>
            <p:spPr>
              <a:xfrm>
                <a:off x="537293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58" name="Google Shape;6258;p58"/>
              <p:cNvSpPr/>
              <p:nvPr/>
            </p:nvSpPr>
            <p:spPr>
              <a:xfrm>
                <a:off x="522002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59" name="Google Shape;6259;p58"/>
              <p:cNvSpPr/>
              <p:nvPr/>
            </p:nvSpPr>
            <p:spPr>
              <a:xfrm>
                <a:off x="506712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60" name="Google Shape;6260;p58"/>
              <p:cNvSpPr/>
              <p:nvPr/>
            </p:nvSpPr>
            <p:spPr>
              <a:xfrm>
                <a:off x="491421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61" name="Google Shape;6261;p58"/>
              <p:cNvSpPr/>
              <p:nvPr/>
            </p:nvSpPr>
            <p:spPr>
              <a:xfrm>
                <a:off x="476130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62" name="Google Shape;6262;p58"/>
              <p:cNvSpPr/>
              <p:nvPr/>
            </p:nvSpPr>
            <p:spPr>
              <a:xfrm>
                <a:off x="460840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63" name="Google Shape;6263;p58"/>
              <p:cNvSpPr/>
              <p:nvPr/>
            </p:nvSpPr>
            <p:spPr>
              <a:xfrm>
                <a:off x="445549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64" name="Google Shape;6264;p58"/>
              <p:cNvSpPr/>
              <p:nvPr/>
            </p:nvSpPr>
            <p:spPr>
              <a:xfrm>
                <a:off x="430258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65" name="Google Shape;6265;p58"/>
              <p:cNvSpPr/>
              <p:nvPr/>
            </p:nvSpPr>
            <p:spPr>
              <a:xfrm>
                <a:off x="414968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66" name="Google Shape;6266;p58"/>
              <p:cNvSpPr/>
              <p:nvPr/>
            </p:nvSpPr>
            <p:spPr>
              <a:xfrm>
                <a:off x="399677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67" name="Google Shape;6267;p58"/>
              <p:cNvSpPr/>
              <p:nvPr/>
            </p:nvSpPr>
            <p:spPr>
              <a:xfrm>
                <a:off x="384386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68" name="Google Shape;6268;p58"/>
              <p:cNvSpPr/>
              <p:nvPr/>
            </p:nvSpPr>
            <p:spPr>
              <a:xfrm>
                <a:off x="369096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69" name="Google Shape;6269;p58"/>
              <p:cNvSpPr/>
              <p:nvPr/>
            </p:nvSpPr>
            <p:spPr>
              <a:xfrm>
                <a:off x="353805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70" name="Google Shape;6270;p58"/>
              <p:cNvSpPr/>
              <p:nvPr/>
            </p:nvSpPr>
            <p:spPr>
              <a:xfrm>
                <a:off x="338514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71" name="Google Shape;6271;p58"/>
              <p:cNvSpPr/>
              <p:nvPr/>
            </p:nvSpPr>
            <p:spPr>
              <a:xfrm>
                <a:off x="323224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72" name="Google Shape;6272;p58"/>
              <p:cNvSpPr/>
              <p:nvPr/>
            </p:nvSpPr>
            <p:spPr>
              <a:xfrm>
                <a:off x="307933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73" name="Google Shape;6273;p58"/>
              <p:cNvSpPr/>
              <p:nvPr/>
            </p:nvSpPr>
            <p:spPr>
              <a:xfrm>
                <a:off x="292643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74" name="Google Shape;6274;p58"/>
              <p:cNvSpPr/>
              <p:nvPr/>
            </p:nvSpPr>
            <p:spPr>
              <a:xfrm>
                <a:off x="277352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75" name="Google Shape;6275;p58"/>
              <p:cNvSpPr/>
              <p:nvPr/>
            </p:nvSpPr>
            <p:spPr>
              <a:xfrm>
                <a:off x="262061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76" name="Google Shape;6276;p58"/>
              <p:cNvSpPr/>
              <p:nvPr/>
            </p:nvSpPr>
            <p:spPr>
              <a:xfrm>
                <a:off x="246771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77" name="Google Shape;6277;p58"/>
              <p:cNvSpPr/>
              <p:nvPr/>
            </p:nvSpPr>
            <p:spPr>
              <a:xfrm>
                <a:off x="231480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78" name="Google Shape;6278;p58"/>
              <p:cNvSpPr/>
              <p:nvPr/>
            </p:nvSpPr>
            <p:spPr>
              <a:xfrm>
                <a:off x="216189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79" name="Google Shape;6279;p58"/>
              <p:cNvSpPr/>
              <p:nvPr/>
            </p:nvSpPr>
            <p:spPr>
              <a:xfrm>
                <a:off x="200899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80" name="Google Shape;6280;p58"/>
              <p:cNvSpPr/>
              <p:nvPr/>
            </p:nvSpPr>
            <p:spPr>
              <a:xfrm>
                <a:off x="185608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81" name="Google Shape;6281;p58"/>
              <p:cNvSpPr/>
              <p:nvPr/>
            </p:nvSpPr>
            <p:spPr>
              <a:xfrm>
                <a:off x="170317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82" name="Google Shape;6282;p58"/>
              <p:cNvSpPr/>
              <p:nvPr/>
            </p:nvSpPr>
            <p:spPr>
              <a:xfrm>
                <a:off x="48720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83" name="Google Shape;6283;p58"/>
              <p:cNvSpPr/>
              <p:nvPr/>
            </p:nvSpPr>
            <p:spPr>
              <a:xfrm>
                <a:off x="33429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84" name="Google Shape;6284;p58"/>
              <p:cNvSpPr/>
              <p:nvPr/>
            </p:nvSpPr>
            <p:spPr>
              <a:xfrm>
                <a:off x="18139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85" name="Google Shape;6285;p58"/>
              <p:cNvSpPr/>
              <p:nvPr/>
            </p:nvSpPr>
            <p:spPr>
              <a:xfrm>
                <a:off x="2848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86" name="Google Shape;6286;p58"/>
              <p:cNvSpPr/>
              <p:nvPr/>
            </p:nvSpPr>
            <p:spPr>
              <a:xfrm>
                <a:off x="9025579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74" y="1"/>
                    </a:moveTo>
                    <a:cubicBezTo>
                      <a:pt x="547" y="1"/>
                      <a:pt x="517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122" y="4431"/>
                    </a:cubicBezTo>
                    <a:lnTo>
                      <a:pt x="1003" y="4431"/>
                    </a:lnTo>
                    <a:cubicBezTo>
                      <a:pt x="103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600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287" name="Google Shape;6287;p58"/>
          <p:cNvGrpSpPr/>
          <p:nvPr/>
        </p:nvGrpSpPr>
        <p:grpSpPr>
          <a:xfrm>
            <a:off x="8500193" y="4148281"/>
            <a:ext cx="592952" cy="967689"/>
            <a:chOff x="8071153" y="3759204"/>
            <a:chExt cx="592952" cy="967689"/>
          </a:xfrm>
        </p:grpSpPr>
        <p:sp>
          <p:nvSpPr>
            <p:cNvPr id="6288" name="Google Shape;6288;p58"/>
            <p:cNvSpPr/>
            <p:nvPr/>
          </p:nvSpPr>
          <p:spPr>
            <a:xfrm>
              <a:off x="8350560" y="4196816"/>
              <a:ext cx="43890" cy="282116"/>
            </a:xfrm>
            <a:custGeom>
              <a:rect b="b" l="l" r="r" t="t"/>
              <a:pathLst>
                <a:path extrusionOk="0" h="3527" w="549">
                  <a:moveTo>
                    <a:pt x="153" y="0"/>
                  </a:moveTo>
                  <a:lnTo>
                    <a:pt x="1" y="3526"/>
                  </a:lnTo>
                  <a:lnTo>
                    <a:pt x="548" y="3435"/>
                  </a:lnTo>
                  <a:lnTo>
                    <a:pt x="39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89" name="Google Shape;6289;p58"/>
            <p:cNvSpPr/>
            <p:nvPr/>
          </p:nvSpPr>
          <p:spPr>
            <a:xfrm>
              <a:off x="8263101" y="4478852"/>
              <a:ext cx="221208" cy="248041"/>
            </a:xfrm>
            <a:custGeom>
              <a:rect b="b" l="l" r="r" t="t"/>
              <a:pathLst>
                <a:path extrusionOk="0" h="3101" w="2767">
                  <a:moveTo>
                    <a:pt x="1" y="0"/>
                  </a:moveTo>
                  <a:lnTo>
                    <a:pt x="396" y="3101"/>
                  </a:lnTo>
                  <a:lnTo>
                    <a:pt x="2402" y="3101"/>
                  </a:lnTo>
                  <a:lnTo>
                    <a:pt x="276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90" name="Google Shape;6290;p58"/>
            <p:cNvSpPr/>
            <p:nvPr/>
          </p:nvSpPr>
          <p:spPr>
            <a:xfrm>
              <a:off x="8248551" y="4435099"/>
              <a:ext cx="255184" cy="94865"/>
            </a:xfrm>
            <a:custGeom>
              <a:rect b="b" l="l" r="r" t="t"/>
              <a:pathLst>
                <a:path extrusionOk="0" h="1186" w="3192">
                  <a:moveTo>
                    <a:pt x="3192" y="0"/>
                  </a:moveTo>
                  <a:lnTo>
                    <a:pt x="0" y="61"/>
                  </a:lnTo>
                  <a:lnTo>
                    <a:pt x="61" y="1155"/>
                  </a:lnTo>
                  <a:lnTo>
                    <a:pt x="3040" y="1186"/>
                  </a:lnTo>
                  <a:lnTo>
                    <a:pt x="319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91" name="Google Shape;6291;p58"/>
            <p:cNvSpPr/>
            <p:nvPr/>
          </p:nvSpPr>
          <p:spPr>
            <a:xfrm>
              <a:off x="8265579" y="4527484"/>
              <a:ext cx="213853" cy="34075"/>
            </a:xfrm>
            <a:custGeom>
              <a:rect b="b" l="l" r="r" t="t"/>
              <a:pathLst>
                <a:path extrusionOk="0" h="426" w="2675">
                  <a:moveTo>
                    <a:pt x="0" y="0"/>
                  </a:moveTo>
                  <a:lnTo>
                    <a:pt x="91" y="426"/>
                  </a:lnTo>
                  <a:lnTo>
                    <a:pt x="2645" y="122"/>
                  </a:lnTo>
                  <a:lnTo>
                    <a:pt x="2675" y="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48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92" name="Google Shape;6292;p58"/>
            <p:cNvSpPr/>
            <p:nvPr/>
          </p:nvSpPr>
          <p:spPr>
            <a:xfrm>
              <a:off x="8318982" y="3766483"/>
              <a:ext cx="36535" cy="58391"/>
            </a:xfrm>
            <a:custGeom>
              <a:rect b="b" l="l" r="r" t="t"/>
              <a:pathLst>
                <a:path extrusionOk="0" h="730" w="457">
                  <a:moveTo>
                    <a:pt x="366" y="0"/>
                  </a:moveTo>
                  <a:cubicBezTo>
                    <a:pt x="366" y="0"/>
                    <a:pt x="122" y="122"/>
                    <a:pt x="62" y="304"/>
                  </a:cubicBezTo>
                  <a:cubicBezTo>
                    <a:pt x="1" y="517"/>
                    <a:pt x="62" y="730"/>
                    <a:pt x="62" y="730"/>
                  </a:cubicBezTo>
                  <a:cubicBezTo>
                    <a:pt x="62" y="730"/>
                    <a:pt x="305" y="608"/>
                    <a:pt x="366" y="426"/>
                  </a:cubicBezTo>
                  <a:cubicBezTo>
                    <a:pt x="457" y="244"/>
                    <a:pt x="366" y="0"/>
                    <a:pt x="36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93" name="Google Shape;6293;p58"/>
            <p:cNvSpPr/>
            <p:nvPr/>
          </p:nvSpPr>
          <p:spPr>
            <a:xfrm>
              <a:off x="8248551" y="3759204"/>
              <a:ext cx="58360" cy="65670"/>
            </a:xfrm>
            <a:custGeom>
              <a:rect b="b" l="l" r="r" t="t"/>
              <a:pathLst>
                <a:path extrusionOk="0" h="821" w="730">
                  <a:moveTo>
                    <a:pt x="0" y="0"/>
                  </a:moveTo>
                  <a:cubicBezTo>
                    <a:pt x="0" y="0"/>
                    <a:pt x="0" y="335"/>
                    <a:pt x="183" y="547"/>
                  </a:cubicBezTo>
                  <a:cubicBezTo>
                    <a:pt x="365" y="790"/>
                    <a:pt x="730" y="821"/>
                    <a:pt x="730" y="821"/>
                  </a:cubicBezTo>
                  <a:cubicBezTo>
                    <a:pt x="730" y="821"/>
                    <a:pt x="730" y="487"/>
                    <a:pt x="517" y="243"/>
                  </a:cubicBezTo>
                  <a:cubicBezTo>
                    <a:pt x="335" y="61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94" name="Google Shape;6294;p58"/>
            <p:cNvSpPr/>
            <p:nvPr/>
          </p:nvSpPr>
          <p:spPr>
            <a:xfrm>
              <a:off x="8532835" y="4167621"/>
              <a:ext cx="65715" cy="29275"/>
            </a:xfrm>
            <a:custGeom>
              <a:rect b="b" l="l" r="r" t="t"/>
              <a:pathLst>
                <a:path extrusionOk="0" h="366" w="822">
                  <a:moveTo>
                    <a:pt x="396" y="1"/>
                  </a:moveTo>
                  <a:cubicBezTo>
                    <a:pt x="153" y="1"/>
                    <a:pt x="1" y="213"/>
                    <a:pt x="1" y="213"/>
                  </a:cubicBezTo>
                  <a:cubicBezTo>
                    <a:pt x="1" y="213"/>
                    <a:pt x="183" y="365"/>
                    <a:pt x="426" y="365"/>
                  </a:cubicBezTo>
                  <a:cubicBezTo>
                    <a:pt x="669" y="365"/>
                    <a:pt x="821" y="153"/>
                    <a:pt x="821" y="153"/>
                  </a:cubicBezTo>
                  <a:cubicBezTo>
                    <a:pt x="821" y="153"/>
                    <a:pt x="609" y="1"/>
                    <a:pt x="396" y="1"/>
                  </a:cubicBezTo>
                  <a:close/>
                </a:path>
              </a:pathLst>
            </a:custGeom>
            <a:solidFill>
              <a:srgbClr val="7BBFB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95" name="Google Shape;6295;p58"/>
            <p:cNvSpPr/>
            <p:nvPr/>
          </p:nvSpPr>
          <p:spPr>
            <a:xfrm>
              <a:off x="8518285" y="4092272"/>
              <a:ext cx="48687" cy="80307"/>
            </a:xfrm>
            <a:custGeom>
              <a:rect b="b" l="l" r="r" t="t"/>
              <a:pathLst>
                <a:path extrusionOk="0" h="1004" w="609">
                  <a:moveTo>
                    <a:pt x="487" y="0"/>
                  </a:moveTo>
                  <a:cubicBezTo>
                    <a:pt x="487" y="0"/>
                    <a:pt x="183" y="152"/>
                    <a:pt x="61" y="426"/>
                  </a:cubicBezTo>
                  <a:cubicBezTo>
                    <a:pt x="0" y="699"/>
                    <a:pt x="122" y="1003"/>
                    <a:pt x="122" y="1003"/>
                  </a:cubicBezTo>
                  <a:cubicBezTo>
                    <a:pt x="122" y="1003"/>
                    <a:pt x="426" y="851"/>
                    <a:pt x="547" y="578"/>
                  </a:cubicBezTo>
                  <a:cubicBezTo>
                    <a:pt x="608" y="304"/>
                    <a:pt x="487" y="0"/>
                    <a:pt x="487" y="0"/>
                  </a:cubicBezTo>
                  <a:close/>
                </a:path>
              </a:pathLst>
            </a:custGeom>
            <a:solidFill>
              <a:srgbClr val="7BBFB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96" name="Google Shape;6296;p58"/>
            <p:cNvSpPr/>
            <p:nvPr/>
          </p:nvSpPr>
          <p:spPr>
            <a:xfrm>
              <a:off x="8071153" y="3827914"/>
              <a:ext cx="592952" cy="566871"/>
            </a:xfrm>
            <a:custGeom>
              <a:rect b="b" l="l" r="r" t="t"/>
              <a:pathLst>
                <a:path extrusionOk="0" h="7087" w="7417">
                  <a:moveTo>
                    <a:pt x="3931" y="0"/>
                  </a:moveTo>
                  <a:cubicBezTo>
                    <a:pt x="3624" y="0"/>
                    <a:pt x="3315" y="31"/>
                    <a:pt x="3010" y="83"/>
                  </a:cubicBezTo>
                  <a:cubicBezTo>
                    <a:pt x="1672" y="296"/>
                    <a:pt x="578" y="965"/>
                    <a:pt x="244" y="2363"/>
                  </a:cubicBezTo>
                  <a:cubicBezTo>
                    <a:pt x="0" y="3275"/>
                    <a:pt x="61" y="4430"/>
                    <a:pt x="426" y="5312"/>
                  </a:cubicBezTo>
                  <a:cubicBezTo>
                    <a:pt x="760" y="6132"/>
                    <a:pt x="1520" y="6770"/>
                    <a:pt x="2402" y="6953"/>
                  </a:cubicBezTo>
                  <a:cubicBezTo>
                    <a:pt x="2775" y="7038"/>
                    <a:pt x="3182" y="7086"/>
                    <a:pt x="3592" y="7086"/>
                  </a:cubicBezTo>
                  <a:cubicBezTo>
                    <a:pt x="4351" y="7086"/>
                    <a:pt x="5123" y="6922"/>
                    <a:pt x="5715" y="6527"/>
                  </a:cubicBezTo>
                  <a:cubicBezTo>
                    <a:pt x="6049" y="6315"/>
                    <a:pt x="6353" y="6071"/>
                    <a:pt x="6657" y="5767"/>
                  </a:cubicBezTo>
                  <a:cubicBezTo>
                    <a:pt x="7022" y="5342"/>
                    <a:pt x="7235" y="4825"/>
                    <a:pt x="7295" y="4308"/>
                  </a:cubicBezTo>
                  <a:cubicBezTo>
                    <a:pt x="7417" y="3640"/>
                    <a:pt x="7417" y="3032"/>
                    <a:pt x="7265" y="2515"/>
                  </a:cubicBezTo>
                  <a:cubicBezTo>
                    <a:pt x="7022" y="1634"/>
                    <a:pt x="6505" y="874"/>
                    <a:pt x="5593" y="387"/>
                  </a:cubicBezTo>
                  <a:cubicBezTo>
                    <a:pt x="5077" y="109"/>
                    <a:pt x="4509" y="0"/>
                    <a:pt x="393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297" name="Google Shape;6297;p58"/>
          <p:cNvGrpSpPr/>
          <p:nvPr/>
        </p:nvGrpSpPr>
        <p:grpSpPr>
          <a:xfrm>
            <a:off x="50855" y="4148281"/>
            <a:ext cx="592952" cy="967689"/>
            <a:chOff x="8071153" y="3759204"/>
            <a:chExt cx="592952" cy="967689"/>
          </a:xfrm>
        </p:grpSpPr>
        <p:sp>
          <p:nvSpPr>
            <p:cNvPr id="6298" name="Google Shape;6298;p58"/>
            <p:cNvSpPr/>
            <p:nvPr/>
          </p:nvSpPr>
          <p:spPr>
            <a:xfrm>
              <a:off x="8350560" y="4196816"/>
              <a:ext cx="43890" cy="282116"/>
            </a:xfrm>
            <a:custGeom>
              <a:rect b="b" l="l" r="r" t="t"/>
              <a:pathLst>
                <a:path extrusionOk="0" h="3527" w="549">
                  <a:moveTo>
                    <a:pt x="153" y="0"/>
                  </a:moveTo>
                  <a:lnTo>
                    <a:pt x="1" y="3526"/>
                  </a:lnTo>
                  <a:lnTo>
                    <a:pt x="548" y="3435"/>
                  </a:lnTo>
                  <a:lnTo>
                    <a:pt x="39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99" name="Google Shape;6299;p58"/>
            <p:cNvSpPr/>
            <p:nvPr/>
          </p:nvSpPr>
          <p:spPr>
            <a:xfrm>
              <a:off x="8263101" y="4478852"/>
              <a:ext cx="221208" cy="248041"/>
            </a:xfrm>
            <a:custGeom>
              <a:rect b="b" l="l" r="r" t="t"/>
              <a:pathLst>
                <a:path extrusionOk="0" h="3101" w="2767">
                  <a:moveTo>
                    <a:pt x="1" y="0"/>
                  </a:moveTo>
                  <a:lnTo>
                    <a:pt x="396" y="3101"/>
                  </a:lnTo>
                  <a:lnTo>
                    <a:pt x="2402" y="3101"/>
                  </a:lnTo>
                  <a:lnTo>
                    <a:pt x="276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00" name="Google Shape;6300;p58"/>
            <p:cNvSpPr/>
            <p:nvPr/>
          </p:nvSpPr>
          <p:spPr>
            <a:xfrm>
              <a:off x="8248551" y="4435099"/>
              <a:ext cx="255184" cy="94865"/>
            </a:xfrm>
            <a:custGeom>
              <a:rect b="b" l="l" r="r" t="t"/>
              <a:pathLst>
                <a:path extrusionOk="0" h="1186" w="3192">
                  <a:moveTo>
                    <a:pt x="3192" y="0"/>
                  </a:moveTo>
                  <a:lnTo>
                    <a:pt x="0" y="61"/>
                  </a:lnTo>
                  <a:lnTo>
                    <a:pt x="61" y="1155"/>
                  </a:lnTo>
                  <a:lnTo>
                    <a:pt x="3040" y="1186"/>
                  </a:lnTo>
                  <a:lnTo>
                    <a:pt x="319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01" name="Google Shape;6301;p58"/>
            <p:cNvSpPr/>
            <p:nvPr/>
          </p:nvSpPr>
          <p:spPr>
            <a:xfrm>
              <a:off x="8265579" y="4527484"/>
              <a:ext cx="213853" cy="34075"/>
            </a:xfrm>
            <a:custGeom>
              <a:rect b="b" l="l" r="r" t="t"/>
              <a:pathLst>
                <a:path extrusionOk="0" h="426" w="2675">
                  <a:moveTo>
                    <a:pt x="0" y="0"/>
                  </a:moveTo>
                  <a:lnTo>
                    <a:pt x="91" y="426"/>
                  </a:lnTo>
                  <a:lnTo>
                    <a:pt x="2645" y="122"/>
                  </a:lnTo>
                  <a:lnTo>
                    <a:pt x="2675" y="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48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02" name="Google Shape;6302;p58"/>
            <p:cNvSpPr/>
            <p:nvPr/>
          </p:nvSpPr>
          <p:spPr>
            <a:xfrm>
              <a:off x="8318982" y="3766483"/>
              <a:ext cx="36535" cy="58391"/>
            </a:xfrm>
            <a:custGeom>
              <a:rect b="b" l="l" r="r" t="t"/>
              <a:pathLst>
                <a:path extrusionOk="0" h="730" w="457">
                  <a:moveTo>
                    <a:pt x="366" y="0"/>
                  </a:moveTo>
                  <a:cubicBezTo>
                    <a:pt x="366" y="0"/>
                    <a:pt x="122" y="122"/>
                    <a:pt x="62" y="304"/>
                  </a:cubicBezTo>
                  <a:cubicBezTo>
                    <a:pt x="1" y="517"/>
                    <a:pt x="62" y="730"/>
                    <a:pt x="62" y="730"/>
                  </a:cubicBezTo>
                  <a:cubicBezTo>
                    <a:pt x="62" y="730"/>
                    <a:pt x="305" y="608"/>
                    <a:pt x="366" y="426"/>
                  </a:cubicBezTo>
                  <a:cubicBezTo>
                    <a:pt x="457" y="244"/>
                    <a:pt x="366" y="0"/>
                    <a:pt x="36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03" name="Google Shape;6303;p58"/>
            <p:cNvSpPr/>
            <p:nvPr/>
          </p:nvSpPr>
          <p:spPr>
            <a:xfrm>
              <a:off x="8248551" y="3759204"/>
              <a:ext cx="58360" cy="65670"/>
            </a:xfrm>
            <a:custGeom>
              <a:rect b="b" l="l" r="r" t="t"/>
              <a:pathLst>
                <a:path extrusionOk="0" h="821" w="730">
                  <a:moveTo>
                    <a:pt x="0" y="0"/>
                  </a:moveTo>
                  <a:cubicBezTo>
                    <a:pt x="0" y="0"/>
                    <a:pt x="0" y="335"/>
                    <a:pt x="183" y="547"/>
                  </a:cubicBezTo>
                  <a:cubicBezTo>
                    <a:pt x="365" y="790"/>
                    <a:pt x="730" y="821"/>
                    <a:pt x="730" y="821"/>
                  </a:cubicBezTo>
                  <a:cubicBezTo>
                    <a:pt x="730" y="821"/>
                    <a:pt x="730" y="487"/>
                    <a:pt x="517" y="243"/>
                  </a:cubicBezTo>
                  <a:cubicBezTo>
                    <a:pt x="335" y="61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04" name="Google Shape;6304;p58"/>
            <p:cNvSpPr/>
            <p:nvPr/>
          </p:nvSpPr>
          <p:spPr>
            <a:xfrm>
              <a:off x="8532835" y="4167621"/>
              <a:ext cx="65715" cy="29275"/>
            </a:xfrm>
            <a:custGeom>
              <a:rect b="b" l="l" r="r" t="t"/>
              <a:pathLst>
                <a:path extrusionOk="0" h="366" w="822">
                  <a:moveTo>
                    <a:pt x="396" y="1"/>
                  </a:moveTo>
                  <a:cubicBezTo>
                    <a:pt x="153" y="1"/>
                    <a:pt x="1" y="213"/>
                    <a:pt x="1" y="213"/>
                  </a:cubicBezTo>
                  <a:cubicBezTo>
                    <a:pt x="1" y="213"/>
                    <a:pt x="183" y="365"/>
                    <a:pt x="426" y="365"/>
                  </a:cubicBezTo>
                  <a:cubicBezTo>
                    <a:pt x="669" y="365"/>
                    <a:pt x="821" y="153"/>
                    <a:pt x="821" y="153"/>
                  </a:cubicBezTo>
                  <a:cubicBezTo>
                    <a:pt x="821" y="153"/>
                    <a:pt x="609" y="1"/>
                    <a:pt x="396" y="1"/>
                  </a:cubicBezTo>
                  <a:close/>
                </a:path>
              </a:pathLst>
            </a:custGeom>
            <a:solidFill>
              <a:srgbClr val="7BBFB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05" name="Google Shape;6305;p58"/>
            <p:cNvSpPr/>
            <p:nvPr/>
          </p:nvSpPr>
          <p:spPr>
            <a:xfrm>
              <a:off x="8518285" y="4092272"/>
              <a:ext cx="48687" cy="80307"/>
            </a:xfrm>
            <a:custGeom>
              <a:rect b="b" l="l" r="r" t="t"/>
              <a:pathLst>
                <a:path extrusionOk="0" h="1004" w="609">
                  <a:moveTo>
                    <a:pt x="487" y="0"/>
                  </a:moveTo>
                  <a:cubicBezTo>
                    <a:pt x="487" y="0"/>
                    <a:pt x="183" y="152"/>
                    <a:pt x="61" y="426"/>
                  </a:cubicBezTo>
                  <a:cubicBezTo>
                    <a:pt x="0" y="699"/>
                    <a:pt x="122" y="1003"/>
                    <a:pt x="122" y="1003"/>
                  </a:cubicBezTo>
                  <a:cubicBezTo>
                    <a:pt x="122" y="1003"/>
                    <a:pt x="426" y="851"/>
                    <a:pt x="547" y="578"/>
                  </a:cubicBezTo>
                  <a:cubicBezTo>
                    <a:pt x="608" y="304"/>
                    <a:pt x="487" y="0"/>
                    <a:pt x="487" y="0"/>
                  </a:cubicBezTo>
                  <a:close/>
                </a:path>
              </a:pathLst>
            </a:custGeom>
            <a:solidFill>
              <a:srgbClr val="7BBFB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06" name="Google Shape;6306;p58"/>
            <p:cNvSpPr/>
            <p:nvPr/>
          </p:nvSpPr>
          <p:spPr>
            <a:xfrm>
              <a:off x="8071153" y="3827914"/>
              <a:ext cx="592952" cy="566871"/>
            </a:xfrm>
            <a:custGeom>
              <a:rect b="b" l="l" r="r" t="t"/>
              <a:pathLst>
                <a:path extrusionOk="0" h="7087" w="7417">
                  <a:moveTo>
                    <a:pt x="3931" y="0"/>
                  </a:moveTo>
                  <a:cubicBezTo>
                    <a:pt x="3624" y="0"/>
                    <a:pt x="3315" y="31"/>
                    <a:pt x="3010" y="83"/>
                  </a:cubicBezTo>
                  <a:cubicBezTo>
                    <a:pt x="1672" y="296"/>
                    <a:pt x="578" y="965"/>
                    <a:pt x="244" y="2363"/>
                  </a:cubicBezTo>
                  <a:cubicBezTo>
                    <a:pt x="0" y="3275"/>
                    <a:pt x="61" y="4430"/>
                    <a:pt x="426" y="5312"/>
                  </a:cubicBezTo>
                  <a:cubicBezTo>
                    <a:pt x="760" y="6132"/>
                    <a:pt x="1520" y="6770"/>
                    <a:pt x="2402" y="6953"/>
                  </a:cubicBezTo>
                  <a:cubicBezTo>
                    <a:pt x="2775" y="7038"/>
                    <a:pt x="3182" y="7086"/>
                    <a:pt x="3592" y="7086"/>
                  </a:cubicBezTo>
                  <a:cubicBezTo>
                    <a:pt x="4351" y="7086"/>
                    <a:pt x="5123" y="6922"/>
                    <a:pt x="5715" y="6527"/>
                  </a:cubicBezTo>
                  <a:cubicBezTo>
                    <a:pt x="6049" y="6315"/>
                    <a:pt x="6353" y="6071"/>
                    <a:pt x="6657" y="5767"/>
                  </a:cubicBezTo>
                  <a:cubicBezTo>
                    <a:pt x="7022" y="5342"/>
                    <a:pt x="7235" y="4825"/>
                    <a:pt x="7295" y="4308"/>
                  </a:cubicBezTo>
                  <a:cubicBezTo>
                    <a:pt x="7417" y="3640"/>
                    <a:pt x="7417" y="3032"/>
                    <a:pt x="7265" y="2515"/>
                  </a:cubicBezTo>
                  <a:cubicBezTo>
                    <a:pt x="7022" y="1634"/>
                    <a:pt x="6505" y="874"/>
                    <a:pt x="5593" y="387"/>
                  </a:cubicBezTo>
                  <a:cubicBezTo>
                    <a:pt x="5077" y="109"/>
                    <a:pt x="4509" y="0"/>
                    <a:pt x="393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307" name="Google Shape;6307;p58"/>
          <p:cNvSpPr/>
          <p:nvPr/>
        </p:nvSpPr>
        <p:spPr>
          <a:xfrm>
            <a:off x="0" y="5107500"/>
            <a:ext cx="9144000" cy="36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8" name="Google Shape;6308;p58"/>
          <p:cNvSpPr txBox="1"/>
          <p:nvPr>
            <p:ph type="title"/>
          </p:nvPr>
        </p:nvSpPr>
        <p:spPr>
          <a:xfrm>
            <a:off x="720000" y="1217250"/>
            <a:ext cx="7704000" cy="270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200"/>
              <a:buNone/>
              <a:defRPr sz="82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309" name="Shape 6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10" name="Google Shape;6310;p59"/>
          <p:cNvGrpSpPr/>
          <p:nvPr/>
        </p:nvGrpSpPr>
        <p:grpSpPr>
          <a:xfrm>
            <a:off x="-15975" y="-52"/>
            <a:ext cx="9175950" cy="5143406"/>
            <a:chOff x="-15975" y="-52"/>
            <a:chExt cx="9175950" cy="5143406"/>
          </a:xfrm>
        </p:grpSpPr>
        <p:sp>
          <p:nvSpPr>
            <p:cNvPr id="6311" name="Google Shape;6311;p59"/>
            <p:cNvSpPr/>
            <p:nvPr/>
          </p:nvSpPr>
          <p:spPr>
            <a:xfrm rot="5400000">
              <a:off x="4570450" y="-378255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12" name="Google Shape;6312;p59"/>
            <p:cNvSpPr/>
            <p:nvPr/>
          </p:nvSpPr>
          <p:spPr>
            <a:xfrm rot="5400000">
              <a:off x="4570450" y="-276311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13" name="Google Shape;6313;p59"/>
            <p:cNvSpPr/>
            <p:nvPr/>
          </p:nvSpPr>
          <p:spPr>
            <a:xfrm rot="5400000">
              <a:off x="4570450" y="-174368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14" name="Google Shape;6314;p59"/>
            <p:cNvSpPr/>
            <p:nvPr/>
          </p:nvSpPr>
          <p:spPr>
            <a:xfrm rot="5400000">
              <a:off x="4570450" y="-72425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15" name="Google Shape;6315;p59"/>
            <p:cNvSpPr/>
            <p:nvPr/>
          </p:nvSpPr>
          <p:spPr>
            <a:xfrm rot="5400000">
              <a:off x="4570450" y="295184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16" name="Google Shape;6316;p59"/>
            <p:cNvSpPr/>
            <p:nvPr/>
          </p:nvSpPr>
          <p:spPr>
            <a:xfrm rot="5400000">
              <a:off x="4570450" y="-429226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17" name="Google Shape;6317;p59"/>
            <p:cNvSpPr/>
            <p:nvPr/>
          </p:nvSpPr>
          <p:spPr>
            <a:xfrm rot="5400000">
              <a:off x="4570450" y="-327283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18" name="Google Shape;6318;p59"/>
            <p:cNvSpPr/>
            <p:nvPr/>
          </p:nvSpPr>
          <p:spPr>
            <a:xfrm rot="5400000">
              <a:off x="4570450" y="-225340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19" name="Google Shape;6319;p59"/>
            <p:cNvSpPr/>
            <p:nvPr/>
          </p:nvSpPr>
          <p:spPr>
            <a:xfrm rot="5400000">
              <a:off x="4570450" y="-123396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20" name="Google Shape;6320;p59"/>
            <p:cNvSpPr/>
            <p:nvPr/>
          </p:nvSpPr>
          <p:spPr>
            <a:xfrm rot="5400000">
              <a:off x="4570450" y="-21453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21" name="Google Shape;6321;p59"/>
            <p:cNvSpPr/>
            <p:nvPr/>
          </p:nvSpPr>
          <p:spPr>
            <a:xfrm>
              <a:off x="5081305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22" name="Google Shape;6322;p59"/>
            <p:cNvSpPr/>
            <p:nvPr/>
          </p:nvSpPr>
          <p:spPr>
            <a:xfrm>
              <a:off x="6100964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23" name="Google Shape;6323;p59"/>
            <p:cNvSpPr/>
            <p:nvPr/>
          </p:nvSpPr>
          <p:spPr>
            <a:xfrm>
              <a:off x="7120623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24" name="Google Shape;6324;p59"/>
            <p:cNvSpPr/>
            <p:nvPr/>
          </p:nvSpPr>
          <p:spPr>
            <a:xfrm>
              <a:off x="8140282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25" name="Google Shape;6325;p59"/>
            <p:cNvSpPr/>
            <p:nvPr/>
          </p:nvSpPr>
          <p:spPr>
            <a:xfrm>
              <a:off x="5591134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26" name="Google Shape;6326;p59"/>
            <p:cNvSpPr/>
            <p:nvPr/>
          </p:nvSpPr>
          <p:spPr>
            <a:xfrm>
              <a:off x="6610793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27" name="Google Shape;6327;p59"/>
            <p:cNvSpPr/>
            <p:nvPr/>
          </p:nvSpPr>
          <p:spPr>
            <a:xfrm>
              <a:off x="7630452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28" name="Google Shape;6328;p59"/>
            <p:cNvSpPr/>
            <p:nvPr/>
          </p:nvSpPr>
          <p:spPr>
            <a:xfrm>
              <a:off x="8650111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329" name="Google Shape;6329;p59"/>
            <p:cNvGrpSpPr/>
            <p:nvPr/>
          </p:nvGrpSpPr>
          <p:grpSpPr>
            <a:xfrm>
              <a:off x="-15975" y="-52"/>
              <a:ext cx="4587484" cy="5143406"/>
              <a:chOff x="-9275" y="-1994782"/>
              <a:chExt cx="4587484" cy="9140583"/>
            </a:xfrm>
          </p:grpSpPr>
          <p:sp>
            <p:nvSpPr>
              <p:cNvPr id="6330" name="Google Shape;6330;p59"/>
              <p:cNvSpPr/>
              <p:nvPr/>
            </p:nvSpPr>
            <p:spPr>
              <a:xfrm>
                <a:off x="50044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31" name="Google Shape;6331;p59"/>
              <p:cNvSpPr/>
              <p:nvPr/>
            </p:nvSpPr>
            <p:spPr>
              <a:xfrm>
                <a:off x="15198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32" name="Google Shape;6332;p59"/>
              <p:cNvSpPr/>
              <p:nvPr/>
            </p:nvSpPr>
            <p:spPr>
              <a:xfrm>
                <a:off x="253930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33" name="Google Shape;6333;p59"/>
              <p:cNvSpPr/>
              <p:nvPr/>
            </p:nvSpPr>
            <p:spPr>
              <a:xfrm>
                <a:off x="355874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34" name="Google Shape;6334;p59"/>
              <p:cNvSpPr/>
              <p:nvPr/>
            </p:nvSpPr>
            <p:spPr>
              <a:xfrm>
                <a:off x="45781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35" name="Google Shape;6335;p59"/>
              <p:cNvSpPr/>
              <p:nvPr/>
            </p:nvSpPr>
            <p:spPr>
              <a:xfrm>
                <a:off x="101015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36" name="Google Shape;6336;p59"/>
              <p:cNvSpPr/>
              <p:nvPr/>
            </p:nvSpPr>
            <p:spPr>
              <a:xfrm>
                <a:off x="202959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37" name="Google Shape;6337;p59"/>
              <p:cNvSpPr/>
              <p:nvPr/>
            </p:nvSpPr>
            <p:spPr>
              <a:xfrm>
                <a:off x="304902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38" name="Google Shape;6338;p59"/>
              <p:cNvSpPr/>
              <p:nvPr/>
            </p:nvSpPr>
            <p:spPr>
              <a:xfrm>
                <a:off x="406845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39" name="Google Shape;6339;p59"/>
              <p:cNvSpPr/>
              <p:nvPr/>
            </p:nvSpPr>
            <p:spPr>
              <a:xfrm>
                <a:off x="-92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6340" name="Google Shape;6340;p59"/>
            <p:cNvSpPr/>
            <p:nvPr/>
          </p:nvSpPr>
          <p:spPr>
            <a:xfrm>
              <a:off x="9159941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341" name="Google Shape;6341;p59"/>
          <p:cNvSpPr/>
          <p:nvPr/>
        </p:nvSpPr>
        <p:spPr>
          <a:xfrm>
            <a:off x="0" y="-100"/>
            <a:ext cx="9144000" cy="5143500"/>
          </a:xfrm>
          <a:prstGeom prst="rect">
            <a:avLst/>
          </a:prstGeom>
          <a:solidFill>
            <a:srgbClr val="D6E3EA">
              <a:alpha val="398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42" name="Google Shape;6342;p59"/>
          <p:cNvGrpSpPr/>
          <p:nvPr/>
        </p:nvGrpSpPr>
        <p:grpSpPr>
          <a:xfrm flipH="1">
            <a:off x="0" y="3998946"/>
            <a:ext cx="1496970" cy="1108547"/>
            <a:chOff x="7609470" y="3938246"/>
            <a:chExt cx="1496970" cy="1108547"/>
          </a:xfrm>
        </p:grpSpPr>
        <p:sp>
          <p:nvSpPr>
            <p:cNvPr id="6343" name="Google Shape;6343;p59"/>
            <p:cNvSpPr/>
            <p:nvPr/>
          </p:nvSpPr>
          <p:spPr>
            <a:xfrm flipH="1">
              <a:off x="7609470" y="3938246"/>
              <a:ext cx="1494572" cy="1108547"/>
            </a:xfrm>
            <a:custGeom>
              <a:rect b="b" l="l" r="r" t="t"/>
              <a:pathLst>
                <a:path extrusionOk="0" h="13859" w="18695">
                  <a:moveTo>
                    <a:pt x="1447" y="0"/>
                  </a:moveTo>
                  <a:cubicBezTo>
                    <a:pt x="1061" y="0"/>
                    <a:pt x="617" y="130"/>
                    <a:pt x="122" y="424"/>
                  </a:cubicBezTo>
                  <a:cubicBezTo>
                    <a:pt x="92" y="424"/>
                    <a:pt x="61" y="454"/>
                    <a:pt x="1" y="454"/>
                  </a:cubicBezTo>
                  <a:lnTo>
                    <a:pt x="1" y="13858"/>
                  </a:lnTo>
                  <a:lnTo>
                    <a:pt x="18694" y="13858"/>
                  </a:lnTo>
                  <a:cubicBezTo>
                    <a:pt x="18451" y="13038"/>
                    <a:pt x="17752" y="12339"/>
                    <a:pt x="16992" y="12035"/>
                  </a:cubicBezTo>
                  <a:cubicBezTo>
                    <a:pt x="16604" y="11877"/>
                    <a:pt x="16196" y="11814"/>
                    <a:pt x="15780" y="11814"/>
                  </a:cubicBezTo>
                  <a:cubicBezTo>
                    <a:pt x="15320" y="11814"/>
                    <a:pt x="14850" y="11891"/>
                    <a:pt x="14389" y="12002"/>
                  </a:cubicBezTo>
                  <a:lnTo>
                    <a:pt x="14389" y="12002"/>
                  </a:lnTo>
                  <a:cubicBezTo>
                    <a:pt x="14540" y="11959"/>
                    <a:pt x="14746" y="11667"/>
                    <a:pt x="14864" y="11548"/>
                  </a:cubicBezTo>
                  <a:cubicBezTo>
                    <a:pt x="15138" y="11244"/>
                    <a:pt x="15351" y="10940"/>
                    <a:pt x="15411" y="10576"/>
                  </a:cubicBezTo>
                  <a:cubicBezTo>
                    <a:pt x="15472" y="10120"/>
                    <a:pt x="15320" y="9664"/>
                    <a:pt x="15047" y="9299"/>
                  </a:cubicBezTo>
                  <a:cubicBezTo>
                    <a:pt x="14653" y="8827"/>
                    <a:pt x="14011" y="8581"/>
                    <a:pt x="13374" y="8581"/>
                  </a:cubicBezTo>
                  <a:cubicBezTo>
                    <a:pt x="13272" y="8581"/>
                    <a:pt x="13171" y="8588"/>
                    <a:pt x="13071" y="8600"/>
                  </a:cubicBezTo>
                  <a:lnTo>
                    <a:pt x="12980" y="8600"/>
                  </a:lnTo>
                  <a:cubicBezTo>
                    <a:pt x="12828" y="8630"/>
                    <a:pt x="12706" y="8630"/>
                    <a:pt x="12554" y="8691"/>
                  </a:cubicBezTo>
                  <a:cubicBezTo>
                    <a:pt x="12213" y="8835"/>
                    <a:pt x="11894" y="9021"/>
                    <a:pt x="11601" y="9243"/>
                  </a:cubicBezTo>
                  <a:lnTo>
                    <a:pt x="11601" y="9243"/>
                  </a:lnTo>
                  <a:cubicBezTo>
                    <a:pt x="11894" y="8923"/>
                    <a:pt x="12183" y="8555"/>
                    <a:pt x="12311" y="8235"/>
                  </a:cubicBezTo>
                  <a:cubicBezTo>
                    <a:pt x="13246" y="6312"/>
                    <a:pt x="11645" y="3636"/>
                    <a:pt x="9345" y="3636"/>
                  </a:cubicBezTo>
                  <a:cubicBezTo>
                    <a:pt x="9028" y="3636"/>
                    <a:pt x="8698" y="3687"/>
                    <a:pt x="8359" y="3798"/>
                  </a:cubicBezTo>
                  <a:cubicBezTo>
                    <a:pt x="7436" y="4182"/>
                    <a:pt x="6643" y="4956"/>
                    <a:pt x="6052" y="5864"/>
                  </a:cubicBezTo>
                  <a:lnTo>
                    <a:pt x="6052" y="5864"/>
                  </a:lnTo>
                  <a:cubicBezTo>
                    <a:pt x="7044" y="3936"/>
                    <a:pt x="6013" y="2566"/>
                    <a:pt x="4822" y="2566"/>
                  </a:cubicBezTo>
                  <a:cubicBezTo>
                    <a:pt x="4146" y="2566"/>
                    <a:pt x="3418" y="3008"/>
                    <a:pt x="2979" y="4041"/>
                  </a:cubicBezTo>
                  <a:cubicBezTo>
                    <a:pt x="3611" y="2050"/>
                    <a:pt x="2981" y="0"/>
                    <a:pt x="144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44" name="Google Shape;6344;p59"/>
            <p:cNvSpPr/>
            <p:nvPr/>
          </p:nvSpPr>
          <p:spPr>
            <a:xfrm flipH="1">
              <a:off x="8221849" y="4367699"/>
              <a:ext cx="884591" cy="679094"/>
            </a:xfrm>
            <a:custGeom>
              <a:rect b="b" l="l" r="r" t="t"/>
              <a:pathLst>
                <a:path extrusionOk="0" h="8490" w="11065">
                  <a:moveTo>
                    <a:pt x="486" y="1"/>
                  </a:moveTo>
                  <a:cubicBezTo>
                    <a:pt x="321" y="1"/>
                    <a:pt x="157" y="33"/>
                    <a:pt x="0" y="100"/>
                  </a:cubicBezTo>
                  <a:lnTo>
                    <a:pt x="0" y="8489"/>
                  </a:lnTo>
                  <a:lnTo>
                    <a:pt x="11064" y="8489"/>
                  </a:lnTo>
                  <a:cubicBezTo>
                    <a:pt x="10912" y="8003"/>
                    <a:pt x="10487" y="7578"/>
                    <a:pt x="10031" y="7426"/>
                  </a:cubicBezTo>
                  <a:cubicBezTo>
                    <a:pt x="9799" y="7339"/>
                    <a:pt x="9553" y="7300"/>
                    <a:pt x="9303" y="7300"/>
                  </a:cubicBezTo>
                  <a:cubicBezTo>
                    <a:pt x="9029" y="7300"/>
                    <a:pt x="8751" y="7346"/>
                    <a:pt x="8481" y="7426"/>
                  </a:cubicBezTo>
                  <a:cubicBezTo>
                    <a:pt x="8754" y="6939"/>
                    <a:pt x="8389" y="6271"/>
                    <a:pt x="7903" y="6058"/>
                  </a:cubicBezTo>
                  <a:cubicBezTo>
                    <a:pt x="7756" y="6003"/>
                    <a:pt x="7601" y="5978"/>
                    <a:pt x="7444" y="5978"/>
                  </a:cubicBezTo>
                  <a:cubicBezTo>
                    <a:pt x="7152" y="5978"/>
                    <a:pt x="6851" y="6063"/>
                    <a:pt x="6580" y="6195"/>
                  </a:cubicBezTo>
                  <a:lnTo>
                    <a:pt x="6580" y="6195"/>
                  </a:lnTo>
                  <a:cubicBezTo>
                    <a:pt x="6903" y="5981"/>
                    <a:pt x="7137" y="5620"/>
                    <a:pt x="7265" y="5237"/>
                  </a:cubicBezTo>
                  <a:cubicBezTo>
                    <a:pt x="7801" y="4084"/>
                    <a:pt x="6846" y="2504"/>
                    <a:pt x="5507" y="2504"/>
                  </a:cubicBezTo>
                  <a:cubicBezTo>
                    <a:pt x="5329" y="2504"/>
                    <a:pt x="5144" y="2532"/>
                    <a:pt x="4955" y="2593"/>
                  </a:cubicBezTo>
                  <a:cubicBezTo>
                    <a:pt x="4359" y="2836"/>
                    <a:pt x="3885" y="3321"/>
                    <a:pt x="3509" y="3896"/>
                  </a:cubicBezTo>
                  <a:lnTo>
                    <a:pt x="3509" y="3896"/>
                  </a:lnTo>
                  <a:cubicBezTo>
                    <a:pt x="4180" y="2709"/>
                    <a:pt x="3551" y="1867"/>
                    <a:pt x="2823" y="1867"/>
                  </a:cubicBezTo>
                  <a:cubicBezTo>
                    <a:pt x="2423" y="1867"/>
                    <a:pt x="1993" y="2122"/>
                    <a:pt x="1733" y="2714"/>
                  </a:cubicBezTo>
                  <a:cubicBezTo>
                    <a:pt x="2381" y="1081"/>
                    <a:pt x="1437" y="1"/>
                    <a:pt x="4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45" name="Google Shape;6345;p59"/>
            <p:cNvSpPr/>
            <p:nvPr/>
          </p:nvSpPr>
          <p:spPr>
            <a:xfrm flipH="1">
              <a:off x="8165967" y="4144614"/>
              <a:ext cx="82743" cy="75988"/>
            </a:xfrm>
            <a:custGeom>
              <a:rect b="b" l="l" r="r" t="t"/>
              <a:pathLst>
                <a:path extrusionOk="0" h="950" w="1035">
                  <a:moveTo>
                    <a:pt x="998" y="1"/>
                  </a:moveTo>
                  <a:cubicBezTo>
                    <a:pt x="894" y="1"/>
                    <a:pt x="584" y="21"/>
                    <a:pt x="335" y="245"/>
                  </a:cubicBezTo>
                  <a:cubicBezTo>
                    <a:pt x="31" y="488"/>
                    <a:pt x="1" y="944"/>
                    <a:pt x="1" y="944"/>
                  </a:cubicBezTo>
                  <a:cubicBezTo>
                    <a:pt x="1" y="944"/>
                    <a:pt x="38" y="950"/>
                    <a:pt x="99" y="950"/>
                  </a:cubicBezTo>
                  <a:cubicBezTo>
                    <a:pt x="235" y="950"/>
                    <a:pt x="490" y="921"/>
                    <a:pt x="700" y="731"/>
                  </a:cubicBezTo>
                  <a:cubicBezTo>
                    <a:pt x="1004" y="458"/>
                    <a:pt x="1034" y="2"/>
                    <a:pt x="1034" y="2"/>
                  </a:cubicBezTo>
                  <a:cubicBezTo>
                    <a:pt x="1034" y="2"/>
                    <a:pt x="1021" y="1"/>
                    <a:pt x="99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46" name="Google Shape;6346;p59"/>
            <p:cNvSpPr/>
            <p:nvPr/>
          </p:nvSpPr>
          <p:spPr>
            <a:xfrm flipH="1">
              <a:off x="8853654" y="4378097"/>
              <a:ext cx="82743" cy="116782"/>
            </a:xfrm>
            <a:custGeom>
              <a:rect b="b" l="l" r="r" t="t"/>
              <a:pathLst>
                <a:path extrusionOk="0" h="1460" w="1035">
                  <a:moveTo>
                    <a:pt x="913" y="1"/>
                  </a:moveTo>
                  <a:lnTo>
                    <a:pt x="913" y="1"/>
                  </a:lnTo>
                  <a:cubicBezTo>
                    <a:pt x="913" y="1"/>
                    <a:pt x="457" y="153"/>
                    <a:pt x="244" y="548"/>
                  </a:cubicBezTo>
                  <a:cubicBezTo>
                    <a:pt x="1" y="913"/>
                    <a:pt x="123" y="1460"/>
                    <a:pt x="123" y="1460"/>
                  </a:cubicBezTo>
                  <a:cubicBezTo>
                    <a:pt x="123" y="1460"/>
                    <a:pt x="578" y="1308"/>
                    <a:pt x="791" y="913"/>
                  </a:cubicBezTo>
                  <a:cubicBezTo>
                    <a:pt x="1034" y="548"/>
                    <a:pt x="913" y="1"/>
                    <a:pt x="9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47" name="Google Shape;6347;p59"/>
            <p:cNvSpPr/>
            <p:nvPr/>
          </p:nvSpPr>
          <p:spPr>
            <a:xfrm flipH="1">
              <a:off x="8255906" y="4047429"/>
              <a:ext cx="77786" cy="165414"/>
            </a:xfrm>
            <a:custGeom>
              <a:rect b="b" l="l" r="r" t="t"/>
              <a:pathLst>
                <a:path extrusionOk="0" h="2068" w="973">
                  <a:moveTo>
                    <a:pt x="243" y="1"/>
                  </a:moveTo>
                  <a:cubicBezTo>
                    <a:pt x="243" y="1"/>
                    <a:pt x="0" y="578"/>
                    <a:pt x="91" y="1156"/>
                  </a:cubicBezTo>
                  <a:cubicBezTo>
                    <a:pt x="213" y="1703"/>
                    <a:pt x="699" y="2068"/>
                    <a:pt x="699" y="2068"/>
                  </a:cubicBezTo>
                  <a:cubicBezTo>
                    <a:pt x="699" y="2068"/>
                    <a:pt x="973" y="1490"/>
                    <a:pt x="851" y="913"/>
                  </a:cubicBezTo>
                  <a:cubicBezTo>
                    <a:pt x="760" y="335"/>
                    <a:pt x="243" y="1"/>
                    <a:pt x="2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348" name="Google Shape;6348;p59"/>
          <p:cNvGrpSpPr/>
          <p:nvPr/>
        </p:nvGrpSpPr>
        <p:grpSpPr>
          <a:xfrm>
            <a:off x="0" y="4752988"/>
            <a:ext cx="9144000" cy="354505"/>
            <a:chOff x="0" y="4689888"/>
            <a:chExt cx="9144000" cy="354505"/>
          </a:xfrm>
        </p:grpSpPr>
        <p:grpSp>
          <p:nvGrpSpPr>
            <p:cNvPr id="6349" name="Google Shape;6349;p59"/>
            <p:cNvGrpSpPr/>
            <p:nvPr/>
          </p:nvGrpSpPr>
          <p:grpSpPr>
            <a:xfrm>
              <a:off x="0" y="4793425"/>
              <a:ext cx="9144000" cy="194975"/>
              <a:chOff x="0" y="4789550"/>
              <a:chExt cx="9144000" cy="194975"/>
            </a:xfrm>
          </p:grpSpPr>
          <p:sp>
            <p:nvSpPr>
              <p:cNvPr id="6350" name="Google Shape;6350;p59"/>
              <p:cNvSpPr/>
              <p:nvPr/>
            </p:nvSpPr>
            <p:spPr>
              <a:xfrm>
                <a:off x="0" y="4789550"/>
                <a:ext cx="9144000" cy="360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51" name="Google Shape;6351;p59"/>
              <p:cNvSpPr/>
              <p:nvPr/>
            </p:nvSpPr>
            <p:spPr>
              <a:xfrm>
                <a:off x="0" y="4948525"/>
                <a:ext cx="9144000" cy="360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352" name="Google Shape;6352;p59"/>
            <p:cNvGrpSpPr/>
            <p:nvPr/>
          </p:nvGrpSpPr>
          <p:grpSpPr>
            <a:xfrm>
              <a:off x="28483" y="4689888"/>
              <a:ext cx="9087034" cy="354505"/>
              <a:chOff x="28483" y="4689888"/>
              <a:chExt cx="9087034" cy="354505"/>
            </a:xfrm>
          </p:grpSpPr>
          <p:sp>
            <p:nvSpPr>
              <p:cNvPr id="6353" name="Google Shape;6353;p59"/>
              <p:cNvSpPr/>
              <p:nvPr/>
            </p:nvSpPr>
            <p:spPr>
              <a:xfrm>
                <a:off x="64010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6" y="1"/>
                      <a:pt x="533" y="8"/>
                      <a:pt x="518" y="24"/>
                    </a:cubicBezTo>
                    <a:lnTo>
                      <a:pt x="62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34" y="4431"/>
                      <a:pt x="1065" y="4401"/>
                      <a:pt x="1156" y="4370"/>
                    </a:cubicBezTo>
                    <a:lnTo>
                      <a:pt x="1156" y="601"/>
                    </a:lnTo>
                    <a:lnTo>
                      <a:pt x="1126" y="571"/>
                    </a:lnTo>
                    <a:lnTo>
                      <a:pt x="670" y="24"/>
                    </a:lnTo>
                    <a:cubicBezTo>
                      <a:pt x="639" y="8"/>
                      <a:pt x="609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54" name="Google Shape;6354;p59"/>
              <p:cNvSpPr/>
              <p:nvPr/>
            </p:nvSpPr>
            <p:spPr>
              <a:xfrm>
                <a:off x="79301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3" y="8"/>
                      <a:pt x="517" y="24"/>
                    </a:cubicBezTo>
                    <a:lnTo>
                      <a:pt x="6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34" y="4431"/>
                      <a:pt x="1064" y="4401"/>
                      <a:pt x="1156" y="4370"/>
                    </a:cubicBezTo>
                    <a:lnTo>
                      <a:pt x="1156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9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55" name="Google Shape;6355;p59"/>
              <p:cNvSpPr/>
              <p:nvPr/>
            </p:nvSpPr>
            <p:spPr>
              <a:xfrm>
                <a:off x="94592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2" y="4431"/>
                      <a:pt x="122" y="4431"/>
                    </a:cubicBezTo>
                    <a:lnTo>
                      <a:pt x="1003" y="4431"/>
                    </a:lnTo>
                    <a:cubicBezTo>
                      <a:pt x="103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8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56" name="Google Shape;6356;p59"/>
              <p:cNvSpPr/>
              <p:nvPr/>
            </p:nvSpPr>
            <p:spPr>
              <a:xfrm>
                <a:off x="109882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1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1" y="4431"/>
                      <a:pt x="122" y="4431"/>
                    </a:cubicBezTo>
                    <a:lnTo>
                      <a:pt x="1003" y="4431"/>
                    </a:lnTo>
                    <a:cubicBezTo>
                      <a:pt x="106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8" y="8"/>
                      <a:pt x="608" y="1"/>
                      <a:pt x="58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57" name="Google Shape;6357;p59"/>
              <p:cNvSpPr/>
              <p:nvPr/>
            </p:nvSpPr>
            <p:spPr>
              <a:xfrm>
                <a:off x="1251735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04" y="4431"/>
                      <a:pt x="103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58" name="Google Shape;6358;p59"/>
              <p:cNvSpPr/>
              <p:nvPr/>
            </p:nvSpPr>
            <p:spPr>
              <a:xfrm>
                <a:off x="1402243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59" name="Google Shape;6359;p59"/>
              <p:cNvSpPr/>
              <p:nvPr/>
            </p:nvSpPr>
            <p:spPr>
              <a:xfrm>
                <a:off x="1552751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64" y="4431"/>
                      <a:pt x="109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60" name="Google Shape;6360;p59"/>
              <p:cNvSpPr/>
              <p:nvPr/>
            </p:nvSpPr>
            <p:spPr>
              <a:xfrm>
                <a:off x="751362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61" name="Google Shape;6361;p59"/>
              <p:cNvSpPr/>
              <p:nvPr/>
            </p:nvSpPr>
            <p:spPr>
              <a:xfrm>
                <a:off x="7666529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3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62" name="Google Shape;6362;p59"/>
              <p:cNvSpPr/>
              <p:nvPr/>
            </p:nvSpPr>
            <p:spPr>
              <a:xfrm>
                <a:off x="7816957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63" name="Google Shape;6363;p59"/>
              <p:cNvSpPr/>
              <p:nvPr/>
            </p:nvSpPr>
            <p:spPr>
              <a:xfrm>
                <a:off x="796738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2" y="4431"/>
                      <a:pt x="122" y="4431"/>
                    </a:cubicBezTo>
                    <a:lnTo>
                      <a:pt x="1003" y="4431"/>
                    </a:lnTo>
                    <a:cubicBezTo>
                      <a:pt x="103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8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64" name="Google Shape;6364;p59"/>
              <p:cNvSpPr/>
              <p:nvPr/>
            </p:nvSpPr>
            <p:spPr>
              <a:xfrm>
                <a:off x="812029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93" y="1"/>
                    </a:moveTo>
                    <a:cubicBezTo>
                      <a:pt x="562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1" y="4431"/>
                      <a:pt x="122" y="4431"/>
                    </a:cubicBezTo>
                    <a:lnTo>
                      <a:pt x="1003" y="4431"/>
                    </a:lnTo>
                    <a:cubicBezTo>
                      <a:pt x="106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54" y="8"/>
                      <a:pt x="623" y="1"/>
                      <a:pt x="59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65" name="Google Shape;6365;p59"/>
              <p:cNvSpPr/>
              <p:nvPr/>
            </p:nvSpPr>
            <p:spPr>
              <a:xfrm>
                <a:off x="8273198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1" y="4431"/>
                      <a:pt x="122" y="4431"/>
                    </a:cubicBezTo>
                    <a:lnTo>
                      <a:pt x="973" y="4431"/>
                    </a:lnTo>
                    <a:cubicBezTo>
                      <a:pt x="1034" y="4431"/>
                      <a:pt x="1065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66" name="Google Shape;6366;p59"/>
              <p:cNvSpPr/>
              <p:nvPr/>
            </p:nvSpPr>
            <p:spPr>
              <a:xfrm>
                <a:off x="8423706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34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67" name="Google Shape;6367;p59"/>
              <p:cNvSpPr/>
              <p:nvPr/>
            </p:nvSpPr>
            <p:spPr>
              <a:xfrm>
                <a:off x="8574214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64" y="4431"/>
                      <a:pt x="109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68" name="Google Shape;6368;p59"/>
              <p:cNvSpPr/>
              <p:nvPr/>
            </p:nvSpPr>
            <p:spPr>
              <a:xfrm>
                <a:off x="8724643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2" y="4431"/>
                      <a:pt x="122" y="4431"/>
                    </a:cubicBezTo>
                    <a:lnTo>
                      <a:pt x="974" y="4431"/>
                    </a:lnTo>
                    <a:cubicBezTo>
                      <a:pt x="1065" y="4431"/>
                      <a:pt x="1095" y="4401"/>
                      <a:pt x="1126" y="4370"/>
                    </a:cubicBezTo>
                    <a:lnTo>
                      <a:pt x="112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4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69" name="Google Shape;6369;p59"/>
              <p:cNvSpPr/>
              <p:nvPr/>
            </p:nvSpPr>
            <p:spPr>
              <a:xfrm>
                <a:off x="8875151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74" y="1"/>
                    </a:moveTo>
                    <a:cubicBezTo>
                      <a:pt x="547" y="1"/>
                      <a:pt x="517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122" y="4431"/>
                    </a:cubicBezTo>
                    <a:lnTo>
                      <a:pt x="1003" y="4431"/>
                    </a:lnTo>
                    <a:cubicBezTo>
                      <a:pt x="103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600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70" name="Google Shape;6370;p59"/>
              <p:cNvSpPr/>
              <p:nvPr/>
            </p:nvSpPr>
            <p:spPr>
              <a:xfrm>
                <a:off x="736071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71" name="Google Shape;6371;p59"/>
              <p:cNvSpPr/>
              <p:nvPr/>
            </p:nvSpPr>
            <p:spPr>
              <a:xfrm>
                <a:off x="720781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72" name="Google Shape;6372;p59"/>
              <p:cNvSpPr/>
              <p:nvPr/>
            </p:nvSpPr>
            <p:spPr>
              <a:xfrm>
                <a:off x="705490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73" name="Google Shape;6373;p59"/>
              <p:cNvSpPr/>
              <p:nvPr/>
            </p:nvSpPr>
            <p:spPr>
              <a:xfrm>
                <a:off x="690199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74" name="Google Shape;6374;p59"/>
              <p:cNvSpPr/>
              <p:nvPr/>
            </p:nvSpPr>
            <p:spPr>
              <a:xfrm>
                <a:off x="674909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75" name="Google Shape;6375;p59"/>
              <p:cNvSpPr/>
              <p:nvPr/>
            </p:nvSpPr>
            <p:spPr>
              <a:xfrm>
                <a:off x="659618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76" name="Google Shape;6376;p59"/>
              <p:cNvSpPr/>
              <p:nvPr/>
            </p:nvSpPr>
            <p:spPr>
              <a:xfrm>
                <a:off x="644327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77" name="Google Shape;6377;p59"/>
              <p:cNvSpPr/>
              <p:nvPr/>
            </p:nvSpPr>
            <p:spPr>
              <a:xfrm>
                <a:off x="629037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78" name="Google Shape;6378;p59"/>
              <p:cNvSpPr/>
              <p:nvPr/>
            </p:nvSpPr>
            <p:spPr>
              <a:xfrm>
                <a:off x="613746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79" name="Google Shape;6379;p59"/>
              <p:cNvSpPr/>
              <p:nvPr/>
            </p:nvSpPr>
            <p:spPr>
              <a:xfrm>
                <a:off x="598455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80" name="Google Shape;6380;p59"/>
              <p:cNvSpPr/>
              <p:nvPr/>
            </p:nvSpPr>
            <p:spPr>
              <a:xfrm>
                <a:off x="583165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81" name="Google Shape;6381;p59"/>
              <p:cNvSpPr/>
              <p:nvPr/>
            </p:nvSpPr>
            <p:spPr>
              <a:xfrm>
                <a:off x="567874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82" name="Google Shape;6382;p59"/>
              <p:cNvSpPr/>
              <p:nvPr/>
            </p:nvSpPr>
            <p:spPr>
              <a:xfrm>
                <a:off x="552583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83" name="Google Shape;6383;p59"/>
              <p:cNvSpPr/>
              <p:nvPr/>
            </p:nvSpPr>
            <p:spPr>
              <a:xfrm>
                <a:off x="537293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84" name="Google Shape;6384;p59"/>
              <p:cNvSpPr/>
              <p:nvPr/>
            </p:nvSpPr>
            <p:spPr>
              <a:xfrm>
                <a:off x="522002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85" name="Google Shape;6385;p59"/>
              <p:cNvSpPr/>
              <p:nvPr/>
            </p:nvSpPr>
            <p:spPr>
              <a:xfrm>
                <a:off x="506712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86" name="Google Shape;6386;p59"/>
              <p:cNvSpPr/>
              <p:nvPr/>
            </p:nvSpPr>
            <p:spPr>
              <a:xfrm>
                <a:off x="491421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87" name="Google Shape;6387;p59"/>
              <p:cNvSpPr/>
              <p:nvPr/>
            </p:nvSpPr>
            <p:spPr>
              <a:xfrm>
                <a:off x="476130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88" name="Google Shape;6388;p59"/>
              <p:cNvSpPr/>
              <p:nvPr/>
            </p:nvSpPr>
            <p:spPr>
              <a:xfrm>
                <a:off x="460840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89" name="Google Shape;6389;p59"/>
              <p:cNvSpPr/>
              <p:nvPr/>
            </p:nvSpPr>
            <p:spPr>
              <a:xfrm>
                <a:off x="445549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90" name="Google Shape;6390;p59"/>
              <p:cNvSpPr/>
              <p:nvPr/>
            </p:nvSpPr>
            <p:spPr>
              <a:xfrm>
                <a:off x="430258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91" name="Google Shape;6391;p59"/>
              <p:cNvSpPr/>
              <p:nvPr/>
            </p:nvSpPr>
            <p:spPr>
              <a:xfrm>
                <a:off x="414968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92" name="Google Shape;6392;p59"/>
              <p:cNvSpPr/>
              <p:nvPr/>
            </p:nvSpPr>
            <p:spPr>
              <a:xfrm>
                <a:off x="399677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93" name="Google Shape;6393;p59"/>
              <p:cNvSpPr/>
              <p:nvPr/>
            </p:nvSpPr>
            <p:spPr>
              <a:xfrm>
                <a:off x="384386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94" name="Google Shape;6394;p59"/>
              <p:cNvSpPr/>
              <p:nvPr/>
            </p:nvSpPr>
            <p:spPr>
              <a:xfrm>
                <a:off x="369096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95" name="Google Shape;6395;p59"/>
              <p:cNvSpPr/>
              <p:nvPr/>
            </p:nvSpPr>
            <p:spPr>
              <a:xfrm>
                <a:off x="353805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96" name="Google Shape;6396;p59"/>
              <p:cNvSpPr/>
              <p:nvPr/>
            </p:nvSpPr>
            <p:spPr>
              <a:xfrm>
                <a:off x="338514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97" name="Google Shape;6397;p59"/>
              <p:cNvSpPr/>
              <p:nvPr/>
            </p:nvSpPr>
            <p:spPr>
              <a:xfrm>
                <a:off x="323224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98" name="Google Shape;6398;p59"/>
              <p:cNvSpPr/>
              <p:nvPr/>
            </p:nvSpPr>
            <p:spPr>
              <a:xfrm>
                <a:off x="307933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99" name="Google Shape;6399;p59"/>
              <p:cNvSpPr/>
              <p:nvPr/>
            </p:nvSpPr>
            <p:spPr>
              <a:xfrm>
                <a:off x="292643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00" name="Google Shape;6400;p59"/>
              <p:cNvSpPr/>
              <p:nvPr/>
            </p:nvSpPr>
            <p:spPr>
              <a:xfrm>
                <a:off x="277352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01" name="Google Shape;6401;p59"/>
              <p:cNvSpPr/>
              <p:nvPr/>
            </p:nvSpPr>
            <p:spPr>
              <a:xfrm>
                <a:off x="262061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02" name="Google Shape;6402;p59"/>
              <p:cNvSpPr/>
              <p:nvPr/>
            </p:nvSpPr>
            <p:spPr>
              <a:xfrm>
                <a:off x="246771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03" name="Google Shape;6403;p59"/>
              <p:cNvSpPr/>
              <p:nvPr/>
            </p:nvSpPr>
            <p:spPr>
              <a:xfrm>
                <a:off x="231480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04" name="Google Shape;6404;p59"/>
              <p:cNvSpPr/>
              <p:nvPr/>
            </p:nvSpPr>
            <p:spPr>
              <a:xfrm>
                <a:off x="216189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05" name="Google Shape;6405;p59"/>
              <p:cNvSpPr/>
              <p:nvPr/>
            </p:nvSpPr>
            <p:spPr>
              <a:xfrm>
                <a:off x="200899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06" name="Google Shape;6406;p59"/>
              <p:cNvSpPr/>
              <p:nvPr/>
            </p:nvSpPr>
            <p:spPr>
              <a:xfrm>
                <a:off x="185608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07" name="Google Shape;6407;p59"/>
              <p:cNvSpPr/>
              <p:nvPr/>
            </p:nvSpPr>
            <p:spPr>
              <a:xfrm>
                <a:off x="170317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08" name="Google Shape;6408;p59"/>
              <p:cNvSpPr/>
              <p:nvPr/>
            </p:nvSpPr>
            <p:spPr>
              <a:xfrm>
                <a:off x="48720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09" name="Google Shape;6409;p59"/>
              <p:cNvSpPr/>
              <p:nvPr/>
            </p:nvSpPr>
            <p:spPr>
              <a:xfrm>
                <a:off x="33429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10" name="Google Shape;6410;p59"/>
              <p:cNvSpPr/>
              <p:nvPr/>
            </p:nvSpPr>
            <p:spPr>
              <a:xfrm>
                <a:off x="18139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11" name="Google Shape;6411;p59"/>
              <p:cNvSpPr/>
              <p:nvPr/>
            </p:nvSpPr>
            <p:spPr>
              <a:xfrm>
                <a:off x="2848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12" name="Google Shape;6412;p59"/>
              <p:cNvSpPr/>
              <p:nvPr/>
            </p:nvSpPr>
            <p:spPr>
              <a:xfrm>
                <a:off x="9025579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74" y="1"/>
                    </a:moveTo>
                    <a:cubicBezTo>
                      <a:pt x="547" y="1"/>
                      <a:pt x="517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122" y="4431"/>
                    </a:cubicBezTo>
                    <a:lnTo>
                      <a:pt x="1003" y="4431"/>
                    </a:lnTo>
                    <a:cubicBezTo>
                      <a:pt x="103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600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6413" name="Google Shape;6413;p59"/>
          <p:cNvSpPr/>
          <p:nvPr/>
        </p:nvSpPr>
        <p:spPr>
          <a:xfrm>
            <a:off x="0" y="5107500"/>
            <a:ext cx="9144000" cy="36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4" name="Google Shape;6414;p59"/>
          <p:cNvSpPr txBox="1"/>
          <p:nvPr>
            <p:ph idx="1" type="subTitle"/>
          </p:nvPr>
        </p:nvSpPr>
        <p:spPr>
          <a:xfrm>
            <a:off x="720000" y="2348550"/>
            <a:ext cx="46800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415" name="Google Shape;6415;p59"/>
          <p:cNvSpPr txBox="1"/>
          <p:nvPr>
            <p:ph type="title"/>
          </p:nvPr>
        </p:nvSpPr>
        <p:spPr>
          <a:xfrm>
            <a:off x="720000" y="1378950"/>
            <a:ext cx="4680000" cy="81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410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6416" name="Google Shape;6416;p59"/>
          <p:cNvSpPr/>
          <p:nvPr>
            <p:ph idx="2" type="pic"/>
          </p:nvPr>
        </p:nvSpPr>
        <p:spPr>
          <a:xfrm rot="306130">
            <a:off x="5710381" y="1210676"/>
            <a:ext cx="2732427" cy="2740548"/>
          </a:xfrm>
          <a:prstGeom prst="roundRect">
            <a:avLst>
              <a:gd fmla="val 6611" name="adj"/>
            </a:avLst>
          </a:prstGeom>
          <a:noFill/>
          <a:ln cap="flat" cmpd="sng" w="762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31000"/>
              </a:srgbClr>
            </a:outerShdw>
          </a:effectLst>
        </p:spPr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417" name="Shape 6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8" name="Google Shape;6418;p60"/>
          <p:cNvSpPr txBox="1"/>
          <p:nvPr>
            <p:ph type="title"/>
          </p:nvPr>
        </p:nvSpPr>
        <p:spPr>
          <a:xfrm>
            <a:off x="6264000" y="540000"/>
            <a:ext cx="2160000" cy="166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24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6419" name="Google Shape;6419;p60"/>
          <p:cNvGrpSpPr/>
          <p:nvPr/>
        </p:nvGrpSpPr>
        <p:grpSpPr>
          <a:xfrm>
            <a:off x="0" y="4752988"/>
            <a:ext cx="9144000" cy="354505"/>
            <a:chOff x="0" y="4689888"/>
            <a:chExt cx="9144000" cy="354505"/>
          </a:xfrm>
        </p:grpSpPr>
        <p:grpSp>
          <p:nvGrpSpPr>
            <p:cNvPr id="6420" name="Google Shape;6420;p60"/>
            <p:cNvGrpSpPr/>
            <p:nvPr/>
          </p:nvGrpSpPr>
          <p:grpSpPr>
            <a:xfrm>
              <a:off x="0" y="4793425"/>
              <a:ext cx="9144000" cy="194975"/>
              <a:chOff x="0" y="4789550"/>
              <a:chExt cx="9144000" cy="194975"/>
            </a:xfrm>
          </p:grpSpPr>
          <p:sp>
            <p:nvSpPr>
              <p:cNvPr id="6421" name="Google Shape;6421;p60"/>
              <p:cNvSpPr/>
              <p:nvPr/>
            </p:nvSpPr>
            <p:spPr>
              <a:xfrm>
                <a:off x="0" y="4789550"/>
                <a:ext cx="9144000" cy="360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22" name="Google Shape;6422;p60"/>
              <p:cNvSpPr/>
              <p:nvPr/>
            </p:nvSpPr>
            <p:spPr>
              <a:xfrm>
                <a:off x="0" y="4948525"/>
                <a:ext cx="9144000" cy="360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423" name="Google Shape;6423;p60"/>
            <p:cNvGrpSpPr/>
            <p:nvPr/>
          </p:nvGrpSpPr>
          <p:grpSpPr>
            <a:xfrm>
              <a:off x="28483" y="4689888"/>
              <a:ext cx="9087034" cy="354505"/>
              <a:chOff x="28483" y="4689888"/>
              <a:chExt cx="9087034" cy="354505"/>
            </a:xfrm>
          </p:grpSpPr>
          <p:sp>
            <p:nvSpPr>
              <p:cNvPr id="6424" name="Google Shape;6424;p60"/>
              <p:cNvSpPr/>
              <p:nvPr/>
            </p:nvSpPr>
            <p:spPr>
              <a:xfrm>
                <a:off x="64010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6" y="1"/>
                      <a:pt x="533" y="8"/>
                      <a:pt x="518" y="24"/>
                    </a:cubicBezTo>
                    <a:lnTo>
                      <a:pt x="62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34" y="4431"/>
                      <a:pt x="1065" y="4401"/>
                      <a:pt x="1156" y="4370"/>
                    </a:cubicBezTo>
                    <a:lnTo>
                      <a:pt x="1156" y="601"/>
                    </a:lnTo>
                    <a:lnTo>
                      <a:pt x="1126" y="571"/>
                    </a:lnTo>
                    <a:lnTo>
                      <a:pt x="670" y="24"/>
                    </a:lnTo>
                    <a:cubicBezTo>
                      <a:pt x="639" y="8"/>
                      <a:pt x="609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25" name="Google Shape;6425;p60"/>
              <p:cNvSpPr/>
              <p:nvPr/>
            </p:nvSpPr>
            <p:spPr>
              <a:xfrm>
                <a:off x="79301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3" y="8"/>
                      <a:pt x="517" y="24"/>
                    </a:cubicBezTo>
                    <a:lnTo>
                      <a:pt x="6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34" y="4431"/>
                      <a:pt x="1064" y="4401"/>
                      <a:pt x="1156" y="4370"/>
                    </a:cubicBezTo>
                    <a:lnTo>
                      <a:pt x="1156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9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26" name="Google Shape;6426;p60"/>
              <p:cNvSpPr/>
              <p:nvPr/>
            </p:nvSpPr>
            <p:spPr>
              <a:xfrm>
                <a:off x="94592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2" y="4431"/>
                      <a:pt x="122" y="4431"/>
                    </a:cubicBezTo>
                    <a:lnTo>
                      <a:pt x="1003" y="4431"/>
                    </a:lnTo>
                    <a:cubicBezTo>
                      <a:pt x="103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8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27" name="Google Shape;6427;p60"/>
              <p:cNvSpPr/>
              <p:nvPr/>
            </p:nvSpPr>
            <p:spPr>
              <a:xfrm>
                <a:off x="109882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1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1" y="4431"/>
                      <a:pt x="122" y="4431"/>
                    </a:cubicBezTo>
                    <a:lnTo>
                      <a:pt x="1003" y="4431"/>
                    </a:lnTo>
                    <a:cubicBezTo>
                      <a:pt x="106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8" y="8"/>
                      <a:pt x="608" y="1"/>
                      <a:pt x="58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28" name="Google Shape;6428;p60"/>
              <p:cNvSpPr/>
              <p:nvPr/>
            </p:nvSpPr>
            <p:spPr>
              <a:xfrm>
                <a:off x="1251735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04" y="4431"/>
                      <a:pt x="103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29" name="Google Shape;6429;p60"/>
              <p:cNvSpPr/>
              <p:nvPr/>
            </p:nvSpPr>
            <p:spPr>
              <a:xfrm>
                <a:off x="1402243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30" name="Google Shape;6430;p60"/>
              <p:cNvSpPr/>
              <p:nvPr/>
            </p:nvSpPr>
            <p:spPr>
              <a:xfrm>
                <a:off x="1552751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64" y="4431"/>
                      <a:pt x="109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31" name="Google Shape;6431;p60"/>
              <p:cNvSpPr/>
              <p:nvPr/>
            </p:nvSpPr>
            <p:spPr>
              <a:xfrm>
                <a:off x="751362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32" name="Google Shape;6432;p60"/>
              <p:cNvSpPr/>
              <p:nvPr/>
            </p:nvSpPr>
            <p:spPr>
              <a:xfrm>
                <a:off x="7666529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3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33" name="Google Shape;6433;p60"/>
              <p:cNvSpPr/>
              <p:nvPr/>
            </p:nvSpPr>
            <p:spPr>
              <a:xfrm>
                <a:off x="7816957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34" name="Google Shape;6434;p60"/>
              <p:cNvSpPr/>
              <p:nvPr/>
            </p:nvSpPr>
            <p:spPr>
              <a:xfrm>
                <a:off x="796738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2" y="4431"/>
                      <a:pt x="122" y="4431"/>
                    </a:cubicBezTo>
                    <a:lnTo>
                      <a:pt x="1003" y="4431"/>
                    </a:lnTo>
                    <a:cubicBezTo>
                      <a:pt x="103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8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35" name="Google Shape;6435;p60"/>
              <p:cNvSpPr/>
              <p:nvPr/>
            </p:nvSpPr>
            <p:spPr>
              <a:xfrm>
                <a:off x="812029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93" y="1"/>
                    </a:moveTo>
                    <a:cubicBezTo>
                      <a:pt x="562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1" y="4431"/>
                      <a:pt x="122" y="4431"/>
                    </a:cubicBezTo>
                    <a:lnTo>
                      <a:pt x="1003" y="4431"/>
                    </a:lnTo>
                    <a:cubicBezTo>
                      <a:pt x="106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54" y="8"/>
                      <a:pt x="623" y="1"/>
                      <a:pt x="59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36" name="Google Shape;6436;p60"/>
              <p:cNvSpPr/>
              <p:nvPr/>
            </p:nvSpPr>
            <p:spPr>
              <a:xfrm>
                <a:off x="8273198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1" y="4431"/>
                      <a:pt x="122" y="4431"/>
                    </a:cubicBezTo>
                    <a:lnTo>
                      <a:pt x="973" y="4431"/>
                    </a:lnTo>
                    <a:cubicBezTo>
                      <a:pt x="1034" y="4431"/>
                      <a:pt x="1065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37" name="Google Shape;6437;p60"/>
              <p:cNvSpPr/>
              <p:nvPr/>
            </p:nvSpPr>
            <p:spPr>
              <a:xfrm>
                <a:off x="8423706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34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38" name="Google Shape;6438;p60"/>
              <p:cNvSpPr/>
              <p:nvPr/>
            </p:nvSpPr>
            <p:spPr>
              <a:xfrm>
                <a:off x="8574214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64" y="4431"/>
                      <a:pt x="109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39" name="Google Shape;6439;p60"/>
              <p:cNvSpPr/>
              <p:nvPr/>
            </p:nvSpPr>
            <p:spPr>
              <a:xfrm>
                <a:off x="8724643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2" y="4431"/>
                      <a:pt x="122" y="4431"/>
                    </a:cubicBezTo>
                    <a:lnTo>
                      <a:pt x="974" y="4431"/>
                    </a:lnTo>
                    <a:cubicBezTo>
                      <a:pt x="1065" y="4431"/>
                      <a:pt x="1095" y="4401"/>
                      <a:pt x="1126" y="4370"/>
                    </a:cubicBezTo>
                    <a:lnTo>
                      <a:pt x="112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4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40" name="Google Shape;6440;p60"/>
              <p:cNvSpPr/>
              <p:nvPr/>
            </p:nvSpPr>
            <p:spPr>
              <a:xfrm>
                <a:off x="8875151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74" y="1"/>
                    </a:moveTo>
                    <a:cubicBezTo>
                      <a:pt x="547" y="1"/>
                      <a:pt x="517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122" y="4431"/>
                    </a:cubicBezTo>
                    <a:lnTo>
                      <a:pt x="1003" y="4431"/>
                    </a:lnTo>
                    <a:cubicBezTo>
                      <a:pt x="103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600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41" name="Google Shape;6441;p60"/>
              <p:cNvSpPr/>
              <p:nvPr/>
            </p:nvSpPr>
            <p:spPr>
              <a:xfrm>
                <a:off x="736071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42" name="Google Shape;6442;p60"/>
              <p:cNvSpPr/>
              <p:nvPr/>
            </p:nvSpPr>
            <p:spPr>
              <a:xfrm>
                <a:off x="720781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43" name="Google Shape;6443;p60"/>
              <p:cNvSpPr/>
              <p:nvPr/>
            </p:nvSpPr>
            <p:spPr>
              <a:xfrm>
                <a:off x="705490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44" name="Google Shape;6444;p60"/>
              <p:cNvSpPr/>
              <p:nvPr/>
            </p:nvSpPr>
            <p:spPr>
              <a:xfrm>
                <a:off x="690199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45" name="Google Shape;6445;p60"/>
              <p:cNvSpPr/>
              <p:nvPr/>
            </p:nvSpPr>
            <p:spPr>
              <a:xfrm>
                <a:off x="674909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46" name="Google Shape;6446;p60"/>
              <p:cNvSpPr/>
              <p:nvPr/>
            </p:nvSpPr>
            <p:spPr>
              <a:xfrm>
                <a:off x="659618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47" name="Google Shape;6447;p60"/>
              <p:cNvSpPr/>
              <p:nvPr/>
            </p:nvSpPr>
            <p:spPr>
              <a:xfrm>
                <a:off x="644327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48" name="Google Shape;6448;p60"/>
              <p:cNvSpPr/>
              <p:nvPr/>
            </p:nvSpPr>
            <p:spPr>
              <a:xfrm>
                <a:off x="629037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49" name="Google Shape;6449;p60"/>
              <p:cNvSpPr/>
              <p:nvPr/>
            </p:nvSpPr>
            <p:spPr>
              <a:xfrm>
                <a:off x="613746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50" name="Google Shape;6450;p60"/>
              <p:cNvSpPr/>
              <p:nvPr/>
            </p:nvSpPr>
            <p:spPr>
              <a:xfrm>
                <a:off x="598455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51" name="Google Shape;6451;p60"/>
              <p:cNvSpPr/>
              <p:nvPr/>
            </p:nvSpPr>
            <p:spPr>
              <a:xfrm>
                <a:off x="583165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52" name="Google Shape;6452;p60"/>
              <p:cNvSpPr/>
              <p:nvPr/>
            </p:nvSpPr>
            <p:spPr>
              <a:xfrm>
                <a:off x="567874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53" name="Google Shape;6453;p60"/>
              <p:cNvSpPr/>
              <p:nvPr/>
            </p:nvSpPr>
            <p:spPr>
              <a:xfrm>
                <a:off x="552583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54" name="Google Shape;6454;p60"/>
              <p:cNvSpPr/>
              <p:nvPr/>
            </p:nvSpPr>
            <p:spPr>
              <a:xfrm>
                <a:off x="537293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55" name="Google Shape;6455;p60"/>
              <p:cNvSpPr/>
              <p:nvPr/>
            </p:nvSpPr>
            <p:spPr>
              <a:xfrm>
                <a:off x="522002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56" name="Google Shape;6456;p60"/>
              <p:cNvSpPr/>
              <p:nvPr/>
            </p:nvSpPr>
            <p:spPr>
              <a:xfrm>
                <a:off x="506712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57" name="Google Shape;6457;p60"/>
              <p:cNvSpPr/>
              <p:nvPr/>
            </p:nvSpPr>
            <p:spPr>
              <a:xfrm>
                <a:off x="491421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58" name="Google Shape;6458;p60"/>
              <p:cNvSpPr/>
              <p:nvPr/>
            </p:nvSpPr>
            <p:spPr>
              <a:xfrm>
                <a:off x="476130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59" name="Google Shape;6459;p60"/>
              <p:cNvSpPr/>
              <p:nvPr/>
            </p:nvSpPr>
            <p:spPr>
              <a:xfrm>
                <a:off x="460840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60" name="Google Shape;6460;p60"/>
              <p:cNvSpPr/>
              <p:nvPr/>
            </p:nvSpPr>
            <p:spPr>
              <a:xfrm>
                <a:off x="445549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61" name="Google Shape;6461;p60"/>
              <p:cNvSpPr/>
              <p:nvPr/>
            </p:nvSpPr>
            <p:spPr>
              <a:xfrm>
                <a:off x="430258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62" name="Google Shape;6462;p60"/>
              <p:cNvSpPr/>
              <p:nvPr/>
            </p:nvSpPr>
            <p:spPr>
              <a:xfrm>
                <a:off x="414968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63" name="Google Shape;6463;p60"/>
              <p:cNvSpPr/>
              <p:nvPr/>
            </p:nvSpPr>
            <p:spPr>
              <a:xfrm>
                <a:off x="399677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64" name="Google Shape;6464;p60"/>
              <p:cNvSpPr/>
              <p:nvPr/>
            </p:nvSpPr>
            <p:spPr>
              <a:xfrm>
                <a:off x="384386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65" name="Google Shape;6465;p60"/>
              <p:cNvSpPr/>
              <p:nvPr/>
            </p:nvSpPr>
            <p:spPr>
              <a:xfrm>
                <a:off x="369096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66" name="Google Shape;6466;p60"/>
              <p:cNvSpPr/>
              <p:nvPr/>
            </p:nvSpPr>
            <p:spPr>
              <a:xfrm>
                <a:off x="353805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67" name="Google Shape;6467;p60"/>
              <p:cNvSpPr/>
              <p:nvPr/>
            </p:nvSpPr>
            <p:spPr>
              <a:xfrm>
                <a:off x="338514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68" name="Google Shape;6468;p60"/>
              <p:cNvSpPr/>
              <p:nvPr/>
            </p:nvSpPr>
            <p:spPr>
              <a:xfrm>
                <a:off x="323224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69" name="Google Shape;6469;p60"/>
              <p:cNvSpPr/>
              <p:nvPr/>
            </p:nvSpPr>
            <p:spPr>
              <a:xfrm>
                <a:off x="307933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70" name="Google Shape;6470;p60"/>
              <p:cNvSpPr/>
              <p:nvPr/>
            </p:nvSpPr>
            <p:spPr>
              <a:xfrm>
                <a:off x="292643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71" name="Google Shape;6471;p60"/>
              <p:cNvSpPr/>
              <p:nvPr/>
            </p:nvSpPr>
            <p:spPr>
              <a:xfrm>
                <a:off x="277352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72" name="Google Shape;6472;p60"/>
              <p:cNvSpPr/>
              <p:nvPr/>
            </p:nvSpPr>
            <p:spPr>
              <a:xfrm>
                <a:off x="262061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73" name="Google Shape;6473;p60"/>
              <p:cNvSpPr/>
              <p:nvPr/>
            </p:nvSpPr>
            <p:spPr>
              <a:xfrm>
                <a:off x="246771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74" name="Google Shape;6474;p60"/>
              <p:cNvSpPr/>
              <p:nvPr/>
            </p:nvSpPr>
            <p:spPr>
              <a:xfrm>
                <a:off x="231480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75" name="Google Shape;6475;p60"/>
              <p:cNvSpPr/>
              <p:nvPr/>
            </p:nvSpPr>
            <p:spPr>
              <a:xfrm>
                <a:off x="216189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76" name="Google Shape;6476;p60"/>
              <p:cNvSpPr/>
              <p:nvPr/>
            </p:nvSpPr>
            <p:spPr>
              <a:xfrm>
                <a:off x="200899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77" name="Google Shape;6477;p60"/>
              <p:cNvSpPr/>
              <p:nvPr/>
            </p:nvSpPr>
            <p:spPr>
              <a:xfrm>
                <a:off x="185608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78" name="Google Shape;6478;p60"/>
              <p:cNvSpPr/>
              <p:nvPr/>
            </p:nvSpPr>
            <p:spPr>
              <a:xfrm>
                <a:off x="170317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79" name="Google Shape;6479;p60"/>
              <p:cNvSpPr/>
              <p:nvPr/>
            </p:nvSpPr>
            <p:spPr>
              <a:xfrm>
                <a:off x="48720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80" name="Google Shape;6480;p60"/>
              <p:cNvSpPr/>
              <p:nvPr/>
            </p:nvSpPr>
            <p:spPr>
              <a:xfrm>
                <a:off x="33429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81" name="Google Shape;6481;p60"/>
              <p:cNvSpPr/>
              <p:nvPr/>
            </p:nvSpPr>
            <p:spPr>
              <a:xfrm>
                <a:off x="18139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82" name="Google Shape;6482;p60"/>
              <p:cNvSpPr/>
              <p:nvPr/>
            </p:nvSpPr>
            <p:spPr>
              <a:xfrm>
                <a:off x="2848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83" name="Google Shape;6483;p60"/>
              <p:cNvSpPr/>
              <p:nvPr/>
            </p:nvSpPr>
            <p:spPr>
              <a:xfrm>
                <a:off x="9025579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74" y="1"/>
                    </a:moveTo>
                    <a:cubicBezTo>
                      <a:pt x="547" y="1"/>
                      <a:pt x="517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122" y="4431"/>
                    </a:cubicBezTo>
                    <a:lnTo>
                      <a:pt x="1003" y="4431"/>
                    </a:lnTo>
                    <a:cubicBezTo>
                      <a:pt x="103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600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6484" name="Google Shape;6484;p60"/>
          <p:cNvSpPr/>
          <p:nvPr/>
        </p:nvSpPr>
        <p:spPr>
          <a:xfrm>
            <a:off x="0" y="5107500"/>
            <a:ext cx="9144000" cy="36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485" name="Shape 6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86" name="Google Shape;6486;p61"/>
          <p:cNvGrpSpPr/>
          <p:nvPr/>
        </p:nvGrpSpPr>
        <p:grpSpPr>
          <a:xfrm>
            <a:off x="-15975" y="-52"/>
            <a:ext cx="9175950" cy="5143406"/>
            <a:chOff x="-15975" y="-52"/>
            <a:chExt cx="9175950" cy="5143406"/>
          </a:xfrm>
        </p:grpSpPr>
        <p:sp>
          <p:nvSpPr>
            <p:cNvPr id="6487" name="Google Shape;6487;p61"/>
            <p:cNvSpPr/>
            <p:nvPr/>
          </p:nvSpPr>
          <p:spPr>
            <a:xfrm rot="5400000">
              <a:off x="4570450" y="-378255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88" name="Google Shape;6488;p61"/>
            <p:cNvSpPr/>
            <p:nvPr/>
          </p:nvSpPr>
          <p:spPr>
            <a:xfrm rot="5400000">
              <a:off x="4570450" y="-276311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89" name="Google Shape;6489;p61"/>
            <p:cNvSpPr/>
            <p:nvPr/>
          </p:nvSpPr>
          <p:spPr>
            <a:xfrm rot="5400000">
              <a:off x="4570450" y="-174368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90" name="Google Shape;6490;p61"/>
            <p:cNvSpPr/>
            <p:nvPr/>
          </p:nvSpPr>
          <p:spPr>
            <a:xfrm rot="5400000">
              <a:off x="4570450" y="-72425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91" name="Google Shape;6491;p61"/>
            <p:cNvSpPr/>
            <p:nvPr/>
          </p:nvSpPr>
          <p:spPr>
            <a:xfrm rot="5400000">
              <a:off x="4570450" y="295184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92" name="Google Shape;6492;p61"/>
            <p:cNvSpPr/>
            <p:nvPr/>
          </p:nvSpPr>
          <p:spPr>
            <a:xfrm rot="5400000">
              <a:off x="4570450" y="-429226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93" name="Google Shape;6493;p61"/>
            <p:cNvSpPr/>
            <p:nvPr/>
          </p:nvSpPr>
          <p:spPr>
            <a:xfrm rot="5400000">
              <a:off x="4570450" y="-327283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94" name="Google Shape;6494;p61"/>
            <p:cNvSpPr/>
            <p:nvPr/>
          </p:nvSpPr>
          <p:spPr>
            <a:xfrm rot="5400000">
              <a:off x="4570450" y="-225340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95" name="Google Shape;6495;p61"/>
            <p:cNvSpPr/>
            <p:nvPr/>
          </p:nvSpPr>
          <p:spPr>
            <a:xfrm rot="5400000">
              <a:off x="4570450" y="-123396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96" name="Google Shape;6496;p61"/>
            <p:cNvSpPr/>
            <p:nvPr/>
          </p:nvSpPr>
          <p:spPr>
            <a:xfrm rot="5400000">
              <a:off x="4570450" y="-21453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97" name="Google Shape;6497;p61"/>
            <p:cNvSpPr/>
            <p:nvPr/>
          </p:nvSpPr>
          <p:spPr>
            <a:xfrm>
              <a:off x="5081305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98" name="Google Shape;6498;p61"/>
            <p:cNvSpPr/>
            <p:nvPr/>
          </p:nvSpPr>
          <p:spPr>
            <a:xfrm>
              <a:off x="6100964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99" name="Google Shape;6499;p61"/>
            <p:cNvSpPr/>
            <p:nvPr/>
          </p:nvSpPr>
          <p:spPr>
            <a:xfrm>
              <a:off x="7120623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00" name="Google Shape;6500;p61"/>
            <p:cNvSpPr/>
            <p:nvPr/>
          </p:nvSpPr>
          <p:spPr>
            <a:xfrm>
              <a:off x="8140282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01" name="Google Shape;6501;p61"/>
            <p:cNvSpPr/>
            <p:nvPr/>
          </p:nvSpPr>
          <p:spPr>
            <a:xfrm>
              <a:off x="5591134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02" name="Google Shape;6502;p61"/>
            <p:cNvSpPr/>
            <p:nvPr/>
          </p:nvSpPr>
          <p:spPr>
            <a:xfrm>
              <a:off x="6610793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03" name="Google Shape;6503;p61"/>
            <p:cNvSpPr/>
            <p:nvPr/>
          </p:nvSpPr>
          <p:spPr>
            <a:xfrm>
              <a:off x="7630452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04" name="Google Shape;6504;p61"/>
            <p:cNvSpPr/>
            <p:nvPr/>
          </p:nvSpPr>
          <p:spPr>
            <a:xfrm>
              <a:off x="8650111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505" name="Google Shape;6505;p61"/>
            <p:cNvGrpSpPr/>
            <p:nvPr/>
          </p:nvGrpSpPr>
          <p:grpSpPr>
            <a:xfrm>
              <a:off x="-15975" y="-52"/>
              <a:ext cx="4587484" cy="5143406"/>
              <a:chOff x="-9275" y="-1994782"/>
              <a:chExt cx="4587484" cy="9140583"/>
            </a:xfrm>
          </p:grpSpPr>
          <p:sp>
            <p:nvSpPr>
              <p:cNvPr id="6506" name="Google Shape;6506;p61"/>
              <p:cNvSpPr/>
              <p:nvPr/>
            </p:nvSpPr>
            <p:spPr>
              <a:xfrm>
                <a:off x="50044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07" name="Google Shape;6507;p61"/>
              <p:cNvSpPr/>
              <p:nvPr/>
            </p:nvSpPr>
            <p:spPr>
              <a:xfrm>
                <a:off x="15198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08" name="Google Shape;6508;p61"/>
              <p:cNvSpPr/>
              <p:nvPr/>
            </p:nvSpPr>
            <p:spPr>
              <a:xfrm>
                <a:off x="253930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09" name="Google Shape;6509;p61"/>
              <p:cNvSpPr/>
              <p:nvPr/>
            </p:nvSpPr>
            <p:spPr>
              <a:xfrm>
                <a:off x="355874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10" name="Google Shape;6510;p61"/>
              <p:cNvSpPr/>
              <p:nvPr/>
            </p:nvSpPr>
            <p:spPr>
              <a:xfrm>
                <a:off x="45781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11" name="Google Shape;6511;p61"/>
              <p:cNvSpPr/>
              <p:nvPr/>
            </p:nvSpPr>
            <p:spPr>
              <a:xfrm>
                <a:off x="101015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12" name="Google Shape;6512;p61"/>
              <p:cNvSpPr/>
              <p:nvPr/>
            </p:nvSpPr>
            <p:spPr>
              <a:xfrm>
                <a:off x="202959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13" name="Google Shape;6513;p61"/>
              <p:cNvSpPr/>
              <p:nvPr/>
            </p:nvSpPr>
            <p:spPr>
              <a:xfrm>
                <a:off x="304902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14" name="Google Shape;6514;p61"/>
              <p:cNvSpPr/>
              <p:nvPr/>
            </p:nvSpPr>
            <p:spPr>
              <a:xfrm>
                <a:off x="406845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15" name="Google Shape;6515;p61"/>
              <p:cNvSpPr/>
              <p:nvPr/>
            </p:nvSpPr>
            <p:spPr>
              <a:xfrm>
                <a:off x="-92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6516" name="Google Shape;6516;p61"/>
            <p:cNvSpPr/>
            <p:nvPr/>
          </p:nvSpPr>
          <p:spPr>
            <a:xfrm>
              <a:off x="9159941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517" name="Google Shape;6517;p61"/>
          <p:cNvSpPr/>
          <p:nvPr/>
        </p:nvSpPr>
        <p:spPr>
          <a:xfrm>
            <a:off x="0" y="-100"/>
            <a:ext cx="9144000" cy="5143500"/>
          </a:xfrm>
          <a:prstGeom prst="rect">
            <a:avLst/>
          </a:prstGeom>
          <a:solidFill>
            <a:srgbClr val="D6E3EA">
              <a:alpha val="398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518" name="Google Shape;6518;p61"/>
          <p:cNvGrpSpPr/>
          <p:nvPr/>
        </p:nvGrpSpPr>
        <p:grpSpPr>
          <a:xfrm flipH="1">
            <a:off x="0" y="3998946"/>
            <a:ext cx="1496970" cy="1108547"/>
            <a:chOff x="7609470" y="3938246"/>
            <a:chExt cx="1496970" cy="1108547"/>
          </a:xfrm>
        </p:grpSpPr>
        <p:sp>
          <p:nvSpPr>
            <p:cNvPr id="6519" name="Google Shape;6519;p61"/>
            <p:cNvSpPr/>
            <p:nvPr/>
          </p:nvSpPr>
          <p:spPr>
            <a:xfrm flipH="1">
              <a:off x="7609470" y="3938246"/>
              <a:ext cx="1494572" cy="1108547"/>
            </a:xfrm>
            <a:custGeom>
              <a:rect b="b" l="l" r="r" t="t"/>
              <a:pathLst>
                <a:path extrusionOk="0" h="13859" w="18695">
                  <a:moveTo>
                    <a:pt x="1447" y="0"/>
                  </a:moveTo>
                  <a:cubicBezTo>
                    <a:pt x="1061" y="0"/>
                    <a:pt x="617" y="130"/>
                    <a:pt x="122" y="424"/>
                  </a:cubicBezTo>
                  <a:cubicBezTo>
                    <a:pt x="92" y="424"/>
                    <a:pt x="61" y="454"/>
                    <a:pt x="1" y="454"/>
                  </a:cubicBezTo>
                  <a:lnTo>
                    <a:pt x="1" y="13858"/>
                  </a:lnTo>
                  <a:lnTo>
                    <a:pt x="18694" y="13858"/>
                  </a:lnTo>
                  <a:cubicBezTo>
                    <a:pt x="18451" y="13038"/>
                    <a:pt x="17752" y="12339"/>
                    <a:pt x="16992" y="12035"/>
                  </a:cubicBezTo>
                  <a:cubicBezTo>
                    <a:pt x="16604" y="11877"/>
                    <a:pt x="16196" y="11814"/>
                    <a:pt x="15780" y="11814"/>
                  </a:cubicBezTo>
                  <a:cubicBezTo>
                    <a:pt x="15320" y="11814"/>
                    <a:pt x="14850" y="11891"/>
                    <a:pt x="14389" y="12002"/>
                  </a:cubicBezTo>
                  <a:lnTo>
                    <a:pt x="14389" y="12002"/>
                  </a:lnTo>
                  <a:cubicBezTo>
                    <a:pt x="14540" y="11959"/>
                    <a:pt x="14746" y="11667"/>
                    <a:pt x="14864" y="11548"/>
                  </a:cubicBezTo>
                  <a:cubicBezTo>
                    <a:pt x="15138" y="11244"/>
                    <a:pt x="15351" y="10940"/>
                    <a:pt x="15411" y="10576"/>
                  </a:cubicBezTo>
                  <a:cubicBezTo>
                    <a:pt x="15472" y="10120"/>
                    <a:pt x="15320" y="9664"/>
                    <a:pt x="15047" y="9299"/>
                  </a:cubicBezTo>
                  <a:cubicBezTo>
                    <a:pt x="14653" y="8827"/>
                    <a:pt x="14011" y="8581"/>
                    <a:pt x="13374" y="8581"/>
                  </a:cubicBezTo>
                  <a:cubicBezTo>
                    <a:pt x="13272" y="8581"/>
                    <a:pt x="13171" y="8588"/>
                    <a:pt x="13071" y="8600"/>
                  </a:cubicBezTo>
                  <a:lnTo>
                    <a:pt x="12980" y="8600"/>
                  </a:lnTo>
                  <a:cubicBezTo>
                    <a:pt x="12828" y="8630"/>
                    <a:pt x="12706" y="8630"/>
                    <a:pt x="12554" y="8691"/>
                  </a:cubicBezTo>
                  <a:cubicBezTo>
                    <a:pt x="12213" y="8835"/>
                    <a:pt x="11894" y="9021"/>
                    <a:pt x="11601" y="9243"/>
                  </a:cubicBezTo>
                  <a:lnTo>
                    <a:pt x="11601" y="9243"/>
                  </a:lnTo>
                  <a:cubicBezTo>
                    <a:pt x="11894" y="8923"/>
                    <a:pt x="12183" y="8555"/>
                    <a:pt x="12311" y="8235"/>
                  </a:cubicBezTo>
                  <a:cubicBezTo>
                    <a:pt x="13246" y="6312"/>
                    <a:pt x="11645" y="3636"/>
                    <a:pt x="9345" y="3636"/>
                  </a:cubicBezTo>
                  <a:cubicBezTo>
                    <a:pt x="9028" y="3636"/>
                    <a:pt x="8698" y="3687"/>
                    <a:pt x="8359" y="3798"/>
                  </a:cubicBezTo>
                  <a:cubicBezTo>
                    <a:pt x="7436" y="4182"/>
                    <a:pt x="6643" y="4956"/>
                    <a:pt x="6052" y="5864"/>
                  </a:cubicBezTo>
                  <a:lnTo>
                    <a:pt x="6052" y="5864"/>
                  </a:lnTo>
                  <a:cubicBezTo>
                    <a:pt x="7044" y="3936"/>
                    <a:pt x="6013" y="2566"/>
                    <a:pt x="4822" y="2566"/>
                  </a:cubicBezTo>
                  <a:cubicBezTo>
                    <a:pt x="4146" y="2566"/>
                    <a:pt x="3418" y="3008"/>
                    <a:pt x="2979" y="4041"/>
                  </a:cubicBezTo>
                  <a:cubicBezTo>
                    <a:pt x="3611" y="2050"/>
                    <a:pt x="2981" y="0"/>
                    <a:pt x="144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20" name="Google Shape;6520;p61"/>
            <p:cNvSpPr/>
            <p:nvPr/>
          </p:nvSpPr>
          <p:spPr>
            <a:xfrm flipH="1">
              <a:off x="8221849" y="4367699"/>
              <a:ext cx="884591" cy="679094"/>
            </a:xfrm>
            <a:custGeom>
              <a:rect b="b" l="l" r="r" t="t"/>
              <a:pathLst>
                <a:path extrusionOk="0" h="8490" w="11065">
                  <a:moveTo>
                    <a:pt x="486" y="1"/>
                  </a:moveTo>
                  <a:cubicBezTo>
                    <a:pt x="321" y="1"/>
                    <a:pt x="157" y="33"/>
                    <a:pt x="0" y="100"/>
                  </a:cubicBezTo>
                  <a:lnTo>
                    <a:pt x="0" y="8489"/>
                  </a:lnTo>
                  <a:lnTo>
                    <a:pt x="11064" y="8489"/>
                  </a:lnTo>
                  <a:cubicBezTo>
                    <a:pt x="10912" y="8003"/>
                    <a:pt x="10487" y="7578"/>
                    <a:pt x="10031" y="7426"/>
                  </a:cubicBezTo>
                  <a:cubicBezTo>
                    <a:pt x="9799" y="7339"/>
                    <a:pt x="9553" y="7300"/>
                    <a:pt x="9303" y="7300"/>
                  </a:cubicBezTo>
                  <a:cubicBezTo>
                    <a:pt x="9029" y="7300"/>
                    <a:pt x="8751" y="7346"/>
                    <a:pt x="8481" y="7426"/>
                  </a:cubicBezTo>
                  <a:cubicBezTo>
                    <a:pt x="8754" y="6939"/>
                    <a:pt x="8389" y="6271"/>
                    <a:pt x="7903" y="6058"/>
                  </a:cubicBezTo>
                  <a:cubicBezTo>
                    <a:pt x="7756" y="6003"/>
                    <a:pt x="7601" y="5978"/>
                    <a:pt x="7444" y="5978"/>
                  </a:cubicBezTo>
                  <a:cubicBezTo>
                    <a:pt x="7152" y="5978"/>
                    <a:pt x="6851" y="6063"/>
                    <a:pt x="6580" y="6195"/>
                  </a:cubicBezTo>
                  <a:lnTo>
                    <a:pt x="6580" y="6195"/>
                  </a:lnTo>
                  <a:cubicBezTo>
                    <a:pt x="6903" y="5981"/>
                    <a:pt x="7137" y="5620"/>
                    <a:pt x="7265" y="5237"/>
                  </a:cubicBezTo>
                  <a:cubicBezTo>
                    <a:pt x="7801" y="4084"/>
                    <a:pt x="6846" y="2504"/>
                    <a:pt x="5507" y="2504"/>
                  </a:cubicBezTo>
                  <a:cubicBezTo>
                    <a:pt x="5329" y="2504"/>
                    <a:pt x="5144" y="2532"/>
                    <a:pt x="4955" y="2593"/>
                  </a:cubicBezTo>
                  <a:cubicBezTo>
                    <a:pt x="4359" y="2836"/>
                    <a:pt x="3885" y="3321"/>
                    <a:pt x="3509" y="3896"/>
                  </a:cubicBezTo>
                  <a:lnTo>
                    <a:pt x="3509" y="3896"/>
                  </a:lnTo>
                  <a:cubicBezTo>
                    <a:pt x="4180" y="2709"/>
                    <a:pt x="3551" y="1867"/>
                    <a:pt x="2823" y="1867"/>
                  </a:cubicBezTo>
                  <a:cubicBezTo>
                    <a:pt x="2423" y="1867"/>
                    <a:pt x="1993" y="2122"/>
                    <a:pt x="1733" y="2714"/>
                  </a:cubicBezTo>
                  <a:cubicBezTo>
                    <a:pt x="2381" y="1081"/>
                    <a:pt x="1437" y="1"/>
                    <a:pt x="4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21" name="Google Shape;6521;p61"/>
            <p:cNvSpPr/>
            <p:nvPr/>
          </p:nvSpPr>
          <p:spPr>
            <a:xfrm flipH="1">
              <a:off x="8165967" y="4144614"/>
              <a:ext cx="82743" cy="75988"/>
            </a:xfrm>
            <a:custGeom>
              <a:rect b="b" l="l" r="r" t="t"/>
              <a:pathLst>
                <a:path extrusionOk="0" h="950" w="1035">
                  <a:moveTo>
                    <a:pt x="998" y="1"/>
                  </a:moveTo>
                  <a:cubicBezTo>
                    <a:pt x="894" y="1"/>
                    <a:pt x="584" y="21"/>
                    <a:pt x="335" y="245"/>
                  </a:cubicBezTo>
                  <a:cubicBezTo>
                    <a:pt x="31" y="488"/>
                    <a:pt x="1" y="944"/>
                    <a:pt x="1" y="944"/>
                  </a:cubicBezTo>
                  <a:cubicBezTo>
                    <a:pt x="1" y="944"/>
                    <a:pt x="38" y="950"/>
                    <a:pt x="99" y="950"/>
                  </a:cubicBezTo>
                  <a:cubicBezTo>
                    <a:pt x="235" y="950"/>
                    <a:pt x="490" y="921"/>
                    <a:pt x="700" y="731"/>
                  </a:cubicBezTo>
                  <a:cubicBezTo>
                    <a:pt x="1004" y="458"/>
                    <a:pt x="1034" y="2"/>
                    <a:pt x="1034" y="2"/>
                  </a:cubicBezTo>
                  <a:cubicBezTo>
                    <a:pt x="1034" y="2"/>
                    <a:pt x="1021" y="1"/>
                    <a:pt x="99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22" name="Google Shape;6522;p61"/>
            <p:cNvSpPr/>
            <p:nvPr/>
          </p:nvSpPr>
          <p:spPr>
            <a:xfrm flipH="1">
              <a:off x="8853654" y="4378097"/>
              <a:ext cx="82743" cy="116782"/>
            </a:xfrm>
            <a:custGeom>
              <a:rect b="b" l="l" r="r" t="t"/>
              <a:pathLst>
                <a:path extrusionOk="0" h="1460" w="1035">
                  <a:moveTo>
                    <a:pt x="913" y="1"/>
                  </a:moveTo>
                  <a:lnTo>
                    <a:pt x="913" y="1"/>
                  </a:lnTo>
                  <a:cubicBezTo>
                    <a:pt x="913" y="1"/>
                    <a:pt x="457" y="153"/>
                    <a:pt x="244" y="548"/>
                  </a:cubicBezTo>
                  <a:cubicBezTo>
                    <a:pt x="1" y="913"/>
                    <a:pt x="123" y="1460"/>
                    <a:pt x="123" y="1460"/>
                  </a:cubicBezTo>
                  <a:cubicBezTo>
                    <a:pt x="123" y="1460"/>
                    <a:pt x="578" y="1308"/>
                    <a:pt x="791" y="913"/>
                  </a:cubicBezTo>
                  <a:cubicBezTo>
                    <a:pt x="1034" y="548"/>
                    <a:pt x="913" y="1"/>
                    <a:pt x="9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23" name="Google Shape;6523;p61"/>
            <p:cNvSpPr/>
            <p:nvPr/>
          </p:nvSpPr>
          <p:spPr>
            <a:xfrm flipH="1">
              <a:off x="8255906" y="4047429"/>
              <a:ext cx="77786" cy="165414"/>
            </a:xfrm>
            <a:custGeom>
              <a:rect b="b" l="l" r="r" t="t"/>
              <a:pathLst>
                <a:path extrusionOk="0" h="2068" w="973">
                  <a:moveTo>
                    <a:pt x="243" y="1"/>
                  </a:moveTo>
                  <a:cubicBezTo>
                    <a:pt x="243" y="1"/>
                    <a:pt x="0" y="578"/>
                    <a:pt x="91" y="1156"/>
                  </a:cubicBezTo>
                  <a:cubicBezTo>
                    <a:pt x="213" y="1703"/>
                    <a:pt x="699" y="2068"/>
                    <a:pt x="699" y="2068"/>
                  </a:cubicBezTo>
                  <a:cubicBezTo>
                    <a:pt x="699" y="2068"/>
                    <a:pt x="973" y="1490"/>
                    <a:pt x="851" y="913"/>
                  </a:cubicBezTo>
                  <a:cubicBezTo>
                    <a:pt x="760" y="335"/>
                    <a:pt x="243" y="1"/>
                    <a:pt x="2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524" name="Google Shape;6524;p61"/>
          <p:cNvGrpSpPr/>
          <p:nvPr/>
        </p:nvGrpSpPr>
        <p:grpSpPr>
          <a:xfrm>
            <a:off x="0" y="4752988"/>
            <a:ext cx="9144000" cy="354505"/>
            <a:chOff x="0" y="4689888"/>
            <a:chExt cx="9144000" cy="354505"/>
          </a:xfrm>
        </p:grpSpPr>
        <p:grpSp>
          <p:nvGrpSpPr>
            <p:cNvPr id="6525" name="Google Shape;6525;p61"/>
            <p:cNvGrpSpPr/>
            <p:nvPr/>
          </p:nvGrpSpPr>
          <p:grpSpPr>
            <a:xfrm>
              <a:off x="0" y="4793425"/>
              <a:ext cx="9144000" cy="194975"/>
              <a:chOff x="0" y="4789550"/>
              <a:chExt cx="9144000" cy="194975"/>
            </a:xfrm>
          </p:grpSpPr>
          <p:sp>
            <p:nvSpPr>
              <p:cNvPr id="6526" name="Google Shape;6526;p61"/>
              <p:cNvSpPr/>
              <p:nvPr/>
            </p:nvSpPr>
            <p:spPr>
              <a:xfrm>
                <a:off x="0" y="4789550"/>
                <a:ext cx="9144000" cy="360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27" name="Google Shape;6527;p61"/>
              <p:cNvSpPr/>
              <p:nvPr/>
            </p:nvSpPr>
            <p:spPr>
              <a:xfrm>
                <a:off x="0" y="4948525"/>
                <a:ext cx="9144000" cy="360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528" name="Google Shape;6528;p61"/>
            <p:cNvGrpSpPr/>
            <p:nvPr/>
          </p:nvGrpSpPr>
          <p:grpSpPr>
            <a:xfrm>
              <a:off x="28483" y="4689888"/>
              <a:ext cx="9087034" cy="354505"/>
              <a:chOff x="28483" y="4689888"/>
              <a:chExt cx="9087034" cy="354505"/>
            </a:xfrm>
          </p:grpSpPr>
          <p:sp>
            <p:nvSpPr>
              <p:cNvPr id="6529" name="Google Shape;6529;p61"/>
              <p:cNvSpPr/>
              <p:nvPr/>
            </p:nvSpPr>
            <p:spPr>
              <a:xfrm>
                <a:off x="64010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6" y="1"/>
                      <a:pt x="533" y="8"/>
                      <a:pt x="518" y="24"/>
                    </a:cubicBezTo>
                    <a:lnTo>
                      <a:pt x="62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34" y="4431"/>
                      <a:pt x="1065" y="4401"/>
                      <a:pt x="1156" y="4370"/>
                    </a:cubicBezTo>
                    <a:lnTo>
                      <a:pt x="1156" y="601"/>
                    </a:lnTo>
                    <a:lnTo>
                      <a:pt x="1126" y="571"/>
                    </a:lnTo>
                    <a:lnTo>
                      <a:pt x="670" y="24"/>
                    </a:lnTo>
                    <a:cubicBezTo>
                      <a:pt x="639" y="8"/>
                      <a:pt x="609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30" name="Google Shape;6530;p61"/>
              <p:cNvSpPr/>
              <p:nvPr/>
            </p:nvSpPr>
            <p:spPr>
              <a:xfrm>
                <a:off x="79301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3" y="8"/>
                      <a:pt x="517" y="24"/>
                    </a:cubicBezTo>
                    <a:lnTo>
                      <a:pt x="6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34" y="4431"/>
                      <a:pt x="1064" y="4401"/>
                      <a:pt x="1156" y="4370"/>
                    </a:cubicBezTo>
                    <a:lnTo>
                      <a:pt x="1156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9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31" name="Google Shape;6531;p61"/>
              <p:cNvSpPr/>
              <p:nvPr/>
            </p:nvSpPr>
            <p:spPr>
              <a:xfrm>
                <a:off x="94592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2" y="4431"/>
                      <a:pt x="122" y="4431"/>
                    </a:cubicBezTo>
                    <a:lnTo>
                      <a:pt x="1003" y="4431"/>
                    </a:lnTo>
                    <a:cubicBezTo>
                      <a:pt x="103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8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32" name="Google Shape;6532;p61"/>
              <p:cNvSpPr/>
              <p:nvPr/>
            </p:nvSpPr>
            <p:spPr>
              <a:xfrm>
                <a:off x="109882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1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1" y="4431"/>
                      <a:pt x="122" y="4431"/>
                    </a:cubicBezTo>
                    <a:lnTo>
                      <a:pt x="1003" y="4431"/>
                    </a:lnTo>
                    <a:cubicBezTo>
                      <a:pt x="106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8" y="8"/>
                      <a:pt x="608" y="1"/>
                      <a:pt x="58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33" name="Google Shape;6533;p61"/>
              <p:cNvSpPr/>
              <p:nvPr/>
            </p:nvSpPr>
            <p:spPr>
              <a:xfrm>
                <a:off x="1251735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04" y="4431"/>
                      <a:pt x="103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34" name="Google Shape;6534;p61"/>
              <p:cNvSpPr/>
              <p:nvPr/>
            </p:nvSpPr>
            <p:spPr>
              <a:xfrm>
                <a:off x="1402243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35" name="Google Shape;6535;p61"/>
              <p:cNvSpPr/>
              <p:nvPr/>
            </p:nvSpPr>
            <p:spPr>
              <a:xfrm>
                <a:off x="1552751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64" y="4431"/>
                      <a:pt x="109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36" name="Google Shape;6536;p61"/>
              <p:cNvSpPr/>
              <p:nvPr/>
            </p:nvSpPr>
            <p:spPr>
              <a:xfrm>
                <a:off x="751362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37" name="Google Shape;6537;p61"/>
              <p:cNvSpPr/>
              <p:nvPr/>
            </p:nvSpPr>
            <p:spPr>
              <a:xfrm>
                <a:off x="7666529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3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38" name="Google Shape;6538;p61"/>
              <p:cNvSpPr/>
              <p:nvPr/>
            </p:nvSpPr>
            <p:spPr>
              <a:xfrm>
                <a:off x="7816957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39" name="Google Shape;6539;p61"/>
              <p:cNvSpPr/>
              <p:nvPr/>
            </p:nvSpPr>
            <p:spPr>
              <a:xfrm>
                <a:off x="796738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2" y="4431"/>
                      <a:pt x="122" y="4431"/>
                    </a:cubicBezTo>
                    <a:lnTo>
                      <a:pt x="1003" y="4431"/>
                    </a:lnTo>
                    <a:cubicBezTo>
                      <a:pt x="103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8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40" name="Google Shape;6540;p61"/>
              <p:cNvSpPr/>
              <p:nvPr/>
            </p:nvSpPr>
            <p:spPr>
              <a:xfrm>
                <a:off x="812029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93" y="1"/>
                    </a:moveTo>
                    <a:cubicBezTo>
                      <a:pt x="562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1" y="4431"/>
                      <a:pt x="122" y="4431"/>
                    </a:cubicBezTo>
                    <a:lnTo>
                      <a:pt x="1003" y="4431"/>
                    </a:lnTo>
                    <a:cubicBezTo>
                      <a:pt x="106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54" y="8"/>
                      <a:pt x="623" y="1"/>
                      <a:pt x="59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41" name="Google Shape;6541;p61"/>
              <p:cNvSpPr/>
              <p:nvPr/>
            </p:nvSpPr>
            <p:spPr>
              <a:xfrm>
                <a:off x="8273198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1" y="4431"/>
                      <a:pt x="122" y="4431"/>
                    </a:cubicBezTo>
                    <a:lnTo>
                      <a:pt x="973" y="4431"/>
                    </a:lnTo>
                    <a:cubicBezTo>
                      <a:pt x="1034" y="4431"/>
                      <a:pt x="1065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42" name="Google Shape;6542;p61"/>
              <p:cNvSpPr/>
              <p:nvPr/>
            </p:nvSpPr>
            <p:spPr>
              <a:xfrm>
                <a:off x="8423706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34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43" name="Google Shape;6543;p61"/>
              <p:cNvSpPr/>
              <p:nvPr/>
            </p:nvSpPr>
            <p:spPr>
              <a:xfrm>
                <a:off x="8574214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64" y="4431"/>
                      <a:pt x="109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44" name="Google Shape;6544;p61"/>
              <p:cNvSpPr/>
              <p:nvPr/>
            </p:nvSpPr>
            <p:spPr>
              <a:xfrm>
                <a:off x="8724643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2" y="4431"/>
                      <a:pt x="122" y="4431"/>
                    </a:cubicBezTo>
                    <a:lnTo>
                      <a:pt x="974" y="4431"/>
                    </a:lnTo>
                    <a:cubicBezTo>
                      <a:pt x="1065" y="4431"/>
                      <a:pt x="1095" y="4401"/>
                      <a:pt x="1126" y="4370"/>
                    </a:cubicBezTo>
                    <a:lnTo>
                      <a:pt x="112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4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45" name="Google Shape;6545;p61"/>
              <p:cNvSpPr/>
              <p:nvPr/>
            </p:nvSpPr>
            <p:spPr>
              <a:xfrm>
                <a:off x="8875151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74" y="1"/>
                    </a:moveTo>
                    <a:cubicBezTo>
                      <a:pt x="547" y="1"/>
                      <a:pt x="517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122" y="4431"/>
                    </a:cubicBezTo>
                    <a:lnTo>
                      <a:pt x="1003" y="4431"/>
                    </a:lnTo>
                    <a:cubicBezTo>
                      <a:pt x="103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600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46" name="Google Shape;6546;p61"/>
              <p:cNvSpPr/>
              <p:nvPr/>
            </p:nvSpPr>
            <p:spPr>
              <a:xfrm>
                <a:off x="736071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47" name="Google Shape;6547;p61"/>
              <p:cNvSpPr/>
              <p:nvPr/>
            </p:nvSpPr>
            <p:spPr>
              <a:xfrm>
                <a:off x="720781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48" name="Google Shape;6548;p61"/>
              <p:cNvSpPr/>
              <p:nvPr/>
            </p:nvSpPr>
            <p:spPr>
              <a:xfrm>
                <a:off x="705490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49" name="Google Shape;6549;p61"/>
              <p:cNvSpPr/>
              <p:nvPr/>
            </p:nvSpPr>
            <p:spPr>
              <a:xfrm>
                <a:off x="690199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50" name="Google Shape;6550;p61"/>
              <p:cNvSpPr/>
              <p:nvPr/>
            </p:nvSpPr>
            <p:spPr>
              <a:xfrm>
                <a:off x="674909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51" name="Google Shape;6551;p61"/>
              <p:cNvSpPr/>
              <p:nvPr/>
            </p:nvSpPr>
            <p:spPr>
              <a:xfrm>
                <a:off x="659618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52" name="Google Shape;6552;p61"/>
              <p:cNvSpPr/>
              <p:nvPr/>
            </p:nvSpPr>
            <p:spPr>
              <a:xfrm>
                <a:off x="644327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53" name="Google Shape;6553;p61"/>
              <p:cNvSpPr/>
              <p:nvPr/>
            </p:nvSpPr>
            <p:spPr>
              <a:xfrm>
                <a:off x="629037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54" name="Google Shape;6554;p61"/>
              <p:cNvSpPr/>
              <p:nvPr/>
            </p:nvSpPr>
            <p:spPr>
              <a:xfrm>
                <a:off x="613746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55" name="Google Shape;6555;p61"/>
              <p:cNvSpPr/>
              <p:nvPr/>
            </p:nvSpPr>
            <p:spPr>
              <a:xfrm>
                <a:off x="598455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56" name="Google Shape;6556;p61"/>
              <p:cNvSpPr/>
              <p:nvPr/>
            </p:nvSpPr>
            <p:spPr>
              <a:xfrm>
                <a:off x="583165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57" name="Google Shape;6557;p61"/>
              <p:cNvSpPr/>
              <p:nvPr/>
            </p:nvSpPr>
            <p:spPr>
              <a:xfrm>
                <a:off x="567874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58" name="Google Shape;6558;p61"/>
              <p:cNvSpPr/>
              <p:nvPr/>
            </p:nvSpPr>
            <p:spPr>
              <a:xfrm>
                <a:off x="552583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59" name="Google Shape;6559;p61"/>
              <p:cNvSpPr/>
              <p:nvPr/>
            </p:nvSpPr>
            <p:spPr>
              <a:xfrm>
                <a:off x="537293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60" name="Google Shape;6560;p61"/>
              <p:cNvSpPr/>
              <p:nvPr/>
            </p:nvSpPr>
            <p:spPr>
              <a:xfrm>
                <a:off x="522002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61" name="Google Shape;6561;p61"/>
              <p:cNvSpPr/>
              <p:nvPr/>
            </p:nvSpPr>
            <p:spPr>
              <a:xfrm>
                <a:off x="506712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62" name="Google Shape;6562;p61"/>
              <p:cNvSpPr/>
              <p:nvPr/>
            </p:nvSpPr>
            <p:spPr>
              <a:xfrm>
                <a:off x="491421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63" name="Google Shape;6563;p61"/>
              <p:cNvSpPr/>
              <p:nvPr/>
            </p:nvSpPr>
            <p:spPr>
              <a:xfrm>
                <a:off x="476130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64" name="Google Shape;6564;p61"/>
              <p:cNvSpPr/>
              <p:nvPr/>
            </p:nvSpPr>
            <p:spPr>
              <a:xfrm>
                <a:off x="460840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65" name="Google Shape;6565;p61"/>
              <p:cNvSpPr/>
              <p:nvPr/>
            </p:nvSpPr>
            <p:spPr>
              <a:xfrm>
                <a:off x="445549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66" name="Google Shape;6566;p61"/>
              <p:cNvSpPr/>
              <p:nvPr/>
            </p:nvSpPr>
            <p:spPr>
              <a:xfrm>
                <a:off x="430258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67" name="Google Shape;6567;p61"/>
              <p:cNvSpPr/>
              <p:nvPr/>
            </p:nvSpPr>
            <p:spPr>
              <a:xfrm>
                <a:off x="414968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68" name="Google Shape;6568;p61"/>
              <p:cNvSpPr/>
              <p:nvPr/>
            </p:nvSpPr>
            <p:spPr>
              <a:xfrm>
                <a:off x="399677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69" name="Google Shape;6569;p61"/>
              <p:cNvSpPr/>
              <p:nvPr/>
            </p:nvSpPr>
            <p:spPr>
              <a:xfrm>
                <a:off x="384386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70" name="Google Shape;6570;p61"/>
              <p:cNvSpPr/>
              <p:nvPr/>
            </p:nvSpPr>
            <p:spPr>
              <a:xfrm>
                <a:off x="369096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71" name="Google Shape;6571;p61"/>
              <p:cNvSpPr/>
              <p:nvPr/>
            </p:nvSpPr>
            <p:spPr>
              <a:xfrm>
                <a:off x="353805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72" name="Google Shape;6572;p61"/>
              <p:cNvSpPr/>
              <p:nvPr/>
            </p:nvSpPr>
            <p:spPr>
              <a:xfrm>
                <a:off x="338514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73" name="Google Shape;6573;p61"/>
              <p:cNvSpPr/>
              <p:nvPr/>
            </p:nvSpPr>
            <p:spPr>
              <a:xfrm>
                <a:off x="323224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74" name="Google Shape;6574;p61"/>
              <p:cNvSpPr/>
              <p:nvPr/>
            </p:nvSpPr>
            <p:spPr>
              <a:xfrm>
                <a:off x="307933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75" name="Google Shape;6575;p61"/>
              <p:cNvSpPr/>
              <p:nvPr/>
            </p:nvSpPr>
            <p:spPr>
              <a:xfrm>
                <a:off x="292643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76" name="Google Shape;6576;p61"/>
              <p:cNvSpPr/>
              <p:nvPr/>
            </p:nvSpPr>
            <p:spPr>
              <a:xfrm>
                <a:off x="277352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77" name="Google Shape;6577;p61"/>
              <p:cNvSpPr/>
              <p:nvPr/>
            </p:nvSpPr>
            <p:spPr>
              <a:xfrm>
                <a:off x="262061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78" name="Google Shape;6578;p61"/>
              <p:cNvSpPr/>
              <p:nvPr/>
            </p:nvSpPr>
            <p:spPr>
              <a:xfrm>
                <a:off x="246771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79" name="Google Shape;6579;p61"/>
              <p:cNvSpPr/>
              <p:nvPr/>
            </p:nvSpPr>
            <p:spPr>
              <a:xfrm>
                <a:off x="231480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80" name="Google Shape;6580;p61"/>
              <p:cNvSpPr/>
              <p:nvPr/>
            </p:nvSpPr>
            <p:spPr>
              <a:xfrm>
                <a:off x="216189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81" name="Google Shape;6581;p61"/>
              <p:cNvSpPr/>
              <p:nvPr/>
            </p:nvSpPr>
            <p:spPr>
              <a:xfrm>
                <a:off x="200899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82" name="Google Shape;6582;p61"/>
              <p:cNvSpPr/>
              <p:nvPr/>
            </p:nvSpPr>
            <p:spPr>
              <a:xfrm>
                <a:off x="185608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83" name="Google Shape;6583;p61"/>
              <p:cNvSpPr/>
              <p:nvPr/>
            </p:nvSpPr>
            <p:spPr>
              <a:xfrm>
                <a:off x="170317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84" name="Google Shape;6584;p61"/>
              <p:cNvSpPr/>
              <p:nvPr/>
            </p:nvSpPr>
            <p:spPr>
              <a:xfrm>
                <a:off x="48720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85" name="Google Shape;6585;p61"/>
              <p:cNvSpPr/>
              <p:nvPr/>
            </p:nvSpPr>
            <p:spPr>
              <a:xfrm>
                <a:off x="33429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86" name="Google Shape;6586;p61"/>
              <p:cNvSpPr/>
              <p:nvPr/>
            </p:nvSpPr>
            <p:spPr>
              <a:xfrm>
                <a:off x="18139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87" name="Google Shape;6587;p61"/>
              <p:cNvSpPr/>
              <p:nvPr/>
            </p:nvSpPr>
            <p:spPr>
              <a:xfrm>
                <a:off x="2848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88" name="Google Shape;6588;p61"/>
              <p:cNvSpPr/>
              <p:nvPr/>
            </p:nvSpPr>
            <p:spPr>
              <a:xfrm>
                <a:off x="9025579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74" y="1"/>
                    </a:moveTo>
                    <a:cubicBezTo>
                      <a:pt x="547" y="1"/>
                      <a:pt x="517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122" y="4431"/>
                    </a:cubicBezTo>
                    <a:lnTo>
                      <a:pt x="1003" y="4431"/>
                    </a:lnTo>
                    <a:cubicBezTo>
                      <a:pt x="103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600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6589" name="Google Shape;6589;p61"/>
          <p:cNvSpPr/>
          <p:nvPr/>
        </p:nvSpPr>
        <p:spPr>
          <a:xfrm>
            <a:off x="0" y="5107500"/>
            <a:ext cx="9144000" cy="36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0" name="Google Shape;6590;p61"/>
          <p:cNvSpPr txBox="1"/>
          <p:nvPr>
            <p:ph hasCustomPrompt="1" type="title"/>
          </p:nvPr>
        </p:nvSpPr>
        <p:spPr>
          <a:xfrm>
            <a:off x="720000" y="1356125"/>
            <a:ext cx="7704000" cy="172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6591" name="Google Shape;6591;p61"/>
          <p:cNvSpPr txBox="1"/>
          <p:nvPr>
            <p:ph idx="1" type="subTitle"/>
          </p:nvPr>
        </p:nvSpPr>
        <p:spPr>
          <a:xfrm>
            <a:off x="720000" y="3079925"/>
            <a:ext cx="7704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 Medium"/>
              <a:buNone/>
              <a:defRPr sz="1600">
                <a:solidFill>
                  <a:schemeClr val="accent6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6592" name="Shape 659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_11_1_1_1">
    <p:spTree>
      <p:nvGrpSpPr>
        <p:cNvPr id="6593" name="Shape 6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94" name="Google Shape;6594;p63"/>
          <p:cNvGrpSpPr/>
          <p:nvPr/>
        </p:nvGrpSpPr>
        <p:grpSpPr>
          <a:xfrm>
            <a:off x="-15975" y="-52"/>
            <a:ext cx="9175950" cy="5143406"/>
            <a:chOff x="-15975" y="-52"/>
            <a:chExt cx="9175950" cy="5143406"/>
          </a:xfrm>
        </p:grpSpPr>
        <p:sp>
          <p:nvSpPr>
            <p:cNvPr id="6595" name="Google Shape;6595;p63"/>
            <p:cNvSpPr/>
            <p:nvPr/>
          </p:nvSpPr>
          <p:spPr>
            <a:xfrm rot="5400000">
              <a:off x="4570450" y="-378255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96" name="Google Shape;6596;p63"/>
            <p:cNvSpPr/>
            <p:nvPr/>
          </p:nvSpPr>
          <p:spPr>
            <a:xfrm rot="5400000">
              <a:off x="4570450" y="-276311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97" name="Google Shape;6597;p63"/>
            <p:cNvSpPr/>
            <p:nvPr/>
          </p:nvSpPr>
          <p:spPr>
            <a:xfrm rot="5400000">
              <a:off x="4570450" y="-174368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98" name="Google Shape;6598;p63"/>
            <p:cNvSpPr/>
            <p:nvPr/>
          </p:nvSpPr>
          <p:spPr>
            <a:xfrm rot="5400000">
              <a:off x="4570450" y="-72425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99" name="Google Shape;6599;p63"/>
            <p:cNvSpPr/>
            <p:nvPr/>
          </p:nvSpPr>
          <p:spPr>
            <a:xfrm rot="5400000">
              <a:off x="4570450" y="295184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00" name="Google Shape;6600;p63"/>
            <p:cNvSpPr/>
            <p:nvPr/>
          </p:nvSpPr>
          <p:spPr>
            <a:xfrm rot="5400000">
              <a:off x="4570450" y="-429226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01" name="Google Shape;6601;p63"/>
            <p:cNvSpPr/>
            <p:nvPr/>
          </p:nvSpPr>
          <p:spPr>
            <a:xfrm rot="5400000">
              <a:off x="4570450" y="-327283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02" name="Google Shape;6602;p63"/>
            <p:cNvSpPr/>
            <p:nvPr/>
          </p:nvSpPr>
          <p:spPr>
            <a:xfrm rot="5400000">
              <a:off x="4570450" y="-225340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03" name="Google Shape;6603;p63"/>
            <p:cNvSpPr/>
            <p:nvPr/>
          </p:nvSpPr>
          <p:spPr>
            <a:xfrm rot="5400000">
              <a:off x="4570450" y="-123396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04" name="Google Shape;6604;p63"/>
            <p:cNvSpPr/>
            <p:nvPr/>
          </p:nvSpPr>
          <p:spPr>
            <a:xfrm rot="5400000">
              <a:off x="4570450" y="-21453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05" name="Google Shape;6605;p63"/>
            <p:cNvSpPr/>
            <p:nvPr/>
          </p:nvSpPr>
          <p:spPr>
            <a:xfrm>
              <a:off x="5081305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06" name="Google Shape;6606;p63"/>
            <p:cNvSpPr/>
            <p:nvPr/>
          </p:nvSpPr>
          <p:spPr>
            <a:xfrm>
              <a:off x="6100964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07" name="Google Shape;6607;p63"/>
            <p:cNvSpPr/>
            <p:nvPr/>
          </p:nvSpPr>
          <p:spPr>
            <a:xfrm>
              <a:off x="7120623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08" name="Google Shape;6608;p63"/>
            <p:cNvSpPr/>
            <p:nvPr/>
          </p:nvSpPr>
          <p:spPr>
            <a:xfrm>
              <a:off x="8140282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09" name="Google Shape;6609;p63"/>
            <p:cNvSpPr/>
            <p:nvPr/>
          </p:nvSpPr>
          <p:spPr>
            <a:xfrm>
              <a:off x="5591134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10" name="Google Shape;6610;p63"/>
            <p:cNvSpPr/>
            <p:nvPr/>
          </p:nvSpPr>
          <p:spPr>
            <a:xfrm>
              <a:off x="6610793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11" name="Google Shape;6611;p63"/>
            <p:cNvSpPr/>
            <p:nvPr/>
          </p:nvSpPr>
          <p:spPr>
            <a:xfrm>
              <a:off x="7630452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12" name="Google Shape;6612;p63"/>
            <p:cNvSpPr/>
            <p:nvPr/>
          </p:nvSpPr>
          <p:spPr>
            <a:xfrm>
              <a:off x="8650111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613" name="Google Shape;6613;p63"/>
            <p:cNvGrpSpPr/>
            <p:nvPr/>
          </p:nvGrpSpPr>
          <p:grpSpPr>
            <a:xfrm>
              <a:off x="-15975" y="-52"/>
              <a:ext cx="4587484" cy="5143406"/>
              <a:chOff x="-9275" y="-1994782"/>
              <a:chExt cx="4587484" cy="9140583"/>
            </a:xfrm>
          </p:grpSpPr>
          <p:sp>
            <p:nvSpPr>
              <p:cNvPr id="6614" name="Google Shape;6614;p63"/>
              <p:cNvSpPr/>
              <p:nvPr/>
            </p:nvSpPr>
            <p:spPr>
              <a:xfrm>
                <a:off x="50044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15" name="Google Shape;6615;p63"/>
              <p:cNvSpPr/>
              <p:nvPr/>
            </p:nvSpPr>
            <p:spPr>
              <a:xfrm>
                <a:off x="15198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16" name="Google Shape;6616;p63"/>
              <p:cNvSpPr/>
              <p:nvPr/>
            </p:nvSpPr>
            <p:spPr>
              <a:xfrm>
                <a:off x="253930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17" name="Google Shape;6617;p63"/>
              <p:cNvSpPr/>
              <p:nvPr/>
            </p:nvSpPr>
            <p:spPr>
              <a:xfrm>
                <a:off x="355874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18" name="Google Shape;6618;p63"/>
              <p:cNvSpPr/>
              <p:nvPr/>
            </p:nvSpPr>
            <p:spPr>
              <a:xfrm>
                <a:off x="45781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19" name="Google Shape;6619;p63"/>
              <p:cNvSpPr/>
              <p:nvPr/>
            </p:nvSpPr>
            <p:spPr>
              <a:xfrm>
                <a:off x="101015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20" name="Google Shape;6620;p63"/>
              <p:cNvSpPr/>
              <p:nvPr/>
            </p:nvSpPr>
            <p:spPr>
              <a:xfrm>
                <a:off x="202959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21" name="Google Shape;6621;p63"/>
              <p:cNvSpPr/>
              <p:nvPr/>
            </p:nvSpPr>
            <p:spPr>
              <a:xfrm>
                <a:off x="304902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22" name="Google Shape;6622;p63"/>
              <p:cNvSpPr/>
              <p:nvPr/>
            </p:nvSpPr>
            <p:spPr>
              <a:xfrm>
                <a:off x="406845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23" name="Google Shape;6623;p63"/>
              <p:cNvSpPr/>
              <p:nvPr/>
            </p:nvSpPr>
            <p:spPr>
              <a:xfrm>
                <a:off x="-92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6624" name="Google Shape;6624;p63"/>
            <p:cNvSpPr/>
            <p:nvPr/>
          </p:nvSpPr>
          <p:spPr>
            <a:xfrm>
              <a:off x="9159941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25" name="Google Shape;6625;p63"/>
          <p:cNvSpPr/>
          <p:nvPr/>
        </p:nvSpPr>
        <p:spPr>
          <a:xfrm>
            <a:off x="0" y="-75"/>
            <a:ext cx="9144000" cy="5143500"/>
          </a:xfrm>
          <a:prstGeom prst="rect">
            <a:avLst/>
          </a:prstGeom>
          <a:solidFill>
            <a:srgbClr val="D6E3EA">
              <a:alpha val="398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26" name="Google Shape;6626;p63"/>
          <p:cNvSpPr/>
          <p:nvPr/>
        </p:nvSpPr>
        <p:spPr>
          <a:xfrm>
            <a:off x="8423997" y="230400"/>
            <a:ext cx="627009" cy="570231"/>
          </a:xfrm>
          <a:custGeom>
            <a:rect b="b" l="l" r="r" t="t"/>
            <a:pathLst>
              <a:path extrusionOk="0" h="7129" w="7843">
                <a:moveTo>
                  <a:pt x="3921" y="1"/>
                </a:moveTo>
                <a:cubicBezTo>
                  <a:pt x="3010" y="1"/>
                  <a:pt x="2098" y="343"/>
                  <a:pt x="1399" y="1027"/>
                </a:cubicBezTo>
                <a:cubicBezTo>
                  <a:pt x="0" y="2425"/>
                  <a:pt x="0" y="4705"/>
                  <a:pt x="1399" y="6103"/>
                </a:cubicBezTo>
                <a:cubicBezTo>
                  <a:pt x="2098" y="6787"/>
                  <a:pt x="3010" y="7129"/>
                  <a:pt x="3921" y="7129"/>
                </a:cubicBezTo>
                <a:cubicBezTo>
                  <a:pt x="4833" y="7129"/>
                  <a:pt x="5745" y="6787"/>
                  <a:pt x="6444" y="6103"/>
                </a:cubicBezTo>
                <a:cubicBezTo>
                  <a:pt x="7843" y="4705"/>
                  <a:pt x="7843" y="2425"/>
                  <a:pt x="6444" y="1027"/>
                </a:cubicBezTo>
                <a:cubicBezTo>
                  <a:pt x="5745" y="343"/>
                  <a:pt x="4833" y="1"/>
                  <a:pt x="3921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627" name="Google Shape;6627;p63"/>
          <p:cNvGrpSpPr/>
          <p:nvPr/>
        </p:nvGrpSpPr>
        <p:grpSpPr>
          <a:xfrm>
            <a:off x="7647030" y="3998946"/>
            <a:ext cx="1496970" cy="1108547"/>
            <a:chOff x="7609470" y="3938246"/>
            <a:chExt cx="1496970" cy="1108547"/>
          </a:xfrm>
        </p:grpSpPr>
        <p:sp>
          <p:nvSpPr>
            <p:cNvPr id="6628" name="Google Shape;6628;p63"/>
            <p:cNvSpPr/>
            <p:nvPr/>
          </p:nvSpPr>
          <p:spPr>
            <a:xfrm flipH="1">
              <a:off x="7609470" y="3938246"/>
              <a:ext cx="1494572" cy="1108547"/>
            </a:xfrm>
            <a:custGeom>
              <a:rect b="b" l="l" r="r" t="t"/>
              <a:pathLst>
                <a:path extrusionOk="0" h="13859" w="18695">
                  <a:moveTo>
                    <a:pt x="1447" y="0"/>
                  </a:moveTo>
                  <a:cubicBezTo>
                    <a:pt x="1061" y="0"/>
                    <a:pt x="617" y="130"/>
                    <a:pt x="122" y="424"/>
                  </a:cubicBezTo>
                  <a:cubicBezTo>
                    <a:pt x="92" y="424"/>
                    <a:pt x="61" y="454"/>
                    <a:pt x="1" y="454"/>
                  </a:cubicBezTo>
                  <a:lnTo>
                    <a:pt x="1" y="13858"/>
                  </a:lnTo>
                  <a:lnTo>
                    <a:pt x="18694" y="13858"/>
                  </a:lnTo>
                  <a:cubicBezTo>
                    <a:pt x="18451" y="13038"/>
                    <a:pt x="17752" y="12339"/>
                    <a:pt x="16992" y="12035"/>
                  </a:cubicBezTo>
                  <a:cubicBezTo>
                    <a:pt x="16604" y="11877"/>
                    <a:pt x="16196" y="11814"/>
                    <a:pt x="15780" y="11814"/>
                  </a:cubicBezTo>
                  <a:cubicBezTo>
                    <a:pt x="15320" y="11814"/>
                    <a:pt x="14850" y="11891"/>
                    <a:pt x="14389" y="12002"/>
                  </a:cubicBezTo>
                  <a:lnTo>
                    <a:pt x="14389" y="12002"/>
                  </a:lnTo>
                  <a:cubicBezTo>
                    <a:pt x="14540" y="11959"/>
                    <a:pt x="14746" y="11667"/>
                    <a:pt x="14864" y="11548"/>
                  </a:cubicBezTo>
                  <a:cubicBezTo>
                    <a:pt x="15138" y="11244"/>
                    <a:pt x="15351" y="10940"/>
                    <a:pt x="15411" y="10576"/>
                  </a:cubicBezTo>
                  <a:cubicBezTo>
                    <a:pt x="15472" y="10120"/>
                    <a:pt x="15320" y="9664"/>
                    <a:pt x="15047" y="9299"/>
                  </a:cubicBezTo>
                  <a:cubicBezTo>
                    <a:pt x="14653" y="8827"/>
                    <a:pt x="14011" y="8581"/>
                    <a:pt x="13374" y="8581"/>
                  </a:cubicBezTo>
                  <a:cubicBezTo>
                    <a:pt x="13272" y="8581"/>
                    <a:pt x="13171" y="8588"/>
                    <a:pt x="13071" y="8600"/>
                  </a:cubicBezTo>
                  <a:lnTo>
                    <a:pt x="12980" y="8600"/>
                  </a:lnTo>
                  <a:cubicBezTo>
                    <a:pt x="12828" y="8630"/>
                    <a:pt x="12706" y="8630"/>
                    <a:pt x="12554" y="8691"/>
                  </a:cubicBezTo>
                  <a:cubicBezTo>
                    <a:pt x="12213" y="8835"/>
                    <a:pt x="11894" y="9021"/>
                    <a:pt x="11601" y="9243"/>
                  </a:cubicBezTo>
                  <a:lnTo>
                    <a:pt x="11601" y="9243"/>
                  </a:lnTo>
                  <a:cubicBezTo>
                    <a:pt x="11894" y="8923"/>
                    <a:pt x="12183" y="8555"/>
                    <a:pt x="12311" y="8235"/>
                  </a:cubicBezTo>
                  <a:cubicBezTo>
                    <a:pt x="13246" y="6312"/>
                    <a:pt x="11645" y="3636"/>
                    <a:pt x="9345" y="3636"/>
                  </a:cubicBezTo>
                  <a:cubicBezTo>
                    <a:pt x="9028" y="3636"/>
                    <a:pt x="8698" y="3687"/>
                    <a:pt x="8359" y="3798"/>
                  </a:cubicBezTo>
                  <a:cubicBezTo>
                    <a:pt x="7436" y="4182"/>
                    <a:pt x="6643" y="4956"/>
                    <a:pt x="6052" y="5864"/>
                  </a:cubicBezTo>
                  <a:lnTo>
                    <a:pt x="6052" y="5864"/>
                  </a:lnTo>
                  <a:cubicBezTo>
                    <a:pt x="7044" y="3936"/>
                    <a:pt x="6013" y="2566"/>
                    <a:pt x="4822" y="2566"/>
                  </a:cubicBezTo>
                  <a:cubicBezTo>
                    <a:pt x="4146" y="2566"/>
                    <a:pt x="3418" y="3008"/>
                    <a:pt x="2979" y="4041"/>
                  </a:cubicBezTo>
                  <a:cubicBezTo>
                    <a:pt x="3611" y="2050"/>
                    <a:pt x="2981" y="0"/>
                    <a:pt x="144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29" name="Google Shape;6629;p63"/>
            <p:cNvSpPr/>
            <p:nvPr/>
          </p:nvSpPr>
          <p:spPr>
            <a:xfrm flipH="1">
              <a:off x="8221849" y="4367699"/>
              <a:ext cx="884591" cy="679094"/>
            </a:xfrm>
            <a:custGeom>
              <a:rect b="b" l="l" r="r" t="t"/>
              <a:pathLst>
                <a:path extrusionOk="0" h="8490" w="11065">
                  <a:moveTo>
                    <a:pt x="486" y="1"/>
                  </a:moveTo>
                  <a:cubicBezTo>
                    <a:pt x="321" y="1"/>
                    <a:pt x="157" y="33"/>
                    <a:pt x="0" y="100"/>
                  </a:cubicBezTo>
                  <a:lnTo>
                    <a:pt x="0" y="8489"/>
                  </a:lnTo>
                  <a:lnTo>
                    <a:pt x="11064" y="8489"/>
                  </a:lnTo>
                  <a:cubicBezTo>
                    <a:pt x="10912" y="8003"/>
                    <a:pt x="10487" y="7578"/>
                    <a:pt x="10031" y="7426"/>
                  </a:cubicBezTo>
                  <a:cubicBezTo>
                    <a:pt x="9799" y="7339"/>
                    <a:pt x="9553" y="7300"/>
                    <a:pt x="9303" y="7300"/>
                  </a:cubicBezTo>
                  <a:cubicBezTo>
                    <a:pt x="9029" y="7300"/>
                    <a:pt x="8751" y="7346"/>
                    <a:pt x="8481" y="7426"/>
                  </a:cubicBezTo>
                  <a:cubicBezTo>
                    <a:pt x="8754" y="6939"/>
                    <a:pt x="8389" y="6271"/>
                    <a:pt x="7903" y="6058"/>
                  </a:cubicBezTo>
                  <a:cubicBezTo>
                    <a:pt x="7756" y="6003"/>
                    <a:pt x="7601" y="5978"/>
                    <a:pt x="7444" y="5978"/>
                  </a:cubicBezTo>
                  <a:cubicBezTo>
                    <a:pt x="7152" y="5978"/>
                    <a:pt x="6851" y="6063"/>
                    <a:pt x="6580" y="6195"/>
                  </a:cubicBezTo>
                  <a:lnTo>
                    <a:pt x="6580" y="6195"/>
                  </a:lnTo>
                  <a:cubicBezTo>
                    <a:pt x="6903" y="5981"/>
                    <a:pt x="7137" y="5620"/>
                    <a:pt x="7265" y="5237"/>
                  </a:cubicBezTo>
                  <a:cubicBezTo>
                    <a:pt x="7801" y="4084"/>
                    <a:pt x="6846" y="2504"/>
                    <a:pt x="5507" y="2504"/>
                  </a:cubicBezTo>
                  <a:cubicBezTo>
                    <a:pt x="5329" y="2504"/>
                    <a:pt x="5144" y="2532"/>
                    <a:pt x="4955" y="2593"/>
                  </a:cubicBezTo>
                  <a:cubicBezTo>
                    <a:pt x="4359" y="2836"/>
                    <a:pt x="3885" y="3321"/>
                    <a:pt x="3509" y="3896"/>
                  </a:cubicBezTo>
                  <a:lnTo>
                    <a:pt x="3509" y="3896"/>
                  </a:lnTo>
                  <a:cubicBezTo>
                    <a:pt x="4180" y="2709"/>
                    <a:pt x="3551" y="1867"/>
                    <a:pt x="2823" y="1867"/>
                  </a:cubicBezTo>
                  <a:cubicBezTo>
                    <a:pt x="2423" y="1867"/>
                    <a:pt x="1993" y="2122"/>
                    <a:pt x="1733" y="2714"/>
                  </a:cubicBezTo>
                  <a:cubicBezTo>
                    <a:pt x="2381" y="1081"/>
                    <a:pt x="1437" y="1"/>
                    <a:pt x="4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30" name="Google Shape;6630;p63"/>
            <p:cNvSpPr/>
            <p:nvPr/>
          </p:nvSpPr>
          <p:spPr>
            <a:xfrm flipH="1">
              <a:off x="8165967" y="4144614"/>
              <a:ext cx="82743" cy="75988"/>
            </a:xfrm>
            <a:custGeom>
              <a:rect b="b" l="l" r="r" t="t"/>
              <a:pathLst>
                <a:path extrusionOk="0" h="950" w="1035">
                  <a:moveTo>
                    <a:pt x="998" y="1"/>
                  </a:moveTo>
                  <a:cubicBezTo>
                    <a:pt x="894" y="1"/>
                    <a:pt x="584" y="21"/>
                    <a:pt x="335" y="245"/>
                  </a:cubicBezTo>
                  <a:cubicBezTo>
                    <a:pt x="31" y="488"/>
                    <a:pt x="1" y="944"/>
                    <a:pt x="1" y="944"/>
                  </a:cubicBezTo>
                  <a:cubicBezTo>
                    <a:pt x="1" y="944"/>
                    <a:pt x="38" y="950"/>
                    <a:pt x="99" y="950"/>
                  </a:cubicBezTo>
                  <a:cubicBezTo>
                    <a:pt x="235" y="950"/>
                    <a:pt x="490" y="921"/>
                    <a:pt x="700" y="731"/>
                  </a:cubicBezTo>
                  <a:cubicBezTo>
                    <a:pt x="1004" y="458"/>
                    <a:pt x="1034" y="2"/>
                    <a:pt x="1034" y="2"/>
                  </a:cubicBezTo>
                  <a:cubicBezTo>
                    <a:pt x="1034" y="2"/>
                    <a:pt x="1021" y="1"/>
                    <a:pt x="99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31" name="Google Shape;6631;p63"/>
            <p:cNvSpPr/>
            <p:nvPr/>
          </p:nvSpPr>
          <p:spPr>
            <a:xfrm flipH="1">
              <a:off x="8853654" y="4378097"/>
              <a:ext cx="82743" cy="116782"/>
            </a:xfrm>
            <a:custGeom>
              <a:rect b="b" l="l" r="r" t="t"/>
              <a:pathLst>
                <a:path extrusionOk="0" h="1460" w="1035">
                  <a:moveTo>
                    <a:pt x="913" y="1"/>
                  </a:moveTo>
                  <a:lnTo>
                    <a:pt x="913" y="1"/>
                  </a:lnTo>
                  <a:cubicBezTo>
                    <a:pt x="913" y="1"/>
                    <a:pt x="457" y="153"/>
                    <a:pt x="244" y="548"/>
                  </a:cubicBezTo>
                  <a:cubicBezTo>
                    <a:pt x="1" y="913"/>
                    <a:pt x="123" y="1460"/>
                    <a:pt x="123" y="1460"/>
                  </a:cubicBezTo>
                  <a:cubicBezTo>
                    <a:pt x="123" y="1460"/>
                    <a:pt x="578" y="1308"/>
                    <a:pt x="791" y="913"/>
                  </a:cubicBezTo>
                  <a:cubicBezTo>
                    <a:pt x="1034" y="548"/>
                    <a:pt x="913" y="1"/>
                    <a:pt x="9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32" name="Google Shape;6632;p63"/>
            <p:cNvSpPr/>
            <p:nvPr/>
          </p:nvSpPr>
          <p:spPr>
            <a:xfrm flipH="1">
              <a:off x="8255906" y="4047429"/>
              <a:ext cx="77786" cy="165414"/>
            </a:xfrm>
            <a:custGeom>
              <a:rect b="b" l="l" r="r" t="t"/>
              <a:pathLst>
                <a:path extrusionOk="0" h="2068" w="973">
                  <a:moveTo>
                    <a:pt x="243" y="1"/>
                  </a:moveTo>
                  <a:cubicBezTo>
                    <a:pt x="243" y="1"/>
                    <a:pt x="0" y="578"/>
                    <a:pt x="91" y="1156"/>
                  </a:cubicBezTo>
                  <a:cubicBezTo>
                    <a:pt x="213" y="1703"/>
                    <a:pt x="699" y="2068"/>
                    <a:pt x="699" y="2068"/>
                  </a:cubicBezTo>
                  <a:cubicBezTo>
                    <a:pt x="699" y="2068"/>
                    <a:pt x="973" y="1490"/>
                    <a:pt x="851" y="913"/>
                  </a:cubicBezTo>
                  <a:cubicBezTo>
                    <a:pt x="760" y="335"/>
                    <a:pt x="243" y="1"/>
                    <a:pt x="2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633" name="Google Shape;6633;p63"/>
          <p:cNvGrpSpPr/>
          <p:nvPr/>
        </p:nvGrpSpPr>
        <p:grpSpPr>
          <a:xfrm flipH="1">
            <a:off x="-518902" y="2809772"/>
            <a:ext cx="1496970" cy="2297721"/>
            <a:chOff x="243098" y="2746672"/>
            <a:chExt cx="1496970" cy="2297721"/>
          </a:xfrm>
        </p:grpSpPr>
        <p:sp>
          <p:nvSpPr>
            <p:cNvPr id="6634" name="Google Shape;6634;p63"/>
            <p:cNvSpPr/>
            <p:nvPr/>
          </p:nvSpPr>
          <p:spPr>
            <a:xfrm>
              <a:off x="789842" y="4086383"/>
              <a:ext cx="461762" cy="958010"/>
            </a:xfrm>
            <a:custGeom>
              <a:rect b="b" l="l" r="r" t="t"/>
              <a:pathLst>
                <a:path extrusionOk="0" h="11977" w="5776">
                  <a:moveTo>
                    <a:pt x="2888" y="0"/>
                  </a:moveTo>
                  <a:lnTo>
                    <a:pt x="2797" y="2219"/>
                  </a:lnTo>
                  <a:lnTo>
                    <a:pt x="1611" y="1307"/>
                  </a:lnTo>
                  <a:lnTo>
                    <a:pt x="1520" y="1429"/>
                  </a:lnTo>
                  <a:lnTo>
                    <a:pt x="2645" y="2797"/>
                  </a:lnTo>
                  <a:lnTo>
                    <a:pt x="2432" y="7082"/>
                  </a:lnTo>
                  <a:lnTo>
                    <a:pt x="1885" y="6535"/>
                  </a:lnTo>
                  <a:lnTo>
                    <a:pt x="1915" y="5076"/>
                  </a:lnTo>
                  <a:lnTo>
                    <a:pt x="1703" y="5015"/>
                  </a:lnTo>
                  <a:lnTo>
                    <a:pt x="1520" y="6201"/>
                  </a:lnTo>
                  <a:lnTo>
                    <a:pt x="152" y="5015"/>
                  </a:lnTo>
                  <a:lnTo>
                    <a:pt x="0" y="5137"/>
                  </a:lnTo>
                  <a:lnTo>
                    <a:pt x="2310" y="7812"/>
                  </a:lnTo>
                  <a:lnTo>
                    <a:pt x="2007" y="11976"/>
                  </a:lnTo>
                  <a:lnTo>
                    <a:pt x="3891" y="11976"/>
                  </a:lnTo>
                  <a:lnTo>
                    <a:pt x="3678" y="6748"/>
                  </a:lnTo>
                  <a:lnTo>
                    <a:pt x="4681" y="5107"/>
                  </a:lnTo>
                  <a:lnTo>
                    <a:pt x="5776" y="4955"/>
                  </a:lnTo>
                  <a:lnTo>
                    <a:pt x="5776" y="4772"/>
                  </a:lnTo>
                  <a:lnTo>
                    <a:pt x="4803" y="4803"/>
                  </a:lnTo>
                  <a:lnTo>
                    <a:pt x="5350" y="3921"/>
                  </a:lnTo>
                  <a:lnTo>
                    <a:pt x="5228" y="3800"/>
                  </a:lnTo>
                  <a:lnTo>
                    <a:pt x="3678" y="5471"/>
                  </a:lnTo>
                  <a:lnTo>
                    <a:pt x="3405" y="2736"/>
                  </a:lnTo>
                  <a:lnTo>
                    <a:pt x="319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35" name="Google Shape;6635;p63"/>
            <p:cNvSpPr/>
            <p:nvPr/>
          </p:nvSpPr>
          <p:spPr>
            <a:xfrm>
              <a:off x="274676" y="2746672"/>
              <a:ext cx="1465392" cy="1589112"/>
            </a:xfrm>
            <a:custGeom>
              <a:rect b="b" l="l" r="r" t="t"/>
              <a:pathLst>
                <a:path extrusionOk="0" h="19867" w="18330">
                  <a:moveTo>
                    <a:pt x="9682" y="1"/>
                  </a:moveTo>
                  <a:cubicBezTo>
                    <a:pt x="9666" y="1"/>
                    <a:pt x="9651" y="1"/>
                    <a:pt x="9636" y="1"/>
                  </a:cubicBezTo>
                  <a:cubicBezTo>
                    <a:pt x="8663" y="32"/>
                    <a:pt x="7873" y="731"/>
                    <a:pt x="7265" y="1460"/>
                  </a:cubicBezTo>
                  <a:cubicBezTo>
                    <a:pt x="6019" y="2980"/>
                    <a:pt x="5259" y="4865"/>
                    <a:pt x="5107" y="6840"/>
                  </a:cubicBezTo>
                  <a:cubicBezTo>
                    <a:pt x="4712" y="6354"/>
                    <a:pt x="4377" y="5868"/>
                    <a:pt x="3891" y="5472"/>
                  </a:cubicBezTo>
                  <a:cubicBezTo>
                    <a:pt x="3485" y="5168"/>
                    <a:pt x="2993" y="4926"/>
                    <a:pt x="2488" y="4926"/>
                  </a:cubicBezTo>
                  <a:cubicBezTo>
                    <a:pt x="2389" y="4926"/>
                    <a:pt x="2289" y="4936"/>
                    <a:pt x="2189" y="4956"/>
                  </a:cubicBezTo>
                  <a:cubicBezTo>
                    <a:pt x="1186" y="5108"/>
                    <a:pt x="548" y="6111"/>
                    <a:pt x="274" y="7114"/>
                  </a:cubicBezTo>
                  <a:cubicBezTo>
                    <a:pt x="1" y="8178"/>
                    <a:pt x="61" y="9272"/>
                    <a:pt x="396" y="10305"/>
                  </a:cubicBezTo>
                  <a:cubicBezTo>
                    <a:pt x="912" y="12007"/>
                    <a:pt x="2219" y="13375"/>
                    <a:pt x="3466" y="14622"/>
                  </a:cubicBezTo>
                  <a:cubicBezTo>
                    <a:pt x="3336" y="14567"/>
                    <a:pt x="3199" y="14541"/>
                    <a:pt x="3063" y="14541"/>
                  </a:cubicBezTo>
                  <a:cubicBezTo>
                    <a:pt x="2595" y="14541"/>
                    <a:pt x="2127" y="14843"/>
                    <a:pt x="1915" y="15290"/>
                  </a:cubicBezTo>
                  <a:cubicBezTo>
                    <a:pt x="1520" y="16050"/>
                    <a:pt x="1915" y="16901"/>
                    <a:pt x="2402" y="17509"/>
                  </a:cubicBezTo>
                  <a:cubicBezTo>
                    <a:pt x="2858" y="18026"/>
                    <a:pt x="3435" y="18391"/>
                    <a:pt x="4043" y="18695"/>
                  </a:cubicBezTo>
                  <a:cubicBezTo>
                    <a:pt x="5651" y="19498"/>
                    <a:pt x="7434" y="19866"/>
                    <a:pt x="9228" y="19866"/>
                  </a:cubicBezTo>
                  <a:cubicBezTo>
                    <a:pt x="11164" y="19866"/>
                    <a:pt x="13112" y="19437"/>
                    <a:pt x="14864" y="18664"/>
                  </a:cubicBezTo>
                  <a:cubicBezTo>
                    <a:pt x="16110" y="18117"/>
                    <a:pt x="16992" y="17205"/>
                    <a:pt x="17691" y="15989"/>
                  </a:cubicBezTo>
                  <a:cubicBezTo>
                    <a:pt x="18147" y="15290"/>
                    <a:pt x="18299" y="14439"/>
                    <a:pt x="18329" y="13649"/>
                  </a:cubicBezTo>
                  <a:cubicBezTo>
                    <a:pt x="18329" y="13102"/>
                    <a:pt x="18299" y="12585"/>
                    <a:pt x="18086" y="12129"/>
                  </a:cubicBezTo>
                  <a:cubicBezTo>
                    <a:pt x="17873" y="11673"/>
                    <a:pt x="17448" y="11248"/>
                    <a:pt x="16931" y="11187"/>
                  </a:cubicBezTo>
                  <a:cubicBezTo>
                    <a:pt x="16869" y="11174"/>
                    <a:pt x="16804" y="11168"/>
                    <a:pt x="16739" y="11168"/>
                  </a:cubicBezTo>
                  <a:cubicBezTo>
                    <a:pt x="16511" y="11168"/>
                    <a:pt x="16279" y="11244"/>
                    <a:pt x="16148" y="11384"/>
                  </a:cubicBezTo>
                  <a:lnTo>
                    <a:pt x="16148" y="11384"/>
                  </a:lnTo>
                  <a:cubicBezTo>
                    <a:pt x="16711" y="10695"/>
                    <a:pt x="17239" y="9890"/>
                    <a:pt x="17448" y="8998"/>
                  </a:cubicBezTo>
                  <a:cubicBezTo>
                    <a:pt x="17691" y="8086"/>
                    <a:pt x="17569" y="7083"/>
                    <a:pt x="16961" y="6384"/>
                  </a:cubicBezTo>
                  <a:cubicBezTo>
                    <a:pt x="16487" y="5810"/>
                    <a:pt x="15766" y="5523"/>
                    <a:pt x="15019" y="5523"/>
                  </a:cubicBezTo>
                  <a:cubicBezTo>
                    <a:pt x="14856" y="5523"/>
                    <a:pt x="14692" y="5536"/>
                    <a:pt x="14530" y="5564"/>
                  </a:cubicBezTo>
                  <a:cubicBezTo>
                    <a:pt x="13618" y="5716"/>
                    <a:pt x="12858" y="6202"/>
                    <a:pt x="12250" y="6871"/>
                  </a:cubicBezTo>
                  <a:cubicBezTo>
                    <a:pt x="12311" y="5472"/>
                    <a:pt x="12615" y="4074"/>
                    <a:pt x="12372" y="2706"/>
                  </a:cubicBezTo>
                  <a:cubicBezTo>
                    <a:pt x="12101" y="1354"/>
                    <a:pt x="11057" y="1"/>
                    <a:pt x="968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36" name="Google Shape;6636;p63"/>
            <p:cNvSpPr/>
            <p:nvPr/>
          </p:nvSpPr>
          <p:spPr>
            <a:xfrm>
              <a:off x="635228" y="4360980"/>
              <a:ext cx="324817" cy="282356"/>
            </a:xfrm>
            <a:custGeom>
              <a:rect b="b" l="l" r="r" t="t"/>
              <a:pathLst>
                <a:path extrusionOk="0" h="3530" w="4063">
                  <a:moveTo>
                    <a:pt x="1850" y="0"/>
                  </a:moveTo>
                  <a:cubicBezTo>
                    <a:pt x="1502" y="0"/>
                    <a:pt x="1195" y="373"/>
                    <a:pt x="1570" y="944"/>
                  </a:cubicBezTo>
                  <a:cubicBezTo>
                    <a:pt x="1296" y="663"/>
                    <a:pt x="1033" y="551"/>
                    <a:pt x="819" y="551"/>
                  </a:cubicBezTo>
                  <a:cubicBezTo>
                    <a:pt x="223" y="551"/>
                    <a:pt x="1" y="1409"/>
                    <a:pt x="962" y="1856"/>
                  </a:cubicBezTo>
                  <a:cubicBezTo>
                    <a:pt x="37" y="1881"/>
                    <a:pt x="304" y="2974"/>
                    <a:pt x="969" y="2974"/>
                  </a:cubicBezTo>
                  <a:cubicBezTo>
                    <a:pt x="1100" y="2974"/>
                    <a:pt x="1247" y="2931"/>
                    <a:pt x="1403" y="2829"/>
                  </a:cubicBezTo>
                  <a:lnTo>
                    <a:pt x="1403" y="2829"/>
                  </a:lnTo>
                  <a:cubicBezTo>
                    <a:pt x="1083" y="3075"/>
                    <a:pt x="1301" y="3529"/>
                    <a:pt x="1714" y="3529"/>
                  </a:cubicBezTo>
                  <a:cubicBezTo>
                    <a:pt x="1726" y="3529"/>
                    <a:pt x="1739" y="3529"/>
                    <a:pt x="1752" y="3528"/>
                  </a:cubicBezTo>
                  <a:cubicBezTo>
                    <a:pt x="2877" y="3315"/>
                    <a:pt x="4062" y="1491"/>
                    <a:pt x="3029" y="519"/>
                  </a:cubicBezTo>
                  <a:cubicBezTo>
                    <a:pt x="2955" y="430"/>
                    <a:pt x="2810" y="370"/>
                    <a:pt x="2680" y="370"/>
                  </a:cubicBezTo>
                  <a:cubicBezTo>
                    <a:pt x="2542" y="370"/>
                    <a:pt x="2421" y="438"/>
                    <a:pt x="2421" y="610"/>
                  </a:cubicBezTo>
                  <a:cubicBezTo>
                    <a:pt x="2358" y="184"/>
                    <a:pt x="2094" y="0"/>
                    <a:pt x="185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37" name="Google Shape;6637;p63"/>
            <p:cNvSpPr/>
            <p:nvPr/>
          </p:nvSpPr>
          <p:spPr>
            <a:xfrm>
              <a:off x="663449" y="3468479"/>
              <a:ext cx="794733" cy="858426"/>
            </a:xfrm>
            <a:custGeom>
              <a:rect b="b" l="l" r="r" t="t"/>
              <a:pathLst>
                <a:path extrusionOk="0" h="10732" w="9941">
                  <a:moveTo>
                    <a:pt x="3393" y="0"/>
                  </a:moveTo>
                  <a:cubicBezTo>
                    <a:pt x="3295" y="0"/>
                    <a:pt x="3197" y="11"/>
                    <a:pt x="3101" y="35"/>
                  </a:cubicBezTo>
                  <a:cubicBezTo>
                    <a:pt x="2341" y="217"/>
                    <a:pt x="1977" y="1129"/>
                    <a:pt x="2068" y="1889"/>
                  </a:cubicBezTo>
                  <a:cubicBezTo>
                    <a:pt x="2129" y="2649"/>
                    <a:pt x="2524" y="3379"/>
                    <a:pt x="2797" y="4078"/>
                  </a:cubicBezTo>
                  <a:cubicBezTo>
                    <a:pt x="2435" y="3871"/>
                    <a:pt x="2029" y="3730"/>
                    <a:pt x="1598" y="3730"/>
                  </a:cubicBezTo>
                  <a:cubicBezTo>
                    <a:pt x="1522" y="3730"/>
                    <a:pt x="1446" y="3734"/>
                    <a:pt x="1369" y="3743"/>
                  </a:cubicBezTo>
                  <a:cubicBezTo>
                    <a:pt x="882" y="3835"/>
                    <a:pt x="426" y="4139"/>
                    <a:pt x="244" y="4594"/>
                  </a:cubicBezTo>
                  <a:cubicBezTo>
                    <a:pt x="1" y="5081"/>
                    <a:pt x="122" y="5598"/>
                    <a:pt x="396" y="6053"/>
                  </a:cubicBezTo>
                  <a:cubicBezTo>
                    <a:pt x="670" y="6479"/>
                    <a:pt x="1065" y="6813"/>
                    <a:pt x="1490" y="7117"/>
                  </a:cubicBezTo>
                  <a:cubicBezTo>
                    <a:pt x="1414" y="7087"/>
                    <a:pt x="1331" y="7072"/>
                    <a:pt x="1247" y="7072"/>
                  </a:cubicBezTo>
                  <a:cubicBezTo>
                    <a:pt x="1163" y="7072"/>
                    <a:pt x="1080" y="7087"/>
                    <a:pt x="1004" y="7117"/>
                  </a:cubicBezTo>
                  <a:cubicBezTo>
                    <a:pt x="730" y="7239"/>
                    <a:pt x="578" y="7512"/>
                    <a:pt x="548" y="7816"/>
                  </a:cubicBezTo>
                  <a:cubicBezTo>
                    <a:pt x="518" y="8090"/>
                    <a:pt x="578" y="8394"/>
                    <a:pt x="670" y="8637"/>
                  </a:cubicBezTo>
                  <a:cubicBezTo>
                    <a:pt x="822" y="9093"/>
                    <a:pt x="1034" y="9519"/>
                    <a:pt x="1338" y="9701"/>
                  </a:cubicBezTo>
                  <a:cubicBezTo>
                    <a:pt x="1885" y="10248"/>
                    <a:pt x="2493" y="10582"/>
                    <a:pt x="3253" y="10674"/>
                  </a:cubicBezTo>
                  <a:cubicBezTo>
                    <a:pt x="3573" y="10712"/>
                    <a:pt x="3897" y="10731"/>
                    <a:pt x="4223" y="10731"/>
                  </a:cubicBezTo>
                  <a:cubicBezTo>
                    <a:pt x="5969" y="10731"/>
                    <a:pt x="7747" y="10171"/>
                    <a:pt x="9028" y="8941"/>
                  </a:cubicBezTo>
                  <a:cubicBezTo>
                    <a:pt x="9272" y="8728"/>
                    <a:pt x="9545" y="8424"/>
                    <a:pt x="9697" y="8060"/>
                  </a:cubicBezTo>
                  <a:cubicBezTo>
                    <a:pt x="9879" y="7695"/>
                    <a:pt x="9940" y="7148"/>
                    <a:pt x="9636" y="6813"/>
                  </a:cubicBezTo>
                  <a:cubicBezTo>
                    <a:pt x="9478" y="6690"/>
                    <a:pt x="9268" y="6607"/>
                    <a:pt x="9066" y="6607"/>
                  </a:cubicBezTo>
                  <a:cubicBezTo>
                    <a:pt x="8920" y="6607"/>
                    <a:pt x="8778" y="6650"/>
                    <a:pt x="8664" y="6753"/>
                  </a:cubicBezTo>
                  <a:cubicBezTo>
                    <a:pt x="9120" y="5841"/>
                    <a:pt x="9636" y="4929"/>
                    <a:pt x="9636" y="3926"/>
                  </a:cubicBezTo>
                  <a:cubicBezTo>
                    <a:pt x="9636" y="3348"/>
                    <a:pt x="9484" y="2740"/>
                    <a:pt x="9180" y="2224"/>
                  </a:cubicBezTo>
                  <a:cubicBezTo>
                    <a:pt x="8931" y="1807"/>
                    <a:pt x="8504" y="1391"/>
                    <a:pt x="7992" y="1391"/>
                  </a:cubicBezTo>
                  <a:cubicBezTo>
                    <a:pt x="7943" y="1391"/>
                    <a:pt x="7893" y="1395"/>
                    <a:pt x="7843" y="1403"/>
                  </a:cubicBezTo>
                  <a:cubicBezTo>
                    <a:pt x="7509" y="1464"/>
                    <a:pt x="7205" y="1707"/>
                    <a:pt x="6992" y="1950"/>
                  </a:cubicBezTo>
                  <a:cubicBezTo>
                    <a:pt x="6809" y="2254"/>
                    <a:pt x="6688" y="2558"/>
                    <a:pt x="6597" y="2923"/>
                  </a:cubicBezTo>
                  <a:cubicBezTo>
                    <a:pt x="6202" y="1889"/>
                    <a:pt x="5472" y="1008"/>
                    <a:pt x="4560" y="400"/>
                  </a:cubicBezTo>
                  <a:cubicBezTo>
                    <a:pt x="4194" y="180"/>
                    <a:pt x="3790" y="0"/>
                    <a:pt x="339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38" name="Google Shape;6638;p63"/>
            <p:cNvSpPr/>
            <p:nvPr/>
          </p:nvSpPr>
          <p:spPr>
            <a:xfrm>
              <a:off x="354861" y="3840821"/>
              <a:ext cx="72990" cy="104624"/>
            </a:xfrm>
            <a:custGeom>
              <a:rect b="b" l="l" r="r" t="t"/>
              <a:pathLst>
                <a:path extrusionOk="0" h="1308" w="913">
                  <a:moveTo>
                    <a:pt x="92" y="0"/>
                  </a:moveTo>
                  <a:cubicBezTo>
                    <a:pt x="92" y="0"/>
                    <a:pt x="1" y="456"/>
                    <a:pt x="183" y="791"/>
                  </a:cubicBezTo>
                  <a:cubicBezTo>
                    <a:pt x="365" y="1125"/>
                    <a:pt x="791" y="1307"/>
                    <a:pt x="791" y="1307"/>
                  </a:cubicBezTo>
                  <a:cubicBezTo>
                    <a:pt x="791" y="1307"/>
                    <a:pt x="912" y="851"/>
                    <a:pt x="700" y="487"/>
                  </a:cubicBezTo>
                  <a:cubicBezTo>
                    <a:pt x="487" y="152"/>
                    <a:pt x="92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39" name="Google Shape;6639;p63"/>
            <p:cNvSpPr/>
            <p:nvPr/>
          </p:nvSpPr>
          <p:spPr>
            <a:xfrm>
              <a:off x="243098" y="3940326"/>
              <a:ext cx="158051" cy="70869"/>
            </a:xfrm>
            <a:custGeom>
              <a:rect b="b" l="l" r="r" t="t"/>
              <a:pathLst>
                <a:path extrusionOk="0" h="886" w="1977">
                  <a:moveTo>
                    <a:pt x="996" y="1"/>
                  </a:moveTo>
                  <a:cubicBezTo>
                    <a:pt x="978" y="1"/>
                    <a:pt x="960" y="1"/>
                    <a:pt x="943" y="2"/>
                  </a:cubicBezTo>
                  <a:cubicBezTo>
                    <a:pt x="396" y="2"/>
                    <a:pt x="0" y="519"/>
                    <a:pt x="0" y="519"/>
                  </a:cubicBezTo>
                  <a:cubicBezTo>
                    <a:pt x="0" y="519"/>
                    <a:pt x="451" y="886"/>
                    <a:pt x="946" y="886"/>
                  </a:cubicBezTo>
                  <a:cubicBezTo>
                    <a:pt x="965" y="886"/>
                    <a:pt x="984" y="885"/>
                    <a:pt x="1003" y="884"/>
                  </a:cubicBezTo>
                  <a:cubicBezTo>
                    <a:pt x="1551" y="854"/>
                    <a:pt x="1976" y="398"/>
                    <a:pt x="1976" y="398"/>
                  </a:cubicBezTo>
                  <a:cubicBezTo>
                    <a:pt x="1976" y="398"/>
                    <a:pt x="1494" y="1"/>
                    <a:pt x="99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40" name="Google Shape;6640;p63"/>
            <p:cNvSpPr/>
            <p:nvPr/>
          </p:nvSpPr>
          <p:spPr>
            <a:xfrm>
              <a:off x="1256401" y="4479441"/>
              <a:ext cx="58360" cy="29755"/>
            </a:xfrm>
            <a:custGeom>
              <a:rect b="b" l="l" r="r" t="t"/>
              <a:pathLst>
                <a:path extrusionOk="0" h="372" w="730">
                  <a:moveTo>
                    <a:pt x="235" y="0"/>
                  </a:moveTo>
                  <a:cubicBezTo>
                    <a:pt x="108" y="0"/>
                    <a:pt x="0" y="41"/>
                    <a:pt x="0" y="41"/>
                  </a:cubicBezTo>
                  <a:cubicBezTo>
                    <a:pt x="0" y="41"/>
                    <a:pt x="122" y="253"/>
                    <a:pt x="304" y="345"/>
                  </a:cubicBezTo>
                  <a:cubicBezTo>
                    <a:pt x="365" y="365"/>
                    <a:pt x="433" y="372"/>
                    <a:pt x="496" y="372"/>
                  </a:cubicBezTo>
                  <a:cubicBezTo>
                    <a:pt x="622" y="372"/>
                    <a:pt x="730" y="345"/>
                    <a:pt x="730" y="345"/>
                  </a:cubicBezTo>
                  <a:cubicBezTo>
                    <a:pt x="730" y="345"/>
                    <a:pt x="608" y="101"/>
                    <a:pt x="426" y="41"/>
                  </a:cubicBezTo>
                  <a:cubicBezTo>
                    <a:pt x="365" y="10"/>
                    <a:pt x="298" y="0"/>
                    <a:pt x="23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41" name="Google Shape;6641;p63"/>
            <p:cNvSpPr/>
            <p:nvPr/>
          </p:nvSpPr>
          <p:spPr>
            <a:xfrm>
              <a:off x="1256401" y="4409692"/>
              <a:ext cx="60838" cy="58471"/>
            </a:xfrm>
            <a:custGeom>
              <a:rect b="b" l="l" r="r" t="t"/>
              <a:pathLst>
                <a:path extrusionOk="0" h="731" w="761">
                  <a:moveTo>
                    <a:pt x="760" y="1"/>
                  </a:moveTo>
                  <a:cubicBezTo>
                    <a:pt x="760" y="1"/>
                    <a:pt x="456" y="1"/>
                    <a:pt x="213" y="183"/>
                  </a:cubicBezTo>
                  <a:cubicBezTo>
                    <a:pt x="31" y="366"/>
                    <a:pt x="0" y="730"/>
                    <a:pt x="0" y="730"/>
                  </a:cubicBezTo>
                  <a:cubicBezTo>
                    <a:pt x="0" y="730"/>
                    <a:pt x="304" y="730"/>
                    <a:pt x="547" y="518"/>
                  </a:cubicBezTo>
                  <a:cubicBezTo>
                    <a:pt x="760" y="335"/>
                    <a:pt x="760" y="1"/>
                    <a:pt x="76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42" name="Google Shape;6642;p63"/>
            <p:cNvSpPr/>
            <p:nvPr/>
          </p:nvSpPr>
          <p:spPr>
            <a:xfrm>
              <a:off x="1217548" y="3476078"/>
              <a:ext cx="82663" cy="82787"/>
            </a:xfrm>
            <a:custGeom>
              <a:rect b="b" l="l" r="r" t="t"/>
              <a:pathLst>
                <a:path extrusionOk="0" h="1035" w="1034">
                  <a:moveTo>
                    <a:pt x="973" y="1"/>
                  </a:moveTo>
                  <a:lnTo>
                    <a:pt x="973" y="1"/>
                  </a:lnTo>
                  <a:cubicBezTo>
                    <a:pt x="973" y="1"/>
                    <a:pt x="517" y="1"/>
                    <a:pt x="274" y="305"/>
                  </a:cubicBezTo>
                  <a:cubicBezTo>
                    <a:pt x="0" y="578"/>
                    <a:pt x="0" y="1034"/>
                    <a:pt x="0" y="1034"/>
                  </a:cubicBezTo>
                  <a:cubicBezTo>
                    <a:pt x="0" y="1034"/>
                    <a:pt x="456" y="1034"/>
                    <a:pt x="730" y="730"/>
                  </a:cubicBezTo>
                  <a:cubicBezTo>
                    <a:pt x="1033" y="426"/>
                    <a:pt x="973" y="1"/>
                    <a:pt x="97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43" name="Google Shape;6643;p63"/>
            <p:cNvSpPr/>
            <p:nvPr/>
          </p:nvSpPr>
          <p:spPr>
            <a:xfrm>
              <a:off x="695027" y="3711641"/>
              <a:ext cx="72990" cy="37114"/>
            </a:xfrm>
            <a:custGeom>
              <a:rect b="b" l="l" r="r" t="t"/>
              <a:pathLst>
                <a:path extrusionOk="0" h="464" w="913">
                  <a:moveTo>
                    <a:pt x="318" y="1"/>
                  </a:moveTo>
                  <a:cubicBezTo>
                    <a:pt x="146" y="1"/>
                    <a:pt x="1" y="65"/>
                    <a:pt x="1" y="65"/>
                  </a:cubicBezTo>
                  <a:cubicBezTo>
                    <a:pt x="1" y="65"/>
                    <a:pt x="123" y="308"/>
                    <a:pt x="366" y="430"/>
                  </a:cubicBezTo>
                  <a:cubicBezTo>
                    <a:pt x="432" y="455"/>
                    <a:pt x="503" y="464"/>
                    <a:pt x="571" y="464"/>
                  </a:cubicBezTo>
                  <a:cubicBezTo>
                    <a:pt x="752" y="464"/>
                    <a:pt x="913" y="399"/>
                    <a:pt x="913" y="399"/>
                  </a:cubicBezTo>
                  <a:cubicBezTo>
                    <a:pt x="913" y="399"/>
                    <a:pt x="791" y="126"/>
                    <a:pt x="518" y="35"/>
                  </a:cubicBezTo>
                  <a:cubicBezTo>
                    <a:pt x="451" y="10"/>
                    <a:pt x="383" y="1"/>
                    <a:pt x="3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44" name="Google Shape;6644;p63"/>
            <p:cNvSpPr/>
            <p:nvPr/>
          </p:nvSpPr>
          <p:spPr>
            <a:xfrm>
              <a:off x="1113060" y="3398330"/>
              <a:ext cx="94815" cy="148377"/>
            </a:xfrm>
            <a:custGeom>
              <a:rect b="b" l="l" r="r" t="t"/>
              <a:pathLst>
                <a:path extrusionOk="0" h="1855" w="1186">
                  <a:moveTo>
                    <a:pt x="243" y="0"/>
                  </a:moveTo>
                  <a:cubicBezTo>
                    <a:pt x="243" y="0"/>
                    <a:pt x="0" y="517"/>
                    <a:pt x="213" y="1064"/>
                  </a:cubicBezTo>
                  <a:cubicBezTo>
                    <a:pt x="395" y="1581"/>
                    <a:pt x="973" y="1854"/>
                    <a:pt x="973" y="1854"/>
                  </a:cubicBezTo>
                  <a:cubicBezTo>
                    <a:pt x="973" y="1854"/>
                    <a:pt x="1185" y="1307"/>
                    <a:pt x="1003" y="791"/>
                  </a:cubicBezTo>
                  <a:cubicBezTo>
                    <a:pt x="821" y="304"/>
                    <a:pt x="243" y="0"/>
                    <a:pt x="24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45" name="Google Shape;6645;p63"/>
            <p:cNvSpPr/>
            <p:nvPr/>
          </p:nvSpPr>
          <p:spPr>
            <a:xfrm>
              <a:off x="758264" y="4468083"/>
              <a:ext cx="136146" cy="124061"/>
            </a:xfrm>
            <a:custGeom>
              <a:rect b="b" l="l" r="r" t="t"/>
              <a:pathLst>
                <a:path extrusionOk="0" h="1551" w="1703">
                  <a:moveTo>
                    <a:pt x="1277" y="0"/>
                  </a:moveTo>
                  <a:cubicBezTo>
                    <a:pt x="1094" y="0"/>
                    <a:pt x="1064" y="213"/>
                    <a:pt x="912" y="213"/>
                  </a:cubicBezTo>
                  <a:cubicBezTo>
                    <a:pt x="882" y="213"/>
                    <a:pt x="851" y="213"/>
                    <a:pt x="791" y="183"/>
                  </a:cubicBezTo>
                  <a:cubicBezTo>
                    <a:pt x="760" y="152"/>
                    <a:pt x="730" y="61"/>
                    <a:pt x="639" y="61"/>
                  </a:cubicBezTo>
                  <a:cubicBezTo>
                    <a:pt x="578" y="61"/>
                    <a:pt x="487" y="152"/>
                    <a:pt x="456" y="213"/>
                  </a:cubicBezTo>
                  <a:cubicBezTo>
                    <a:pt x="426" y="304"/>
                    <a:pt x="456" y="395"/>
                    <a:pt x="456" y="487"/>
                  </a:cubicBezTo>
                  <a:cubicBezTo>
                    <a:pt x="456" y="608"/>
                    <a:pt x="456" y="669"/>
                    <a:pt x="426" y="760"/>
                  </a:cubicBezTo>
                  <a:cubicBezTo>
                    <a:pt x="304" y="882"/>
                    <a:pt x="122" y="851"/>
                    <a:pt x="31" y="1003"/>
                  </a:cubicBezTo>
                  <a:cubicBezTo>
                    <a:pt x="0" y="1125"/>
                    <a:pt x="31" y="1277"/>
                    <a:pt x="122" y="1368"/>
                  </a:cubicBezTo>
                  <a:cubicBezTo>
                    <a:pt x="243" y="1459"/>
                    <a:pt x="335" y="1550"/>
                    <a:pt x="487" y="1550"/>
                  </a:cubicBezTo>
                  <a:lnTo>
                    <a:pt x="791" y="1550"/>
                  </a:lnTo>
                  <a:cubicBezTo>
                    <a:pt x="1064" y="1520"/>
                    <a:pt x="1307" y="1429"/>
                    <a:pt x="1490" y="1155"/>
                  </a:cubicBezTo>
                  <a:cubicBezTo>
                    <a:pt x="1672" y="943"/>
                    <a:pt x="1702" y="639"/>
                    <a:pt x="1642" y="365"/>
                  </a:cubicBezTo>
                  <a:cubicBezTo>
                    <a:pt x="1550" y="213"/>
                    <a:pt x="1490" y="31"/>
                    <a:pt x="127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46" name="Google Shape;6646;p63"/>
          <p:cNvSpPr/>
          <p:nvPr/>
        </p:nvSpPr>
        <p:spPr>
          <a:xfrm>
            <a:off x="0" y="5107500"/>
            <a:ext cx="9144000" cy="36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647" name="Google Shape;6647;p63"/>
          <p:cNvGrpSpPr/>
          <p:nvPr/>
        </p:nvGrpSpPr>
        <p:grpSpPr>
          <a:xfrm>
            <a:off x="0" y="4752988"/>
            <a:ext cx="9144000" cy="354505"/>
            <a:chOff x="0" y="4689888"/>
            <a:chExt cx="9144000" cy="354505"/>
          </a:xfrm>
        </p:grpSpPr>
        <p:grpSp>
          <p:nvGrpSpPr>
            <p:cNvPr id="6648" name="Google Shape;6648;p63"/>
            <p:cNvGrpSpPr/>
            <p:nvPr/>
          </p:nvGrpSpPr>
          <p:grpSpPr>
            <a:xfrm>
              <a:off x="0" y="4793425"/>
              <a:ext cx="9144000" cy="194975"/>
              <a:chOff x="0" y="4789550"/>
              <a:chExt cx="9144000" cy="194975"/>
            </a:xfrm>
          </p:grpSpPr>
          <p:sp>
            <p:nvSpPr>
              <p:cNvPr id="6649" name="Google Shape;6649;p63"/>
              <p:cNvSpPr/>
              <p:nvPr/>
            </p:nvSpPr>
            <p:spPr>
              <a:xfrm>
                <a:off x="0" y="4789550"/>
                <a:ext cx="9144000" cy="360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50" name="Google Shape;6650;p63"/>
              <p:cNvSpPr/>
              <p:nvPr/>
            </p:nvSpPr>
            <p:spPr>
              <a:xfrm>
                <a:off x="0" y="4948525"/>
                <a:ext cx="9144000" cy="360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651" name="Google Shape;6651;p63"/>
            <p:cNvGrpSpPr/>
            <p:nvPr/>
          </p:nvGrpSpPr>
          <p:grpSpPr>
            <a:xfrm>
              <a:off x="28483" y="4689888"/>
              <a:ext cx="9087034" cy="354505"/>
              <a:chOff x="28483" y="4689888"/>
              <a:chExt cx="9087034" cy="354505"/>
            </a:xfrm>
          </p:grpSpPr>
          <p:sp>
            <p:nvSpPr>
              <p:cNvPr id="6652" name="Google Shape;6652;p63"/>
              <p:cNvSpPr/>
              <p:nvPr/>
            </p:nvSpPr>
            <p:spPr>
              <a:xfrm>
                <a:off x="64010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6" y="1"/>
                      <a:pt x="533" y="8"/>
                      <a:pt x="518" y="24"/>
                    </a:cubicBezTo>
                    <a:lnTo>
                      <a:pt x="62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34" y="4431"/>
                      <a:pt x="1065" y="4401"/>
                      <a:pt x="1156" y="4370"/>
                    </a:cubicBezTo>
                    <a:lnTo>
                      <a:pt x="1156" y="601"/>
                    </a:lnTo>
                    <a:lnTo>
                      <a:pt x="1126" y="571"/>
                    </a:lnTo>
                    <a:lnTo>
                      <a:pt x="670" y="24"/>
                    </a:lnTo>
                    <a:cubicBezTo>
                      <a:pt x="639" y="8"/>
                      <a:pt x="609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53" name="Google Shape;6653;p63"/>
              <p:cNvSpPr/>
              <p:nvPr/>
            </p:nvSpPr>
            <p:spPr>
              <a:xfrm>
                <a:off x="79301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3" y="8"/>
                      <a:pt x="517" y="24"/>
                    </a:cubicBezTo>
                    <a:lnTo>
                      <a:pt x="6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34" y="4431"/>
                      <a:pt x="1064" y="4401"/>
                      <a:pt x="1156" y="4370"/>
                    </a:cubicBezTo>
                    <a:lnTo>
                      <a:pt x="1156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9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54" name="Google Shape;6654;p63"/>
              <p:cNvSpPr/>
              <p:nvPr/>
            </p:nvSpPr>
            <p:spPr>
              <a:xfrm>
                <a:off x="94592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2" y="4431"/>
                      <a:pt x="122" y="4431"/>
                    </a:cubicBezTo>
                    <a:lnTo>
                      <a:pt x="1003" y="4431"/>
                    </a:lnTo>
                    <a:cubicBezTo>
                      <a:pt x="103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8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55" name="Google Shape;6655;p63"/>
              <p:cNvSpPr/>
              <p:nvPr/>
            </p:nvSpPr>
            <p:spPr>
              <a:xfrm>
                <a:off x="109882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1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1" y="4431"/>
                      <a:pt x="122" y="4431"/>
                    </a:cubicBezTo>
                    <a:lnTo>
                      <a:pt x="1003" y="4431"/>
                    </a:lnTo>
                    <a:cubicBezTo>
                      <a:pt x="106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8" y="8"/>
                      <a:pt x="608" y="1"/>
                      <a:pt x="58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56" name="Google Shape;6656;p63"/>
              <p:cNvSpPr/>
              <p:nvPr/>
            </p:nvSpPr>
            <p:spPr>
              <a:xfrm>
                <a:off x="1251735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04" y="4431"/>
                      <a:pt x="103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57" name="Google Shape;6657;p63"/>
              <p:cNvSpPr/>
              <p:nvPr/>
            </p:nvSpPr>
            <p:spPr>
              <a:xfrm>
                <a:off x="1402243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58" name="Google Shape;6658;p63"/>
              <p:cNvSpPr/>
              <p:nvPr/>
            </p:nvSpPr>
            <p:spPr>
              <a:xfrm>
                <a:off x="1552751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64" y="4431"/>
                      <a:pt x="109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59" name="Google Shape;6659;p63"/>
              <p:cNvSpPr/>
              <p:nvPr/>
            </p:nvSpPr>
            <p:spPr>
              <a:xfrm>
                <a:off x="751362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60" name="Google Shape;6660;p63"/>
              <p:cNvSpPr/>
              <p:nvPr/>
            </p:nvSpPr>
            <p:spPr>
              <a:xfrm>
                <a:off x="7666529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3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61" name="Google Shape;6661;p63"/>
              <p:cNvSpPr/>
              <p:nvPr/>
            </p:nvSpPr>
            <p:spPr>
              <a:xfrm>
                <a:off x="7816957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62" name="Google Shape;6662;p63"/>
              <p:cNvSpPr/>
              <p:nvPr/>
            </p:nvSpPr>
            <p:spPr>
              <a:xfrm>
                <a:off x="796738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2" y="4431"/>
                      <a:pt x="122" y="4431"/>
                    </a:cubicBezTo>
                    <a:lnTo>
                      <a:pt x="1003" y="4431"/>
                    </a:lnTo>
                    <a:cubicBezTo>
                      <a:pt x="103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8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63" name="Google Shape;6663;p63"/>
              <p:cNvSpPr/>
              <p:nvPr/>
            </p:nvSpPr>
            <p:spPr>
              <a:xfrm>
                <a:off x="812029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93" y="1"/>
                    </a:moveTo>
                    <a:cubicBezTo>
                      <a:pt x="562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1" y="4431"/>
                      <a:pt x="122" y="4431"/>
                    </a:cubicBezTo>
                    <a:lnTo>
                      <a:pt x="1003" y="4431"/>
                    </a:lnTo>
                    <a:cubicBezTo>
                      <a:pt x="106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54" y="8"/>
                      <a:pt x="623" y="1"/>
                      <a:pt x="59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64" name="Google Shape;6664;p63"/>
              <p:cNvSpPr/>
              <p:nvPr/>
            </p:nvSpPr>
            <p:spPr>
              <a:xfrm>
                <a:off x="8273198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1" y="4431"/>
                      <a:pt x="122" y="4431"/>
                    </a:cubicBezTo>
                    <a:lnTo>
                      <a:pt x="973" y="4431"/>
                    </a:lnTo>
                    <a:cubicBezTo>
                      <a:pt x="1034" y="4431"/>
                      <a:pt x="1065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65" name="Google Shape;6665;p63"/>
              <p:cNvSpPr/>
              <p:nvPr/>
            </p:nvSpPr>
            <p:spPr>
              <a:xfrm>
                <a:off x="8423706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34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66" name="Google Shape;6666;p63"/>
              <p:cNvSpPr/>
              <p:nvPr/>
            </p:nvSpPr>
            <p:spPr>
              <a:xfrm>
                <a:off x="8574214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64" y="4431"/>
                      <a:pt x="109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67" name="Google Shape;6667;p63"/>
              <p:cNvSpPr/>
              <p:nvPr/>
            </p:nvSpPr>
            <p:spPr>
              <a:xfrm>
                <a:off x="8724643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2" y="4431"/>
                      <a:pt x="122" y="4431"/>
                    </a:cubicBezTo>
                    <a:lnTo>
                      <a:pt x="974" y="4431"/>
                    </a:lnTo>
                    <a:cubicBezTo>
                      <a:pt x="1065" y="4431"/>
                      <a:pt x="1095" y="4401"/>
                      <a:pt x="1126" y="4370"/>
                    </a:cubicBezTo>
                    <a:lnTo>
                      <a:pt x="112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4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68" name="Google Shape;6668;p63"/>
              <p:cNvSpPr/>
              <p:nvPr/>
            </p:nvSpPr>
            <p:spPr>
              <a:xfrm>
                <a:off x="8875151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74" y="1"/>
                    </a:moveTo>
                    <a:cubicBezTo>
                      <a:pt x="547" y="1"/>
                      <a:pt x="517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122" y="4431"/>
                    </a:cubicBezTo>
                    <a:lnTo>
                      <a:pt x="1003" y="4431"/>
                    </a:lnTo>
                    <a:cubicBezTo>
                      <a:pt x="103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600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69" name="Google Shape;6669;p63"/>
              <p:cNvSpPr/>
              <p:nvPr/>
            </p:nvSpPr>
            <p:spPr>
              <a:xfrm>
                <a:off x="736071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70" name="Google Shape;6670;p63"/>
              <p:cNvSpPr/>
              <p:nvPr/>
            </p:nvSpPr>
            <p:spPr>
              <a:xfrm>
                <a:off x="720781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71" name="Google Shape;6671;p63"/>
              <p:cNvSpPr/>
              <p:nvPr/>
            </p:nvSpPr>
            <p:spPr>
              <a:xfrm>
                <a:off x="705490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72" name="Google Shape;6672;p63"/>
              <p:cNvSpPr/>
              <p:nvPr/>
            </p:nvSpPr>
            <p:spPr>
              <a:xfrm>
                <a:off x="690199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73" name="Google Shape;6673;p63"/>
              <p:cNvSpPr/>
              <p:nvPr/>
            </p:nvSpPr>
            <p:spPr>
              <a:xfrm>
                <a:off x="674909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74" name="Google Shape;6674;p63"/>
              <p:cNvSpPr/>
              <p:nvPr/>
            </p:nvSpPr>
            <p:spPr>
              <a:xfrm>
                <a:off x="659618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75" name="Google Shape;6675;p63"/>
              <p:cNvSpPr/>
              <p:nvPr/>
            </p:nvSpPr>
            <p:spPr>
              <a:xfrm>
                <a:off x="644327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76" name="Google Shape;6676;p63"/>
              <p:cNvSpPr/>
              <p:nvPr/>
            </p:nvSpPr>
            <p:spPr>
              <a:xfrm>
                <a:off x="629037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77" name="Google Shape;6677;p63"/>
              <p:cNvSpPr/>
              <p:nvPr/>
            </p:nvSpPr>
            <p:spPr>
              <a:xfrm>
                <a:off x="613746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78" name="Google Shape;6678;p63"/>
              <p:cNvSpPr/>
              <p:nvPr/>
            </p:nvSpPr>
            <p:spPr>
              <a:xfrm>
                <a:off x="598455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79" name="Google Shape;6679;p63"/>
              <p:cNvSpPr/>
              <p:nvPr/>
            </p:nvSpPr>
            <p:spPr>
              <a:xfrm>
                <a:off x="583165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80" name="Google Shape;6680;p63"/>
              <p:cNvSpPr/>
              <p:nvPr/>
            </p:nvSpPr>
            <p:spPr>
              <a:xfrm>
                <a:off x="567874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81" name="Google Shape;6681;p63"/>
              <p:cNvSpPr/>
              <p:nvPr/>
            </p:nvSpPr>
            <p:spPr>
              <a:xfrm>
                <a:off x="552583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82" name="Google Shape;6682;p63"/>
              <p:cNvSpPr/>
              <p:nvPr/>
            </p:nvSpPr>
            <p:spPr>
              <a:xfrm>
                <a:off x="537293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83" name="Google Shape;6683;p63"/>
              <p:cNvSpPr/>
              <p:nvPr/>
            </p:nvSpPr>
            <p:spPr>
              <a:xfrm>
                <a:off x="522002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84" name="Google Shape;6684;p63"/>
              <p:cNvSpPr/>
              <p:nvPr/>
            </p:nvSpPr>
            <p:spPr>
              <a:xfrm>
                <a:off x="506712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85" name="Google Shape;6685;p63"/>
              <p:cNvSpPr/>
              <p:nvPr/>
            </p:nvSpPr>
            <p:spPr>
              <a:xfrm>
                <a:off x="491421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86" name="Google Shape;6686;p63"/>
              <p:cNvSpPr/>
              <p:nvPr/>
            </p:nvSpPr>
            <p:spPr>
              <a:xfrm>
                <a:off x="476130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87" name="Google Shape;6687;p63"/>
              <p:cNvSpPr/>
              <p:nvPr/>
            </p:nvSpPr>
            <p:spPr>
              <a:xfrm>
                <a:off x="460840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88" name="Google Shape;6688;p63"/>
              <p:cNvSpPr/>
              <p:nvPr/>
            </p:nvSpPr>
            <p:spPr>
              <a:xfrm>
                <a:off x="445549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89" name="Google Shape;6689;p63"/>
              <p:cNvSpPr/>
              <p:nvPr/>
            </p:nvSpPr>
            <p:spPr>
              <a:xfrm>
                <a:off x="430258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90" name="Google Shape;6690;p63"/>
              <p:cNvSpPr/>
              <p:nvPr/>
            </p:nvSpPr>
            <p:spPr>
              <a:xfrm>
                <a:off x="414968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91" name="Google Shape;6691;p63"/>
              <p:cNvSpPr/>
              <p:nvPr/>
            </p:nvSpPr>
            <p:spPr>
              <a:xfrm>
                <a:off x="399677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92" name="Google Shape;6692;p63"/>
              <p:cNvSpPr/>
              <p:nvPr/>
            </p:nvSpPr>
            <p:spPr>
              <a:xfrm>
                <a:off x="384386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93" name="Google Shape;6693;p63"/>
              <p:cNvSpPr/>
              <p:nvPr/>
            </p:nvSpPr>
            <p:spPr>
              <a:xfrm>
                <a:off x="369096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94" name="Google Shape;6694;p63"/>
              <p:cNvSpPr/>
              <p:nvPr/>
            </p:nvSpPr>
            <p:spPr>
              <a:xfrm>
                <a:off x="353805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95" name="Google Shape;6695;p63"/>
              <p:cNvSpPr/>
              <p:nvPr/>
            </p:nvSpPr>
            <p:spPr>
              <a:xfrm>
                <a:off x="338514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96" name="Google Shape;6696;p63"/>
              <p:cNvSpPr/>
              <p:nvPr/>
            </p:nvSpPr>
            <p:spPr>
              <a:xfrm>
                <a:off x="323224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97" name="Google Shape;6697;p63"/>
              <p:cNvSpPr/>
              <p:nvPr/>
            </p:nvSpPr>
            <p:spPr>
              <a:xfrm>
                <a:off x="307933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98" name="Google Shape;6698;p63"/>
              <p:cNvSpPr/>
              <p:nvPr/>
            </p:nvSpPr>
            <p:spPr>
              <a:xfrm>
                <a:off x="292643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99" name="Google Shape;6699;p63"/>
              <p:cNvSpPr/>
              <p:nvPr/>
            </p:nvSpPr>
            <p:spPr>
              <a:xfrm>
                <a:off x="277352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00" name="Google Shape;6700;p63"/>
              <p:cNvSpPr/>
              <p:nvPr/>
            </p:nvSpPr>
            <p:spPr>
              <a:xfrm>
                <a:off x="262061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01" name="Google Shape;6701;p63"/>
              <p:cNvSpPr/>
              <p:nvPr/>
            </p:nvSpPr>
            <p:spPr>
              <a:xfrm>
                <a:off x="246771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02" name="Google Shape;6702;p63"/>
              <p:cNvSpPr/>
              <p:nvPr/>
            </p:nvSpPr>
            <p:spPr>
              <a:xfrm>
                <a:off x="231480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03" name="Google Shape;6703;p63"/>
              <p:cNvSpPr/>
              <p:nvPr/>
            </p:nvSpPr>
            <p:spPr>
              <a:xfrm>
                <a:off x="216189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04" name="Google Shape;6704;p63"/>
              <p:cNvSpPr/>
              <p:nvPr/>
            </p:nvSpPr>
            <p:spPr>
              <a:xfrm>
                <a:off x="200899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05" name="Google Shape;6705;p63"/>
              <p:cNvSpPr/>
              <p:nvPr/>
            </p:nvSpPr>
            <p:spPr>
              <a:xfrm>
                <a:off x="185608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06" name="Google Shape;6706;p63"/>
              <p:cNvSpPr/>
              <p:nvPr/>
            </p:nvSpPr>
            <p:spPr>
              <a:xfrm>
                <a:off x="170317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07" name="Google Shape;6707;p63"/>
              <p:cNvSpPr/>
              <p:nvPr/>
            </p:nvSpPr>
            <p:spPr>
              <a:xfrm>
                <a:off x="48720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08" name="Google Shape;6708;p63"/>
              <p:cNvSpPr/>
              <p:nvPr/>
            </p:nvSpPr>
            <p:spPr>
              <a:xfrm>
                <a:off x="33429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09" name="Google Shape;6709;p63"/>
              <p:cNvSpPr/>
              <p:nvPr/>
            </p:nvSpPr>
            <p:spPr>
              <a:xfrm>
                <a:off x="18139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10" name="Google Shape;6710;p63"/>
              <p:cNvSpPr/>
              <p:nvPr/>
            </p:nvSpPr>
            <p:spPr>
              <a:xfrm>
                <a:off x="2848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11" name="Google Shape;6711;p63"/>
              <p:cNvSpPr/>
              <p:nvPr/>
            </p:nvSpPr>
            <p:spPr>
              <a:xfrm>
                <a:off x="9025579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74" y="1"/>
                    </a:moveTo>
                    <a:cubicBezTo>
                      <a:pt x="547" y="1"/>
                      <a:pt x="517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122" y="4431"/>
                    </a:cubicBezTo>
                    <a:lnTo>
                      <a:pt x="1003" y="4431"/>
                    </a:lnTo>
                    <a:cubicBezTo>
                      <a:pt x="103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600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6712" name="Google Shape;6712;p63"/>
          <p:cNvSpPr/>
          <p:nvPr/>
        </p:nvSpPr>
        <p:spPr>
          <a:xfrm>
            <a:off x="719850" y="540000"/>
            <a:ext cx="7704300" cy="676800"/>
          </a:xfrm>
          <a:prstGeom prst="roundRect">
            <a:avLst>
              <a:gd fmla="val 17686" name="adj"/>
            </a:avLst>
          </a:prstGeom>
          <a:solidFill>
            <a:schemeClr val="lt1"/>
          </a:solidFill>
          <a:ln cap="flat" cmpd="sng" w="762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3" name="Google Shape;6713;p63"/>
          <p:cNvSpPr txBox="1"/>
          <p:nvPr>
            <p:ph type="title"/>
          </p:nvPr>
        </p:nvSpPr>
        <p:spPr>
          <a:xfrm>
            <a:off x="1837863" y="1407600"/>
            <a:ext cx="2592000" cy="5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14" name="Google Shape;6714;p63"/>
          <p:cNvSpPr txBox="1"/>
          <p:nvPr>
            <p:ph hasCustomPrompt="1" idx="2" type="title"/>
          </p:nvPr>
        </p:nvSpPr>
        <p:spPr>
          <a:xfrm>
            <a:off x="1060738" y="1693758"/>
            <a:ext cx="720000" cy="5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6715" name="Google Shape;6715;p63"/>
          <p:cNvSpPr txBox="1"/>
          <p:nvPr>
            <p:ph idx="1" type="subTitle"/>
          </p:nvPr>
        </p:nvSpPr>
        <p:spPr>
          <a:xfrm>
            <a:off x="1837863" y="1885500"/>
            <a:ext cx="25920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6716" name="Google Shape;6716;p63"/>
          <p:cNvSpPr txBox="1"/>
          <p:nvPr>
            <p:ph idx="3" type="title"/>
          </p:nvPr>
        </p:nvSpPr>
        <p:spPr>
          <a:xfrm>
            <a:off x="1837863" y="2512800"/>
            <a:ext cx="2592000" cy="5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17" name="Google Shape;6717;p63"/>
          <p:cNvSpPr txBox="1"/>
          <p:nvPr>
            <p:ph hasCustomPrompt="1" idx="4" type="title"/>
          </p:nvPr>
        </p:nvSpPr>
        <p:spPr>
          <a:xfrm>
            <a:off x="1060738" y="2798742"/>
            <a:ext cx="720000" cy="5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6718" name="Google Shape;6718;p63"/>
          <p:cNvSpPr txBox="1"/>
          <p:nvPr>
            <p:ph idx="5" type="subTitle"/>
          </p:nvPr>
        </p:nvSpPr>
        <p:spPr>
          <a:xfrm>
            <a:off x="1837863" y="2990700"/>
            <a:ext cx="25920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6719" name="Google Shape;6719;p63"/>
          <p:cNvSpPr txBox="1"/>
          <p:nvPr>
            <p:ph idx="6" type="title"/>
          </p:nvPr>
        </p:nvSpPr>
        <p:spPr>
          <a:xfrm>
            <a:off x="1837863" y="3613157"/>
            <a:ext cx="2592000" cy="5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20" name="Google Shape;6720;p63"/>
          <p:cNvSpPr txBox="1"/>
          <p:nvPr>
            <p:ph hasCustomPrompt="1" idx="7" type="title"/>
          </p:nvPr>
        </p:nvSpPr>
        <p:spPr>
          <a:xfrm>
            <a:off x="1060738" y="3895882"/>
            <a:ext cx="720000" cy="5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6721" name="Google Shape;6721;p63"/>
          <p:cNvSpPr txBox="1"/>
          <p:nvPr>
            <p:ph idx="8" type="subTitle"/>
          </p:nvPr>
        </p:nvSpPr>
        <p:spPr>
          <a:xfrm>
            <a:off x="1837863" y="4091057"/>
            <a:ext cx="25920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6722" name="Google Shape;6722;p63"/>
          <p:cNvSpPr txBox="1"/>
          <p:nvPr>
            <p:ph idx="9" type="title"/>
          </p:nvPr>
        </p:nvSpPr>
        <p:spPr>
          <a:xfrm>
            <a:off x="720000" y="540000"/>
            <a:ext cx="7704000" cy="6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500"/>
              <a:buNone/>
              <a:defRPr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6723" name="Google Shape;6723;p63"/>
          <p:cNvSpPr txBox="1"/>
          <p:nvPr>
            <p:ph idx="13" type="title"/>
          </p:nvPr>
        </p:nvSpPr>
        <p:spPr>
          <a:xfrm>
            <a:off x="5546400" y="1407600"/>
            <a:ext cx="2592000" cy="5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24" name="Google Shape;6724;p63"/>
          <p:cNvSpPr txBox="1"/>
          <p:nvPr>
            <p:ph hasCustomPrompt="1" idx="14" type="title"/>
          </p:nvPr>
        </p:nvSpPr>
        <p:spPr>
          <a:xfrm>
            <a:off x="4770600" y="1693758"/>
            <a:ext cx="720000" cy="5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6725" name="Google Shape;6725;p63"/>
          <p:cNvSpPr txBox="1"/>
          <p:nvPr>
            <p:ph idx="15" type="subTitle"/>
          </p:nvPr>
        </p:nvSpPr>
        <p:spPr>
          <a:xfrm>
            <a:off x="5546400" y="1885500"/>
            <a:ext cx="25920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6726" name="Google Shape;6726;p63"/>
          <p:cNvSpPr txBox="1"/>
          <p:nvPr>
            <p:ph idx="16" type="title"/>
          </p:nvPr>
        </p:nvSpPr>
        <p:spPr>
          <a:xfrm>
            <a:off x="5546400" y="2512800"/>
            <a:ext cx="2592000" cy="5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27" name="Google Shape;6727;p63"/>
          <p:cNvSpPr txBox="1"/>
          <p:nvPr>
            <p:ph hasCustomPrompt="1" idx="17" type="title"/>
          </p:nvPr>
        </p:nvSpPr>
        <p:spPr>
          <a:xfrm>
            <a:off x="4770600" y="2798742"/>
            <a:ext cx="720000" cy="5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6728" name="Google Shape;6728;p63"/>
          <p:cNvSpPr txBox="1"/>
          <p:nvPr>
            <p:ph idx="18" type="subTitle"/>
          </p:nvPr>
        </p:nvSpPr>
        <p:spPr>
          <a:xfrm>
            <a:off x="5546400" y="2990700"/>
            <a:ext cx="25920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6729" name="Google Shape;6729;p63"/>
          <p:cNvSpPr txBox="1"/>
          <p:nvPr>
            <p:ph idx="19" type="title"/>
          </p:nvPr>
        </p:nvSpPr>
        <p:spPr>
          <a:xfrm>
            <a:off x="5546400" y="3613157"/>
            <a:ext cx="2592000" cy="5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30" name="Google Shape;6730;p63"/>
          <p:cNvSpPr txBox="1"/>
          <p:nvPr>
            <p:ph hasCustomPrompt="1" idx="20" type="title"/>
          </p:nvPr>
        </p:nvSpPr>
        <p:spPr>
          <a:xfrm>
            <a:off x="4770600" y="3895882"/>
            <a:ext cx="720000" cy="5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6731" name="Google Shape;6731;p63"/>
          <p:cNvSpPr txBox="1"/>
          <p:nvPr>
            <p:ph idx="21" type="subTitle"/>
          </p:nvPr>
        </p:nvSpPr>
        <p:spPr>
          <a:xfrm>
            <a:off x="5546400" y="4091057"/>
            <a:ext cx="25920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1">
    <p:spTree>
      <p:nvGrpSpPr>
        <p:cNvPr id="6732" name="Shape 6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33" name="Google Shape;6733;p64"/>
          <p:cNvGrpSpPr/>
          <p:nvPr/>
        </p:nvGrpSpPr>
        <p:grpSpPr>
          <a:xfrm>
            <a:off x="-15975" y="-52"/>
            <a:ext cx="9175950" cy="5143406"/>
            <a:chOff x="-15975" y="-52"/>
            <a:chExt cx="9175950" cy="5143406"/>
          </a:xfrm>
        </p:grpSpPr>
        <p:sp>
          <p:nvSpPr>
            <p:cNvPr id="6734" name="Google Shape;6734;p64"/>
            <p:cNvSpPr/>
            <p:nvPr/>
          </p:nvSpPr>
          <p:spPr>
            <a:xfrm rot="5400000">
              <a:off x="4570450" y="-378255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35" name="Google Shape;6735;p64"/>
            <p:cNvSpPr/>
            <p:nvPr/>
          </p:nvSpPr>
          <p:spPr>
            <a:xfrm rot="5400000">
              <a:off x="4570450" y="-276311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36" name="Google Shape;6736;p64"/>
            <p:cNvSpPr/>
            <p:nvPr/>
          </p:nvSpPr>
          <p:spPr>
            <a:xfrm rot="5400000">
              <a:off x="4570450" y="-174368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37" name="Google Shape;6737;p64"/>
            <p:cNvSpPr/>
            <p:nvPr/>
          </p:nvSpPr>
          <p:spPr>
            <a:xfrm rot="5400000">
              <a:off x="4570450" y="-72425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38" name="Google Shape;6738;p64"/>
            <p:cNvSpPr/>
            <p:nvPr/>
          </p:nvSpPr>
          <p:spPr>
            <a:xfrm rot="5400000">
              <a:off x="4570450" y="295184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39" name="Google Shape;6739;p64"/>
            <p:cNvSpPr/>
            <p:nvPr/>
          </p:nvSpPr>
          <p:spPr>
            <a:xfrm rot="5400000">
              <a:off x="4570450" y="-429226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40" name="Google Shape;6740;p64"/>
            <p:cNvSpPr/>
            <p:nvPr/>
          </p:nvSpPr>
          <p:spPr>
            <a:xfrm rot="5400000">
              <a:off x="4570450" y="-327283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41" name="Google Shape;6741;p64"/>
            <p:cNvSpPr/>
            <p:nvPr/>
          </p:nvSpPr>
          <p:spPr>
            <a:xfrm rot="5400000">
              <a:off x="4570450" y="-225340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42" name="Google Shape;6742;p64"/>
            <p:cNvSpPr/>
            <p:nvPr/>
          </p:nvSpPr>
          <p:spPr>
            <a:xfrm rot="5400000">
              <a:off x="4570450" y="-123396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43" name="Google Shape;6743;p64"/>
            <p:cNvSpPr/>
            <p:nvPr/>
          </p:nvSpPr>
          <p:spPr>
            <a:xfrm rot="5400000">
              <a:off x="4570450" y="-21453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44" name="Google Shape;6744;p64"/>
            <p:cNvSpPr/>
            <p:nvPr/>
          </p:nvSpPr>
          <p:spPr>
            <a:xfrm>
              <a:off x="5081305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45" name="Google Shape;6745;p64"/>
            <p:cNvSpPr/>
            <p:nvPr/>
          </p:nvSpPr>
          <p:spPr>
            <a:xfrm>
              <a:off x="6100964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46" name="Google Shape;6746;p64"/>
            <p:cNvSpPr/>
            <p:nvPr/>
          </p:nvSpPr>
          <p:spPr>
            <a:xfrm>
              <a:off x="7120623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47" name="Google Shape;6747;p64"/>
            <p:cNvSpPr/>
            <p:nvPr/>
          </p:nvSpPr>
          <p:spPr>
            <a:xfrm>
              <a:off x="8140282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48" name="Google Shape;6748;p64"/>
            <p:cNvSpPr/>
            <p:nvPr/>
          </p:nvSpPr>
          <p:spPr>
            <a:xfrm>
              <a:off x="5591134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49" name="Google Shape;6749;p64"/>
            <p:cNvSpPr/>
            <p:nvPr/>
          </p:nvSpPr>
          <p:spPr>
            <a:xfrm>
              <a:off x="6610793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50" name="Google Shape;6750;p64"/>
            <p:cNvSpPr/>
            <p:nvPr/>
          </p:nvSpPr>
          <p:spPr>
            <a:xfrm>
              <a:off x="7630452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51" name="Google Shape;6751;p64"/>
            <p:cNvSpPr/>
            <p:nvPr/>
          </p:nvSpPr>
          <p:spPr>
            <a:xfrm>
              <a:off x="8650111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752" name="Google Shape;6752;p64"/>
            <p:cNvGrpSpPr/>
            <p:nvPr/>
          </p:nvGrpSpPr>
          <p:grpSpPr>
            <a:xfrm>
              <a:off x="-15975" y="-52"/>
              <a:ext cx="4587484" cy="5143406"/>
              <a:chOff x="-9275" y="-1994782"/>
              <a:chExt cx="4587484" cy="9140583"/>
            </a:xfrm>
          </p:grpSpPr>
          <p:sp>
            <p:nvSpPr>
              <p:cNvPr id="6753" name="Google Shape;6753;p64"/>
              <p:cNvSpPr/>
              <p:nvPr/>
            </p:nvSpPr>
            <p:spPr>
              <a:xfrm>
                <a:off x="50044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54" name="Google Shape;6754;p64"/>
              <p:cNvSpPr/>
              <p:nvPr/>
            </p:nvSpPr>
            <p:spPr>
              <a:xfrm>
                <a:off x="15198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55" name="Google Shape;6755;p64"/>
              <p:cNvSpPr/>
              <p:nvPr/>
            </p:nvSpPr>
            <p:spPr>
              <a:xfrm>
                <a:off x="253930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56" name="Google Shape;6756;p64"/>
              <p:cNvSpPr/>
              <p:nvPr/>
            </p:nvSpPr>
            <p:spPr>
              <a:xfrm>
                <a:off x="355874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57" name="Google Shape;6757;p64"/>
              <p:cNvSpPr/>
              <p:nvPr/>
            </p:nvSpPr>
            <p:spPr>
              <a:xfrm>
                <a:off x="45781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58" name="Google Shape;6758;p64"/>
              <p:cNvSpPr/>
              <p:nvPr/>
            </p:nvSpPr>
            <p:spPr>
              <a:xfrm>
                <a:off x="101015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59" name="Google Shape;6759;p64"/>
              <p:cNvSpPr/>
              <p:nvPr/>
            </p:nvSpPr>
            <p:spPr>
              <a:xfrm>
                <a:off x="202959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60" name="Google Shape;6760;p64"/>
              <p:cNvSpPr/>
              <p:nvPr/>
            </p:nvSpPr>
            <p:spPr>
              <a:xfrm>
                <a:off x="304902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61" name="Google Shape;6761;p64"/>
              <p:cNvSpPr/>
              <p:nvPr/>
            </p:nvSpPr>
            <p:spPr>
              <a:xfrm>
                <a:off x="406845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62" name="Google Shape;6762;p64"/>
              <p:cNvSpPr/>
              <p:nvPr/>
            </p:nvSpPr>
            <p:spPr>
              <a:xfrm>
                <a:off x="-92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6763" name="Google Shape;6763;p64"/>
            <p:cNvSpPr/>
            <p:nvPr/>
          </p:nvSpPr>
          <p:spPr>
            <a:xfrm>
              <a:off x="9159941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764" name="Google Shape;6764;p64"/>
          <p:cNvSpPr/>
          <p:nvPr/>
        </p:nvSpPr>
        <p:spPr>
          <a:xfrm>
            <a:off x="0" y="-100"/>
            <a:ext cx="9144000" cy="5143500"/>
          </a:xfrm>
          <a:prstGeom prst="rect">
            <a:avLst/>
          </a:prstGeom>
          <a:solidFill>
            <a:srgbClr val="D6E3EA">
              <a:alpha val="398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765" name="Google Shape;6765;p64"/>
          <p:cNvGrpSpPr/>
          <p:nvPr/>
        </p:nvGrpSpPr>
        <p:grpSpPr>
          <a:xfrm flipH="1">
            <a:off x="0" y="3998946"/>
            <a:ext cx="1496970" cy="1108547"/>
            <a:chOff x="7609470" y="3938246"/>
            <a:chExt cx="1496970" cy="1108547"/>
          </a:xfrm>
        </p:grpSpPr>
        <p:sp>
          <p:nvSpPr>
            <p:cNvPr id="6766" name="Google Shape;6766;p64"/>
            <p:cNvSpPr/>
            <p:nvPr/>
          </p:nvSpPr>
          <p:spPr>
            <a:xfrm flipH="1">
              <a:off x="7609470" y="3938246"/>
              <a:ext cx="1494572" cy="1108547"/>
            </a:xfrm>
            <a:custGeom>
              <a:rect b="b" l="l" r="r" t="t"/>
              <a:pathLst>
                <a:path extrusionOk="0" h="13859" w="18695">
                  <a:moveTo>
                    <a:pt x="1447" y="0"/>
                  </a:moveTo>
                  <a:cubicBezTo>
                    <a:pt x="1061" y="0"/>
                    <a:pt x="617" y="130"/>
                    <a:pt x="122" y="424"/>
                  </a:cubicBezTo>
                  <a:cubicBezTo>
                    <a:pt x="92" y="424"/>
                    <a:pt x="61" y="454"/>
                    <a:pt x="1" y="454"/>
                  </a:cubicBezTo>
                  <a:lnTo>
                    <a:pt x="1" y="13858"/>
                  </a:lnTo>
                  <a:lnTo>
                    <a:pt x="18694" y="13858"/>
                  </a:lnTo>
                  <a:cubicBezTo>
                    <a:pt x="18451" y="13038"/>
                    <a:pt x="17752" y="12339"/>
                    <a:pt x="16992" y="12035"/>
                  </a:cubicBezTo>
                  <a:cubicBezTo>
                    <a:pt x="16604" y="11877"/>
                    <a:pt x="16196" y="11814"/>
                    <a:pt x="15780" y="11814"/>
                  </a:cubicBezTo>
                  <a:cubicBezTo>
                    <a:pt x="15320" y="11814"/>
                    <a:pt x="14850" y="11891"/>
                    <a:pt x="14389" y="12002"/>
                  </a:cubicBezTo>
                  <a:lnTo>
                    <a:pt x="14389" y="12002"/>
                  </a:lnTo>
                  <a:cubicBezTo>
                    <a:pt x="14540" y="11959"/>
                    <a:pt x="14746" y="11667"/>
                    <a:pt x="14864" y="11548"/>
                  </a:cubicBezTo>
                  <a:cubicBezTo>
                    <a:pt x="15138" y="11244"/>
                    <a:pt x="15351" y="10940"/>
                    <a:pt x="15411" y="10576"/>
                  </a:cubicBezTo>
                  <a:cubicBezTo>
                    <a:pt x="15472" y="10120"/>
                    <a:pt x="15320" y="9664"/>
                    <a:pt x="15047" y="9299"/>
                  </a:cubicBezTo>
                  <a:cubicBezTo>
                    <a:pt x="14653" y="8827"/>
                    <a:pt x="14011" y="8581"/>
                    <a:pt x="13374" y="8581"/>
                  </a:cubicBezTo>
                  <a:cubicBezTo>
                    <a:pt x="13272" y="8581"/>
                    <a:pt x="13171" y="8588"/>
                    <a:pt x="13071" y="8600"/>
                  </a:cubicBezTo>
                  <a:lnTo>
                    <a:pt x="12980" y="8600"/>
                  </a:lnTo>
                  <a:cubicBezTo>
                    <a:pt x="12828" y="8630"/>
                    <a:pt x="12706" y="8630"/>
                    <a:pt x="12554" y="8691"/>
                  </a:cubicBezTo>
                  <a:cubicBezTo>
                    <a:pt x="12213" y="8835"/>
                    <a:pt x="11894" y="9021"/>
                    <a:pt x="11601" y="9243"/>
                  </a:cubicBezTo>
                  <a:lnTo>
                    <a:pt x="11601" y="9243"/>
                  </a:lnTo>
                  <a:cubicBezTo>
                    <a:pt x="11894" y="8923"/>
                    <a:pt x="12183" y="8555"/>
                    <a:pt x="12311" y="8235"/>
                  </a:cubicBezTo>
                  <a:cubicBezTo>
                    <a:pt x="13246" y="6312"/>
                    <a:pt x="11645" y="3636"/>
                    <a:pt x="9345" y="3636"/>
                  </a:cubicBezTo>
                  <a:cubicBezTo>
                    <a:pt x="9028" y="3636"/>
                    <a:pt x="8698" y="3687"/>
                    <a:pt x="8359" y="3798"/>
                  </a:cubicBezTo>
                  <a:cubicBezTo>
                    <a:pt x="7436" y="4182"/>
                    <a:pt x="6643" y="4956"/>
                    <a:pt x="6052" y="5864"/>
                  </a:cubicBezTo>
                  <a:lnTo>
                    <a:pt x="6052" y="5864"/>
                  </a:lnTo>
                  <a:cubicBezTo>
                    <a:pt x="7044" y="3936"/>
                    <a:pt x="6013" y="2566"/>
                    <a:pt x="4822" y="2566"/>
                  </a:cubicBezTo>
                  <a:cubicBezTo>
                    <a:pt x="4146" y="2566"/>
                    <a:pt x="3418" y="3008"/>
                    <a:pt x="2979" y="4041"/>
                  </a:cubicBezTo>
                  <a:cubicBezTo>
                    <a:pt x="3611" y="2050"/>
                    <a:pt x="2981" y="0"/>
                    <a:pt x="144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67" name="Google Shape;6767;p64"/>
            <p:cNvSpPr/>
            <p:nvPr/>
          </p:nvSpPr>
          <p:spPr>
            <a:xfrm flipH="1">
              <a:off x="8221849" y="4367699"/>
              <a:ext cx="884591" cy="679094"/>
            </a:xfrm>
            <a:custGeom>
              <a:rect b="b" l="l" r="r" t="t"/>
              <a:pathLst>
                <a:path extrusionOk="0" h="8490" w="11065">
                  <a:moveTo>
                    <a:pt x="486" y="1"/>
                  </a:moveTo>
                  <a:cubicBezTo>
                    <a:pt x="321" y="1"/>
                    <a:pt x="157" y="33"/>
                    <a:pt x="0" y="100"/>
                  </a:cubicBezTo>
                  <a:lnTo>
                    <a:pt x="0" y="8489"/>
                  </a:lnTo>
                  <a:lnTo>
                    <a:pt x="11064" y="8489"/>
                  </a:lnTo>
                  <a:cubicBezTo>
                    <a:pt x="10912" y="8003"/>
                    <a:pt x="10487" y="7578"/>
                    <a:pt x="10031" y="7426"/>
                  </a:cubicBezTo>
                  <a:cubicBezTo>
                    <a:pt x="9799" y="7339"/>
                    <a:pt x="9553" y="7300"/>
                    <a:pt x="9303" y="7300"/>
                  </a:cubicBezTo>
                  <a:cubicBezTo>
                    <a:pt x="9029" y="7300"/>
                    <a:pt x="8751" y="7346"/>
                    <a:pt x="8481" y="7426"/>
                  </a:cubicBezTo>
                  <a:cubicBezTo>
                    <a:pt x="8754" y="6939"/>
                    <a:pt x="8389" y="6271"/>
                    <a:pt x="7903" y="6058"/>
                  </a:cubicBezTo>
                  <a:cubicBezTo>
                    <a:pt x="7756" y="6003"/>
                    <a:pt x="7601" y="5978"/>
                    <a:pt x="7444" y="5978"/>
                  </a:cubicBezTo>
                  <a:cubicBezTo>
                    <a:pt x="7152" y="5978"/>
                    <a:pt x="6851" y="6063"/>
                    <a:pt x="6580" y="6195"/>
                  </a:cubicBezTo>
                  <a:lnTo>
                    <a:pt x="6580" y="6195"/>
                  </a:lnTo>
                  <a:cubicBezTo>
                    <a:pt x="6903" y="5981"/>
                    <a:pt x="7137" y="5620"/>
                    <a:pt x="7265" y="5237"/>
                  </a:cubicBezTo>
                  <a:cubicBezTo>
                    <a:pt x="7801" y="4084"/>
                    <a:pt x="6846" y="2504"/>
                    <a:pt x="5507" y="2504"/>
                  </a:cubicBezTo>
                  <a:cubicBezTo>
                    <a:pt x="5329" y="2504"/>
                    <a:pt x="5144" y="2532"/>
                    <a:pt x="4955" y="2593"/>
                  </a:cubicBezTo>
                  <a:cubicBezTo>
                    <a:pt x="4359" y="2836"/>
                    <a:pt x="3885" y="3321"/>
                    <a:pt x="3509" y="3896"/>
                  </a:cubicBezTo>
                  <a:lnTo>
                    <a:pt x="3509" y="3896"/>
                  </a:lnTo>
                  <a:cubicBezTo>
                    <a:pt x="4180" y="2709"/>
                    <a:pt x="3551" y="1867"/>
                    <a:pt x="2823" y="1867"/>
                  </a:cubicBezTo>
                  <a:cubicBezTo>
                    <a:pt x="2423" y="1867"/>
                    <a:pt x="1993" y="2122"/>
                    <a:pt x="1733" y="2714"/>
                  </a:cubicBezTo>
                  <a:cubicBezTo>
                    <a:pt x="2381" y="1081"/>
                    <a:pt x="1437" y="1"/>
                    <a:pt x="4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68" name="Google Shape;6768;p64"/>
            <p:cNvSpPr/>
            <p:nvPr/>
          </p:nvSpPr>
          <p:spPr>
            <a:xfrm flipH="1">
              <a:off x="8165967" y="4144614"/>
              <a:ext cx="82743" cy="75988"/>
            </a:xfrm>
            <a:custGeom>
              <a:rect b="b" l="l" r="r" t="t"/>
              <a:pathLst>
                <a:path extrusionOk="0" h="950" w="1035">
                  <a:moveTo>
                    <a:pt x="998" y="1"/>
                  </a:moveTo>
                  <a:cubicBezTo>
                    <a:pt x="894" y="1"/>
                    <a:pt x="584" y="21"/>
                    <a:pt x="335" y="245"/>
                  </a:cubicBezTo>
                  <a:cubicBezTo>
                    <a:pt x="31" y="488"/>
                    <a:pt x="1" y="944"/>
                    <a:pt x="1" y="944"/>
                  </a:cubicBezTo>
                  <a:cubicBezTo>
                    <a:pt x="1" y="944"/>
                    <a:pt x="38" y="950"/>
                    <a:pt x="99" y="950"/>
                  </a:cubicBezTo>
                  <a:cubicBezTo>
                    <a:pt x="235" y="950"/>
                    <a:pt x="490" y="921"/>
                    <a:pt x="700" y="731"/>
                  </a:cubicBezTo>
                  <a:cubicBezTo>
                    <a:pt x="1004" y="458"/>
                    <a:pt x="1034" y="2"/>
                    <a:pt x="1034" y="2"/>
                  </a:cubicBezTo>
                  <a:cubicBezTo>
                    <a:pt x="1034" y="2"/>
                    <a:pt x="1021" y="1"/>
                    <a:pt x="99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69" name="Google Shape;6769;p64"/>
            <p:cNvSpPr/>
            <p:nvPr/>
          </p:nvSpPr>
          <p:spPr>
            <a:xfrm flipH="1">
              <a:off x="8853654" y="4378097"/>
              <a:ext cx="82743" cy="116782"/>
            </a:xfrm>
            <a:custGeom>
              <a:rect b="b" l="l" r="r" t="t"/>
              <a:pathLst>
                <a:path extrusionOk="0" h="1460" w="1035">
                  <a:moveTo>
                    <a:pt x="913" y="1"/>
                  </a:moveTo>
                  <a:lnTo>
                    <a:pt x="913" y="1"/>
                  </a:lnTo>
                  <a:cubicBezTo>
                    <a:pt x="913" y="1"/>
                    <a:pt x="457" y="153"/>
                    <a:pt x="244" y="548"/>
                  </a:cubicBezTo>
                  <a:cubicBezTo>
                    <a:pt x="1" y="913"/>
                    <a:pt x="123" y="1460"/>
                    <a:pt x="123" y="1460"/>
                  </a:cubicBezTo>
                  <a:cubicBezTo>
                    <a:pt x="123" y="1460"/>
                    <a:pt x="578" y="1308"/>
                    <a:pt x="791" y="913"/>
                  </a:cubicBezTo>
                  <a:cubicBezTo>
                    <a:pt x="1034" y="548"/>
                    <a:pt x="913" y="1"/>
                    <a:pt x="9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70" name="Google Shape;6770;p64"/>
            <p:cNvSpPr/>
            <p:nvPr/>
          </p:nvSpPr>
          <p:spPr>
            <a:xfrm flipH="1">
              <a:off x="8255906" y="4047429"/>
              <a:ext cx="77786" cy="165414"/>
            </a:xfrm>
            <a:custGeom>
              <a:rect b="b" l="l" r="r" t="t"/>
              <a:pathLst>
                <a:path extrusionOk="0" h="2068" w="973">
                  <a:moveTo>
                    <a:pt x="243" y="1"/>
                  </a:moveTo>
                  <a:cubicBezTo>
                    <a:pt x="243" y="1"/>
                    <a:pt x="0" y="578"/>
                    <a:pt x="91" y="1156"/>
                  </a:cubicBezTo>
                  <a:cubicBezTo>
                    <a:pt x="213" y="1703"/>
                    <a:pt x="699" y="2068"/>
                    <a:pt x="699" y="2068"/>
                  </a:cubicBezTo>
                  <a:cubicBezTo>
                    <a:pt x="699" y="2068"/>
                    <a:pt x="973" y="1490"/>
                    <a:pt x="851" y="913"/>
                  </a:cubicBezTo>
                  <a:cubicBezTo>
                    <a:pt x="760" y="335"/>
                    <a:pt x="243" y="1"/>
                    <a:pt x="2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771" name="Google Shape;6771;p64"/>
          <p:cNvGrpSpPr/>
          <p:nvPr/>
        </p:nvGrpSpPr>
        <p:grpSpPr>
          <a:xfrm>
            <a:off x="0" y="4752988"/>
            <a:ext cx="9144000" cy="354505"/>
            <a:chOff x="0" y="4689888"/>
            <a:chExt cx="9144000" cy="354505"/>
          </a:xfrm>
        </p:grpSpPr>
        <p:grpSp>
          <p:nvGrpSpPr>
            <p:cNvPr id="6772" name="Google Shape;6772;p64"/>
            <p:cNvGrpSpPr/>
            <p:nvPr/>
          </p:nvGrpSpPr>
          <p:grpSpPr>
            <a:xfrm>
              <a:off x="0" y="4793425"/>
              <a:ext cx="9144000" cy="194975"/>
              <a:chOff x="0" y="4789550"/>
              <a:chExt cx="9144000" cy="194975"/>
            </a:xfrm>
          </p:grpSpPr>
          <p:sp>
            <p:nvSpPr>
              <p:cNvPr id="6773" name="Google Shape;6773;p64"/>
              <p:cNvSpPr/>
              <p:nvPr/>
            </p:nvSpPr>
            <p:spPr>
              <a:xfrm>
                <a:off x="0" y="4789550"/>
                <a:ext cx="9144000" cy="360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74" name="Google Shape;6774;p64"/>
              <p:cNvSpPr/>
              <p:nvPr/>
            </p:nvSpPr>
            <p:spPr>
              <a:xfrm>
                <a:off x="0" y="4948525"/>
                <a:ext cx="9144000" cy="360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75" name="Google Shape;6775;p64"/>
            <p:cNvGrpSpPr/>
            <p:nvPr/>
          </p:nvGrpSpPr>
          <p:grpSpPr>
            <a:xfrm>
              <a:off x="28483" y="4689888"/>
              <a:ext cx="9087034" cy="354505"/>
              <a:chOff x="28483" y="4689888"/>
              <a:chExt cx="9087034" cy="354505"/>
            </a:xfrm>
          </p:grpSpPr>
          <p:sp>
            <p:nvSpPr>
              <p:cNvPr id="6776" name="Google Shape;6776;p64"/>
              <p:cNvSpPr/>
              <p:nvPr/>
            </p:nvSpPr>
            <p:spPr>
              <a:xfrm>
                <a:off x="64010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6" y="1"/>
                      <a:pt x="533" y="8"/>
                      <a:pt x="518" y="24"/>
                    </a:cubicBezTo>
                    <a:lnTo>
                      <a:pt x="62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34" y="4431"/>
                      <a:pt x="1065" y="4401"/>
                      <a:pt x="1156" y="4370"/>
                    </a:cubicBezTo>
                    <a:lnTo>
                      <a:pt x="1156" y="601"/>
                    </a:lnTo>
                    <a:lnTo>
                      <a:pt x="1126" y="571"/>
                    </a:lnTo>
                    <a:lnTo>
                      <a:pt x="670" y="24"/>
                    </a:lnTo>
                    <a:cubicBezTo>
                      <a:pt x="639" y="8"/>
                      <a:pt x="609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77" name="Google Shape;6777;p64"/>
              <p:cNvSpPr/>
              <p:nvPr/>
            </p:nvSpPr>
            <p:spPr>
              <a:xfrm>
                <a:off x="79301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3" y="8"/>
                      <a:pt x="517" y="24"/>
                    </a:cubicBezTo>
                    <a:lnTo>
                      <a:pt x="6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34" y="4431"/>
                      <a:pt x="1064" y="4401"/>
                      <a:pt x="1156" y="4370"/>
                    </a:cubicBezTo>
                    <a:lnTo>
                      <a:pt x="1156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9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78" name="Google Shape;6778;p64"/>
              <p:cNvSpPr/>
              <p:nvPr/>
            </p:nvSpPr>
            <p:spPr>
              <a:xfrm>
                <a:off x="94592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2" y="4431"/>
                      <a:pt x="122" y="4431"/>
                    </a:cubicBezTo>
                    <a:lnTo>
                      <a:pt x="1003" y="4431"/>
                    </a:lnTo>
                    <a:cubicBezTo>
                      <a:pt x="103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8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79" name="Google Shape;6779;p64"/>
              <p:cNvSpPr/>
              <p:nvPr/>
            </p:nvSpPr>
            <p:spPr>
              <a:xfrm>
                <a:off x="109882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1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1" y="4431"/>
                      <a:pt x="122" y="4431"/>
                    </a:cubicBezTo>
                    <a:lnTo>
                      <a:pt x="1003" y="4431"/>
                    </a:lnTo>
                    <a:cubicBezTo>
                      <a:pt x="106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8" y="8"/>
                      <a:pt x="608" y="1"/>
                      <a:pt x="58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80" name="Google Shape;6780;p64"/>
              <p:cNvSpPr/>
              <p:nvPr/>
            </p:nvSpPr>
            <p:spPr>
              <a:xfrm>
                <a:off x="1251735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04" y="4431"/>
                      <a:pt x="103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81" name="Google Shape;6781;p64"/>
              <p:cNvSpPr/>
              <p:nvPr/>
            </p:nvSpPr>
            <p:spPr>
              <a:xfrm>
                <a:off x="1402243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82" name="Google Shape;6782;p64"/>
              <p:cNvSpPr/>
              <p:nvPr/>
            </p:nvSpPr>
            <p:spPr>
              <a:xfrm>
                <a:off x="1552751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64" y="4431"/>
                      <a:pt x="109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83" name="Google Shape;6783;p64"/>
              <p:cNvSpPr/>
              <p:nvPr/>
            </p:nvSpPr>
            <p:spPr>
              <a:xfrm>
                <a:off x="751362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84" name="Google Shape;6784;p64"/>
              <p:cNvSpPr/>
              <p:nvPr/>
            </p:nvSpPr>
            <p:spPr>
              <a:xfrm>
                <a:off x="7666529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3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85" name="Google Shape;6785;p64"/>
              <p:cNvSpPr/>
              <p:nvPr/>
            </p:nvSpPr>
            <p:spPr>
              <a:xfrm>
                <a:off x="7816957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86" name="Google Shape;6786;p64"/>
              <p:cNvSpPr/>
              <p:nvPr/>
            </p:nvSpPr>
            <p:spPr>
              <a:xfrm>
                <a:off x="796738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2" y="4431"/>
                      <a:pt x="122" y="4431"/>
                    </a:cubicBezTo>
                    <a:lnTo>
                      <a:pt x="1003" y="4431"/>
                    </a:lnTo>
                    <a:cubicBezTo>
                      <a:pt x="103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8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87" name="Google Shape;6787;p64"/>
              <p:cNvSpPr/>
              <p:nvPr/>
            </p:nvSpPr>
            <p:spPr>
              <a:xfrm>
                <a:off x="812029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93" y="1"/>
                    </a:moveTo>
                    <a:cubicBezTo>
                      <a:pt x="562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1" y="4431"/>
                      <a:pt x="122" y="4431"/>
                    </a:cubicBezTo>
                    <a:lnTo>
                      <a:pt x="1003" y="4431"/>
                    </a:lnTo>
                    <a:cubicBezTo>
                      <a:pt x="106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54" y="8"/>
                      <a:pt x="623" y="1"/>
                      <a:pt x="59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88" name="Google Shape;6788;p64"/>
              <p:cNvSpPr/>
              <p:nvPr/>
            </p:nvSpPr>
            <p:spPr>
              <a:xfrm>
                <a:off x="8273198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1" y="4431"/>
                      <a:pt x="122" y="4431"/>
                    </a:cubicBezTo>
                    <a:lnTo>
                      <a:pt x="973" y="4431"/>
                    </a:lnTo>
                    <a:cubicBezTo>
                      <a:pt x="1034" y="4431"/>
                      <a:pt x="1065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89" name="Google Shape;6789;p64"/>
              <p:cNvSpPr/>
              <p:nvPr/>
            </p:nvSpPr>
            <p:spPr>
              <a:xfrm>
                <a:off x="8423706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34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90" name="Google Shape;6790;p64"/>
              <p:cNvSpPr/>
              <p:nvPr/>
            </p:nvSpPr>
            <p:spPr>
              <a:xfrm>
                <a:off x="8574214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64" y="4431"/>
                      <a:pt x="109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91" name="Google Shape;6791;p64"/>
              <p:cNvSpPr/>
              <p:nvPr/>
            </p:nvSpPr>
            <p:spPr>
              <a:xfrm>
                <a:off x="8724643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2" y="4431"/>
                      <a:pt x="122" y="4431"/>
                    </a:cubicBezTo>
                    <a:lnTo>
                      <a:pt x="974" y="4431"/>
                    </a:lnTo>
                    <a:cubicBezTo>
                      <a:pt x="1065" y="4431"/>
                      <a:pt x="1095" y="4401"/>
                      <a:pt x="1126" y="4370"/>
                    </a:cubicBezTo>
                    <a:lnTo>
                      <a:pt x="112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4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92" name="Google Shape;6792;p64"/>
              <p:cNvSpPr/>
              <p:nvPr/>
            </p:nvSpPr>
            <p:spPr>
              <a:xfrm>
                <a:off x="8875151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74" y="1"/>
                    </a:moveTo>
                    <a:cubicBezTo>
                      <a:pt x="547" y="1"/>
                      <a:pt x="517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122" y="4431"/>
                    </a:cubicBezTo>
                    <a:lnTo>
                      <a:pt x="1003" y="4431"/>
                    </a:lnTo>
                    <a:cubicBezTo>
                      <a:pt x="103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600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93" name="Google Shape;6793;p64"/>
              <p:cNvSpPr/>
              <p:nvPr/>
            </p:nvSpPr>
            <p:spPr>
              <a:xfrm>
                <a:off x="736071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94" name="Google Shape;6794;p64"/>
              <p:cNvSpPr/>
              <p:nvPr/>
            </p:nvSpPr>
            <p:spPr>
              <a:xfrm>
                <a:off x="720781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95" name="Google Shape;6795;p64"/>
              <p:cNvSpPr/>
              <p:nvPr/>
            </p:nvSpPr>
            <p:spPr>
              <a:xfrm>
                <a:off x="705490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96" name="Google Shape;6796;p64"/>
              <p:cNvSpPr/>
              <p:nvPr/>
            </p:nvSpPr>
            <p:spPr>
              <a:xfrm>
                <a:off x="690199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97" name="Google Shape;6797;p64"/>
              <p:cNvSpPr/>
              <p:nvPr/>
            </p:nvSpPr>
            <p:spPr>
              <a:xfrm>
                <a:off x="674909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98" name="Google Shape;6798;p64"/>
              <p:cNvSpPr/>
              <p:nvPr/>
            </p:nvSpPr>
            <p:spPr>
              <a:xfrm>
                <a:off x="659618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99" name="Google Shape;6799;p64"/>
              <p:cNvSpPr/>
              <p:nvPr/>
            </p:nvSpPr>
            <p:spPr>
              <a:xfrm>
                <a:off x="644327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00" name="Google Shape;6800;p64"/>
              <p:cNvSpPr/>
              <p:nvPr/>
            </p:nvSpPr>
            <p:spPr>
              <a:xfrm>
                <a:off x="629037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01" name="Google Shape;6801;p64"/>
              <p:cNvSpPr/>
              <p:nvPr/>
            </p:nvSpPr>
            <p:spPr>
              <a:xfrm>
                <a:off x="613746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02" name="Google Shape;6802;p64"/>
              <p:cNvSpPr/>
              <p:nvPr/>
            </p:nvSpPr>
            <p:spPr>
              <a:xfrm>
                <a:off x="598455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03" name="Google Shape;6803;p64"/>
              <p:cNvSpPr/>
              <p:nvPr/>
            </p:nvSpPr>
            <p:spPr>
              <a:xfrm>
                <a:off x="583165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04" name="Google Shape;6804;p64"/>
              <p:cNvSpPr/>
              <p:nvPr/>
            </p:nvSpPr>
            <p:spPr>
              <a:xfrm>
                <a:off x="567874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05" name="Google Shape;6805;p64"/>
              <p:cNvSpPr/>
              <p:nvPr/>
            </p:nvSpPr>
            <p:spPr>
              <a:xfrm>
                <a:off x="552583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06" name="Google Shape;6806;p64"/>
              <p:cNvSpPr/>
              <p:nvPr/>
            </p:nvSpPr>
            <p:spPr>
              <a:xfrm>
                <a:off x="537293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07" name="Google Shape;6807;p64"/>
              <p:cNvSpPr/>
              <p:nvPr/>
            </p:nvSpPr>
            <p:spPr>
              <a:xfrm>
                <a:off x="522002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08" name="Google Shape;6808;p64"/>
              <p:cNvSpPr/>
              <p:nvPr/>
            </p:nvSpPr>
            <p:spPr>
              <a:xfrm>
                <a:off x="506712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09" name="Google Shape;6809;p64"/>
              <p:cNvSpPr/>
              <p:nvPr/>
            </p:nvSpPr>
            <p:spPr>
              <a:xfrm>
                <a:off x="491421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10" name="Google Shape;6810;p64"/>
              <p:cNvSpPr/>
              <p:nvPr/>
            </p:nvSpPr>
            <p:spPr>
              <a:xfrm>
                <a:off x="476130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11" name="Google Shape;6811;p64"/>
              <p:cNvSpPr/>
              <p:nvPr/>
            </p:nvSpPr>
            <p:spPr>
              <a:xfrm>
                <a:off x="460840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12" name="Google Shape;6812;p64"/>
              <p:cNvSpPr/>
              <p:nvPr/>
            </p:nvSpPr>
            <p:spPr>
              <a:xfrm>
                <a:off x="445549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13" name="Google Shape;6813;p64"/>
              <p:cNvSpPr/>
              <p:nvPr/>
            </p:nvSpPr>
            <p:spPr>
              <a:xfrm>
                <a:off x="430258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14" name="Google Shape;6814;p64"/>
              <p:cNvSpPr/>
              <p:nvPr/>
            </p:nvSpPr>
            <p:spPr>
              <a:xfrm>
                <a:off x="414968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15" name="Google Shape;6815;p64"/>
              <p:cNvSpPr/>
              <p:nvPr/>
            </p:nvSpPr>
            <p:spPr>
              <a:xfrm>
                <a:off x="399677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16" name="Google Shape;6816;p64"/>
              <p:cNvSpPr/>
              <p:nvPr/>
            </p:nvSpPr>
            <p:spPr>
              <a:xfrm>
                <a:off x="384386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17" name="Google Shape;6817;p64"/>
              <p:cNvSpPr/>
              <p:nvPr/>
            </p:nvSpPr>
            <p:spPr>
              <a:xfrm>
                <a:off x="369096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18" name="Google Shape;6818;p64"/>
              <p:cNvSpPr/>
              <p:nvPr/>
            </p:nvSpPr>
            <p:spPr>
              <a:xfrm>
                <a:off x="353805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19" name="Google Shape;6819;p64"/>
              <p:cNvSpPr/>
              <p:nvPr/>
            </p:nvSpPr>
            <p:spPr>
              <a:xfrm>
                <a:off x="338514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20" name="Google Shape;6820;p64"/>
              <p:cNvSpPr/>
              <p:nvPr/>
            </p:nvSpPr>
            <p:spPr>
              <a:xfrm>
                <a:off x="323224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21" name="Google Shape;6821;p64"/>
              <p:cNvSpPr/>
              <p:nvPr/>
            </p:nvSpPr>
            <p:spPr>
              <a:xfrm>
                <a:off x="307933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22" name="Google Shape;6822;p64"/>
              <p:cNvSpPr/>
              <p:nvPr/>
            </p:nvSpPr>
            <p:spPr>
              <a:xfrm>
                <a:off x="292643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23" name="Google Shape;6823;p64"/>
              <p:cNvSpPr/>
              <p:nvPr/>
            </p:nvSpPr>
            <p:spPr>
              <a:xfrm>
                <a:off x="277352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24" name="Google Shape;6824;p64"/>
              <p:cNvSpPr/>
              <p:nvPr/>
            </p:nvSpPr>
            <p:spPr>
              <a:xfrm>
                <a:off x="262061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25" name="Google Shape;6825;p64"/>
              <p:cNvSpPr/>
              <p:nvPr/>
            </p:nvSpPr>
            <p:spPr>
              <a:xfrm>
                <a:off x="246771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26" name="Google Shape;6826;p64"/>
              <p:cNvSpPr/>
              <p:nvPr/>
            </p:nvSpPr>
            <p:spPr>
              <a:xfrm>
                <a:off x="231480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27" name="Google Shape;6827;p64"/>
              <p:cNvSpPr/>
              <p:nvPr/>
            </p:nvSpPr>
            <p:spPr>
              <a:xfrm>
                <a:off x="216189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28" name="Google Shape;6828;p64"/>
              <p:cNvSpPr/>
              <p:nvPr/>
            </p:nvSpPr>
            <p:spPr>
              <a:xfrm>
                <a:off x="200899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29" name="Google Shape;6829;p64"/>
              <p:cNvSpPr/>
              <p:nvPr/>
            </p:nvSpPr>
            <p:spPr>
              <a:xfrm>
                <a:off x="185608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30" name="Google Shape;6830;p64"/>
              <p:cNvSpPr/>
              <p:nvPr/>
            </p:nvSpPr>
            <p:spPr>
              <a:xfrm>
                <a:off x="170317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31" name="Google Shape;6831;p64"/>
              <p:cNvSpPr/>
              <p:nvPr/>
            </p:nvSpPr>
            <p:spPr>
              <a:xfrm>
                <a:off x="48720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32" name="Google Shape;6832;p64"/>
              <p:cNvSpPr/>
              <p:nvPr/>
            </p:nvSpPr>
            <p:spPr>
              <a:xfrm>
                <a:off x="33429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33" name="Google Shape;6833;p64"/>
              <p:cNvSpPr/>
              <p:nvPr/>
            </p:nvSpPr>
            <p:spPr>
              <a:xfrm>
                <a:off x="18139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34" name="Google Shape;6834;p64"/>
              <p:cNvSpPr/>
              <p:nvPr/>
            </p:nvSpPr>
            <p:spPr>
              <a:xfrm>
                <a:off x="2848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35" name="Google Shape;6835;p64"/>
              <p:cNvSpPr/>
              <p:nvPr/>
            </p:nvSpPr>
            <p:spPr>
              <a:xfrm>
                <a:off x="9025579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74" y="1"/>
                    </a:moveTo>
                    <a:cubicBezTo>
                      <a:pt x="547" y="1"/>
                      <a:pt x="517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122" y="4431"/>
                    </a:cubicBezTo>
                    <a:lnTo>
                      <a:pt x="1003" y="4431"/>
                    </a:lnTo>
                    <a:cubicBezTo>
                      <a:pt x="103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600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6836" name="Google Shape;6836;p64"/>
          <p:cNvSpPr/>
          <p:nvPr/>
        </p:nvSpPr>
        <p:spPr>
          <a:xfrm>
            <a:off x="0" y="5107500"/>
            <a:ext cx="9144000" cy="36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7" name="Google Shape;6837;p64"/>
          <p:cNvSpPr txBox="1"/>
          <p:nvPr>
            <p:ph type="title"/>
          </p:nvPr>
        </p:nvSpPr>
        <p:spPr>
          <a:xfrm>
            <a:off x="1636050" y="3262400"/>
            <a:ext cx="5871900" cy="52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838" name="Google Shape;6838;p64"/>
          <p:cNvSpPr txBox="1"/>
          <p:nvPr>
            <p:ph idx="1" type="subTitle"/>
          </p:nvPr>
        </p:nvSpPr>
        <p:spPr>
          <a:xfrm>
            <a:off x="1636050" y="1277600"/>
            <a:ext cx="58719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Montserrat Medium"/>
              <a:buNone/>
              <a:defRPr sz="2800">
                <a:solidFill>
                  <a:schemeClr val="accent6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6">
    <p:spTree>
      <p:nvGrpSpPr>
        <p:cNvPr id="6839" name="Shape 6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40" name="Google Shape;6840;p65"/>
          <p:cNvGrpSpPr/>
          <p:nvPr/>
        </p:nvGrpSpPr>
        <p:grpSpPr>
          <a:xfrm>
            <a:off x="-15975" y="-52"/>
            <a:ext cx="9175950" cy="5143406"/>
            <a:chOff x="-15975" y="-52"/>
            <a:chExt cx="9175950" cy="5143406"/>
          </a:xfrm>
        </p:grpSpPr>
        <p:sp>
          <p:nvSpPr>
            <p:cNvPr id="6841" name="Google Shape;6841;p65"/>
            <p:cNvSpPr/>
            <p:nvPr/>
          </p:nvSpPr>
          <p:spPr>
            <a:xfrm rot="5400000">
              <a:off x="4570450" y="-378255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42" name="Google Shape;6842;p65"/>
            <p:cNvSpPr/>
            <p:nvPr/>
          </p:nvSpPr>
          <p:spPr>
            <a:xfrm rot="5400000">
              <a:off x="4570450" y="-276311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43" name="Google Shape;6843;p65"/>
            <p:cNvSpPr/>
            <p:nvPr/>
          </p:nvSpPr>
          <p:spPr>
            <a:xfrm rot="5400000">
              <a:off x="4570450" y="-174368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44" name="Google Shape;6844;p65"/>
            <p:cNvSpPr/>
            <p:nvPr/>
          </p:nvSpPr>
          <p:spPr>
            <a:xfrm rot="5400000">
              <a:off x="4570450" y="-72425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45" name="Google Shape;6845;p65"/>
            <p:cNvSpPr/>
            <p:nvPr/>
          </p:nvSpPr>
          <p:spPr>
            <a:xfrm rot="5400000">
              <a:off x="4570450" y="295184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46" name="Google Shape;6846;p65"/>
            <p:cNvSpPr/>
            <p:nvPr/>
          </p:nvSpPr>
          <p:spPr>
            <a:xfrm rot="5400000">
              <a:off x="4570450" y="-429226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47" name="Google Shape;6847;p65"/>
            <p:cNvSpPr/>
            <p:nvPr/>
          </p:nvSpPr>
          <p:spPr>
            <a:xfrm rot="5400000">
              <a:off x="4570450" y="-327283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48" name="Google Shape;6848;p65"/>
            <p:cNvSpPr/>
            <p:nvPr/>
          </p:nvSpPr>
          <p:spPr>
            <a:xfrm rot="5400000">
              <a:off x="4570450" y="-225340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49" name="Google Shape;6849;p65"/>
            <p:cNvSpPr/>
            <p:nvPr/>
          </p:nvSpPr>
          <p:spPr>
            <a:xfrm rot="5400000">
              <a:off x="4570450" y="-123396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50" name="Google Shape;6850;p65"/>
            <p:cNvSpPr/>
            <p:nvPr/>
          </p:nvSpPr>
          <p:spPr>
            <a:xfrm rot="5400000">
              <a:off x="4570450" y="-21453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51" name="Google Shape;6851;p65"/>
            <p:cNvSpPr/>
            <p:nvPr/>
          </p:nvSpPr>
          <p:spPr>
            <a:xfrm>
              <a:off x="5081305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52" name="Google Shape;6852;p65"/>
            <p:cNvSpPr/>
            <p:nvPr/>
          </p:nvSpPr>
          <p:spPr>
            <a:xfrm>
              <a:off x="6100964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53" name="Google Shape;6853;p65"/>
            <p:cNvSpPr/>
            <p:nvPr/>
          </p:nvSpPr>
          <p:spPr>
            <a:xfrm>
              <a:off x="7120623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54" name="Google Shape;6854;p65"/>
            <p:cNvSpPr/>
            <p:nvPr/>
          </p:nvSpPr>
          <p:spPr>
            <a:xfrm>
              <a:off x="8140282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55" name="Google Shape;6855;p65"/>
            <p:cNvSpPr/>
            <p:nvPr/>
          </p:nvSpPr>
          <p:spPr>
            <a:xfrm>
              <a:off x="5591134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56" name="Google Shape;6856;p65"/>
            <p:cNvSpPr/>
            <p:nvPr/>
          </p:nvSpPr>
          <p:spPr>
            <a:xfrm>
              <a:off x="6610793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57" name="Google Shape;6857;p65"/>
            <p:cNvSpPr/>
            <p:nvPr/>
          </p:nvSpPr>
          <p:spPr>
            <a:xfrm>
              <a:off x="7630452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58" name="Google Shape;6858;p65"/>
            <p:cNvSpPr/>
            <p:nvPr/>
          </p:nvSpPr>
          <p:spPr>
            <a:xfrm>
              <a:off x="8650111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859" name="Google Shape;6859;p65"/>
            <p:cNvGrpSpPr/>
            <p:nvPr/>
          </p:nvGrpSpPr>
          <p:grpSpPr>
            <a:xfrm>
              <a:off x="-15975" y="-52"/>
              <a:ext cx="4587484" cy="5143406"/>
              <a:chOff x="-9275" y="-1994782"/>
              <a:chExt cx="4587484" cy="9140583"/>
            </a:xfrm>
          </p:grpSpPr>
          <p:sp>
            <p:nvSpPr>
              <p:cNvPr id="6860" name="Google Shape;6860;p65"/>
              <p:cNvSpPr/>
              <p:nvPr/>
            </p:nvSpPr>
            <p:spPr>
              <a:xfrm>
                <a:off x="50044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61" name="Google Shape;6861;p65"/>
              <p:cNvSpPr/>
              <p:nvPr/>
            </p:nvSpPr>
            <p:spPr>
              <a:xfrm>
                <a:off x="15198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62" name="Google Shape;6862;p65"/>
              <p:cNvSpPr/>
              <p:nvPr/>
            </p:nvSpPr>
            <p:spPr>
              <a:xfrm>
                <a:off x="253930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63" name="Google Shape;6863;p65"/>
              <p:cNvSpPr/>
              <p:nvPr/>
            </p:nvSpPr>
            <p:spPr>
              <a:xfrm>
                <a:off x="355874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64" name="Google Shape;6864;p65"/>
              <p:cNvSpPr/>
              <p:nvPr/>
            </p:nvSpPr>
            <p:spPr>
              <a:xfrm>
                <a:off x="45781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65" name="Google Shape;6865;p65"/>
              <p:cNvSpPr/>
              <p:nvPr/>
            </p:nvSpPr>
            <p:spPr>
              <a:xfrm>
                <a:off x="101015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66" name="Google Shape;6866;p65"/>
              <p:cNvSpPr/>
              <p:nvPr/>
            </p:nvSpPr>
            <p:spPr>
              <a:xfrm>
                <a:off x="202959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67" name="Google Shape;6867;p65"/>
              <p:cNvSpPr/>
              <p:nvPr/>
            </p:nvSpPr>
            <p:spPr>
              <a:xfrm>
                <a:off x="304902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68" name="Google Shape;6868;p65"/>
              <p:cNvSpPr/>
              <p:nvPr/>
            </p:nvSpPr>
            <p:spPr>
              <a:xfrm>
                <a:off x="406845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69" name="Google Shape;6869;p65"/>
              <p:cNvSpPr/>
              <p:nvPr/>
            </p:nvSpPr>
            <p:spPr>
              <a:xfrm>
                <a:off x="-92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6870" name="Google Shape;6870;p65"/>
            <p:cNvSpPr/>
            <p:nvPr/>
          </p:nvSpPr>
          <p:spPr>
            <a:xfrm>
              <a:off x="9159941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871" name="Google Shape;6871;p65"/>
          <p:cNvSpPr/>
          <p:nvPr/>
        </p:nvSpPr>
        <p:spPr>
          <a:xfrm>
            <a:off x="0" y="-75"/>
            <a:ext cx="9144000" cy="5143500"/>
          </a:xfrm>
          <a:prstGeom prst="rect">
            <a:avLst/>
          </a:prstGeom>
          <a:solidFill>
            <a:srgbClr val="D6E3EA">
              <a:alpha val="398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872" name="Google Shape;6872;p65"/>
          <p:cNvGrpSpPr/>
          <p:nvPr/>
        </p:nvGrpSpPr>
        <p:grpSpPr>
          <a:xfrm>
            <a:off x="0" y="4752988"/>
            <a:ext cx="9144000" cy="354505"/>
            <a:chOff x="0" y="4689888"/>
            <a:chExt cx="9144000" cy="354505"/>
          </a:xfrm>
        </p:grpSpPr>
        <p:grpSp>
          <p:nvGrpSpPr>
            <p:cNvPr id="6873" name="Google Shape;6873;p65"/>
            <p:cNvGrpSpPr/>
            <p:nvPr/>
          </p:nvGrpSpPr>
          <p:grpSpPr>
            <a:xfrm>
              <a:off x="0" y="4793425"/>
              <a:ext cx="9144000" cy="194975"/>
              <a:chOff x="0" y="4789550"/>
              <a:chExt cx="9144000" cy="194975"/>
            </a:xfrm>
          </p:grpSpPr>
          <p:sp>
            <p:nvSpPr>
              <p:cNvPr id="6874" name="Google Shape;6874;p65"/>
              <p:cNvSpPr/>
              <p:nvPr/>
            </p:nvSpPr>
            <p:spPr>
              <a:xfrm>
                <a:off x="0" y="4789550"/>
                <a:ext cx="9144000" cy="360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75" name="Google Shape;6875;p65"/>
              <p:cNvSpPr/>
              <p:nvPr/>
            </p:nvSpPr>
            <p:spPr>
              <a:xfrm>
                <a:off x="0" y="4948525"/>
                <a:ext cx="9144000" cy="360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876" name="Google Shape;6876;p65"/>
            <p:cNvGrpSpPr/>
            <p:nvPr/>
          </p:nvGrpSpPr>
          <p:grpSpPr>
            <a:xfrm>
              <a:off x="28483" y="4689888"/>
              <a:ext cx="9087034" cy="354505"/>
              <a:chOff x="28483" y="4689888"/>
              <a:chExt cx="9087034" cy="354505"/>
            </a:xfrm>
          </p:grpSpPr>
          <p:sp>
            <p:nvSpPr>
              <p:cNvPr id="6877" name="Google Shape;6877;p65"/>
              <p:cNvSpPr/>
              <p:nvPr/>
            </p:nvSpPr>
            <p:spPr>
              <a:xfrm>
                <a:off x="64010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6" y="1"/>
                      <a:pt x="533" y="8"/>
                      <a:pt x="518" y="24"/>
                    </a:cubicBezTo>
                    <a:lnTo>
                      <a:pt x="62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34" y="4431"/>
                      <a:pt x="1065" y="4401"/>
                      <a:pt x="1156" y="4370"/>
                    </a:cubicBezTo>
                    <a:lnTo>
                      <a:pt x="1156" y="601"/>
                    </a:lnTo>
                    <a:lnTo>
                      <a:pt x="1126" y="571"/>
                    </a:lnTo>
                    <a:lnTo>
                      <a:pt x="670" y="24"/>
                    </a:lnTo>
                    <a:cubicBezTo>
                      <a:pt x="639" y="8"/>
                      <a:pt x="609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78" name="Google Shape;6878;p65"/>
              <p:cNvSpPr/>
              <p:nvPr/>
            </p:nvSpPr>
            <p:spPr>
              <a:xfrm>
                <a:off x="79301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3" y="8"/>
                      <a:pt x="517" y="24"/>
                    </a:cubicBezTo>
                    <a:lnTo>
                      <a:pt x="6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34" y="4431"/>
                      <a:pt x="1064" y="4401"/>
                      <a:pt x="1156" y="4370"/>
                    </a:cubicBezTo>
                    <a:lnTo>
                      <a:pt x="1156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9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79" name="Google Shape;6879;p65"/>
              <p:cNvSpPr/>
              <p:nvPr/>
            </p:nvSpPr>
            <p:spPr>
              <a:xfrm>
                <a:off x="94592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2" y="4431"/>
                      <a:pt x="122" y="4431"/>
                    </a:cubicBezTo>
                    <a:lnTo>
                      <a:pt x="1003" y="4431"/>
                    </a:lnTo>
                    <a:cubicBezTo>
                      <a:pt x="103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8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80" name="Google Shape;6880;p65"/>
              <p:cNvSpPr/>
              <p:nvPr/>
            </p:nvSpPr>
            <p:spPr>
              <a:xfrm>
                <a:off x="109882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1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1" y="4431"/>
                      <a:pt x="122" y="4431"/>
                    </a:cubicBezTo>
                    <a:lnTo>
                      <a:pt x="1003" y="4431"/>
                    </a:lnTo>
                    <a:cubicBezTo>
                      <a:pt x="106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8" y="8"/>
                      <a:pt x="608" y="1"/>
                      <a:pt x="58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81" name="Google Shape;6881;p65"/>
              <p:cNvSpPr/>
              <p:nvPr/>
            </p:nvSpPr>
            <p:spPr>
              <a:xfrm>
                <a:off x="1251735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04" y="4431"/>
                      <a:pt x="103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82" name="Google Shape;6882;p65"/>
              <p:cNvSpPr/>
              <p:nvPr/>
            </p:nvSpPr>
            <p:spPr>
              <a:xfrm>
                <a:off x="1402243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83" name="Google Shape;6883;p65"/>
              <p:cNvSpPr/>
              <p:nvPr/>
            </p:nvSpPr>
            <p:spPr>
              <a:xfrm>
                <a:off x="1552751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64" y="4431"/>
                      <a:pt x="109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84" name="Google Shape;6884;p65"/>
              <p:cNvSpPr/>
              <p:nvPr/>
            </p:nvSpPr>
            <p:spPr>
              <a:xfrm>
                <a:off x="751362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85" name="Google Shape;6885;p65"/>
              <p:cNvSpPr/>
              <p:nvPr/>
            </p:nvSpPr>
            <p:spPr>
              <a:xfrm>
                <a:off x="7666529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3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86" name="Google Shape;6886;p65"/>
              <p:cNvSpPr/>
              <p:nvPr/>
            </p:nvSpPr>
            <p:spPr>
              <a:xfrm>
                <a:off x="7816957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87" name="Google Shape;6887;p65"/>
              <p:cNvSpPr/>
              <p:nvPr/>
            </p:nvSpPr>
            <p:spPr>
              <a:xfrm>
                <a:off x="796738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2" y="4431"/>
                      <a:pt x="122" y="4431"/>
                    </a:cubicBezTo>
                    <a:lnTo>
                      <a:pt x="1003" y="4431"/>
                    </a:lnTo>
                    <a:cubicBezTo>
                      <a:pt x="103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8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88" name="Google Shape;6888;p65"/>
              <p:cNvSpPr/>
              <p:nvPr/>
            </p:nvSpPr>
            <p:spPr>
              <a:xfrm>
                <a:off x="812029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93" y="1"/>
                    </a:moveTo>
                    <a:cubicBezTo>
                      <a:pt x="562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1" y="4431"/>
                      <a:pt x="122" y="4431"/>
                    </a:cubicBezTo>
                    <a:lnTo>
                      <a:pt x="1003" y="4431"/>
                    </a:lnTo>
                    <a:cubicBezTo>
                      <a:pt x="106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54" y="8"/>
                      <a:pt x="623" y="1"/>
                      <a:pt x="59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89" name="Google Shape;6889;p65"/>
              <p:cNvSpPr/>
              <p:nvPr/>
            </p:nvSpPr>
            <p:spPr>
              <a:xfrm>
                <a:off x="8273198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1" y="4431"/>
                      <a:pt x="122" y="4431"/>
                    </a:cubicBezTo>
                    <a:lnTo>
                      <a:pt x="973" y="4431"/>
                    </a:lnTo>
                    <a:cubicBezTo>
                      <a:pt x="1034" y="4431"/>
                      <a:pt x="1065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90" name="Google Shape;6890;p65"/>
              <p:cNvSpPr/>
              <p:nvPr/>
            </p:nvSpPr>
            <p:spPr>
              <a:xfrm>
                <a:off x="8423706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34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91" name="Google Shape;6891;p65"/>
              <p:cNvSpPr/>
              <p:nvPr/>
            </p:nvSpPr>
            <p:spPr>
              <a:xfrm>
                <a:off x="8574214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64" y="4431"/>
                      <a:pt x="109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92" name="Google Shape;6892;p65"/>
              <p:cNvSpPr/>
              <p:nvPr/>
            </p:nvSpPr>
            <p:spPr>
              <a:xfrm>
                <a:off x="8724643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2" y="4431"/>
                      <a:pt x="122" y="4431"/>
                    </a:cubicBezTo>
                    <a:lnTo>
                      <a:pt x="974" y="4431"/>
                    </a:lnTo>
                    <a:cubicBezTo>
                      <a:pt x="1065" y="4431"/>
                      <a:pt x="1095" y="4401"/>
                      <a:pt x="1126" y="4370"/>
                    </a:cubicBezTo>
                    <a:lnTo>
                      <a:pt x="112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4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93" name="Google Shape;6893;p65"/>
              <p:cNvSpPr/>
              <p:nvPr/>
            </p:nvSpPr>
            <p:spPr>
              <a:xfrm>
                <a:off x="8875151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74" y="1"/>
                    </a:moveTo>
                    <a:cubicBezTo>
                      <a:pt x="547" y="1"/>
                      <a:pt x="517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122" y="4431"/>
                    </a:cubicBezTo>
                    <a:lnTo>
                      <a:pt x="1003" y="4431"/>
                    </a:lnTo>
                    <a:cubicBezTo>
                      <a:pt x="103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600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94" name="Google Shape;6894;p65"/>
              <p:cNvSpPr/>
              <p:nvPr/>
            </p:nvSpPr>
            <p:spPr>
              <a:xfrm>
                <a:off x="736071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95" name="Google Shape;6895;p65"/>
              <p:cNvSpPr/>
              <p:nvPr/>
            </p:nvSpPr>
            <p:spPr>
              <a:xfrm>
                <a:off x="720781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96" name="Google Shape;6896;p65"/>
              <p:cNvSpPr/>
              <p:nvPr/>
            </p:nvSpPr>
            <p:spPr>
              <a:xfrm>
                <a:off x="705490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97" name="Google Shape;6897;p65"/>
              <p:cNvSpPr/>
              <p:nvPr/>
            </p:nvSpPr>
            <p:spPr>
              <a:xfrm>
                <a:off x="690199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98" name="Google Shape;6898;p65"/>
              <p:cNvSpPr/>
              <p:nvPr/>
            </p:nvSpPr>
            <p:spPr>
              <a:xfrm>
                <a:off x="674909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99" name="Google Shape;6899;p65"/>
              <p:cNvSpPr/>
              <p:nvPr/>
            </p:nvSpPr>
            <p:spPr>
              <a:xfrm>
                <a:off x="659618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00" name="Google Shape;6900;p65"/>
              <p:cNvSpPr/>
              <p:nvPr/>
            </p:nvSpPr>
            <p:spPr>
              <a:xfrm>
                <a:off x="644327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01" name="Google Shape;6901;p65"/>
              <p:cNvSpPr/>
              <p:nvPr/>
            </p:nvSpPr>
            <p:spPr>
              <a:xfrm>
                <a:off x="629037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02" name="Google Shape;6902;p65"/>
              <p:cNvSpPr/>
              <p:nvPr/>
            </p:nvSpPr>
            <p:spPr>
              <a:xfrm>
                <a:off x="613746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03" name="Google Shape;6903;p65"/>
              <p:cNvSpPr/>
              <p:nvPr/>
            </p:nvSpPr>
            <p:spPr>
              <a:xfrm>
                <a:off x="598455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04" name="Google Shape;6904;p65"/>
              <p:cNvSpPr/>
              <p:nvPr/>
            </p:nvSpPr>
            <p:spPr>
              <a:xfrm>
                <a:off x="583165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05" name="Google Shape;6905;p65"/>
              <p:cNvSpPr/>
              <p:nvPr/>
            </p:nvSpPr>
            <p:spPr>
              <a:xfrm>
                <a:off x="567874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06" name="Google Shape;6906;p65"/>
              <p:cNvSpPr/>
              <p:nvPr/>
            </p:nvSpPr>
            <p:spPr>
              <a:xfrm>
                <a:off x="552583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07" name="Google Shape;6907;p65"/>
              <p:cNvSpPr/>
              <p:nvPr/>
            </p:nvSpPr>
            <p:spPr>
              <a:xfrm>
                <a:off x="537293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08" name="Google Shape;6908;p65"/>
              <p:cNvSpPr/>
              <p:nvPr/>
            </p:nvSpPr>
            <p:spPr>
              <a:xfrm>
                <a:off x="522002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09" name="Google Shape;6909;p65"/>
              <p:cNvSpPr/>
              <p:nvPr/>
            </p:nvSpPr>
            <p:spPr>
              <a:xfrm>
                <a:off x="506712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10" name="Google Shape;6910;p65"/>
              <p:cNvSpPr/>
              <p:nvPr/>
            </p:nvSpPr>
            <p:spPr>
              <a:xfrm>
                <a:off x="491421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11" name="Google Shape;6911;p65"/>
              <p:cNvSpPr/>
              <p:nvPr/>
            </p:nvSpPr>
            <p:spPr>
              <a:xfrm>
                <a:off x="476130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12" name="Google Shape;6912;p65"/>
              <p:cNvSpPr/>
              <p:nvPr/>
            </p:nvSpPr>
            <p:spPr>
              <a:xfrm>
                <a:off x="460840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13" name="Google Shape;6913;p65"/>
              <p:cNvSpPr/>
              <p:nvPr/>
            </p:nvSpPr>
            <p:spPr>
              <a:xfrm>
                <a:off x="445549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14" name="Google Shape;6914;p65"/>
              <p:cNvSpPr/>
              <p:nvPr/>
            </p:nvSpPr>
            <p:spPr>
              <a:xfrm>
                <a:off x="430258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15" name="Google Shape;6915;p65"/>
              <p:cNvSpPr/>
              <p:nvPr/>
            </p:nvSpPr>
            <p:spPr>
              <a:xfrm>
                <a:off x="414968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16" name="Google Shape;6916;p65"/>
              <p:cNvSpPr/>
              <p:nvPr/>
            </p:nvSpPr>
            <p:spPr>
              <a:xfrm>
                <a:off x="399677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17" name="Google Shape;6917;p65"/>
              <p:cNvSpPr/>
              <p:nvPr/>
            </p:nvSpPr>
            <p:spPr>
              <a:xfrm>
                <a:off x="384386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18" name="Google Shape;6918;p65"/>
              <p:cNvSpPr/>
              <p:nvPr/>
            </p:nvSpPr>
            <p:spPr>
              <a:xfrm>
                <a:off x="369096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19" name="Google Shape;6919;p65"/>
              <p:cNvSpPr/>
              <p:nvPr/>
            </p:nvSpPr>
            <p:spPr>
              <a:xfrm>
                <a:off x="353805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20" name="Google Shape;6920;p65"/>
              <p:cNvSpPr/>
              <p:nvPr/>
            </p:nvSpPr>
            <p:spPr>
              <a:xfrm>
                <a:off x="338514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21" name="Google Shape;6921;p65"/>
              <p:cNvSpPr/>
              <p:nvPr/>
            </p:nvSpPr>
            <p:spPr>
              <a:xfrm>
                <a:off x="323224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22" name="Google Shape;6922;p65"/>
              <p:cNvSpPr/>
              <p:nvPr/>
            </p:nvSpPr>
            <p:spPr>
              <a:xfrm>
                <a:off x="307933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23" name="Google Shape;6923;p65"/>
              <p:cNvSpPr/>
              <p:nvPr/>
            </p:nvSpPr>
            <p:spPr>
              <a:xfrm>
                <a:off x="292643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24" name="Google Shape;6924;p65"/>
              <p:cNvSpPr/>
              <p:nvPr/>
            </p:nvSpPr>
            <p:spPr>
              <a:xfrm>
                <a:off x="277352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25" name="Google Shape;6925;p65"/>
              <p:cNvSpPr/>
              <p:nvPr/>
            </p:nvSpPr>
            <p:spPr>
              <a:xfrm>
                <a:off x="262061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26" name="Google Shape;6926;p65"/>
              <p:cNvSpPr/>
              <p:nvPr/>
            </p:nvSpPr>
            <p:spPr>
              <a:xfrm>
                <a:off x="246771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27" name="Google Shape;6927;p65"/>
              <p:cNvSpPr/>
              <p:nvPr/>
            </p:nvSpPr>
            <p:spPr>
              <a:xfrm>
                <a:off x="231480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28" name="Google Shape;6928;p65"/>
              <p:cNvSpPr/>
              <p:nvPr/>
            </p:nvSpPr>
            <p:spPr>
              <a:xfrm>
                <a:off x="216189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29" name="Google Shape;6929;p65"/>
              <p:cNvSpPr/>
              <p:nvPr/>
            </p:nvSpPr>
            <p:spPr>
              <a:xfrm>
                <a:off x="200899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30" name="Google Shape;6930;p65"/>
              <p:cNvSpPr/>
              <p:nvPr/>
            </p:nvSpPr>
            <p:spPr>
              <a:xfrm>
                <a:off x="185608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31" name="Google Shape;6931;p65"/>
              <p:cNvSpPr/>
              <p:nvPr/>
            </p:nvSpPr>
            <p:spPr>
              <a:xfrm>
                <a:off x="170317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32" name="Google Shape;6932;p65"/>
              <p:cNvSpPr/>
              <p:nvPr/>
            </p:nvSpPr>
            <p:spPr>
              <a:xfrm>
                <a:off x="48720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33" name="Google Shape;6933;p65"/>
              <p:cNvSpPr/>
              <p:nvPr/>
            </p:nvSpPr>
            <p:spPr>
              <a:xfrm>
                <a:off x="33429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34" name="Google Shape;6934;p65"/>
              <p:cNvSpPr/>
              <p:nvPr/>
            </p:nvSpPr>
            <p:spPr>
              <a:xfrm>
                <a:off x="18139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35" name="Google Shape;6935;p65"/>
              <p:cNvSpPr/>
              <p:nvPr/>
            </p:nvSpPr>
            <p:spPr>
              <a:xfrm>
                <a:off x="2848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36" name="Google Shape;6936;p65"/>
              <p:cNvSpPr/>
              <p:nvPr/>
            </p:nvSpPr>
            <p:spPr>
              <a:xfrm>
                <a:off x="9025579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74" y="1"/>
                    </a:moveTo>
                    <a:cubicBezTo>
                      <a:pt x="547" y="1"/>
                      <a:pt x="517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122" y="4431"/>
                    </a:cubicBezTo>
                    <a:lnTo>
                      <a:pt x="1003" y="4431"/>
                    </a:lnTo>
                    <a:cubicBezTo>
                      <a:pt x="103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600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937" name="Google Shape;6937;p65"/>
          <p:cNvGrpSpPr/>
          <p:nvPr/>
        </p:nvGrpSpPr>
        <p:grpSpPr>
          <a:xfrm>
            <a:off x="8500193" y="4148281"/>
            <a:ext cx="592952" cy="967689"/>
            <a:chOff x="8071153" y="3759204"/>
            <a:chExt cx="592952" cy="967689"/>
          </a:xfrm>
        </p:grpSpPr>
        <p:sp>
          <p:nvSpPr>
            <p:cNvPr id="6938" name="Google Shape;6938;p65"/>
            <p:cNvSpPr/>
            <p:nvPr/>
          </p:nvSpPr>
          <p:spPr>
            <a:xfrm>
              <a:off x="8350560" y="4196816"/>
              <a:ext cx="43890" cy="282116"/>
            </a:xfrm>
            <a:custGeom>
              <a:rect b="b" l="l" r="r" t="t"/>
              <a:pathLst>
                <a:path extrusionOk="0" h="3527" w="549">
                  <a:moveTo>
                    <a:pt x="153" y="0"/>
                  </a:moveTo>
                  <a:lnTo>
                    <a:pt x="1" y="3526"/>
                  </a:lnTo>
                  <a:lnTo>
                    <a:pt x="548" y="3435"/>
                  </a:lnTo>
                  <a:lnTo>
                    <a:pt x="39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39" name="Google Shape;6939;p65"/>
            <p:cNvSpPr/>
            <p:nvPr/>
          </p:nvSpPr>
          <p:spPr>
            <a:xfrm>
              <a:off x="8263101" y="4478852"/>
              <a:ext cx="221208" cy="248041"/>
            </a:xfrm>
            <a:custGeom>
              <a:rect b="b" l="l" r="r" t="t"/>
              <a:pathLst>
                <a:path extrusionOk="0" h="3101" w="2767">
                  <a:moveTo>
                    <a:pt x="1" y="0"/>
                  </a:moveTo>
                  <a:lnTo>
                    <a:pt x="396" y="3101"/>
                  </a:lnTo>
                  <a:lnTo>
                    <a:pt x="2402" y="3101"/>
                  </a:lnTo>
                  <a:lnTo>
                    <a:pt x="276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40" name="Google Shape;6940;p65"/>
            <p:cNvSpPr/>
            <p:nvPr/>
          </p:nvSpPr>
          <p:spPr>
            <a:xfrm>
              <a:off x="8248551" y="4435099"/>
              <a:ext cx="255184" cy="94865"/>
            </a:xfrm>
            <a:custGeom>
              <a:rect b="b" l="l" r="r" t="t"/>
              <a:pathLst>
                <a:path extrusionOk="0" h="1186" w="3192">
                  <a:moveTo>
                    <a:pt x="3192" y="0"/>
                  </a:moveTo>
                  <a:lnTo>
                    <a:pt x="0" y="61"/>
                  </a:lnTo>
                  <a:lnTo>
                    <a:pt x="61" y="1155"/>
                  </a:lnTo>
                  <a:lnTo>
                    <a:pt x="3040" y="1186"/>
                  </a:lnTo>
                  <a:lnTo>
                    <a:pt x="319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41" name="Google Shape;6941;p65"/>
            <p:cNvSpPr/>
            <p:nvPr/>
          </p:nvSpPr>
          <p:spPr>
            <a:xfrm>
              <a:off x="8265579" y="4527484"/>
              <a:ext cx="213853" cy="34075"/>
            </a:xfrm>
            <a:custGeom>
              <a:rect b="b" l="l" r="r" t="t"/>
              <a:pathLst>
                <a:path extrusionOk="0" h="426" w="2675">
                  <a:moveTo>
                    <a:pt x="0" y="0"/>
                  </a:moveTo>
                  <a:lnTo>
                    <a:pt x="91" y="426"/>
                  </a:lnTo>
                  <a:lnTo>
                    <a:pt x="2645" y="122"/>
                  </a:lnTo>
                  <a:lnTo>
                    <a:pt x="2675" y="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48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42" name="Google Shape;6942;p65"/>
            <p:cNvSpPr/>
            <p:nvPr/>
          </p:nvSpPr>
          <p:spPr>
            <a:xfrm>
              <a:off x="8318982" y="3766483"/>
              <a:ext cx="36535" cy="58391"/>
            </a:xfrm>
            <a:custGeom>
              <a:rect b="b" l="l" r="r" t="t"/>
              <a:pathLst>
                <a:path extrusionOk="0" h="730" w="457">
                  <a:moveTo>
                    <a:pt x="366" y="0"/>
                  </a:moveTo>
                  <a:cubicBezTo>
                    <a:pt x="366" y="0"/>
                    <a:pt x="122" y="122"/>
                    <a:pt x="62" y="304"/>
                  </a:cubicBezTo>
                  <a:cubicBezTo>
                    <a:pt x="1" y="517"/>
                    <a:pt x="62" y="730"/>
                    <a:pt x="62" y="730"/>
                  </a:cubicBezTo>
                  <a:cubicBezTo>
                    <a:pt x="62" y="730"/>
                    <a:pt x="305" y="608"/>
                    <a:pt x="366" y="426"/>
                  </a:cubicBezTo>
                  <a:cubicBezTo>
                    <a:pt x="457" y="244"/>
                    <a:pt x="366" y="0"/>
                    <a:pt x="36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43" name="Google Shape;6943;p65"/>
            <p:cNvSpPr/>
            <p:nvPr/>
          </p:nvSpPr>
          <p:spPr>
            <a:xfrm>
              <a:off x="8248551" y="3759204"/>
              <a:ext cx="58360" cy="65670"/>
            </a:xfrm>
            <a:custGeom>
              <a:rect b="b" l="l" r="r" t="t"/>
              <a:pathLst>
                <a:path extrusionOk="0" h="821" w="730">
                  <a:moveTo>
                    <a:pt x="0" y="0"/>
                  </a:moveTo>
                  <a:cubicBezTo>
                    <a:pt x="0" y="0"/>
                    <a:pt x="0" y="335"/>
                    <a:pt x="183" y="547"/>
                  </a:cubicBezTo>
                  <a:cubicBezTo>
                    <a:pt x="365" y="790"/>
                    <a:pt x="730" y="821"/>
                    <a:pt x="730" y="821"/>
                  </a:cubicBezTo>
                  <a:cubicBezTo>
                    <a:pt x="730" y="821"/>
                    <a:pt x="730" y="487"/>
                    <a:pt x="517" y="243"/>
                  </a:cubicBezTo>
                  <a:cubicBezTo>
                    <a:pt x="335" y="61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44" name="Google Shape;6944;p65"/>
            <p:cNvSpPr/>
            <p:nvPr/>
          </p:nvSpPr>
          <p:spPr>
            <a:xfrm>
              <a:off x="8532835" y="4167621"/>
              <a:ext cx="65715" cy="29275"/>
            </a:xfrm>
            <a:custGeom>
              <a:rect b="b" l="l" r="r" t="t"/>
              <a:pathLst>
                <a:path extrusionOk="0" h="366" w="822">
                  <a:moveTo>
                    <a:pt x="396" y="1"/>
                  </a:moveTo>
                  <a:cubicBezTo>
                    <a:pt x="153" y="1"/>
                    <a:pt x="1" y="213"/>
                    <a:pt x="1" y="213"/>
                  </a:cubicBezTo>
                  <a:cubicBezTo>
                    <a:pt x="1" y="213"/>
                    <a:pt x="183" y="365"/>
                    <a:pt x="426" y="365"/>
                  </a:cubicBezTo>
                  <a:cubicBezTo>
                    <a:pt x="669" y="365"/>
                    <a:pt x="821" y="153"/>
                    <a:pt x="821" y="153"/>
                  </a:cubicBezTo>
                  <a:cubicBezTo>
                    <a:pt x="821" y="153"/>
                    <a:pt x="609" y="1"/>
                    <a:pt x="396" y="1"/>
                  </a:cubicBezTo>
                  <a:close/>
                </a:path>
              </a:pathLst>
            </a:custGeom>
            <a:solidFill>
              <a:srgbClr val="7BBFB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45" name="Google Shape;6945;p65"/>
            <p:cNvSpPr/>
            <p:nvPr/>
          </p:nvSpPr>
          <p:spPr>
            <a:xfrm>
              <a:off x="8518285" y="4092272"/>
              <a:ext cx="48687" cy="80307"/>
            </a:xfrm>
            <a:custGeom>
              <a:rect b="b" l="l" r="r" t="t"/>
              <a:pathLst>
                <a:path extrusionOk="0" h="1004" w="609">
                  <a:moveTo>
                    <a:pt x="487" y="0"/>
                  </a:moveTo>
                  <a:cubicBezTo>
                    <a:pt x="487" y="0"/>
                    <a:pt x="183" y="152"/>
                    <a:pt x="61" y="426"/>
                  </a:cubicBezTo>
                  <a:cubicBezTo>
                    <a:pt x="0" y="699"/>
                    <a:pt x="122" y="1003"/>
                    <a:pt x="122" y="1003"/>
                  </a:cubicBezTo>
                  <a:cubicBezTo>
                    <a:pt x="122" y="1003"/>
                    <a:pt x="426" y="851"/>
                    <a:pt x="547" y="578"/>
                  </a:cubicBezTo>
                  <a:cubicBezTo>
                    <a:pt x="608" y="304"/>
                    <a:pt x="487" y="0"/>
                    <a:pt x="487" y="0"/>
                  </a:cubicBezTo>
                  <a:close/>
                </a:path>
              </a:pathLst>
            </a:custGeom>
            <a:solidFill>
              <a:srgbClr val="7BBFB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46" name="Google Shape;6946;p65"/>
            <p:cNvSpPr/>
            <p:nvPr/>
          </p:nvSpPr>
          <p:spPr>
            <a:xfrm>
              <a:off x="8071153" y="3827914"/>
              <a:ext cx="592952" cy="566871"/>
            </a:xfrm>
            <a:custGeom>
              <a:rect b="b" l="l" r="r" t="t"/>
              <a:pathLst>
                <a:path extrusionOk="0" h="7087" w="7417">
                  <a:moveTo>
                    <a:pt x="3931" y="0"/>
                  </a:moveTo>
                  <a:cubicBezTo>
                    <a:pt x="3624" y="0"/>
                    <a:pt x="3315" y="31"/>
                    <a:pt x="3010" y="83"/>
                  </a:cubicBezTo>
                  <a:cubicBezTo>
                    <a:pt x="1672" y="296"/>
                    <a:pt x="578" y="965"/>
                    <a:pt x="244" y="2363"/>
                  </a:cubicBezTo>
                  <a:cubicBezTo>
                    <a:pt x="0" y="3275"/>
                    <a:pt x="61" y="4430"/>
                    <a:pt x="426" y="5312"/>
                  </a:cubicBezTo>
                  <a:cubicBezTo>
                    <a:pt x="760" y="6132"/>
                    <a:pt x="1520" y="6770"/>
                    <a:pt x="2402" y="6953"/>
                  </a:cubicBezTo>
                  <a:cubicBezTo>
                    <a:pt x="2775" y="7038"/>
                    <a:pt x="3182" y="7086"/>
                    <a:pt x="3592" y="7086"/>
                  </a:cubicBezTo>
                  <a:cubicBezTo>
                    <a:pt x="4351" y="7086"/>
                    <a:pt x="5123" y="6922"/>
                    <a:pt x="5715" y="6527"/>
                  </a:cubicBezTo>
                  <a:cubicBezTo>
                    <a:pt x="6049" y="6315"/>
                    <a:pt x="6353" y="6071"/>
                    <a:pt x="6657" y="5767"/>
                  </a:cubicBezTo>
                  <a:cubicBezTo>
                    <a:pt x="7022" y="5342"/>
                    <a:pt x="7235" y="4825"/>
                    <a:pt x="7295" y="4308"/>
                  </a:cubicBezTo>
                  <a:cubicBezTo>
                    <a:pt x="7417" y="3640"/>
                    <a:pt x="7417" y="3032"/>
                    <a:pt x="7265" y="2515"/>
                  </a:cubicBezTo>
                  <a:cubicBezTo>
                    <a:pt x="7022" y="1634"/>
                    <a:pt x="6505" y="874"/>
                    <a:pt x="5593" y="387"/>
                  </a:cubicBezTo>
                  <a:cubicBezTo>
                    <a:pt x="5077" y="109"/>
                    <a:pt x="4509" y="0"/>
                    <a:pt x="393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947" name="Google Shape;6947;p65"/>
          <p:cNvGrpSpPr/>
          <p:nvPr/>
        </p:nvGrpSpPr>
        <p:grpSpPr>
          <a:xfrm>
            <a:off x="50855" y="4148281"/>
            <a:ext cx="592952" cy="967689"/>
            <a:chOff x="8071153" y="3759204"/>
            <a:chExt cx="592952" cy="967689"/>
          </a:xfrm>
        </p:grpSpPr>
        <p:sp>
          <p:nvSpPr>
            <p:cNvPr id="6948" name="Google Shape;6948;p65"/>
            <p:cNvSpPr/>
            <p:nvPr/>
          </p:nvSpPr>
          <p:spPr>
            <a:xfrm>
              <a:off x="8350560" y="4196816"/>
              <a:ext cx="43890" cy="282116"/>
            </a:xfrm>
            <a:custGeom>
              <a:rect b="b" l="l" r="r" t="t"/>
              <a:pathLst>
                <a:path extrusionOk="0" h="3527" w="549">
                  <a:moveTo>
                    <a:pt x="153" y="0"/>
                  </a:moveTo>
                  <a:lnTo>
                    <a:pt x="1" y="3526"/>
                  </a:lnTo>
                  <a:lnTo>
                    <a:pt x="548" y="3435"/>
                  </a:lnTo>
                  <a:lnTo>
                    <a:pt x="39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49" name="Google Shape;6949;p65"/>
            <p:cNvSpPr/>
            <p:nvPr/>
          </p:nvSpPr>
          <p:spPr>
            <a:xfrm>
              <a:off x="8263101" y="4478852"/>
              <a:ext cx="221208" cy="248041"/>
            </a:xfrm>
            <a:custGeom>
              <a:rect b="b" l="l" r="r" t="t"/>
              <a:pathLst>
                <a:path extrusionOk="0" h="3101" w="2767">
                  <a:moveTo>
                    <a:pt x="1" y="0"/>
                  </a:moveTo>
                  <a:lnTo>
                    <a:pt x="396" y="3101"/>
                  </a:lnTo>
                  <a:lnTo>
                    <a:pt x="2402" y="3101"/>
                  </a:lnTo>
                  <a:lnTo>
                    <a:pt x="276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50" name="Google Shape;6950;p65"/>
            <p:cNvSpPr/>
            <p:nvPr/>
          </p:nvSpPr>
          <p:spPr>
            <a:xfrm>
              <a:off x="8248551" y="4435099"/>
              <a:ext cx="255184" cy="94865"/>
            </a:xfrm>
            <a:custGeom>
              <a:rect b="b" l="l" r="r" t="t"/>
              <a:pathLst>
                <a:path extrusionOk="0" h="1186" w="3192">
                  <a:moveTo>
                    <a:pt x="3192" y="0"/>
                  </a:moveTo>
                  <a:lnTo>
                    <a:pt x="0" y="61"/>
                  </a:lnTo>
                  <a:lnTo>
                    <a:pt x="61" y="1155"/>
                  </a:lnTo>
                  <a:lnTo>
                    <a:pt x="3040" y="1186"/>
                  </a:lnTo>
                  <a:lnTo>
                    <a:pt x="319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51" name="Google Shape;6951;p65"/>
            <p:cNvSpPr/>
            <p:nvPr/>
          </p:nvSpPr>
          <p:spPr>
            <a:xfrm>
              <a:off x="8265579" y="4527484"/>
              <a:ext cx="213853" cy="34075"/>
            </a:xfrm>
            <a:custGeom>
              <a:rect b="b" l="l" r="r" t="t"/>
              <a:pathLst>
                <a:path extrusionOk="0" h="426" w="2675">
                  <a:moveTo>
                    <a:pt x="0" y="0"/>
                  </a:moveTo>
                  <a:lnTo>
                    <a:pt x="91" y="426"/>
                  </a:lnTo>
                  <a:lnTo>
                    <a:pt x="2645" y="122"/>
                  </a:lnTo>
                  <a:lnTo>
                    <a:pt x="2675" y="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48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52" name="Google Shape;6952;p65"/>
            <p:cNvSpPr/>
            <p:nvPr/>
          </p:nvSpPr>
          <p:spPr>
            <a:xfrm>
              <a:off x="8318982" y="3766483"/>
              <a:ext cx="36535" cy="58391"/>
            </a:xfrm>
            <a:custGeom>
              <a:rect b="b" l="l" r="r" t="t"/>
              <a:pathLst>
                <a:path extrusionOk="0" h="730" w="457">
                  <a:moveTo>
                    <a:pt x="366" y="0"/>
                  </a:moveTo>
                  <a:cubicBezTo>
                    <a:pt x="366" y="0"/>
                    <a:pt x="122" y="122"/>
                    <a:pt x="62" y="304"/>
                  </a:cubicBezTo>
                  <a:cubicBezTo>
                    <a:pt x="1" y="517"/>
                    <a:pt x="62" y="730"/>
                    <a:pt x="62" y="730"/>
                  </a:cubicBezTo>
                  <a:cubicBezTo>
                    <a:pt x="62" y="730"/>
                    <a:pt x="305" y="608"/>
                    <a:pt x="366" y="426"/>
                  </a:cubicBezTo>
                  <a:cubicBezTo>
                    <a:pt x="457" y="244"/>
                    <a:pt x="366" y="0"/>
                    <a:pt x="36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53" name="Google Shape;6953;p65"/>
            <p:cNvSpPr/>
            <p:nvPr/>
          </p:nvSpPr>
          <p:spPr>
            <a:xfrm>
              <a:off x="8248551" y="3759204"/>
              <a:ext cx="58360" cy="65670"/>
            </a:xfrm>
            <a:custGeom>
              <a:rect b="b" l="l" r="r" t="t"/>
              <a:pathLst>
                <a:path extrusionOk="0" h="821" w="730">
                  <a:moveTo>
                    <a:pt x="0" y="0"/>
                  </a:moveTo>
                  <a:cubicBezTo>
                    <a:pt x="0" y="0"/>
                    <a:pt x="0" y="335"/>
                    <a:pt x="183" y="547"/>
                  </a:cubicBezTo>
                  <a:cubicBezTo>
                    <a:pt x="365" y="790"/>
                    <a:pt x="730" y="821"/>
                    <a:pt x="730" y="821"/>
                  </a:cubicBezTo>
                  <a:cubicBezTo>
                    <a:pt x="730" y="821"/>
                    <a:pt x="730" y="487"/>
                    <a:pt x="517" y="243"/>
                  </a:cubicBezTo>
                  <a:cubicBezTo>
                    <a:pt x="335" y="61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54" name="Google Shape;6954;p65"/>
            <p:cNvSpPr/>
            <p:nvPr/>
          </p:nvSpPr>
          <p:spPr>
            <a:xfrm>
              <a:off x="8532835" y="4167621"/>
              <a:ext cx="65715" cy="29275"/>
            </a:xfrm>
            <a:custGeom>
              <a:rect b="b" l="l" r="r" t="t"/>
              <a:pathLst>
                <a:path extrusionOk="0" h="366" w="822">
                  <a:moveTo>
                    <a:pt x="396" y="1"/>
                  </a:moveTo>
                  <a:cubicBezTo>
                    <a:pt x="153" y="1"/>
                    <a:pt x="1" y="213"/>
                    <a:pt x="1" y="213"/>
                  </a:cubicBezTo>
                  <a:cubicBezTo>
                    <a:pt x="1" y="213"/>
                    <a:pt x="183" y="365"/>
                    <a:pt x="426" y="365"/>
                  </a:cubicBezTo>
                  <a:cubicBezTo>
                    <a:pt x="669" y="365"/>
                    <a:pt x="821" y="153"/>
                    <a:pt x="821" y="153"/>
                  </a:cubicBezTo>
                  <a:cubicBezTo>
                    <a:pt x="821" y="153"/>
                    <a:pt x="609" y="1"/>
                    <a:pt x="396" y="1"/>
                  </a:cubicBezTo>
                  <a:close/>
                </a:path>
              </a:pathLst>
            </a:custGeom>
            <a:solidFill>
              <a:srgbClr val="7BBFB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55" name="Google Shape;6955;p65"/>
            <p:cNvSpPr/>
            <p:nvPr/>
          </p:nvSpPr>
          <p:spPr>
            <a:xfrm>
              <a:off x="8518285" y="4092272"/>
              <a:ext cx="48687" cy="80307"/>
            </a:xfrm>
            <a:custGeom>
              <a:rect b="b" l="l" r="r" t="t"/>
              <a:pathLst>
                <a:path extrusionOk="0" h="1004" w="609">
                  <a:moveTo>
                    <a:pt x="487" y="0"/>
                  </a:moveTo>
                  <a:cubicBezTo>
                    <a:pt x="487" y="0"/>
                    <a:pt x="183" y="152"/>
                    <a:pt x="61" y="426"/>
                  </a:cubicBezTo>
                  <a:cubicBezTo>
                    <a:pt x="0" y="699"/>
                    <a:pt x="122" y="1003"/>
                    <a:pt x="122" y="1003"/>
                  </a:cubicBezTo>
                  <a:cubicBezTo>
                    <a:pt x="122" y="1003"/>
                    <a:pt x="426" y="851"/>
                    <a:pt x="547" y="578"/>
                  </a:cubicBezTo>
                  <a:cubicBezTo>
                    <a:pt x="608" y="304"/>
                    <a:pt x="487" y="0"/>
                    <a:pt x="487" y="0"/>
                  </a:cubicBezTo>
                  <a:close/>
                </a:path>
              </a:pathLst>
            </a:custGeom>
            <a:solidFill>
              <a:srgbClr val="7BBFB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56" name="Google Shape;6956;p65"/>
            <p:cNvSpPr/>
            <p:nvPr/>
          </p:nvSpPr>
          <p:spPr>
            <a:xfrm>
              <a:off x="8071153" y="3827914"/>
              <a:ext cx="592952" cy="566871"/>
            </a:xfrm>
            <a:custGeom>
              <a:rect b="b" l="l" r="r" t="t"/>
              <a:pathLst>
                <a:path extrusionOk="0" h="7087" w="7417">
                  <a:moveTo>
                    <a:pt x="3931" y="0"/>
                  </a:moveTo>
                  <a:cubicBezTo>
                    <a:pt x="3624" y="0"/>
                    <a:pt x="3315" y="31"/>
                    <a:pt x="3010" y="83"/>
                  </a:cubicBezTo>
                  <a:cubicBezTo>
                    <a:pt x="1672" y="296"/>
                    <a:pt x="578" y="965"/>
                    <a:pt x="244" y="2363"/>
                  </a:cubicBezTo>
                  <a:cubicBezTo>
                    <a:pt x="0" y="3275"/>
                    <a:pt x="61" y="4430"/>
                    <a:pt x="426" y="5312"/>
                  </a:cubicBezTo>
                  <a:cubicBezTo>
                    <a:pt x="760" y="6132"/>
                    <a:pt x="1520" y="6770"/>
                    <a:pt x="2402" y="6953"/>
                  </a:cubicBezTo>
                  <a:cubicBezTo>
                    <a:pt x="2775" y="7038"/>
                    <a:pt x="3182" y="7086"/>
                    <a:pt x="3592" y="7086"/>
                  </a:cubicBezTo>
                  <a:cubicBezTo>
                    <a:pt x="4351" y="7086"/>
                    <a:pt x="5123" y="6922"/>
                    <a:pt x="5715" y="6527"/>
                  </a:cubicBezTo>
                  <a:cubicBezTo>
                    <a:pt x="6049" y="6315"/>
                    <a:pt x="6353" y="6071"/>
                    <a:pt x="6657" y="5767"/>
                  </a:cubicBezTo>
                  <a:cubicBezTo>
                    <a:pt x="7022" y="5342"/>
                    <a:pt x="7235" y="4825"/>
                    <a:pt x="7295" y="4308"/>
                  </a:cubicBezTo>
                  <a:cubicBezTo>
                    <a:pt x="7417" y="3640"/>
                    <a:pt x="7417" y="3032"/>
                    <a:pt x="7265" y="2515"/>
                  </a:cubicBezTo>
                  <a:cubicBezTo>
                    <a:pt x="7022" y="1634"/>
                    <a:pt x="6505" y="874"/>
                    <a:pt x="5593" y="387"/>
                  </a:cubicBezTo>
                  <a:cubicBezTo>
                    <a:pt x="5077" y="109"/>
                    <a:pt x="4509" y="0"/>
                    <a:pt x="393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957" name="Google Shape;6957;p65"/>
          <p:cNvSpPr/>
          <p:nvPr/>
        </p:nvSpPr>
        <p:spPr>
          <a:xfrm>
            <a:off x="0" y="5107500"/>
            <a:ext cx="9144000" cy="36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8" name="Google Shape;6958;p65"/>
          <p:cNvSpPr/>
          <p:nvPr/>
        </p:nvSpPr>
        <p:spPr>
          <a:xfrm>
            <a:off x="719850" y="540000"/>
            <a:ext cx="7704300" cy="676800"/>
          </a:xfrm>
          <a:prstGeom prst="roundRect">
            <a:avLst>
              <a:gd fmla="val 17686" name="adj"/>
            </a:avLst>
          </a:prstGeom>
          <a:solidFill>
            <a:schemeClr val="lt1"/>
          </a:solidFill>
          <a:ln cap="flat" cmpd="sng" w="762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9" name="Google Shape;6959;p65"/>
          <p:cNvSpPr txBox="1"/>
          <p:nvPr>
            <p:ph type="title"/>
          </p:nvPr>
        </p:nvSpPr>
        <p:spPr>
          <a:xfrm>
            <a:off x="720000" y="540000"/>
            <a:ext cx="7704000" cy="6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500"/>
              <a:buNone/>
              <a:defRPr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6960" name="Google Shape;6960;p65"/>
          <p:cNvSpPr/>
          <p:nvPr/>
        </p:nvSpPr>
        <p:spPr>
          <a:xfrm>
            <a:off x="6852380" y="168442"/>
            <a:ext cx="869002" cy="219166"/>
          </a:xfrm>
          <a:custGeom>
            <a:rect b="b" l="l" r="r" t="t"/>
            <a:pathLst>
              <a:path extrusionOk="0" h="2740" w="10870">
                <a:moveTo>
                  <a:pt x="6002" y="0"/>
                </a:moveTo>
                <a:cubicBezTo>
                  <a:pt x="5393" y="0"/>
                  <a:pt x="4863" y="301"/>
                  <a:pt x="4456" y="1068"/>
                </a:cubicBezTo>
                <a:cubicBezTo>
                  <a:pt x="3326" y="733"/>
                  <a:pt x="2475" y="593"/>
                  <a:pt x="1841" y="593"/>
                </a:cubicBezTo>
                <a:cubicBezTo>
                  <a:pt x="57" y="593"/>
                  <a:pt x="1" y="1708"/>
                  <a:pt x="292" y="2739"/>
                </a:cubicBezTo>
                <a:lnTo>
                  <a:pt x="10870" y="2739"/>
                </a:lnTo>
                <a:cubicBezTo>
                  <a:pt x="9199" y="1576"/>
                  <a:pt x="7395" y="0"/>
                  <a:pt x="6002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10_1">
    <p:spTree>
      <p:nvGrpSpPr>
        <p:cNvPr id="6961" name="Shape 6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62" name="Google Shape;6962;p66"/>
          <p:cNvGrpSpPr/>
          <p:nvPr/>
        </p:nvGrpSpPr>
        <p:grpSpPr>
          <a:xfrm>
            <a:off x="-15975" y="-52"/>
            <a:ext cx="9175950" cy="5143406"/>
            <a:chOff x="-15975" y="-52"/>
            <a:chExt cx="9175950" cy="5143406"/>
          </a:xfrm>
        </p:grpSpPr>
        <p:sp>
          <p:nvSpPr>
            <p:cNvPr id="6963" name="Google Shape;6963;p66"/>
            <p:cNvSpPr/>
            <p:nvPr/>
          </p:nvSpPr>
          <p:spPr>
            <a:xfrm rot="5400000">
              <a:off x="4570450" y="-378255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64" name="Google Shape;6964;p66"/>
            <p:cNvSpPr/>
            <p:nvPr/>
          </p:nvSpPr>
          <p:spPr>
            <a:xfrm rot="5400000">
              <a:off x="4570450" y="-276311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65" name="Google Shape;6965;p66"/>
            <p:cNvSpPr/>
            <p:nvPr/>
          </p:nvSpPr>
          <p:spPr>
            <a:xfrm rot="5400000">
              <a:off x="4570450" y="-174368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66" name="Google Shape;6966;p66"/>
            <p:cNvSpPr/>
            <p:nvPr/>
          </p:nvSpPr>
          <p:spPr>
            <a:xfrm rot="5400000">
              <a:off x="4570450" y="-72425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67" name="Google Shape;6967;p66"/>
            <p:cNvSpPr/>
            <p:nvPr/>
          </p:nvSpPr>
          <p:spPr>
            <a:xfrm rot="5400000">
              <a:off x="4570450" y="295184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68" name="Google Shape;6968;p66"/>
            <p:cNvSpPr/>
            <p:nvPr/>
          </p:nvSpPr>
          <p:spPr>
            <a:xfrm rot="5400000">
              <a:off x="4570450" y="-429226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69" name="Google Shape;6969;p66"/>
            <p:cNvSpPr/>
            <p:nvPr/>
          </p:nvSpPr>
          <p:spPr>
            <a:xfrm rot="5400000">
              <a:off x="4570450" y="-327283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70" name="Google Shape;6970;p66"/>
            <p:cNvSpPr/>
            <p:nvPr/>
          </p:nvSpPr>
          <p:spPr>
            <a:xfrm rot="5400000">
              <a:off x="4570450" y="-225340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71" name="Google Shape;6971;p66"/>
            <p:cNvSpPr/>
            <p:nvPr/>
          </p:nvSpPr>
          <p:spPr>
            <a:xfrm rot="5400000">
              <a:off x="4570450" y="-123396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72" name="Google Shape;6972;p66"/>
            <p:cNvSpPr/>
            <p:nvPr/>
          </p:nvSpPr>
          <p:spPr>
            <a:xfrm rot="5400000">
              <a:off x="4570450" y="-21453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73" name="Google Shape;6973;p66"/>
            <p:cNvSpPr/>
            <p:nvPr/>
          </p:nvSpPr>
          <p:spPr>
            <a:xfrm>
              <a:off x="5081305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74" name="Google Shape;6974;p66"/>
            <p:cNvSpPr/>
            <p:nvPr/>
          </p:nvSpPr>
          <p:spPr>
            <a:xfrm>
              <a:off x="6100964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75" name="Google Shape;6975;p66"/>
            <p:cNvSpPr/>
            <p:nvPr/>
          </p:nvSpPr>
          <p:spPr>
            <a:xfrm>
              <a:off x="7120623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76" name="Google Shape;6976;p66"/>
            <p:cNvSpPr/>
            <p:nvPr/>
          </p:nvSpPr>
          <p:spPr>
            <a:xfrm>
              <a:off x="8140282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77" name="Google Shape;6977;p66"/>
            <p:cNvSpPr/>
            <p:nvPr/>
          </p:nvSpPr>
          <p:spPr>
            <a:xfrm>
              <a:off x="5591134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78" name="Google Shape;6978;p66"/>
            <p:cNvSpPr/>
            <p:nvPr/>
          </p:nvSpPr>
          <p:spPr>
            <a:xfrm>
              <a:off x="6610793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79" name="Google Shape;6979;p66"/>
            <p:cNvSpPr/>
            <p:nvPr/>
          </p:nvSpPr>
          <p:spPr>
            <a:xfrm>
              <a:off x="7630452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80" name="Google Shape;6980;p66"/>
            <p:cNvSpPr/>
            <p:nvPr/>
          </p:nvSpPr>
          <p:spPr>
            <a:xfrm>
              <a:off x="8650111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981" name="Google Shape;6981;p66"/>
            <p:cNvGrpSpPr/>
            <p:nvPr/>
          </p:nvGrpSpPr>
          <p:grpSpPr>
            <a:xfrm>
              <a:off x="-15975" y="-52"/>
              <a:ext cx="4587484" cy="5143406"/>
              <a:chOff x="-9275" y="-1994782"/>
              <a:chExt cx="4587484" cy="9140583"/>
            </a:xfrm>
          </p:grpSpPr>
          <p:sp>
            <p:nvSpPr>
              <p:cNvPr id="6982" name="Google Shape;6982;p66"/>
              <p:cNvSpPr/>
              <p:nvPr/>
            </p:nvSpPr>
            <p:spPr>
              <a:xfrm>
                <a:off x="50044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83" name="Google Shape;6983;p66"/>
              <p:cNvSpPr/>
              <p:nvPr/>
            </p:nvSpPr>
            <p:spPr>
              <a:xfrm>
                <a:off x="15198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84" name="Google Shape;6984;p66"/>
              <p:cNvSpPr/>
              <p:nvPr/>
            </p:nvSpPr>
            <p:spPr>
              <a:xfrm>
                <a:off x="253930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85" name="Google Shape;6985;p66"/>
              <p:cNvSpPr/>
              <p:nvPr/>
            </p:nvSpPr>
            <p:spPr>
              <a:xfrm>
                <a:off x="355874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86" name="Google Shape;6986;p66"/>
              <p:cNvSpPr/>
              <p:nvPr/>
            </p:nvSpPr>
            <p:spPr>
              <a:xfrm>
                <a:off x="45781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87" name="Google Shape;6987;p66"/>
              <p:cNvSpPr/>
              <p:nvPr/>
            </p:nvSpPr>
            <p:spPr>
              <a:xfrm>
                <a:off x="101015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88" name="Google Shape;6988;p66"/>
              <p:cNvSpPr/>
              <p:nvPr/>
            </p:nvSpPr>
            <p:spPr>
              <a:xfrm>
                <a:off x="202959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89" name="Google Shape;6989;p66"/>
              <p:cNvSpPr/>
              <p:nvPr/>
            </p:nvSpPr>
            <p:spPr>
              <a:xfrm>
                <a:off x="304902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90" name="Google Shape;6990;p66"/>
              <p:cNvSpPr/>
              <p:nvPr/>
            </p:nvSpPr>
            <p:spPr>
              <a:xfrm>
                <a:off x="406845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91" name="Google Shape;6991;p66"/>
              <p:cNvSpPr/>
              <p:nvPr/>
            </p:nvSpPr>
            <p:spPr>
              <a:xfrm>
                <a:off x="-92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6992" name="Google Shape;6992;p66"/>
            <p:cNvSpPr/>
            <p:nvPr/>
          </p:nvSpPr>
          <p:spPr>
            <a:xfrm>
              <a:off x="9159941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993" name="Google Shape;6993;p66"/>
          <p:cNvSpPr/>
          <p:nvPr/>
        </p:nvSpPr>
        <p:spPr>
          <a:xfrm>
            <a:off x="0" y="-75"/>
            <a:ext cx="9144000" cy="5143500"/>
          </a:xfrm>
          <a:prstGeom prst="rect">
            <a:avLst/>
          </a:prstGeom>
          <a:solidFill>
            <a:srgbClr val="D6E3EA">
              <a:alpha val="398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994" name="Google Shape;6994;p66"/>
          <p:cNvGrpSpPr/>
          <p:nvPr/>
        </p:nvGrpSpPr>
        <p:grpSpPr>
          <a:xfrm>
            <a:off x="230643" y="4100850"/>
            <a:ext cx="413156" cy="1006643"/>
            <a:chOff x="128217" y="4100850"/>
            <a:chExt cx="413156" cy="1006643"/>
          </a:xfrm>
        </p:grpSpPr>
        <p:sp>
          <p:nvSpPr>
            <p:cNvPr id="6995" name="Google Shape;6995;p66"/>
            <p:cNvSpPr/>
            <p:nvPr/>
          </p:nvSpPr>
          <p:spPr>
            <a:xfrm>
              <a:off x="342070" y="4382886"/>
              <a:ext cx="34057" cy="724607"/>
            </a:xfrm>
            <a:custGeom>
              <a:rect b="b" l="l" r="r" t="t"/>
              <a:pathLst>
                <a:path extrusionOk="0" h="9059" w="426">
                  <a:moveTo>
                    <a:pt x="0" y="0"/>
                  </a:moveTo>
                  <a:lnTo>
                    <a:pt x="0" y="9058"/>
                  </a:lnTo>
                  <a:lnTo>
                    <a:pt x="426" y="9058"/>
                  </a:lnTo>
                  <a:lnTo>
                    <a:pt x="42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96" name="Google Shape;6996;p66"/>
            <p:cNvSpPr/>
            <p:nvPr/>
          </p:nvSpPr>
          <p:spPr>
            <a:xfrm>
              <a:off x="220554" y="4168920"/>
              <a:ext cx="320819" cy="252920"/>
            </a:xfrm>
            <a:custGeom>
              <a:rect b="b" l="l" r="r" t="t"/>
              <a:pathLst>
                <a:path extrusionOk="0" h="3162" w="4013">
                  <a:moveTo>
                    <a:pt x="0" y="0"/>
                  </a:moveTo>
                  <a:cubicBezTo>
                    <a:pt x="699" y="0"/>
                    <a:pt x="1216" y="578"/>
                    <a:pt x="1216" y="1216"/>
                  </a:cubicBezTo>
                  <a:lnTo>
                    <a:pt x="1216" y="3040"/>
                  </a:lnTo>
                  <a:lnTo>
                    <a:pt x="973" y="3162"/>
                  </a:lnTo>
                  <a:lnTo>
                    <a:pt x="3800" y="3162"/>
                  </a:lnTo>
                  <a:cubicBezTo>
                    <a:pt x="3921" y="3162"/>
                    <a:pt x="4013" y="3070"/>
                    <a:pt x="4013" y="2949"/>
                  </a:cubicBezTo>
                  <a:lnTo>
                    <a:pt x="4013" y="1216"/>
                  </a:lnTo>
                  <a:cubicBezTo>
                    <a:pt x="4013" y="578"/>
                    <a:pt x="3465" y="0"/>
                    <a:pt x="27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97" name="Google Shape;6997;p66"/>
            <p:cNvSpPr/>
            <p:nvPr/>
          </p:nvSpPr>
          <p:spPr>
            <a:xfrm>
              <a:off x="128217" y="4168920"/>
              <a:ext cx="189630" cy="248041"/>
            </a:xfrm>
            <a:custGeom>
              <a:rect b="b" l="l" r="r" t="t"/>
              <a:pathLst>
                <a:path extrusionOk="0" h="3101" w="2372">
                  <a:moveTo>
                    <a:pt x="1216" y="0"/>
                  </a:moveTo>
                  <a:cubicBezTo>
                    <a:pt x="547" y="0"/>
                    <a:pt x="0" y="578"/>
                    <a:pt x="0" y="1216"/>
                  </a:cubicBezTo>
                  <a:lnTo>
                    <a:pt x="0" y="2979"/>
                  </a:lnTo>
                  <a:cubicBezTo>
                    <a:pt x="0" y="3070"/>
                    <a:pt x="61" y="3101"/>
                    <a:pt x="91" y="3101"/>
                  </a:cubicBezTo>
                  <a:lnTo>
                    <a:pt x="2280" y="3101"/>
                  </a:lnTo>
                  <a:cubicBezTo>
                    <a:pt x="2341" y="3101"/>
                    <a:pt x="2371" y="3040"/>
                    <a:pt x="2371" y="2979"/>
                  </a:cubicBezTo>
                  <a:lnTo>
                    <a:pt x="2371" y="1216"/>
                  </a:lnTo>
                  <a:cubicBezTo>
                    <a:pt x="2371" y="578"/>
                    <a:pt x="1854" y="31"/>
                    <a:pt x="121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98" name="Google Shape;6998;p66"/>
            <p:cNvSpPr/>
            <p:nvPr/>
          </p:nvSpPr>
          <p:spPr>
            <a:xfrm>
              <a:off x="339592" y="4100850"/>
              <a:ext cx="63236" cy="153256"/>
            </a:xfrm>
            <a:custGeom>
              <a:rect b="b" l="l" r="r" t="t"/>
              <a:pathLst>
                <a:path extrusionOk="0" h="1916" w="791">
                  <a:moveTo>
                    <a:pt x="1" y="0"/>
                  </a:moveTo>
                  <a:lnTo>
                    <a:pt x="1" y="1642"/>
                  </a:lnTo>
                  <a:cubicBezTo>
                    <a:pt x="1" y="1794"/>
                    <a:pt x="122" y="1915"/>
                    <a:pt x="274" y="1915"/>
                  </a:cubicBezTo>
                  <a:cubicBezTo>
                    <a:pt x="426" y="1915"/>
                    <a:pt x="517" y="1794"/>
                    <a:pt x="517" y="1642"/>
                  </a:cubicBezTo>
                  <a:cubicBezTo>
                    <a:pt x="517" y="1490"/>
                    <a:pt x="426" y="1368"/>
                    <a:pt x="274" y="1368"/>
                  </a:cubicBezTo>
                  <a:lnTo>
                    <a:pt x="274" y="547"/>
                  </a:lnTo>
                  <a:lnTo>
                    <a:pt x="791" y="456"/>
                  </a:lnTo>
                  <a:lnTo>
                    <a:pt x="79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999" name="Google Shape;6999;p66"/>
          <p:cNvGrpSpPr/>
          <p:nvPr/>
        </p:nvGrpSpPr>
        <p:grpSpPr>
          <a:xfrm>
            <a:off x="2154823" y="4691638"/>
            <a:ext cx="2019411" cy="415855"/>
            <a:chOff x="2154823" y="4691638"/>
            <a:chExt cx="2019411" cy="415855"/>
          </a:xfrm>
        </p:grpSpPr>
        <p:sp>
          <p:nvSpPr>
            <p:cNvPr id="7000" name="Google Shape;7000;p66"/>
            <p:cNvSpPr/>
            <p:nvPr/>
          </p:nvSpPr>
          <p:spPr>
            <a:xfrm>
              <a:off x="2154823" y="4792742"/>
              <a:ext cx="2019411" cy="314751"/>
            </a:xfrm>
            <a:custGeom>
              <a:rect b="b" l="l" r="r" t="t"/>
              <a:pathLst>
                <a:path extrusionOk="0" h="3935" w="25260">
                  <a:moveTo>
                    <a:pt x="17285" y="0"/>
                  </a:moveTo>
                  <a:cubicBezTo>
                    <a:pt x="16170" y="0"/>
                    <a:pt x="15068" y="607"/>
                    <a:pt x="14499" y="1898"/>
                  </a:cubicBezTo>
                  <a:cubicBezTo>
                    <a:pt x="14128" y="1798"/>
                    <a:pt x="13776" y="1750"/>
                    <a:pt x="13440" y="1750"/>
                  </a:cubicBezTo>
                  <a:cubicBezTo>
                    <a:pt x="12345" y="1750"/>
                    <a:pt x="11430" y="2260"/>
                    <a:pt x="10639" y="3144"/>
                  </a:cubicBezTo>
                  <a:cubicBezTo>
                    <a:pt x="10329" y="2738"/>
                    <a:pt x="9724" y="2491"/>
                    <a:pt x="9098" y="2491"/>
                  </a:cubicBezTo>
                  <a:cubicBezTo>
                    <a:pt x="8740" y="2491"/>
                    <a:pt x="8376" y="2572"/>
                    <a:pt x="8055" y="2749"/>
                  </a:cubicBezTo>
                  <a:cubicBezTo>
                    <a:pt x="7677" y="1517"/>
                    <a:pt x="6643" y="853"/>
                    <a:pt x="5623" y="853"/>
                  </a:cubicBezTo>
                  <a:cubicBezTo>
                    <a:pt x="4756" y="853"/>
                    <a:pt x="3899" y="1334"/>
                    <a:pt x="3465" y="2353"/>
                  </a:cubicBezTo>
                  <a:cubicBezTo>
                    <a:pt x="3176" y="2271"/>
                    <a:pt x="2902" y="2232"/>
                    <a:pt x="2641" y="2232"/>
                  </a:cubicBezTo>
                  <a:cubicBezTo>
                    <a:pt x="1559" y="2232"/>
                    <a:pt x="711" y="2905"/>
                    <a:pt x="0" y="3934"/>
                  </a:cubicBezTo>
                  <a:lnTo>
                    <a:pt x="25259" y="3934"/>
                  </a:lnTo>
                  <a:cubicBezTo>
                    <a:pt x="24117" y="2958"/>
                    <a:pt x="22918" y="2281"/>
                    <a:pt x="21591" y="2281"/>
                  </a:cubicBezTo>
                  <a:cubicBezTo>
                    <a:pt x="21223" y="2281"/>
                    <a:pt x="20846" y="2333"/>
                    <a:pt x="20457" y="2445"/>
                  </a:cubicBezTo>
                  <a:cubicBezTo>
                    <a:pt x="19961" y="859"/>
                    <a:pt x="18613" y="0"/>
                    <a:pt x="1728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01" name="Google Shape;7001;p66"/>
            <p:cNvSpPr/>
            <p:nvPr/>
          </p:nvSpPr>
          <p:spPr>
            <a:xfrm>
              <a:off x="2480439" y="4897846"/>
              <a:ext cx="809283" cy="209647"/>
            </a:xfrm>
            <a:custGeom>
              <a:rect b="b" l="l" r="r" t="t"/>
              <a:pathLst>
                <a:path extrusionOk="0" h="2621" w="10123">
                  <a:moveTo>
                    <a:pt x="5318" y="1"/>
                  </a:moveTo>
                  <a:cubicBezTo>
                    <a:pt x="4431" y="1"/>
                    <a:pt x="3525" y="583"/>
                    <a:pt x="3192" y="1647"/>
                  </a:cubicBezTo>
                  <a:cubicBezTo>
                    <a:pt x="2934" y="1566"/>
                    <a:pt x="2682" y="1528"/>
                    <a:pt x="2436" y="1528"/>
                  </a:cubicBezTo>
                  <a:cubicBezTo>
                    <a:pt x="1577" y="1528"/>
                    <a:pt x="779" y="1983"/>
                    <a:pt x="0" y="2620"/>
                  </a:cubicBezTo>
                  <a:lnTo>
                    <a:pt x="10122" y="2620"/>
                  </a:lnTo>
                  <a:cubicBezTo>
                    <a:pt x="9503" y="1729"/>
                    <a:pt x="8764" y="1161"/>
                    <a:pt x="7821" y="1161"/>
                  </a:cubicBezTo>
                  <a:cubicBezTo>
                    <a:pt x="7606" y="1161"/>
                    <a:pt x="7380" y="1190"/>
                    <a:pt x="7143" y="1252"/>
                  </a:cubicBezTo>
                  <a:cubicBezTo>
                    <a:pt x="6772" y="399"/>
                    <a:pt x="6051" y="1"/>
                    <a:pt x="53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02" name="Google Shape;7002;p66"/>
            <p:cNvSpPr/>
            <p:nvPr/>
          </p:nvSpPr>
          <p:spPr>
            <a:xfrm>
              <a:off x="3656510" y="4752428"/>
              <a:ext cx="58440" cy="48712"/>
            </a:xfrm>
            <a:custGeom>
              <a:rect b="b" l="l" r="r" t="t"/>
              <a:pathLst>
                <a:path extrusionOk="0" h="609" w="731">
                  <a:moveTo>
                    <a:pt x="730" y="0"/>
                  </a:moveTo>
                  <a:cubicBezTo>
                    <a:pt x="730" y="0"/>
                    <a:pt x="426" y="0"/>
                    <a:pt x="244" y="152"/>
                  </a:cubicBezTo>
                  <a:cubicBezTo>
                    <a:pt x="31" y="304"/>
                    <a:pt x="1" y="608"/>
                    <a:pt x="1" y="608"/>
                  </a:cubicBezTo>
                  <a:cubicBezTo>
                    <a:pt x="1" y="608"/>
                    <a:pt x="305" y="608"/>
                    <a:pt x="487" y="456"/>
                  </a:cubicBezTo>
                  <a:cubicBezTo>
                    <a:pt x="670" y="304"/>
                    <a:pt x="730" y="0"/>
                    <a:pt x="7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03" name="Google Shape;7003;p66"/>
            <p:cNvSpPr/>
            <p:nvPr/>
          </p:nvSpPr>
          <p:spPr>
            <a:xfrm>
              <a:off x="3598230" y="4691638"/>
              <a:ext cx="55961" cy="99744"/>
            </a:xfrm>
            <a:custGeom>
              <a:rect b="b" l="l" r="r" t="t"/>
              <a:pathLst>
                <a:path extrusionOk="0" h="1247" w="700">
                  <a:moveTo>
                    <a:pt x="213" y="0"/>
                  </a:moveTo>
                  <a:cubicBezTo>
                    <a:pt x="213" y="0"/>
                    <a:pt x="0" y="335"/>
                    <a:pt x="92" y="669"/>
                  </a:cubicBezTo>
                  <a:cubicBezTo>
                    <a:pt x="152" y="1034"/>
                    <a:pt x="517" y="1247"/>
                    <a:pt x="517" y="1247"/>
                  </a:cubicBezTo>
                  <a:cubicBezTo>
                    <a:pt x="517" y="1247"/>
                    <a:pt x="699" y="912"/>
                    <a:pt x="608" y="578"/>
                  </a:cubicBezTo>
                  <a:cubicBezTo>
                    <a:pt x="517" y="213"/>
                    <a:pt x="213" y="0"/>
                    <a:pt x="21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04" name="Google Shape;7004;p66"/>
            <p:cNvSpPr/>
            <p:nvPr/>
          </p:nvSpPr>
          <p:spPr>
            <a:xfrm>
              <a:off x="2611629" y="4932320"/>
              <a:ext cx="43810" cy="73029"/>
            </a:xfrm>
            <a:custGeom>
              <a:rect b="b" l="l" r="r" t="t"/>
              <a:pathLst>
                <a:path extrusionOk="0" h="913" w="548">
                  <a:moveTo>
                    <a:pt x="396" y="1"/>
                  </a:moveTo>
                  <a:cubicBezTo>
                    <a:pt x="396" y="1"/>
                    <a:pt x="153" y="153"/>
                    <a:pt x="92" y="396"/>
                  </a:cubicBezTo>
                  <a:cubicBezTo>
                    <a:pt x="1" y="639"/>
                    <a:pt x="153" y="912"/>
                    <a:pt x="153" y="912"/>
                  </a:cubicBezTo>
                  <a:cubicBezTo>
                    <a:pt x="153" y="912"/>
                    <a:pt x="396" y="760"/>
                    <a:pt x="457" y="487"/>
                  </a:cubicBezTo>
                  <a:cubicBezTo>
                    <a:pt x="548" y="244"/>
                    <a:pt x="396" y="1"/>
                    <a:pt x="3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05" name="Google Shape;7005;p66"/>
            <p:cNvSpPr/>
            <p:nvPr/>
          </p:nvSpPr>
          <p:spPr>
            <a:xfrm>
              <a:off x="2524169" y="4937200"/>
              <a:ext cx="77866" cy="70629"/>
            </a:xfrm>
            <a:custGeom>
              <a:rect b="b" l="l" r="r" t="t"/>
              <a:pathLst>
                <a:path extrusionOk="0" h="883" w="974">
                  <a:moveTo>
                    <a:pt x="0" y="0"/>
                  </a:moveTo>
                  <a:cubicBezTo>
                    <a:pt x="0" y="0"/>
                    <a:pt x="31" y="426"/>
                    <a:pt x="304" y="639"/>
                  </a:cubicBezTo>
                  <a:cubicBezTo>
                    <a:pt x="528" y="862"/>
                    <a:pt x="833" y="883"/>
                    <a:pt x="937" y="883"/>
                  </a:cubicBezTo>
                  <a:cubicBezTo>
                    <a:pt x="960" y="883"/>
                    <a:pt x="973" y="882"/>
                    <a:pt x="973" y="882"/>
                  </a:cubicBezTo>
                  <a:cubicBezTo>
                    <a:pt x="973" y="882"/>
                    <a:pt x="943" y="456"/>
                    <a:pt x="669" y="244"/>
                  </a:cubicBezTo>
                  <a:cubicBezTo>
                    <a:pt x="426" y="0"/>
                    <a:pt x="1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006" name="Google Shape;7006;p66"/>
          <p:cNvGrpSpPr/>
          <p:nvPr/>
        </p:nvGrpSpPr>
        <p:grpSpPr>
          <a:xfrm>
            <a:off x="154919" y="4950158"/>
            <a:ext cx="609980" cy="157335"/>
            <a:chOff x="154919" y="4950158"/>
            <a:chExt cx="609980" cy="157335"/>
          </a:xfrm>
        </p:grpSpPr>
        <p:sp>
          <p:nvSpPr>
            <p:cNvPr id="7007" name="Google Shape;7007;p66"/>
            <p:cNvSpPr/>
            <p:nvPr/>
          </p:nvSpPr>
          <p:spPr>
            <a:xfrm>
              <a:off x="154919" y="4950158"/>
              <a:ext cx="609980" cy="157335"/>
            </a:xfrm>
            <a:custGeom>
              <a:rect b="b" l="l" r="r" t="t"/>
              <a:pathLst>
                <a:path extrusionOk="0" h="1967" w="7630">
                  <a:moveTo>
                    <a:pt x="4011" y="1"/>
                  </a:moveTo>
                  <a:cubicBezTo>
                    <a:pt x="3348" y="1"/>
                    <a:pt x="2667" y="427"/>
                    <a:pt x="2402" y="1206"/>
                  </a:cubicBezTo>
                  <a:cubicBezTo>
                    <a:pt x="2208" y="1146"/>
                    <a:pt x="2019" y="1118"/>
                    <a:pt x="1833" y="1118"/>
                  </a:cubicBezTo>
                  <a:cubicBezTo>
                    <a:pt x="1176" y="1118"/>
                    <a:pt x="570" y="1468"/>
                    <a:pt x="1" y="1966"/>
                  </a:cubicBezTo>
                  <a:lnTo>
                    <a:pt x="7630" y="1966"/>
                  </a:lnTo>
                  <a:cubicBezTo>
                    <a:pt x="7157" y="1295"/>
                    <a:pt x="6604" y="867"/>
                    <a:pt x="5885" y="867"/>
                  </a:cubicBezTo>
                  <a:cubicBezTo>
                    <a:pt x="5725" y="867"/>
                    <a:pt x="5558" y="888"/>
                    <a:pt x="5381" y="933"/>
                  </a:cubicBezTo>
                  <a:cubicBezTo>
                    <a:pt x="5104" y="297"/>
                    <a:pt x="4564" y="1"/>
                    <a:pt x="40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08" name="Google Shape;7008;p66"/>
            <p:cNvSpPr/>
            <p:nvPr/>
          </p:nvSpPr>
          <p:spPr>
            <a:xfrm>
              <a:off x="512113" y="5007669"/>
              <a:ext cx="72990" cy="70629"/>
            </a:xfrm>
            <a:custGeom>
              <a:rect b="b" l="l" r="r" t="t"/>
              <a:pathLst>
                <a:path extrusionOk="0" h="883" w="913">
                  <a:moveTo>
                    <a:pt x="822" y="1"/>
                  </a:moveTo>
                  <a:cubicBezTo>
                    <a:pt x="396" y="183"/>
                    <a:pt x="92" y="518"/>
                    <a:pt x="1" y="882"/>
                  </a:cubicBezTo>
                  <a:cubicBezTo>
                    <a:pt x="1" y="882"/>
                    <a:pt x="244" y="457"/>
                    <a:pt x="913" y="214"/>
                  </a:cubicBezTo>
                  <a:lnTo>
                    <a:pt x="82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09" name="Google Shape;7009;p66"/>
            <p:cNvSpPr/>
            <p:nvPr/>
          </p:nvSpPr>
          <p:spPr>
            <a:xfrm>
              <a:off x="346867" y="5034464"/>
              <a:ext cx="43890" cy="46233"/>
            </a:xfrm>
            <a:custGeom>
              <a:rect b="b" l="l" r="r" t="t"/>
              <a:pathLst>
                <a:path extrusionOk="0" h="578" w="549">
                  <a:moveTo>
                    <a:pt x="31" y="0"/>
                  </a:moveTo>
                  <a:lnTo>
                    <a:pt x="1" y="152"/>
                  </a:lnTo>
                  <a:cubicBezTo>
                    <a:pt x="1" y="152"/>
                    <a:pt x="396" y="335"/>
                    <a:pt x="548" y="578"/>
                  </a:cubicBezTo>
                  <a:cubicBezTo>
                    <a:pt x="396" y="304"/>
                    <a:pt x="244" y="122"/>
                    <a:pt x="3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010" name="Google Shape;7010;p66"/>
          <p:cNvGrpSpPr/>
          <p:nvPr/>
        </p:nvGrpSpPr>
        <p:grpSpPr>
          <a:xfrm>
            <a:off x="0" y="4752988"/>
            <a:ext cx="9144000" cy="354505"/>
            <a:chOff x="0" y="4689888"/>
            <a:chExt cx="9144000" cy="354505"/>
          </a:xfrm>
        </p:grpSpPr>
        <p:grpSp>
          <p:nvGrpSpPr>
            <p:cNvPr id="7011" name="Google Shape;7011;p66"/>
            <p:cNvGrpSpPr/>
            <p:nvPr/>
          </p:nvGrpSpPr>
          <p:grpSpPr>
            <a:xfrm>
              <a:off x="0" y="4793425"/>
              <a:ext cx="9144000" cy="194975"/>
              <a:chOff x="0" y="4789550"/>
              <a:chExt cx="9144000" cy="194975"/>
            </a:xfrm>
          </p:grpSpPr>
          <p:sp>
            <p:nvSpPr>
              <p:cNvPr id="7012" name="Google Shape;7012;p66"/>
              <p:cNvSpPr/>
              <p:nvPr/>
            </p:nvSpPr>
            <p:spPr>
              <a:xfrm>
                <a:off x="0" y="4789550"/>
                <a:ext cx="9144000" cy="360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13" name="Google Shape;7013;p66"/>
              <p:cNvSpPr/>
              <p:nvPr/>
            </p:nvSpPr>
            <p:spPr>
              <a:xfrm>
                <a:off x="0" y="4948525"/>
                <a:ext cx="9144000" cy="360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014" name="Google Shape;7014;p66"/>
            <p:cNvGrpSpPr/>
            <p:nvPr/>
          </p:nvGrpSpPr>
          <p:grpSpPr>
            <a:xfrm>
              <a:off x="28483" y="4689888"/>
              <a:ext cx="9087034" cy="354505"/>
              <a:chOff x="28483" y="4689888"/>
              <a:chExt cx="9087034" cy="354505"/>
            </a:xfrm>
          </p:grpSpPr>
          <p:sp>
            <p:nvSpPr>
              <p:cNvPr id="7015" name="Google Shape;7015;p66"/>
              <p:cNvSpPr/>
              <p:nvPr/>
            </p:nvSpPr>
            <p:spPr>
              <a:xfrm>
                <a:off x="64010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6" y="1"/>
                      <a:pt x="533" y="8"/>
                      <a:pt x="518" y="24"/>
                    </a:cubicBezTo>
                    <a:lnTo>
                      <a:pt x="62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34" y="4431"/>
                      <a:pt x="1065" y="4401"/>
                      <a:pt x="1156" y="4370"/>
                    </a:cubicBezTo>
                    <a:lnTo>
                      <a:pt x="1156" y="601"/>
                    </a:lnTo>
                    <a:lnTo>
                      <a:pt x="1126" y="571"/>
                    </a:lnTo>
                    <a:lnTo>
                      <a:pt x="670" y="24"/>
                    </a:lnTo>
                    <a:cubicBezTo>
                      <a:pt x="639" y="8"/>
                      <a:pt x="609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16" name="Google Shape;7016;p66"/>
              <p:cNvSpPr/>
              <p:nvPr/>
            </p:nvSpPr>
            <p:spPr>
              <a:xfrm>
                <a:off x="79301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3" y="8"/>
                      <a:pt x="517" y="24"/>
                    </a:cubicBezTo>
                    <a:lnTo>
                      <a:pt x="6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34" y="4431"/>
                      <a:pt x="1064" y="4401"/>
                      <a:pt x="1156" y="4370"/>
                    </a:cubicBezTo>
                    <a:lnTo>
                      <a:pt x="1156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9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17" name="Google Shape;7017;p66"/>
              <p:cNvSpPr/>
              <p:nvPr/>
            </p:nvSpPr>
            <p:spPr>
              <a:xfrm>
                <a:off x="94592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2" y="4431"/>
                      <a:pt x="122" y="4431"/>
                    </a:cubicBezTo>
                    <a:lnTo>
                      <a:pt x="1003" y="4431"/>
                    </a:lnTo>
                    <a:cubicBezTo>
                      <a:pt x="103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8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18" name="Google Shape;7018;p66"/>
              <p:cNvSpPr/>
              <p:nvPr/>
            </p:nvSpPr>
            <p:spPr>
              <a:xfrm>
                <a:off x="109882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1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1" y="4431"/>
                      <a:pt x="122" y="4431"/>
                    </a:cubicBezTo>
                    <a:lnTo>
                      <a:pt x="1003" y="4431"/>
                    </a:lnTo>
                    <a:cubicBezTo>
                      <a:pt x="106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8" y="8"/>
                      <a:pt x="608" y="1"/>
                      <a:pt x="58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19" name="Google Shape;7019;p66"/>
              <p:cNvSpPr/>
              <p:nvPr/>
            </p:nvSpPr>
            <p:spPr>
              <a:xfrm>
                <a:off x="1251735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04" y="4431"/>
                      <a:pt x="103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20" name="Google Shape;7020;p66"/>
              <p:cNvSpPr/>
              <p:nvPr/>
            </p:nvSpPr>
            <p:spPr>
              <a:xfrm>
                <a:off x="1402243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21" name="Google Shape;7021;p66"/>
              <p:cNvSpPr/>
              <p:nvPr/>
            </p:nvSpPr>
            <p:spPr>
              <a:xfrm>
                <a:off x="1552751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64" y="4431"/>
                      <a:pt x="109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22" name="Google Shape;7022;p66"/>
              <p:cNvSpPr/>
              <p:nvPr/>
            </p:nvSpPr>
            <p:spPr>
              <a:xfrm>
                <a:off x="751362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23" name="Google Shape;7023;p66"/>
              <p:cNvSpPr/>
              <p:nvPr/>
            </p:nvSpPr>
            <p:spPr>
              <a:xfrm>
                <a:off x="7666529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3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24" name="Google Shape;7024;p66"/>
              <p:cNvSpPr/>
              <p:nvPr/>
            </p:nvSpPr>
            <p:spPr>
              <a:xfrm>
                <a:off x="7816957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25" name="Google Shape;7025;p66"/>
              <p:cNvSpPr/>
              <p:nvPr/>
            </p:nvSpPr>
            <p:spPr>
              <a:xfrm>
                <a:off x="796738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2" y="4431"/>
                      <a:pt x="122" y="4431"/>
                    </a:cubicBezTo>
                    <a:lnTo>
                      <a:pt x="1003" y="4431"/>
                    </a:lnTo>
                    <a:cubicBezTo>
                      <a:pt x="103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8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26" name="Google Shape;7026;p66"/>
              <p:cNvSpPr/>
              <p:nvPr/>
            </p:nvSpPr>
            <p:spPr>
              <a:xfrm>
                <a:off x="812029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93" y="1"/>
                    </a:moveTo>
                    <a:cubicBezTo>
                      <a:pt x="562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1" y="4431"/>
                      <a:pt x="122" y="4431"/>
                    </a:cubicBezTo>
                    <a:lnTo>
                      <a:pt x="1003" y="4431"/>
                    </a:lnTo>
                    <a:cubicBezTo>
                      <a:pt x="106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54" y="8"/>
                      <a:pt x="623" y="1"/>
                      <a:pt x="59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27" name="Google Shape;7027;p66"/>
              <p:cNvSpPr/>
              <p:nvPr/>
            </p:nvSpPr>
            <p:spPr>
              <a:xfrm>
                <a:off x="8273198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1" y="4431"/>
                      <a:pt x="122" y="4431"/>
                    </a:cubicBezTo>
                    <a:lnTo>
                      <a:pt x="973" y="4431"/>
                    </a:lnTo>
                    <a:cubicBezTo>
                      <a:pt x="1034" y="4431"/>
                      <a:pt x="1065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28" name="Google Shape;7028;p66"/>
              <p:cNvSpPr/>
              <p:nvPr/>
            </p:nvSpPr>
            <p:spPr>
              <a:xfrm>
                <a:off x="8423706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34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29" name="Google Shape;7029;p66"/>
              <p:cNvSpPr/>
              <p:nvPr/>
            </p:nvSpPr>
            <p:spPr>
              <a:xfrm>
                <a:off x="8574214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64" y="4431"/>
                      <a:pt x="109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30" name="Google Shape;7030;p66"/>
              <p:cNvSpPr/>
              <p:nvPr/>
            </p:nvSpPr>
            <p:spPr>
              <a:xfrm>
                <a:off x="8724643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2" y="4431"/>
                      <a:pt x="122" y="4431"/>
                    </a:cubicBezTo>
                    <a:lnTo>
                      <a:pt x="974" y="4431"/>
                    </a:lnTo>
                    <a:cubicBezTo>
                      <a:pt x="1065" y="4431"/>
                      <a:pt x="1095" y="4401"/>
                      <a:pt x="1126" y="4370"/>
                    </a:cubicBezTo>
                    <a:lnTo>
                      <a:pt x="112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4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31" name="Google Shape;7031;p66"/>
              <p:cNvSpPr/>
              <p:nvPr/>
            </p:nvSpPr>
            <p:spPr>
              <a:xfrm>
                <a:off x="8875151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74" y="1"/>
                    </a:moveTo>
                    <a:cubicBezTo>
                      <a:pt x="547" y="1"/>
                      <a:pt x="517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122" y="4431"/>
                    </a:cubicBezTo>
                    <a:lnTo>
                      <a:pt x="1003" y="4431"/>
                    </a:lnTo>
                    <a:cubicBezTo>
                      <a:pt x="103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600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32" name="Google Shape;7032;p66"/>
              <p:cNvSpPr/>
              <p:nvPr/>
            </p:nvSpPr>
            <p:spPr>
              <a:xfrm>
                <a:off x="736071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33" name="Google Shape;7033;p66"/>
              <p:cNvSpPr/>
              <p:nvPr/>
            </p:nvSpPr>
            <p:spPr>
              <a:xfrm>
                <a:off x="720781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34" name="Google Shape;7034;p66"/>
              <p:cNvSpPr/>
              <p:nvPr/>
            </p:nvSpPr>
            <p:spPr>
              <a:xfrm>
                <a:off x="705490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35" name="Google Shape;7035;p66"/>
              <p:cNvSpPr/>
              <p:nvPr/>
            </p:nvSpPr>
            <p:spPr>
              <a:xfrm>
                <a:off x="690199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36" name="Google Shape;7036;p66"/>
              <p:cNvSpPr/>
              <p:nvPr/>
            </p:nvSpPr>
            <p:spPr>
              <a:xfrm>
                <a:off x="674909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37" name="Google Shape;7037;p66"/>
              <p:cNvSpPr/>
              <p:nvPr/>
            </p:nvSpPr>
            <p:spPr>
              <a:xfrm>
                <a:off x="659618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38" name="Google Shape;7038;p66"/>
              <p:cNvSpPr/>
              <p:nvPr/>
            </p:nvSpPr>
            <p:spPr>
              <a:xfrm>
                <a:off x="644327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39" name="Google Shape;7039;p66"/>
              <p:cNvSpPr/>
              <p:nvPr/>
            </p:nvSpPr>
            <p:spPr>
              <a:xfrm>
                <a:off x="629037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40" name="Google Shape;7040;p66"/>
              <p:cNvSpPr/>
              <p:nvPr/>
            </p:nvSpPr>
            <p:spPr>
              <a:xfrm>
                <a:off x="613746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41" name="Google Shape;7041;p66"/>
              <p:cNvSpPr/>
              <p:nvPr/>
            </p:nvSpPr>
            <p:spPr>
              <a:xfrm>
                <a:off x="598455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42" name="Google Shape;7042;p66"/>
              <p:cNvSpPr/>
              <p:nvPr/>
            </p:nvSpPr>
            <p:spPr>
              <a:xfrm>
                <a:off x="583165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43" name="Google Shape;7043;p66"/>
              <p:cNvSpPr/>
              <p:nvPr/>
            </p:nvSpPr>
            <p:spPr>
              <a:xfrm>
                <a:off x="567874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44" name="Google Shape;7044;p66"/>
              <p:cNvSpPr/>
              <p:nvPr/>
            </p:nvSpPr>
            <p:spPr>
              <a:xfrm>
                <a:off x="552583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45" name="Google Shape;7045;p66"/>
              <p:cNvSpPr/>
              <p:nvPr/>
            </p:nvSpPr>
            <p:spPr>
              <a:xfrm>
                <a:off x="537293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46" name="Google Shape;7046;p66"/>
              <p:cNvSpPr/>
              <p:nvPr/>
            </p:nvSpPr>
            <p:spPr>
              <a:xfrm>
                <a:off x="522002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47" name="Google Shape;7047;p66"/>
              <p:cNvSpPr/>
              <p:nvPr/>
            </p:nvSpPr>
            <p:spPr>
              <a:xfrm>
                <a:off x="506712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48" name="Google Shape;7048;p66"/>
              <p:cNvSpPr/>
              <p:nvPr/>
            </p:nvSpPr>
            <p:spPr>
              <a:xfrm>
                <a:off x="491421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49" name="Google Shape;7049;p66"/>
              <p:cNvSpPr/>
              <p:nvPr/>
            </p:nvSpPr>
            <p:spPr>
              <a:xfrm>
                <a:off x="476130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50" name="Google Shape;7050;p66"/>
              <p:cNvSpPr/>
              <p:nvPr/>
            </p:nvSpPr>
            <p:spPr>
              <a:xfrm>
                <a:off x="460840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51" name="Google Shape;7051;p66"/>
              <p:cNvSpPr/>
              <p:nvPr/>
            </p:nvSpPr>
            <p:spPr>
              <a:xfrm>
                <a:off x="445549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52" name="Google Shape;7052;p66"/>
              <p:cNvSpPr/>
              <p:nvPr/>
            </p:nvSpPr>
            <p:spPr>
              <a:xfrm>
                <a:off x="430258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53" name="Google Shape;7053;p66"/>
              <p:cNvSpPr/>
              <p:nvPr/>
            </p:nvSpPr>
            <p:spPr>
              <a:xfrm>
                <a:off x="414968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54" name="Google Shape;7054;p66"/>
              <p:cNvSpPr/>
              <p:nvPr/>
            </p:nvSpPr>
            <p:spPr>
              <a:xfrm>
                <a:off x="399677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55" name="Google Shape;7055;p66"/>
              <p:cNvSpPr/>
              <p:nvPr/>
            </p:nvSpPr>
            <p:spPr>
              <a:xfrm>
                <a:off x="384386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56" name="Google Shape;7056;p66"/>
              <p:cNvSpPr/>
              <p:nvPr/>
            </p:nvSpPr>
            <p:spPr>
              <a:xfrm>
                <a:off x="369096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57" name="Google Shape;7057;p66"/>
              <p:cNvSpPr/>
              <p:nvPr/>
            </p:nvSpPr>
            <p:spPr>
              <a:xfrm>
                <a:off x="353805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58" name="Google Shape;7058;p66"/>
              <p:cNvSpPr/>
              <p:nvPr/>
            </p:nvSpPr>
            <p:spPr>
              <a:xfrm>
                <a:off x="338514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59" name="Google Shape;7059;p66"/>
              <p:cNvSpPr/>
              <p:nvPr/>
            </p:nvSpPr>
            <p:spPr>
              <a:xfrm>
                <a:off x="323224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60" name="Google Shape;7060;p66"/>
              <p:cNvSpPr/>
              <p:nvPr/>
            </p:nvSpPr>
            <p:spPr>
              <a:xfrm>
                <a:off x="307933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61" name="Google Shape;7061;p66"/>
              <p:cNvSpPr/>
              <p:nvPr/>
            </p:nvSpPr>
            <p:spPr>
              <a:xfrm>
                <a:off x="292643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62" name="Google Shape;7062;p66"/>
              <p:cNvSpPr/>
              <p:nvPr/>
            </p:nvSpPr>
            <p:spPr>
              <a:xfrm>
                <a:off x="277352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63" name="Google Shape;7063;p66"/>
              <p:cNvSpPr/>
              <p:nvPr/>
            </p:nvSpPr>
            <p:spPr>
              <a:xfrm>
                <a:off x="262061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64" name="Google Shape;7064;p66"/>
              <p:cNvSpPr/>
              <p:nvPr/>
            </p:nvSpPr>
            <p:spPr>
              <a:xfrm>
                <a:off x="246771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65" name="Google Shape;7065;p66"/>
              <p:cNvSpPr/>
              <p:nvPr/>
            </p:nvSpPr>
            <p:spPr>
              <a:xfrm>
                <a:off x="231480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66" name="Google Shape;7066;p66"/>
              <p:cNvSpPr/>
              <p:nvPr/>
            </p:nvSpPr>
            <p:spPr>
              <a:xfrm>
                <a:off x="216189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67" name="Google Shape;7067;p66"/>
              <p:cNvSpPr/>
              <p:nvPr/>
            </p:nvSpPr>
            <p:spPr>
              <a:xfrm>
                <a:off x="200899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68" name="Google Shape;7068;p66"/>
              <p:cNvSpPr/>
              <p:nvPr/>
            </p:nvSpPr>
            <p:spPr>
              <a:xfrm>
                <a:off x="185608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69" name="Google Shape;7069;p66"/>
              <p:cNvSpPr/>
              <p:nvPr/>
            </p:nvSpPr>
            <p:spPr>
              <a:xfrm>
                <a:off x="170317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70" name="Google Shape;7070;p66"/>
              <p:cNvSpPr/>
              <p:nvPr/>
            </p:nvSpPr>
            <p:spPr>
              <a:xfrm>
                <a:off x="48720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71" name="Google Shape;7071;p66"/>
              <p:cNvSpPr/>
              <p:nvPr/>
            </p:nvSpPr>
            <p:spPr>
              <a:xfrm>
                <a:off x="33429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72" name="Google Shape;7072;p66"/>
              <p:cNvSpPr/>
              <p:nvPr/>
            </p:nvSpPr>
            <p:spPr>
              <a:xfrm>
                <a:off x="18139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73" name="Google Shape;7073;p66"/>
              <p:cNvSpPr/>
              <p:nvPr/>
            </p:nvSpPr>
            <p:spPr>
              <a:xfrm>
                <a:off x="2848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74" name="Google Shape;7074;p66"/>
              <p:cNvSpPr/>
              <p:nvPr/>
            </p:nvSpPr>
            <p:spPr>
              <a:xfrm>
                <a:off x="9025579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74" y="1"/>
                    </a:moveTo>
                    <a:cubicBezTo>
                      <a:pt x="547" y="1"/>
                      <a:pt x="517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122" y="4431"/>
                    </a:cubicBezTo>
                    <a:lnTo>
                      <a:pt x="1003" y="4431"/>
                    </a:lnTo>
                    <a:cubicBezTo>
                      <a:pt x="103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600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7075" name="Google Shape;7075;p66"/>
          <p:cNvSpPr/>
          <p:nvPr/>
        </p:nvSpPr>
        <p:spPr>
          <a:xfrm>
            <a:off x="0" y="5107500"/>
            <a:ext cx="9144000" cy="36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6" name="Google Shape;7076;p66"/>
          <p:cNvSpPr/>
          <p:nvPr/>
        </p:nvSpPr>
        <p:spPr>
          <a:xfrm>
            <a:off x="719850" y="540000"/>
            <a:ext cx="7704300" cy="676800"/>
          </a:xfrm>
          <a:prstGeom prst="roundRect">
            <a:avLst>
              <a:gd fmla="val 17686" name="adj"/>
            </a:avLst>
          </a:prstGeom>
          <a:solidFill>
            <a:schemeClr val="lt1"/>
          </a:solidFill>
          <a:ln cap="flat" cmpd="sng" w="762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7" name="Google Shape;7077;p66"/>
          <p:cNvSpPr txBox="1"/>
          <p:nvPr>
            <p:ph type="title"/>
          </p:nvPr>
        </p:nvSpPr>
        <p:spPr>
          <a:xfrm>
            <a:off x="720000" y="540000"/>
            <a:ext cx="7704000" cy="6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7078" name="Google Shape;7078;p66"/>
          <p:cNvSpPr txBox="1"/>
          <p:nvPr>
            <p:ph idx="1" type="body"/>
          </p:nvPr>
        </p:nvSpPr>
        <p:spPr>
          <a:xfrm>
            <a:off x="720000" y="1332600"/>
            <a:ext cx="38520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079" name="Google Shape;7079;p66"/>
          <p:cNvSpPr/>
          <p:nvPr/>
        </p:nvSpPr>
        <p:spPr>
          <a:xfrm>
            <a:off x="-300986" y="1223112"/>
            <a:ext cx="760917" cy="189570"/>
          </a:xfrm>
          <a:custGeom>
            <a:rect b="b" l="l" r="r" t="t"/>
            <a:pathLst>
              <a:path extrusionOk="0" h="2370" w="9518">
                <a:moveTo>
                  <a:pt x="5254" y="1"/>
                </a:moveTo>
                <a:cubicBezTo>
                  <a:pt x="4721" y="1"/>
                  <a:pt x="4256" y="265"/>
                  <a:pt x="3894" y="941"/>
                </a:cubicBezTo>
                <a:cubicBezTo>
                  <a:pt x="2891" y="652"/>
                  <a:pt x="2140" y="531"/>
                  <a:pt x="1584" y="531"/>
                </a:cubicBezTo>
                <a:cubicBezTo>
                  <a:pt x="35" y="531"/>
                  <a:pt x="1" y="1475"/>
                  <a:pt x="247" y="2370"/>
                </a:cubicBezTo>
                <a:lnTo>
                  <a:pt x="9518" y="2370"/>
                </a:lnTo>
                <a:cubicBezTo>
                  <a:pt x="8038" y="1376"/>
                  <a:pt x="6471" y="1"/>
                  <a:pt x="5254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CUSTOM_10">
    <p:spTree>
      <p:nvGrpSpPr>
        <p:cNvPr id="7080" name="Shape 7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81" name="Google Shape;7081;p67"/>
          <p:cNvGrpSpPr/>
          <p:nvPr/>
        </p:nvGrpSpPr>
        <p:grpSpPr>
          <a:xfrm>
            <a:off x="-15975" y="-52"/>
            <a:ext cx="9175950" cy="5143406"/>
            <a:chOff x="-15975" y="-52"/>
            <a:chExt cx="9175950" cy="5143406"/>
          </a:xfrm>
        </p:grpSpPr>
        <p:sp>
          <p:nvSpPr>
            <p:cNvPr id="7082" name="Google Shape;7082;p67"/>
            <p:cNvSpPr/>
            <p:nvPr/>
          </p:nvSpPr>
          <p:spPr>
            <a:xfrm rot="5400000">
              <a:off x="4570450" y="-378255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83" name="Google Shape;7083;p67"/>
            <p:cNvSpPr/>
            <p:nvPr/>
          </p:nvSpPr>
          <p:spPr>
            <a:xfrm rot="5400000">
              <a:off x="4570450" y="-276311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84" name="Google Shape;7084;p67"/>
            <p:cNvSpPr/>
            <p:nvPr/>
          </p:nvSpPr>
          <p:spPr>
            <a:xfrm rot="5400000">
              <a:off x="4570450" y="-174368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85" name="Google Shape;7085;p67"/>
            <p:cNvSpPr/>
            <p:nvPr/>
          </p:nvSpPr>
          <p:spPr>
            <a:xfrm rot="5400000">
              <a:off x="4570450" y="-72425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86" name="Google Shape;7086;p67"/>
            <p:cNvSpPr/>
            <p:nvPr/>
          </p:nvSpPr>
          <p:spPr>
            <a:xfrm rot="5400000">
              <a:off x="4570450" y="295184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87" name="Google Shape;7087;p67"/>
            <p:cNvSpPr/>
            <p:nvPr/>
          </p:nvSpPr>
          <p:spPr>
            <a:xfrm rot="5400000">
              <a:off x="4570450" y="-429226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88" name="Google Shape;7088;p67"/>
            <p:cNvSpPr/>
            <p:nvPr/>
          </p:nvSpPr>
          <p:spPr>
            <a:xfrm rot="5400000">
              <a:off x="4570450" y="-327283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89" name="Google Shape;7089;p67"/>
            <p:cNvSpPr/>
            <p:nvPr/>
          </p:nvSpPr>
          <p:spPr>
            <a:xfrm rot="5400000">
              <a:off x="4570450" y="-225340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90" name="Google Shape;7090;p67"/>
            <p:cNvSpPr/>
            <p:nvPr/>
          </p:nvSpPr>
          <p:spPr>
            <a:xfrm rot="5400000">
              <a:off x="4570450" y="-123396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91" name="Google Shape;7091;p67"/>
            <p:cNvSpPr/>
            <p:nvPr/>
          </p:nvSpPr>
          <p:spPr>
            <a:xfrm rot="5400000">
              <a:off x="4570450" y="-21453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92" name="Google Shape;7092;p67"/>
            <p:cNvSpPr/>
            <p:nvPr/>
          </p:nvSpPr>
          <p:spPr>
            <a:xfrm>
              <a:off x="5081305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93" name="Google Shape;7093;p67"/>
            <p:cNvSpPr/>
            <p:nvPr/>
          </p:nvSpPr>
          <p:spPr>
            <a:xfrm>
              <a:off x="6100964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94" name="Google Shape;7094;p67"/>
            <p:cNvSpPr/>
            <p:nvPr/>
          </p:nvSpPr>
          <p:spPr>
            <a:xfrm>
              <a:off x="7120623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95" name="Google Shape;7095;p67"/>
            <p:cNvSpPr/>
            <p:nvPr/>
          </p:nvSpPr>
          <p:spPr>
            <a:xfrm>
              <a:off x="8140282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96" name="Google Shape;7096;p67"/>
            <p:cNvSpPr/>
            <p:nvPr/>
          </p:nvSpPr>
          <p:spPr>
            <a:xfrm>
              <a:off x="5591134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97" name="Google Shape;7097;p67"/>
            <p:cNvSpPr/>
            <p:nvPr/>
          </p:nvSpPr>
          <p:spPr>
            <a:xfrm>
              <a:off x="6610793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98" name="Google Shape;7098;p67"/>
            <p:cNvSpPr/>
            <p:nvPr/>
          </p:nvSpPr>
          <p:spPr>
            <a:xfrm>
              <a:off x="7630452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99" name="Google Shape;7099;p67"/>
            <p:cNvSpPr/>
            <p:nvPr/>
          </p:nvSpPr>
          <p:spPr>
            <a:xfrm>
              <a:off x="8650111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100" name="Google Shape;7100;p67"/>
            <p:cNvGrpSpPr/>
            <p:nvPr/>
          </p:nvGrpSpPr>
          <p:grpSpPr>
            <a:xfrm>
              <a:off x="-15975" y="-52"/>
              <a:ext cx="4587484" cy="5143406"/>
              <a:chOff x="-9275" y="-1994782"/>
              <a:chExt cx="4587484" cy="9140583"/>
            </a:xfrm>
          </p:grpSpPr>
          <p:sp>
            <p:nvSpPr>
              <p:cNvPr id="7101" name="Google Shape;7101;p67"/>
              <p:cNvSpPr/>
              <p:nvPr/>
            </p:nvSpPr>
            <p:spPr>
              <a:xfrm>
                <a:off x="50044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02" name="Google Shape;7102;p67"/>
              <p:cNvSpPr/>
              <p:nvPr/>
            </p:nvSpPr>
            <p:spPr>
              <a:xfrm>
                <a:off x="15198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03" name="Google Shape;7103;p67"/>
              <p:cNvSpPr/>
              <p:nvPr/>
            </p:nvSpPr>
            <p:spPr>
              <a:xfrm>
                <a:off x="253930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04" name="Google Shape;7104;p67"/>
              <p:cNvSpPr/>
              <p:nvPr/>
            </p:nvSpPr>
            <p:spPr>
              <a:xfrm>
                <a:off x="355874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05" name="Google Shape;7105;p67"/>
              <p:cNvSpPr/>
              <p:nvPr/>
            </p:nvSpPr>
            <p:spPr>
              <a:xfrm>
                <a:off x="45781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06" name="Google Shape;7106;p67"/>
              <p:cNvSpPr/>
              <p:nvPr/>
            </p:nvSpPr>
            <p:spPr>
              <a:xfrm>
                <a:off x="101015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07" name="Google Shape;7107;p67"/>
              <p:cNvSpPr/>
              <p:nvPr/>
            </p:nvSpPr>
            <p:spPr>
              <a:xfrm>
                <a:off x="202959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08" name="Google Shape;7108;p67"/>
              <p:cNvSpPr/>
              <p:nvPr/>
            </p:nvSpPr>
            <p:spPr>
              <a:xfrm>
                <a:off x="304902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09" name="Google Shape;7109;p67"/>
              <p:cNvSpPr/>
              <p:nvPr/>
            </p:nvSpPr>
            <p:spPr>
              <a:xfrm>
                <a:off x="406845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10" name="Google Shape;7110;p67"/>
              <p:cNvSpPr/>
              <p:nvPr/>
            </p:nvSpPr>
            <p:spPr>
              <a:xfrm>
                <a:off x="-92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7111" name="Google Shape;7111;p67"/>
            <p:cNvSpPr/>
            <p:nvPr/>
          </p:nvSpPr>
          <p:spPr>
            <a:xfrm>
              <a:off x="9159941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112" name="Google Shape;7112;p67"/>
          <p:cNvSpPr/>
          <p:nvPr/>
        </p:nvSpPr>
        <p:spPr>
          <a:xfrm>
            <a:off x="0" y="-100"/>
            <a:ext cx="9144000" cy="5143500"/>
          </a:xfrm>
          <a:prstGeom prst="rect">
            <a:avLst/>
          </a:prstGeom>
          <a:solidFill>
            <a:srgbClr val="D6E3EA">
              <a:alpha val="398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113" name="Google Shape;7113;p67"/>
          <p:cNvGrpSpPr/>
          <p:nvPr/>
        </p:nvGrpSpPr>
        <p:grpSpPr>
          <a:xfrm flipH="1">
            <a:off x="0" y="3998946"/>
            <a:ext cx="1496970" cy="1108547"/>
            <a:chOff x="7609470" y="3938246"/>
            <a:chExt cx="1496970" cy="1108547"/>
          </a:xfrm>
        </p:grpSpPr>
        <p:sp>
          <p:nvSpPr>
            <p:cNvPr id="7114" name="Google Shape;7114;p67"/>
            <p:cNvSpPr/>
            <p:nvPr/>
          </p:nvSpPr>
          <p:spPr>
            <a:xfrm flipH="1">
              <a:off x="7609470" y="3938246"/>
              <a:ext cx="1494572" cy="1108547"/>
            </a:xfrm>
            <a:custGeom>
              <a:rect b="b" l="l" r="r" t="t"/>
              <a:pathLst>
                <a:path extrusionOk="0" h="13859" w="18695">
                  <a:moveTo>
                    <a:pt x="1447" y="0"/>
                  </a:moveTo>
                  <a:cubicBezTo>
                    <a:pt x="1061" y="0"/>
                    <a:pt x="617" y="130"/>
                    <a:pt x="122" y="424"/>
                  </a:cubicBezTo>
                  <a:cubicBezTo>
                    <a:pt x="92" y="424"/>
                    <a:pt x="61" y="454"/>
                    <a:pt x="1" y="454"/>
                  </a:cubicBezTo>
                  <a:lnTo>
                    <a:pt x="1" y="13858"/>
                  </a:lnTo>
                  <a:lnTo>
                    <a:pt x="18694" y="13858"/>
                  </a:lnTo>
                  <a:cubicBezTo>
                    <a:pt x="18451" y="13038"/>
                    <a:pt x="17752" y="12339"/>
                    <a:pt x="16992" y="12035"/>
                  </a:cubicBezTo>
                  <a:cubicBezTo>
                    <a:pt x="16604" y="11877"/>
                    <a:pt x="16196" y="11814"/>
                    <a:pt x="15780" y="11814"/>
                  </a:cubicBezTo>
                  <a:cubicBezTo>
                    <a:pt x="15320" y="11814"/>
                    <a:pt x="14850" y="11891"/>
                    <a:pt x="14389" y="12002"/>
                  </a:cubicBezTo>
                  <a:lnTo>
                    <a:pt x="14389" y="12002"/>
                  </a:lnTo>
                  <a:cubicBezTo>
                    <a:pt x="14540" y="11959"/>
                    <a:pt x="14746" y="11667"/>
                    <a:pt x="14864" y="11548"/>
                  </a:cubicBezTo>
                  <a:cubicBezTo>
                    <a:pt x="15138" y="11244"/>
                    <a:pt x="15351" y="10940"/>
                    <a:pt x="15411" y="10576"/>
                  </a:cubicBezTo>
                  <a:cubicBezTo>
                    <a:pt x="15472" y="10120"/>
                    <a:pt x="15320" y="9664"/>
                    <a:pt x="15047" y="9299"/>
                  </a:cubicBezTo>
                  <a:cubicBezTo>
                    <a:pt x="14653" y="8827"/>
                    <a:pt x="14011" y="8581"/>
                    <a:pt x="13374" y="8581"/>
                  </a:cubicBezTo>
                  <a:cubicBezTo>
                    <a:pt x="13272" y="8581"/>
                    <a:pt x="13171" y="8588"/>
                    <a:pt x="13071" y="8600"/>
                  </a:cubicBezTo>
                  <a:lnTo>
                    <a:pt x="12980" y="8600"/>
                  </a:lnTo>
                  <a:cubicBezTo>
                    <a:pt x="12828" y="8630"/>
                    <a:pt x="12706" y="8630"/>
                    <a:pt x="12554" y="8691"/>
                  </a:cubicBezTo>
                  <a:cubicBezTo>
                    <a:pt x="12213" y="8835"/>
                    <a:pt x="11894" y="9021"/>
                    <a:pt x="11601" y="9243"/>
                  </a:cubicBezTo>
                  <a:lnTo>
                    <a:pt x="11601" y="9243"/>
                  </a:lnTo>
                  <a:cubicBezTo>
                    <a:pt x="11894" y="8923"/>
                    <a:pt x="12183" y="8555"/>
                    <a:pt x="12311" y="8235"/>
                  </a:cubicBezTo>
                  <a:cubicBezTo>
                    <a:pt x="13246" y="6312"/>
                    <a:pt x="11645" y="3636"/>
                    <a:pt x="9345" y="3636"/>
                  </a:cubicBezTo>
                  <a:cubicBezTo>
                    <a:pt x="9028" y="3636"/>
                    <a:pt x="8698" y="3687"/>
                    <a:pt x="8359" y="3798"/>
                  </a:cubicBezTo>
                  <a:cubicBezTo>
                    <a:pt x="7436" y="4182"/>
                    <a:pt x="6643" y="4956"/>
                    <a:pt x="6052" y="5864"/>
                  </a:cubicBezTo>
                  <a:lnTo>
                    <a:pt x="6052" y="5864"/>
                  </a:lnTo>
                  <a:cubicBezTo>
                    <a:pt x="7044" y="3936"/>
                    <a:pt x="6013" y="2566"/>
                    <a:pt x="4822" y="2566"/>
                  </a:cubicBezTo>
                  <a:cubicBezTo>
                    <a:pt x="4146" y="2566"/>
                    <a:pt x="3418" y="3008"/>
                    <a:pt x="2979" y="4041"/>
                  </a:cubicBezTo>
                  <a:cubicBezTo>
                    <a:pt x="3611" y="2050"/>
                    <a:pt x="2981" y="0"/>
                    <a:pt x="144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15" name="Google Shape;7115;p67"/>
            <p:cNvSpPr/>
            <p:nvPr/>
          </p:nvSpPr>
          <p:spPr>
            <a:xfrm flipH="1">
              <a:off x="8221849" y="4367699"/>
              <a:ext cx="884591" cy="679094"/>
            </a:xfrm>
            <a:custGeom>
              <a:rect b="b" l="l" r="r" t="t"/>
              <a:pathLst>
                <a:path extrusionOk="0" h="8490" w="11065">
                  <a:moveTo>
                    <a:pt x="486" y="1"/>
                  </a:moveTo>
                  <a:cubicBezTo>
                    <a:pt x="321" y="1"/>
                    <a:pt x="157" y="33"/>
                    <a:pt x="0" y="100"/>
                  </a:cubicBezTo>
                  <a:lnTo>
                    <a:pt x="0" y="8489"/>
                  </a:lnTo>
                  <a:lnTo>
                    <a:pt x="11064" y="8489"/>
                  </a:lnTo>
                  <a:cubicBezTo>
                    <a:pt x="10912" y="8003"/>
                    <a:pt x="10487" y="7578"/>
                    <a:pt x="10031" y="7426"/>
                  </a:cubicBezTo>
                  <a:cubicBezTo>
                    <a:pt x="9799" y="7339"/>
                    <a:pt x="9553" y="7300"/>
                    <a:pt x="9303" y="7300"/>
                  </a:cubicBezTo>
                  <a:cubicBezTo>
                    <a:pt x="9029" y="7300"/>
                    <a:pt x="8751" y="7346"/>
                    <a:pt x="8481" y="7426"/>
                  </a:cubicBezTo>
                  <a:cubicBezTo>
                    <a:pt x="8754" y="6939"/>
                    <a:pt x="8389" y="6271"/>
                    <a:pt x="7903" y="6058"/>
                  </a:cubicBezTo>
                  <a:cubicBezTo>
                    <a:pt x="7756" y="6003"/>
                    <a:pt x="7601" y="5978"/>
                    <a:pt x="7444" y="5978"/>
                  </a:cubicBezTo>
                  <a:cubicBezTo>
                    <a:pt x="7152" y="5978"/>
                    <a:pt x="6851" y="6063"/>
                    <a:pt x="6580" y="6195"/>
                  </a:cubicBezTo>
                  <a:lnTo>
                    <a:pt x="6580" y="6195"/>
                  </a:lnTo>
                  <a:cubicBezTo>
                    <a:pt x="6903" y="5981"/>
                    <a:pt x="7137" y="5620"/>
                    <a:pt x="7265" y="5237"/>
                  </a:cubicBezTo>
                  <a:cubicBezTo>
                    <a:pt x="7801" y="4084"/>
                    <a:pt x="6846" y="2504"/>
                    <a:pt x="5507" y="2504"/>
                  </a:cubicBezTo>
                  <a:cubicBezTo>
                    <a:pt x="5329" y="2504"/>
                    <a:pt x="5144" y="2532"/>
                    <a:pt x="4955" y="2593"/>
                  </a:cubicBezTo>
                  <a:cubicBezTo>
                    <a:pt x="4359" y="2836"/>
                    <a:pt x="3885" y="3321"/>
                    <a:pt x="3509" y="3896"/>
                  </a:cubicBezTo>
                  <a:lnTo>
                    <a:pt x="3509" y="3896"/>
                  </a:lnTo>
                  <a:cubicBezTo>
                    <a:pt x="4180" y="2709"/>
                    <a:pt x="3551" y="1867"/>
                    <a:pt x="2823" y="1867"/>
                  </a:cubicBezTo>
                  <a:cubicBezTo>
                    <a:pt x="2423" y="1867"/>
                    <a:pt x="1993" y="2122"/>
                    <a:pt x="1733" y="2714"/>
                  </a:cubicBezTo>
                  <a:cubicBezTo>
                    <a:pt x="2381" y="1081"/>
                    <a:pt x="1437" y="1"/>
                    <a:pt x="4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16" name="Google Shape;7116;p67"/>
            <p:cNvSpPr/>
            <p:nvPr/>
          </p:nvSpPr>
          <p:spPr>
            <a:xfrm flipH="1">
              <a:off x="8165967" y="4144614"/>
              <a:ext cx="82743" cy="75988"/>
            </a:xfrm>
            <a:custGeom>
              <a:rect b="b" l="l" r="r" t="t"/>
              <a:pathLst>
                <a:path extrusionOk="0" h="950" w="1035">
                  <a:moveTo>
                    <a:pt x="998" y="1"/>
                  </a:moveTo>
                  <a:cubicBezTo>
                    <a:pt x="894" y="1"/>
                    <a:pt x="584" y="21"/>
                    <a:pt x="335" y="245"/>
                  </a:cubicBezTo>
                  <a:cubicBezTo>
                    <a:pt x="31" y="488"/>
                    <a:pt x="1" y="944"/>
                    <a:pt x="1" y="944"/>
                  </a:cubicBezTo>
                  <a:cubicBezTo>
                    <a:pt x="1" y="944"/>
                    <a:pt x="38" y="950"/>
                    <a:pt x="99" y="950"/>
                  </a:cubicBezTo>
                  <a:cubicBezTo>
                    <a:pt x="235" y="950"/>
                    <a:pt x="490" y="921"/>
                    <a:pt x="700" y="731"/>
                  </a:cubicBezTo>
                  <a:cubicBezTo>
                    <a:pt x="1004" y="458"/>
                    <a:pt x="1034" y="2"/>
                    <a:pt x="1034" y="2"/>
                  </a:cubicBezTo>
                  <a:cubicBezTo>
                    <a:pt x="1034" y="2"/>
                    <a:pt x="1021" y="1"/>
                    <a:pt x="99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17" name="Google Shape;7117;p67"/>
            <p:cNvSpPr/>
            <p:nvPr/>
          </p:nvSpPr>
          <p:spPr>
            <a:xfrm flipH="1">
              <a:off x="8853654" y="4378097"/>
              <a:ext cx="82743" cy="116782"/>
            </a:xfrm>
            <a:custGeom>
              <a:rect b="b" l="l" r="r" t="t"/>
              <a:pathLst>
                <a:path extrusionOk="0" h="1460" w="1035">
                  <a:moveTo>
                    <a:pt x="913" y="1"/>
                  </a:moveTo>
                  <a:lnTo>
                    <a:pt x="913" y="1"/>
                  </a:lnTo>
                  <a:cubicBezTo>
                    <a:pt x="913" y="1"/>
                    <a:pt x="457" y="153"/>
                    <a:pt x="244" y="548"/>
                  </a:cubicBezTo>
                  <a:cubicBezTo>
                    <a:pt x="1" y="913"/>
                    <a:pt x="123" y="1460"/>
                    <a:pt x="123" y="1460"/>
                  </a:cubicBezTo>
                  <a:cubicBezTo>
                    <a:pt x="123" y="1460"/>
                    <a:pt x="578" y="1308"/>
                    <a:pt x="791" y="913"/>
                  </a:cubicBezTo>
                  <a:cubicBezTo>
                    <a:pt x="1034" y="548"/>
                    <a:pt x="913" y="1"/>
                    <a:pt x="9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18" name="Google Shape;7118;p67"/>
            <p:cNvSpPr/>
            <p:nvPr/>
          </p:nvSpPr>
          <p:spPr>
            <a:xfrm flipH="1">
              <a:off x="8255906" y="4047429"/>
              <a:ext cx="77786" cy="165414"/>
            </a:xfrm>
            <a:custGeom>
              <a:rect b="b" l="l" r="r" t="t"/>
              <a:pathLst>
                <a:path extrusionOk="0" h="2068" w="973">
                  <a:moveTo>
                    <a:pt x="243" y="1"/>
                  </a:moveTo>
                  <a:cubicBezTo>
                    <a:pt x="243" y="1"/>
                    <a:pt x="0" y="578"/>
                    <a:pt x="91" y="1156"/>
                  </a:cubicBezTo>
                  <a:cubicBezTo>
                    <a:pt x="213" y="1703"/>
                    <a:pt x="699" y="2068"/>
                    <a:pt x="699" y="2068"/>
                  </a:cubicBezTo>
                  <a:cubicBezTo>
                    <a:pt x="699" y="2068"/>
                    <a:pt x="973" y="1490"/>
                    <a:pt x="851" y="913"/>
                  </a:cubicBezTo>
                  <a:cubicBezTo>
                    <a:pt x="760" y="335"/>
                    <a:pt x="243" y="1"/>
                    <a:pt x="2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119" name="Google Shape;7119;p67"/>
          <p:cNvGrpSpPr/>
          <p:nvPr/>
        </p:nvGrpSpPr>
        <p:grpSpPr>
          <a:xfrm>
            <a:off x="0" y="4752988"/>
            <a:ext cx="9144000" cy="354505"/>
            <a:chOff x="0" y="4689888"/>
            <a:chExt cx="9144000" cy="354505"/>
          </a:xfrm>
        </p:grpSpPr>
        <p:grpSp>
          <p:nvGrpSpPr>
            <p:cNvPr id="7120" name="Google Shape;7120;p67"/>
            <p:cNvGrpSpPr/>
            <p:nvPr/>
          </p:nvGrpSpPr>
          <p:grpSpPr>
            <a:xfrm>
              <a:off x="0" y="4793425"/>
              <a:ext cx="9144000" cy="194975"/>
              <a:chOff x="0" y="4789550"/>
              <a:chExt cx="9144000" cy="194975"/>
            </a:xfrm>
          </p:grpSpPr>
          <p:sp>
            <p:nvSpPr>
              <p:cNvPr id="7121" name="Google Shape;7121;p67"/>
              <p:cNvSpPr/>
              <p:nvPr/>
            </p:nvSpPr>
            <p:spPr>
              <a:xfrm>
                <a:off x="0" y="4789550"/>
                <a:ext cx="9144000" cy="360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22" name="Google Shape;7122;p67"/>
              <p:cNvSpPr/>
              <p:nvPr/>
            </p:nvSpPr>
            <p:spPr>
              <a:xfrm>
                <a:off x="0" y="4948525"/>
                <a:ext cx="9144000" cy="360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23" name="Google Shape;7123;p67"/>
            <p:cNvGrpSpPr/>
            <p:nvPr/>
          </p:nvGrpSpPr>
          <p:grpSpPr>
            <a:xfrm>
              <a:off x="28483" y="4689888"/>
              <a:ext cx="9087034" cy="354505"/>
              <a:chOff x="28483" y="4689888"/>
              <a:chExt cx="9087034" cy="354505"/>
            </a:xfrm>
          </p:grpSpPr>
          <p:sp>
            <p:nvSpPr>
              <p:cNvPr id="7124" name="Google Shape;7124;p67"/>
              <p:cNvSpPr/>
              <p:nvPr/>
            </p:nvSpPr>
            <p:spPr>
              <a:xfrm>
                <a:off x="64010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6" y="1"/>
                      <a:pt x="533" y="8"/>
                      <a:pt x="518" y="24"/>
                    </a:cubicBezTo>
                    <a:lnTo>
                      <a:pt x="62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34" y="4431"/>
                      <a:pt x="1065" y="4401"/>
                      <a:pt x="1156" y="4370"/>
                    </a:cubicBezTo>
                    <a:lnTo>
                      <a:pt x="1156" y="601"/>
                    </a:lnTo>
                    <a:lnTo>
                      <a:pt x="1126" y="571"/>
                    </a:lnTo>
                    <a:lnTo>
                      <a:pt x="670" y="24"/>
                    </a:lnTo>
                    <a:cubicBezTo>
                      <a:pt x="639" y="8"/>
                      <a:pt x="609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25" name="Google Shape;7125;p67"/>
              <p:cNvSpPr/>
              <p:nvPr/>
            </p:nvSpPr>
            <p:spPr>
              <a:xfrm>
                <a:off x="79301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3" y="8"/>
                      <a:pt x="517" y="24"/>
                    </a:cubicBezTo>
                    <a:lnTo>
                      <a:pt x="6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34" y="4431"/>
                      <a:pt x="1064" y="4401"/>
                      <a:pt x="1156" y="4370"/>
                    </a:cubicBezTo>
                    <a:lnTo>
                      <a:pt x="1156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9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26" name="Google Shape;7126;p67"/>
              <p:cNvSpPr/>
              <p:nvPr/>
            </p:nvSpPr>
            <p:spPr>
              <a:xfrm>
                <a:off x="94592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2" y="4431"/>
                      <a:pt x="122" y="4431"/>
                    </a:cubicBezTo>
                    <a:lnTo>
                      <a:pt x="1003" y="4431"/>
                    </a:lnTo>
                    <a:cubicBezTo>
                      <a:pt x="103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8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27" name="Google Shape;7127;p67"/>
              <p:cNvSpPr/>
              <p:nvPr/>
            </p:nvSpPr>
            <p:spPr>
              <a:xfrm>
                <a:off x="109882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1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1" y="4431"/>
                      <a:pt x="122" y="4431"/>
                    </a:cubicBezTo>
                    <a:lnTo>
                      <a:pt x="1003" y="4431"/>
                    </a:lnTo>
                    <a:cubicBezTo>
                      <a:pt x="106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8" y="8"/>
                      <a:pt x="608" y="1"/>
                      <a:pt x="58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28" name="Google Shape;7128;p67"/>
              <p:cNvSpPr/>
              <p:nvPr/>
            </p:nvSpPr>
            <p:spPr>
              <a:xfrm>
                <a:off x="1251735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04" y="4431"/>
                      <a:pt x="103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29" name="Google Shape;7129;p67"/>
              <p:cNvSpPr/>
              <p:nvPr/>
            </p:nvSpPr>
            <p:spPr>
              <a:xfrm>
                <a:off x="1402243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30" name="Google Shape;7130;p67"/>
              <p:cNvSpPr/>
              <p:nvPr/>
            </p:nvSpPr>
            <p:spPr>
              <a:xfrm>
                <a:off x="1552751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64" y="4431"/>
                      <a:pt x="109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31" name="Google Shape;7131;p67"/>
              <p:cNvSpPr/>
              <p:nvPr/>
            </p:nvSpPr>
            <p:spPr>
              <a:xfrm>
                <a:off x="751362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32" name="Google Shape;7132;p67"/>
              <p:cNvSpPr/>
              <p:nvPr/>
            </p:nvSpPr>
            <p:spPr>
              <a:xfrm>
                <a:off x="7666529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3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33" name="Google Shape;7133;p67"/>
              <p:cNvSpPr/>
              <p:nvPr/>
            </p:nvSpPr>
            <p:spPr>
              <a:xfrm>
                <a:off x="7816957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34" name="Google Shape;7134;p67"/>
              <p:cNvSpPr/>
              <p:nvPr/>
            </p:nvSpPr>
            <p:spPr>
              <a:xfrm>
                <a:off x="796738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2" y="4431"/>
                      <a:pt x="122" y="4431"/>
                    </a:cubicBezTo>
                    <a:lnTo>
                      <a:pt x="1003" y="4431"/>
                    </a:lnTo>
                    <a:cubicBezTo>
                      <a:pt x="103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8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35" name="Google Shape;7135;p67"/>
              <p:cNvSpPr/>
              <p:nvPr/>
            </p:nvSpPr>
            <p:spPr>
              <a:xfrm>
                <a:off x="812029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93" y="1"/>
                    </a:moveTo>
                    <a:cubicBezTo>
                      <a:pt x="562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1" y="4431"/>
                      <a:pt x="122" y="4431"/>
                    </a:cubicBezTo>
                    <a:lnTo>
                      <a:pt x="1003" y="4431"/>
                    </a:lnTo>
                    <a:cubicBezTo>
                      <a:pt x="106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54" y="8"/>
                      <a:pt x="623" y="1"/>
                      <a:pt x="59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36" name="Google Shape;7136;p67"/>
              <p:cNvSpPr/>
              <p:nvPr/>
            </p:nvSpPr>
            <p:spPr>
              <a:xfrm>
                <a:off x="8273198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1" y="4431"/>
                      <a:pt x="122" y="4431"/>
                    </a:cubicBezTo>
                    <a:lnTo>
                      <a:pt x="973" y="4431"/>
                    </a:lnTo>
                    <a:cubicBezTo>
                      <a:pt x="1034" y="4431"/>
                      <a:pt x="1065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37" name="Google Shape;7137;p67"/>
              <p:cNvSpPr/>
              <p:nvPr/>
            </p:nvSpPr>
            <p:spPr>
              <a:xfrm>
                <a:off x="8423706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34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38" name="Google Shape;7138;p67"/>
              <p:cNvSpPr/>
              <p:nvPr/>
            </p:nvSpPr>
            <p:spPr>
              <a:xfrm>
                <a:off x="8574214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64" y="4431"/>
                      <a:pt x="109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39" name="Google Shape;7139;p67"/>
              <p:cNvSpPr/>
              <p:nvPr/>
            </p:nvSpPr>
            <p:spPr>
              <a:xfrm>
                <a:off x="8724643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2" y="4431"/>
                      <a:pt x="122" y="4431"/>
                    </a:cubicBezTo>
                    <a:lnTo>
                      <a:pt x="974" y="4431"/>
                    </a:lnTo>
                    <a:cubicBezTo>
                      <a:pt x="1065" y="4431"/>
                      <a:pt x="1095" y="4401"/>
                      <a:pt x="1126" y="4370"/>
                    </a:cubicBezTo>
                    <a:lnTo>
                      <a:pt x="112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4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40" name="Google Shape;7140;p67"/>
              <p:cNvSpPr/>
              <p:nvPr/>
            </p:nvSpPr>
            <p:spPr>
              <a:xfrm>
                <a:off x="8875151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74" y="1"/>
                    </a:moveTo>
                    <a:cubicBezTo>
                      <a:pt x="547" y="1"/>
                      <a:pt x="517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122" y="4431"/>
                    </a:cubicBezTo>
                    <a:lnTo>
                      <a:pt x="1003" y="4431"/>
                    </a:lnTo>
                    <a:cubicBezTo>
                      <a:pt x="103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600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41" name="Google Shape;7141;p67"/>
              <p:cNvSpPr/>
              <p:nvPr/>
            </p:nvSpPr>
            <p:spPr>
              <a:xfrm>
                <a:off x="736071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42" name="Google Shape;7142;p67"/>
              <p:cNvSpPr/>
              <p:nvPr/>
            </p:nvSpPr>
            <p:spPr>
              <a:xfrm>
                <a:off x="720781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43" name="Google Shape;7143;p67"/>
              <p:cNvSpPr/>
              <p:nvPr/>
            </p:nvSpPr>
            <p:spPr>
              <a:xfrm>
                <a:off x="705490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44" name="Google Shape;7144;p67"/>
              <p:cNvSpPr/>
              <p:nvPr/>
            </p:nvSpPr>
            <p:spPr>
              <a:xfrm>
                <a:off x="690199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45" name="Google Shape;7145;p67"/>
              <p:cNvSpPr/>
              <p:nvPr/>
            </p:nvSpPr>
            <p:spPr>
              <a:xfrm>
                <a:off x="674909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46" name="Google Shape;7146;p67"/>
              <p:cNvSpPr/>
              <p:nvPr/>
            </p:nvSpPr>
            <p:spPr>
              <a:xfrm>
                <a:off x="659618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47" name="Google Shape;7147;p67"/>
              <p:cNvSpPr/>
              <p:nvPr/>
            </p:nvSpPr>
            <p:spPr>
              <a:xfrm>
                <a:off x="644327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48" name="Google Shape;7148;p67"/>
              <p:cNvSpPr/>
              <p:nvPr/>
            </p:nvSpPr>
            <p:spPr>
              <a:xfrm>
                <a:off x="629037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49" name="Google Shape;7149;p67"/>
              <p:cNvSpPr/>
              <p:nvPr/>
            </p:nvSpPr>
            <p:spPr>
              <a:xfrm>
                <a:off x="613746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50" name="Google Shape;7150;p67"/>
              <p:cNvSpPr/>
              <p:nvPr/>
            </p:nvSpPr>
            <p:spPr>
              <a:xfrm>
                <a:off x="598455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51" name="Google Shape;7151;p67"/>
              <p:cNvSpPr/>
              <p:nvPr/>
            </p:nvSpPr>
            <p:spPr>
              <a:xfrm>
                <a:off x="583165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52" name="Google Shape;7152;p67"/>
              <p:cNvSpPr/>
              <p:nvPr/>
            </p:nvSpPr>
            <p:spPr>
              <a:xfrm>
                <a:off x="567874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53" name="Google Shape;7153;p67"/>
              <p:cNvSpPr/>
              <p:nvPr/>
            </p:nvSpPr>
            <p:spPr>
              <a:xfrm>
                <a:off x="552583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54" name="Google Shape;7154;p67"/>
              <p:cNvSpPr/>
              <p:nvPr/>
            </p:nvSpPr>
            <p:spPr>
              <a:xfrm>
                <a:off x="537293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55" name="Google Shape;7155;p67"/>
              <p:cNvSpPr/>
              <p:nvPr/>
            </p:nvSpPr>
            <p:spPr>
              <a:xfrm>
                <a:off x="522002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56" name="Google Shape;7156;p67"/>
              <p:cNvSpPr/>
              <p:nvPr/>
            </p:nvSpPr>
            <p:spPr>
              <a:xfrm>
                <a:off x="506712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57" name="Google Shape;7157;p67"/>
              <p:cNvSpPr/>
              <p:nvPr/>
            </p:nvSpPr>
            <p:spPr>
              <a:xfrm>
                <a:off x="491421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58" name="Google Shape;7158;p67"/>
              <p:cNvSpPr/>
              <p:nvPr/>
            </p:nvSpPr>
            <p:spPr>
              <a:xfrm>
                <a:off x="476130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59" name="Google Shape;7159;p67"/>
              <p:cNvSpPr/>
              <p:nvPr/>
            </p:nvSpPr>
            <p:spPr>
              <a:xfrm>
                <a:off x="460840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60" name="Google Shape;7160;p67"/>
              <p:cNvSpPr/>
              <p:nvPr/>
            </p:nvSpPr>
            <p:spPr>
              <a:xfrm>
                <a:off x="445549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61" name="Google Shape;7161;p67"/>
              <p:cNvSpPr/>
              <p:nvPr/>
            </p:nvSpPr>
            <p:spPr>
              <a:xfrm>
                <a:off x="430258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62" name="Google Shape;7162;p67"/>
              <p:cNvSpPr/>
              <p:nvPr/>
            </p:nvSpPr>
            <p:spPr>
              <a:xfrm>
                <a:off x="414968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63" name="Google Shape;7163;p67"/>
              <p:cNvSpPr/>
              <p:nvPr/>
            </p:nvSpPr>
            <p:spPr>
              <a:xfrm>
                <a:off x="399677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64" name="Google Shape;7164;p67"/>
              <p:cNvSpPr/>
              <p:nvPr/>
            </p:nvSpPr>
            <p:spPr>
              <a:xfrm>
                <a:off x="384386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65" name="Google Shape;7165;p67"/>
              <p:cNvSpPr/>
              <p:nvPr/>
            </p:nvSpPr>
            <p:spPr>
              <a:xfrm>
                <a:off x="369096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66" name="Google Shape;7166;p67"/>
              <p:cNvSpPr/>
              <p:nvPr/>
            </p:nvSpPr>
            <p:spPr>
              <a:xfrm>
                <a:off x="353805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67" name="Google Shape;7167;p67"/>
              <p:cNvSpPr/>
              <p:nvPr/>
            </p:nvSpPr>
            <p:spPr>
              <a:xfrm>
                <a:off x="338514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68" name="Google Shape;7168;p67"/>
              <p:cNvSpPr/>
              <p:nvPr/>
            </p:nvSpPr>
            <p:spPr>
              <a:xfrm>
                <a:off x="323224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69" name="Google Shape;7169;p67"/>
              <p:cNvSpPr/>
              <p:nvPr/>
            </p:nvSpPr>
            <p:spPr>
              <a:xfrm>
                <a:off x="307933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70" name="Google Shape;7170;p67"/>
              <p:cNvSpPr/>
              <p:nvPr/>
            </p:nvSpPr>
            <p:spPr>
              <a:xfrm>
                <a:off x="292643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71" name="Google Shape;7171;p67"/>
              <p:cNvSpPr/>
              <p:nvPr/>
            </p:nvSpPr>
            <p:spPr>
              <a:xfrm>
                <a:off x="277352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72" name="Google Shape;7172;p67"/>
              <p:cNvSpPr/>
              <p:nvPr/>
            </p:nvSpPr>
            <p:spPr>
              <a:xfrm>
                <a:off x="262061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73" name="Google Shape;7173;p67"/>
              <p:cNvSpPr/>
              <p:nvPr/>
            </p:nvSpPr>
            <p:spPr>
              <a:xfrm>
                <a:off x="246771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74" name="Google Shape;7174;p67"/>
              <p:cNvSpPr/>
              <p:nvPr/>
            </p:nvSpPr>
            <p:spPr>
              <a:xfrm>
                <a:off x="231480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75" name="Google Shape;7175;p67"/>
              <p:cNvSpPr/>
              <p:nvPr/>
            </p:nvSpPr>
            <p:spPr>
              <a:xfrm>
                <a:off x="216189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76" name="Google Shape;7176;p67"/>
              <p:cNvSpPr/>
              <p:nvPr/>
            </p:nvSpPr>
            <p:spPr>
              <a:xfrm>
                <a:off x="200899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77" name="Google Shape;7177;p67"/>
              <p:cNvSpPr/>
              <p:nvPr/>
            </p:nvSpPr>
            <p:spPr>
              <a:xfrm>
                <a:off x="185608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78" name="Google Shape;7178;p67"/>
              <p:cNvSpPr/>
              <p:nvPr/>
            </p:nvSpPr>
            <p:spPr>
              <a:xfrm>
                <a:off x="170317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79" name="Google Shape;7179;p67"/>
              <p:cNvSpPr/>
              <p:nvPr/>
            </p:nvSpPr>
            <p:spPr>
              <a:xfrm>
                <a:off x="48720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80" name="Google Shape;7180;p67"/>
              <p:cNvSpPr/>
              <p:nvPr/>
            </p:nvSpPr>
            <p:spPr>
              <a:xfrm>
                <a:off x="33429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81" name="Google Shape;7181;p67"/>
              <p:cNvSpPr/>
              <p:nvPr/>
            </p:nvSpPr>
            <p:spPr>
              <a:xfrm>
                <a:off x="18139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82" name="Google Shape;7182;p67"/>
              <p:cNvSpPr/>
              <p:nvPr/>
            </p:nvSpPr>
            <p:spPr>
              <a:xfrm>
                <a:off x="2848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83" name="Google Shape;7183;p67"/>
              <p:cNvSpPr/>
              <p:nvPr/>
            </p:nvSpPr>
            <p:spPr>
              <a:xfrm>
                <a:off x="9025579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74" y="1"/>
                    </a:moveTo>
                    <a:cubicBezTo>
                      <a:pt x="547" y="1"/>
                      <a:pt x="517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122" y="4431"/>
                    </a:cubicBezTo>
                    <a:lnTo>
                      <a:pt x="1003" y="4431"/>
                    </a:lnTo>
                    <a:cubicBezTo>
                      <a:pt x="103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600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7184" name="Google Shape;7184;p67"/>
          <p:cNvSpPr/>
          <p:nvPr/>
        </p:nvSpPr>
        <p:spPr>
          <a:xfrm>
            <a:off x="0" y="5107500"/>
            <a:ext cx="9144000" cy="36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85" name="Google Shape;7185;p67"/>
          <p:cNvSpPr/>
          <p:nvPr/>
        </p:nvSpPr>
        <p:spPr>
          <a:xfrm>
            <a:off x="719850" y="540000"/>
            <a:ext cx="7704300" cy="676800"/>
          </a:xfrm>
          <a:prstGeom prst="roundRect">
            <a:avLst>
              <a:gd fmla="val 17686" name="adj"/>
            </a:avLst>
          </a:prstGeom>
          <a:solidFill>
            <a:schemeClr val="lt1"/>
          </a:solidFill>
          <a:ln cap="flat" cmpd="sng" w="762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86" name="Google Shape;7186;p67"/>
          <p:cNvSpPr txBox="1"/>
          <p:nvPr>
            <p:ph type="title"/>
          </p:nvPr>
        </p:nvSpPr>
        <p:spPr>
          <a:xfrm>
            <a:off x="720000" y="540000"/>
            <a:ext cx="7704000" cy="6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7187" name="Google Shape;7187;p67"/>
          <p:cNvSpPr txBox="1"/>
          <p:nvPr>
            <p:ph idx="1" type="body"/>
          </p:nvPr>
        </p:nvSpPr>
        <p:spPr>
          <a:xfrm>
            <a:off x="720000" y="1332600"/>
            <a:ext cx="3852000" cy="327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188" name="Google Shape;7188;p67"/>
          <p:cNvSpPr txBox="1"/>
          <p:nvPr>
            <p:ph idx="2" type="body"/>
          </p:nvPr>
        </p:nvSpPr>
        <p:spPr>
          <a:xfrm>
            <a:off x="4571999" y="1332600"/>
            <a:ext cx="3852000" cy="3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  <a:defRPr sz="2200">
                <a:solidFill>
                  <a:schemeClr val="dk1"/>
                </a:solidFill>
                <a:latin typeface="Rubik ExtraBold"/>
                <a:ea typeface="Rubik ExtraBold"/>
                <a:cs typeface="Rubik ExtraBold"/>
                <a:sym typeface="Rubik ExtraBold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■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■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■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3_2_1">
    <p:spTree>
      <p:nvGrpSpPr>
        <p:cNvPr id="7189" name="Shape 7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90" name="Google Shape;7190;p68"/>
          <p:cNvGrpSpPr/>
          <p:nvPr/>
        </p:nvGrpSpPr>
        <p:grpSpPr>
          <a:xfrm>
            <a:off x="-15975" y="-52"/>
            <a:ext cx="9175950" cy="5143406"/>
            <a:chOff x="-15975" y="-52"/>
            <a:chExt cx="9175950" cy="5143406"/>
          </a:xfrm>
        </p:grpSpPr>
        <p:sp>
          <p:nvSpPr>
            <p:cNvPr id="7191" name="Google Shape;7191;p68"/>
            <p:cNvSpPr/>
            <p:nvPr/>
          </p:nvSpPr>
          <p:spPr>
            <a:xfrm rot="5400000">
              <a:off x="4570450" y="-378255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92" name="Google Shape;7192;p68"/>
            <p:cNvSpPr/>
            <p:nvPr/>
          </p:nvSpPr>
          <p:spPr>
            <a:xfrm rot="5400000">
              <a:off x="4570450" y="-276311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93" name="Google Shape;7193;p68"/>
            <p:cNvSpPr/>
            <p:nvPr/>
          </p:nvSpPr>
          <p:spPr>
            <a:xfrm rot="5400000">
              <a:off x="4570450" y="-174368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94" name="Google Shape;7194;p68"/>
            <p:cNvSpPr/>
            <p:nvPr/>
          </p:nvSpPr>
          <p:spPr>
            <a:xfrm rot="5400000">
              <a:off x="4570450" y="-72425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95" name="Google Shape;7195;p68"/>
            <p:cNvSpPr/>
            <p:nvPr/>
          </p:nvSpPr>
          <p:spPr>
            <a:xfrm rot="5400000">
              <a:off x="4570450" y="295184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96" name="Google Shape;7196;p68"/>
            <p:cNvSpPr/>
            <p:nvPr/>
          </p:nvSpPr>
          <p:spPr>
            <a:xfrm rot="5400000">
              <a:off x="4570450" y="-429226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97" name="Google Shape;7197;p68"/>
            <p:cNvSpPr/>
            <p:nvPr/>
          </p:nvSpPr>
          <p:spPr>
            <a:xfrm rot="5400000">
              <a:off x="4570450" y="-327283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98" name="Google Shape;7198;p68"/>
            <p:cNvSpPr/>
            <p:nvPr/>
          </p:nvSpPr>
          <p:spPr>
            <a:xfrm rot="5400000">
              <a:off x="4570450" y="-225340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99" name="Google Shape;7199;p68"/>
            <p:cNvSpPr/>
            <p:nvPr/>
          </p:nvSpPr>
          <p:spPr>
            <a:xfrm rot="5400000">
              <a:off x="4570450" y="-123396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00" name="Google Shape;7200;p68"/>
            <p:cNvSpPr/>
            <p:nvPr/>
          </p:nvSpPr>
          <p:spPr>
            <a:xfrm rot="5400000">
              <a:off x="4570450" y="-21453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01" name="Google Shape;7201;p68"/>
            <p:cNvSpPr/>
            <p:nvPr/>
          </p:nvSpPr>
          <p:spPr>
            <a:xfrm>
              <a:off x="5081305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02" name="Google Shape;7202;p68"/>
            <p:cNvSpPr/>
            <p:nvPr/>
          </p:nvSpPr>
          <p:spPr>
            <a:xfrm>
              <a:off x="6100964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03" name="Google Shape;7203;p68"/>
            <p:cNvSpPr/>
            <p:nvPr/>
          </p:nvSpPr>
          <p:spPr>
            <a:xfrm>
              <a:off x="7120623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04" name="Google Shape;7204;p68"/>
            <p:cNvSpPr/>
            <p:nvPr/>
          </p:nvSpPr>
          <p:spPr>
            <a:xfrm>
              <a:off x="8140282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05" name="Google Shape;7205;p68"/>
            <p:cNvSpPr/>
            <p:nvPr/>
          </p:nvSpPr>
          <p:spPr>
            <a:xfrm>
              <a:off x="5591134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06" name="Google Shape;7206;p68"/>
            <p:cNvSpPr/>
            <p:nvPr/>
          </p:nvSpPr>
          <p:spPr>
            <a:xfrm>
              <a:off x="6610793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07" name="Google Shape;7207;p68"/>
            <p:cNvSpPr/>
            <p:nvPr/>
          </p:nvSpPr>
          <p:spPr>
            <a:xfrm>
              <a:off x="7630452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08" name="Google Shape;7208;p68"/>
            <p:cNvSpPr/>
            <p:nvPr/>
          </p:nvSpPr>
          <p:spPr>
            <a:xfrm>
              <a:off x="8650111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209" name="Google Shape;7209;p68"/>
            <p:cNvGrpSpPr/>
            <p:nvPr/>
          </p:nvGrpSpPr>
          <p:grpSpPr>
            <a:xfrm>
              <a:off x="-15975" y="-52"/>
              <a:ext cx="4587484" cy="5143406"/>
              <a:chOff x="-9275" y="-1994782"/>
              <a:chExt cx="4587484" cy="9140583"/>
            </a:xfrm>
          </p:grpSpPr>
          <p:sp>
            <p:nvSpPr>
              <p:cNvPr id="7210" name="Google Shape;7210;p68"/>
              <p:cNvSpPr/>
              <p:nvPr/>
            </p:nvSpPr>
            <p:spPr>
              <a:xfrm>
                <a:off x="50044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11" name="Google Shape;7211;p68"/>
              <p:cNvSpPr/>
              <p:nvPr/>
            </p:nvSpPr>
            <p:spPr>
              <a:xfrm>
                <a:off x="15198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12" name="Google Shape;7212;p68"/>
              <p:cNvSpPr/>
              <p:nvPr/>
            </p:nvSpPr>
            <p:spPr>
              <a:xfrm>
                <a:off x="253930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13" name="Google Shape;7213;p68"/>
              <p:cNvSpPr/>
              <p:nvPr/>
            </p:nvSpPr>
            <p:spPr>
              <a:xfrm>
                <a:off x="355874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14" name="Google Shape;7214;p68"/>
              <p:cNvSpPr/>
              <p:nvPr/>
            </p:nvSpPr>
            <p:spPr>
              <a:xfrm>
                <a:off x="45781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15" name="Google Shape;7215;p68"/>
              <p:cNvSpPr/>
              <p:nvPr/>
            </p:nvSpPr>
            <p:spPr>
              <a:xfrm>
                <a:off x="101015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16" name="Google Shape;7216;p68"/>
              <p:cNvSpPr/>
              <p:nvPr/>
            </p:nvSpPr>
            <p:spPr>
              <a:xfrm>
                <a:off x="202959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17" name="Google Shape;7217;p68"/>
              <p:cNvSpPr/>
              <p:nvPr/>
            </p:nvSpPr>
            <p:spPr>
              <a:xfrm>
                <a:off x="304902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18" name="Google Shape;7218;p68"/>
              <p:cNvSpPr/>
              <p:nvPr/>
            </p:nvSpPr>
            <p:spPr>
              <a:xfrm>
                <a:off x="406845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19" name="Google Shape;7219;p68"/>
              <p:cNvSpPr/>
              <p:nvPr/>
            </p:nvSpPr>
            <p:spPr>
              <a:xfrm>
                <a:off x="-92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7220" name="Google Shape;7220;p68"/>
            <p:cNvSpPr/>
            <p:nvPr/>
          </p:nvSpPr>
          <p:spPr>
            <a:xfrm>
              <a:off x="9159941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221" name="Google Shape;7221;p68"/>
          <p:cNvSpPr/>
          <p:nvPr/>
        </p:nvSpPr>
        <p:spPr>
          <a:xfrm>
            <a:off x="0" y="-75"/>
            <a:ext cx="9144000" cy="5143500"/>
          </a:xfrm>
          <a:prstGeom prst="rect">
            <a:avLst/>
          </a:prstGeom>
          <a:solidFill>
            <a:srgbClr val="D6E3EA">
              <a:alpha val="398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22" name="Google Shape;7222;p68"/>
          <p:cNvSpPr/>
          <p:nvPr/>
        </p:nvSpPr>
        <p:spPr>
          <a:xfrm>
            <a:off x="719850" y="540000"/>
            <a:ext cx="7704300" cy="676800"/>
          </a:xfrm>
          <a:prstGeom prst="roundRect">
            <a:avLst>
              <a:gd fmla="val 17686" name="adj"/>
            </a:avLst>
          </a:prstGeom>
          <a:solidFill>
            <a:schemeClr val="lt1"/>
          </a:solidFill>
          <a:ln cap="flat" cmpd="sng" w="762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223" name="Google Shape;7223;p68"/>
          <p:cNvGrpSpPr/>
          <p:nvPr/>
        </p:nvGrpSpPr>
        <p:grpSpPr>
          <a:xfrm>
            <a:off x="0" y="4752988"/>
            <a:ext cx="9144000" cy="354505"/>
            <a:chOff x="0" y="4689888"/>
            <a:chExt cx="9144000" cy="354505"/>
          </a:xfrm>
        </p:grpSpPr>
        <p:grpSp>
          <p:nvGrpSpPr>
            <p:cNvPr id="7224" name="Google Shape;7224;p68"/>
            <p:cNvGrpSpPr/>
            <p:nvPr/>
          </p:nvGrpSpPr>
          <p:grpSpPr>
            <a:xfrm>
              <a:off x="0" y="4793425"/>
              <a:ext cx="9144000" cy="194975"/>
              <a:chOff x="0" y="4789550"/>
              <a:chExt cx="9144000" cy="194975"/>
            </a:xfrm>
          </p:grpSpPr>
          <p:sp>
            <p:nvSpPr>
              <p:cNvPr id="7225" name="Google Shape;7225;p68"/>
              <p:cNvSpPr/>
              <p:nvPr/>
            </p:nvSpPr>
            <p:spPr>
              <a:xfrm>
                <a:off x="0" y="4789550"/>
                <a:ext cx="9144000" cy="360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26" name="Google Shape;7226;p68"/>
              <p:cNvSpPr/>
              <p:nvPr/>
            </p:nvSpPr>
            <p:spPr>
              <a:xfrm>
                <a:off x="0" y="4948525"/>
                <a:ext cx="9144000" cy="360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227" name="Google Shape;7227;p68"/>
            <p:cNvGrpSpPr/>
            <p:nvPr/>
          </p:nvGrpSpPr>
          <p:grpSpPr>
            <a:xfrm>
              <a:off x="28483" y="4689888"/>
              <a:ext cx="9087034" cy="354505"/>
              <a:chOff x="28483" y="4689888"/>
              <a:chExt cx="9087034" cy="354505"/>
            </a:xfrm>
          </p:grpSpPr>
          <p:sp>
            <p:nvSpPr>
              <p:cNvPr id="7228" name="Google Shape;7228;p68"/>
              <p:cNvSpPr/>
              <p:nvPr/>
            </p:nvSpPr>
            <p:spPr>
              <a:xfrm>
                <a:off x="64010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6" y="1"/>
                      <a:pt x="533" y="8"/>
                      <a:pt x="518" y="24"/>
                    </a:cubicBezTo>
                    <a:lnTo>
                      <a:pt x="62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34" y="4431"/>
                      <a:pt x="1065" y="4401"/>
                      <a:pt x="1156" y="4370"/>
                    </a:cubicBezTo>
                    <a:lnTo>
                      <a:pt x="1156" y="601"/>
                    </a:lnTo>
                    <a:lnTo>
                      <a:pt x="1126" y="571"/>
                    </a:lnTo>
                    <a:lnTo>
                      <a:pt x="670" y="24"/>
                    </a:lnTo>
                    <a:cubicBezTo>
                      <a:pt x="639" y="8"/>
                      <a:pt x="609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29" name="Google Shape;7229;p68"/>
              <p:cNvSpPr/>
              <p:nvPr/>
            </p:nvSpPr>
            <p:spPr>
              <a:xfrm>
                <a:off x="79301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3" y="8"/>
                      <a:pt x="517" y="24"/>
                    </a:cubicBezTo>
                    <a:lnTo>
                      <a:pt x="6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34" y="4431"/>
                      <a:pt x="1064" y="4401"/>
                      <a:pt x="1156" y="4370"/>
                    </a:cubicBezTo>
                    <a:lnTo>
                      <a:pt x="1156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9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30" name="Google Shape;7230;p68"/>
              <p:cNvSpPr/>
              <p:nvPr/>
            </p:nvSpPr>
            <p:spPr>
              <a:xfrm>
                <a:off x="94592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2" y="4431"/>
                      <a:pt x="122" y="4431"/>
                    </a:cubicBezTo>
                    <a:lnTo>
                      <a:pt x="1003" y="4431"/>
                    </a:lnTo>
                    <a:cubicBezTo>
                      <a:pt x="103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8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31" name="Google Shape;7231;p68"/>
              <p:cNvSpPr/>
              <p:nvPr/>
            </p:nvSpPr>
            <p:spPr>
              <a:xfrm>
                <a:off x="109882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1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1" y="4431"/>
                      <a:pt x="122" y="4431"/>
                    </a:cubicBezTo>
                    <a:lnTo>
                      <a:pt x="1003" y="4431"/>
                    </a:lnTo>
                    <a:cubicBezTo>
                      <a:pt x="106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8" y="8"/>
                      <a:pt x="608" y="1"/>
                      <a:pt x="58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32" name="Google Shape;7232;p68"/>
              <p:cNvSpPr/>
              <p:nvPr/>
            </p:nvSpPr>
            <p:spPr>
              <a:xfrm>
                <a:off x="1251735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04" y="4431"/>
                      <a:pt x="103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33" name="Google Shape;7233;p68"/>
              <p:cNvSpPr/>
              <p:nvPr/>
            </p:nvSpPr>
            <p:spPr>
              <a:xfrm>
                <a:off x="1402243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34" name="Google Shape;7234;p68"/>
              <p:cNvSpPr/>
              <p:nvPr/>
            </p:nvSpPr>
            <p:spPr>
              <a:xfrm>
                <a:off x="1552751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64" y="4431"/>
                      <a:pt x="109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35" name="Google Shape;7235;p68"/>
              <p:cNvSpPr/>
              <p:nvPr/>
            </p:nvSpPr>
            <p:spPr>
              <a:xfrm>
                <a:off x="751362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36" name="Google Shape;7236;p68"/>
              <p:cNvSpPr/>
              <p:nvPr/>
            </p:nvSpPr>
            <p:spPr>
              <a:xfrm>
                <a:off x="7666529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3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37" name="Google Shape;7237;p68"/>
              <p:cNvSpPr/>
              <p:nvPr/>
            </p:nvSpPr>
            <p:spPr>
              <a:xfrm>
                <a:off x="7816957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38" name="Google Shape;7238;p68"/>
              <p:cNvSpPr/>
              <p:nvPr/>
            </p:nvSpPr>
            <p:spPr>
              <a:xfrm>
                <a:off x="796738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2" y="4431"/>
                      <a:pt x="122" y="4431"/>
                    </a:cubicBezTo>
                    <a:lnTo>
                      <a:pt x="1003" y="4431"/>
                    </a:lnTo>
                    <a:cubicBezTo>
                      <a:pt x="103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8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39" name="Google Shape;7239;p68"/>
              <p:cNvSpPr/>
              <p:nvPr/>
            </p:nvSpPr>
            <p:spPr>
              <a:xfrm>
                <a:off x="812029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93" y="1"/>
                    </a:moveTo>
                    <a:cubicBezTo>
                      <a:pt x="562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1" y="4431"/>
                      <a:pt x="122" y="4431"/>
                    </a:cubicBezTo>
                    <a:lnTo>
                      <a:pt x="1003" y="4431"/>
                    </a:lnTo>
                    <a:cubicBezTo>
                      <a:pt x="106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54" y="8"/>
                      <a:pt x="623" y="1"/>
                      <a:pt x="59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40" name="Google Shape;7240;p68"/>
              <p:cNvSpPr/>
              <p:nvPr/>
            </p:nvSpPr>
            <p:spPr>
              <a:xfrm>
                <a:off x="8273198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1" y="4431"/>
                      <a:pt x="122" y="4431"/>
                    </a:cubicBezTo>
                    <a:lnTo>
                      <a:pt x="973" y="4431"/>
                    </a:lnTo>
                    <a:cubicBezTo>
                      <a:pt x="1034" y="4431"/>
                      <a:pt x="1065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41" name="Google Shape;7241;p68"/>
              <p:cNvSpPr/>
              <p:nvPr/>
            </p:nvSpPr>
            <p:spPr>
              <a:xfrm>
                <a:off x="8423706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34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42" name="Google Shape;7242;p68"/>
              <p:cNvSpPr/>
              <p:nvPr/>
            </p:nvSpPr>
            <p:spPr>
              <a:xfrm>
                <a:off x="8574214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64" y="4431"/>
                      <a:pt x="109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43" name="Google Shape;7243;p68"/>
              <p:cNvSpPr/>
              <p:nvPr/>
            </p:nvSpPr>
            <p:spPr>
              <a:xfrm>
                <a:off x="8724643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2" y="4431"/>
                      <a:pt x="122" y="4431"/>
                    </a:cubicBezTo>
                    <a:lnTo>
                      <a:pt x="974" y="4431"/>
                    </a:lnTo>
                    <a:cubicBezTo>
                      <a:pt x="1065" y="4431"/>
                      <a:pt x="1095" y="4401"/>
                      <a:pt x="1126" y="4370"/>
                    </a:cubicBezTo>
                    <a:lnTo>
                      <a:pt x="112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4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44" name="Google Shape;7244;p68"/>
              <p:cNvSpPr/>
              <p:nvPr/>
            </p:nvSpPr>
            <p:spPr>
              <a:xfrm>
                <a:off x="8875151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74" y="1"/>
                    </a:moveTo>
                    <a:cubicBezTo>
                      <a:pt x="547" y="1"/>
                      <a:pt x="517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122" y="4431"/>
                    </a:cubicBezTo>
                    <a:lnTo>
                      <a:pt x="1003" y="4431"/>
                    </a:lnTo>
                    <a:cubicBezTo>
                      <a:pt x="103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600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45" name="Google Shape;7245;p68"/>
              <p:cNvSpPr/>
              <p:nvPr/>
            </p:nvSpPr>
            <p:spPr>
              <a:xfrm>
                <a:off x="736071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46" name="Google Shape;7246;p68"/>
              <p:cNvSpPr/>
              <p:nvPr/>
            </p:nvSpPr>
            <p:spPr>
              <a:xfrm>
                <a:off x="720781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47" name="Google Shape;7247;p68"/>
              <p:cNvSpPr/>
              <p:nvPr/>
            </p:nvSpPr>
            <p:spPr>
              <a:xfrm>
                <a:off x="705490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48" name="Google Shape;7248;p68"/>
              <p:cNvSpPr/>
              <p:nvPr/>
            </p:nvSpPr>
            <p:spPr>
              <a:xfrm>
                <a:off x="690199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49" name="Google Shape;7249;p68"/>
              <p:cNvSpPr/>
              <p:nvPr/>
            </p:nvSpPr>
            <p:spPr>
              <a:xfrm>
                <a:off x="674909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50" name="Google Shape;7250;p68"/>
              <p:cNvSpPr/>
              <p:nvPr/>
            </p:nvSpPr>
            <p:spPr>
              <a:xfrm>
                <a:off x="659618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51" name="Google Shape;7251;p68"/>
              <p:cNvSpPr/>
              <p:nvPr/>
            </p:nvSpPr>
            <p:spPr>
              <a:xfrm>
                <a:off x="644327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52" name="Google Shape;7252;p68"/>
              <p:cNvSpPr/>
              <p:nvPr/>
            </p:nvSpPr>
            <p:spPr>
              <a:xfrm>
                <a:off x="629037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53" name="Google Shape;7253;p68"/>
              <p:cNvSpPr/>
              <p:nvPr/>
            </p:nvSpPr>
            <p:spPr>
              <a:xfrm>
                <a:off x="613746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54" name="Google Shape;7254;p68"/>
              <p:cNvSpPr/>
              <p:nvPr/>
            </p:nvSpPr>
            <p:spPr>
              <a:xfrm>
                <a:off x="598455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55" name="Google Shape;7255;p68"/>
              <p:cNvSpPr/>
              <p:nvPr/>
            </p:nvSpPr>
            <p:spPr>
              <a:xfrm>
                <a:off x="583165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56" name="Google Shape;7256;p68"/>
              <p:cNvSpPr/>
              <p:nvPr/>
            </p:nvSpPr>
            <p:spPr>
              <a:xfrm>
                <a:off x="567874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57" name="Google Shape;7257;p68"/>
              <p:cNvSpPr/>
              <p:nvPr/>
            </p:nvSpPr>
            <p:spPr>
              <a:xfrm>
                <a:off x="552583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58" name="Google Shape;7258;p68"/>
              <p:cNvSpPr/>
              <p:nvPr/>
            </p:nvSpPr>
            <p:spPr>
              <a:xfrm>
                <a:off x="537293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59" name="Google Shape;7259;p68"/>
              <p:cNvSpPr/>
              <p:nvPr/>
            </p:nvSpPr>
            <p:spPr>
              <a:xfrm>
                <a:off x="522002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60" name="Google Shape;7260;p68"/>
              <p:cNvSpPr/>
              <p:nvPr/>
            </p:nvSpPr>
            <p:spPr>
              <a:xfrm>
                <a:off x="506712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61" name="Google Shape;7261;p68"/>
              <p:cNvSpPr/>
              <p:nvPr/>
            </p:nvSpPr>
            <p:spPr>
              <a:xfrm>
                <a:off x="491421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62" name="Google Shape;7262;p68"/>
              <p:cNvSpPr/>
              <p:nvPr/>
            </p:nvSpPr>
            <p:spPr>
              <a:xfrm>
                <a:off x="476130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63" name="Google Shape;7263;p68"/>
              <p:cNvSpPr/>
              <p:nvPr/>
            </p:nvSpPr>
            <p:spPr>
              <a:xfrm>
                <a:off x="460840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64" name="Google Shape;7264;p68"/>
              <p:cNvSpPr/>
              <p:nvPr/>
            </p:nvSpPr>
            <p:spPr>
              <a:xfrm>
                <a:off x="445549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65" name="Google Shape;7265;p68"/>
              <p:cNvSpPr/>
              <p:nvPr/>
            </p:nvSpPr>
            <p:spPr>
              <a:xfrm>
                <a:off x="430258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66" name="Google Shape;7266;p68"/>
              <p:cNvSpPr/>
              <p:nvPr/>
            </p:nvSpPr>
            <p:spPr>
              <a:xfrm>
                <a:off x="414968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67" name="Google Shape;7267;p68"/>
              <p:cNvSpPr/>
              <p:nvPr/>
            </p:nvSpPr>
            <p:spPr>
              <a:xfrm>
                <a:off x="399677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68" name="Google Shape;7268;p68"/>
              <p:cNvSpPr/>
              <p:nvPr/>
            </p:nvSpPr>
            <p:spPr>
              <a:xfrm>
                <a:off x="384386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69" name="Google Shape;7269;p68"/>
              <p:cNvSpPr/>
              <p:nvPr/>
            </p:nvSpPr>
            <p:spPr>
              <a:xfrm>
                <a:off x="369096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70" name="Google Shape;7270;p68"/>
              <p:cNvSpPr/>
              <p:nvPr/>
            </p:nvSpPr>
            <p:spPr>
              <a:xfrm>
                <a:off x="353805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71" name="Google Shape;7271;p68"/>
              <p:cNvSpPr/>
              <p:nvPr/>
            </p:nvSpPr>
            <p:spPr>
              <a:xfrm>
                <a:off x="338514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72" name="Google Shape;7272;p68"/>
              <p:cNvSpPr/>
              <p:nvPr/>
            </p:nvSpPr>
            <p:spPr>
              <a:xfrm>
                <a:off x="323224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73" name="Google Shape;7273;p68"/>
              <p:cNvSpPr/>
              <p:nvPr/>
            </p:nvSpPr>
            <p:spPr>
              <a:xfrm>
                <a:off x="307933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74" name="Google Shape;7274;p68"/>
              <p:cNvSpPr/>
              <p:nvPr/>
            </p:nvSpPr>
            <p:spPr>
              <a:xfrm>
                <a:off x="292643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75" name="Google Shape;7275;p68"/>
              <p:cNvSpPr/>
              <p:nvPr/>
            </p:nvSpPr>
            <p:spPr>
              <a:xfrm>
                <a:off x="277352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76" name="Google Shape;7276;p68"/>
              <p:cNvSpPr/>
              <p:nvPr/>
            </p:nvSpPr>
            <p:spPr>
              <a:xfrm>
                <a:off x="262061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77" name="Google Shape;7277;p68"/>
              <p:cNvSpPr/>
              <p:nvPr/>
            </p:nvSpPr>
            <p:spPr>
              <a:xfrm>
                <a:off x="246771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78" name="Google Shape;7278;p68"/>
              <p:cNvSpPr/>
              <p:nvPr/>
            </p:nvSpPr>
            <p:spPr>
              <a:xfrm>
                <a:off x="231480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79" name="Google Shape;7279;p68"/>
              <p:cNvSpPr/>
              <p:nvPr/>
            </p:nvSpPr>
            <p:spPr>
              <a:xfrm>
                <a:off x="216189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80" name="Google Shape;7280;p68"/>
              <p:cNvSpPr/>
              <p:nvPr/>
            </p:nvSpPr>
            <p:spPr>
              <a:xfrm>
                <a:off x="200899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81" name="Google Shape;7281;p68"/>
              <p:cNvSpPr/>
              <p:nvPr/>
            </p:nvSpPr>
            <p:spPr>
              <a:xfrm>
                <a:off x="185608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82" name="Google Shape;7282;p68"/>
              <p:cNvSpPr/>
              <p:nvPr/>
            </p:nvSpPr>
            <p:spPr>
              <a:xfrm>
                <a:off x="170317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83" name="Google Shape;7283;p68"/>
              <p:cNvSpPr/>
              <p:nvPr/>
            </p:nvSpPr>
            <p:spPr>
              <a:xfrm>
                <a:off x="48720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84" name="Google Shape;7284;p68"/>
              <p:cNvSpPr/>
              <p:nvPr/>
            </p:nvSpPr>
            <p:spPr>
              <a:xfrm>
                <a:off x="33429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85" name="Google Shape;7285;p68"/>
              <p:cNvSpPr/>
              <p:nvPr/>
            </p:nvSpPr>
            <p:spPr>
              <a:xfrm>
                <a:off x="18139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86" name="Google Shape;7286;p68"/>
              <p:cNvSpPr/>
              <p:nvPr/>
            </p:nvSpPr>
            <p:spPr>
              <a:xfrm>
                <a:off x="2848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87" name="Google Shape;7287;p68"/>
              <p:cNvSpPr/>
              <p:nvPr/>
            </p:nvSpPr>
            <p:spPr>
              <a:xfrm>
                <a:off x="9025579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74" y="1"/>
                    </a:moveTo>
                    <a:cubicBezTo>
                      <a:pt x="547" y="1"/>
                      <a:pt x="517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122" y="4431"/>
                    </a:cubicBezTo>
                    <a:lnTo>
                      <a:pt x="1003" y="4431"/>
                    </a:lnTo>
                    <a:cubicBezTo>
                      <a:pt x="103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600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7288" name="Google Shape;7288;p68"/>
          <p:cNvSpPr/>
          <p:nvPr/>
        </p:nvSpPr>
        <p:spPr>
          <a:xfrm>
            <a:off x="0" y="5107500"/>
            <a:ext cx="9144000" cy="36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289" name="Google Shape;7289;p68"/>
          <p:cNvGrpSpPr/>
          <p:nvPr/>
        </p:nvGrpSpPr>
        <p:grpSpPr>
          <a:xfrm>
            <a:off x="8500193" y="4148281"/>
            <a:ext cx="592952" cy="967689"/>
            <a:chOff x="8071153" y="3759204"/>
            <a:chExt cx="592952" cy="967689"/>
          </a:xfrm>
        </p:grpSpPr>
        <p:sp>
          <p:nvSpPr>
            <p:cNvPr id="7290" name="Google Shape;7290;p68"/>
            <p:cNvSpPr/>
            <p:nvPr/>
          </p:nvSpPr>
          <p:spPr>
            <a:xfrm>
              <a:off x="8350560" y="4196816"/>
              <a:ext cx="43890" cy="282116"/>
            </a:xfrm>
            <a:custGeom>
              <a:rect b="b" l="l" r="r" t="t"/>
              <a:pathLst>
                <a:path extrusionOk="0" h="3527" w="549">
                  <a:moveTo>
                    <a:pt x="153" y="0"/>
                  </a:moveTo>
                  <a:lnTo>
                    <a:pt x="1" y="3526"/>
                  </a:lnTo>
                  <a:lnTo>
                    <a:pt x="548" y="3435"/>
                  </a:lnTo>
                  <a:lnTo>
                    <a:pt x="39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91" name="Google Shape;7291;p68"/>
            <p:cNvSpPr/>
            <p:nvPr/>
          </p:nvSpPr>
          <p:spPr>
            <a:xfrm>
              <a:off x="8263101" y="4478852"/>
              <a:ext cx="221208" cy="248041"/>
            </a:xfrm>
            <a:custGeom>
              <a:rect b="b" l="l" r="r" t="t"/>
              <a:pathLst>
                <a:path extrusionOk="0" h="3101" w="2767">
                  <a:moveTo>
                    <a:pt x="1" y="0"/>
                  </a:moveTo>
                  <a:lnTo>
                    <a:pt x="396" y="3101"/>
                  </a:lnTo>
                  <a:lnTo>
                    <a:pt x="2402" y="3101"/>
                  </a:lnTo>
                  <a:lnTo>
                    <a:pt x="276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92" name="Google Shape;7292;p68"/>
            <p:cNvSpPr/>
            <p:nvPr/>
          </p:nvSpPr>
          <p:spPr>
            <a:xfrm>
              <a:off x="8248551" y="4435099"/>
              <a:ext cx="255184" cy="94865"/>
            </a:xfrm>
            <a:custGeom>
              <a:rect b="b" l="l" r="r" t="t"/>
              <a:pathLst>
                <a:path extrusionOk="0" h="1186" w="3192">
                  <a:moveTo>
                    <a:pt x="3192" y="0"/>
                  </a:moveTo>
                  <a:lnTo>
                    <a:pt x="0" y="61"/>
                  </a:lnTo>
                  <a:lnTo>
                    <a:pt x="61" y="1155"/>
                  </a:lnTo>
                  <a:lnTo>
                    <a:pt x="3040" y="1186"/>
                  </a:lnTo>
                  <a:lnTo>
                    <a:pt x="319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93" name="Google Shape;7293;p68"/>
            <p:cNvSpPr/>
            <p:nvPr/>
          </p:nvSpPr>
          <p:spPr>
            <a:xfrm>
              <a:off x="8265579" y="4527484"/>
              <a:ext cx="213853" cy="34075"/>
            </a:xfrm>
            <a:custGeom>
              <a:rect b="b" l="l" r="r" t="t"/>
              <a:pathLst>
                <a:path extrusionOk="0" h="426" w="2675">
                  <a:moveTo>
                    <a:pt x="0" y="0"/>
                  </a:moveTo>
                  <a:lnTo>
                    <a:pt x="91" y="426"/>
                  </a:lnTo>
                  <a:lnTo>
                    <a:pt x="2645" y="122"/>
                  </a:lnTo>
                  <a:lnTo>
                    <a:pt x="2675" y="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48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94" name="Google Shape;7294;p68"/>
            <p:cNvSpPr/>
            <p:nvPr/>
          </p:nvSpPr>
          <p:spPr>
            <a:xfrm>
              <a:off x="8318982" y="3766483"/>
              <a:ext cx="36535" cy="58391"/>
            </a:xfrm>
            <a:custGeom>
              <a:rect b="b" l="l" r="r" t="t"/>
              <a:pathLst>
                <a:path extrusionOk="0" h="730" w="457">
                  <a:moveTo>
                    <a:pt x="366" y="0"/>
                  </a:moveTo>
                  <a:cubicBezTo>
                    <a:pt x="366" y="0"/>
                    <a:pt x="122" y="122"/>
                    <a:pt x="62" y="304"/>
                  </a:cubicBezTo>
                  <a:cubicBezTo>
                    <a:pt x="1" y="517"/>
                    <a:pt x="62" y="730"/>
                    <a:pt x="62" y="730"/>
                  </a:cubicBezTo>
                  <a:cubicBezTo>
                    <a:pt x="62" y="730"/>
                    <a:pt x="305" y="608"/>
                    <a:pt x="366" y="426"/>
                  </a:cubicBezTo>
                  <a:cubicBezTo>
                    <a:pt x="457" y="244"/>
                    <a:pt x="366" y="0"/>
                    <a:pt x="36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95" name="Google Shape;7295;p68"/>
            <p:cNvSpPr/>
            <p:nvPr/>
          </p:nvSpPr>
          <p:spPr>
            <a:xfrm>
              <a:off x="8248551" y="3759204"/>
              <a:ext cx="58360" cy="65670"/>
            </a:xfrm>
            <a:custGeom>
              <a:rect b="b" l="l" r="r" t="t"/>
              <a:pathLst>
                <a:path extrusionOk="0" h="821" w="730">
                  <a:moveTo>
                    <a:pt x="0" y="0"/>
                  </a:moveTo>
                  <a:cubicBezTo>
                    <a:pt x="0" y="0"/>
                    <a:pt x="0" y="335"/>
                    <a:pt x="183" y="547"/>
                  </a:cubicBezTo>
                  <a:cubicBezTo>
                    <a:pt x="365" y="790"/>
                    <a:pt x="730" y="821"/>
                    <a:pt x="730" y="821"/>
                  </a:cubicBezTo>
                  <a:cubicBezTo>
                    <a:pt x="730" y="821"/>
                    <a:pt x="730" y="487"/>
                    <a:pt x="517" y="243"/>
                  </a:cubicBezTo>
                  <a:cubicBezTo>
                    <a:pt x="335" y="61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96" name="Google Shape;7296;p68"/>
            <p:cNvSpPr/>
            <p:nvPr/>
          </p:nvSpPr>
          <p:spPr>
            <a:xfrm>
              <a:off x="8532835" y="4167621"/>
              <a:ext cx="65715" cy="29275"/>
            </a:xfrm>
            <a:custGeom>
              <a:rect b="b" l="l" r="r" t="t"/>
              <a:pathLst>
                <a:path extrusionOk="0" h="366" w="822">
                  <a:moveTo>
                    <a:pt x="396" y="1"/>
                  </a:moveTo>
                  <a:cubicBezTo>
                    <a:pt x="153" y="1"/>
                    <a:pt x="1" y="213"/>
                    <a:pt x="1" y="213"/>
                  </a:cubicBezTo>
                  <a:cubicBezTo>
                    <a:pt x="1" y="213"/>
                    <a:pt x="183" y="365"/>
                    <a:pt x="426" y="365"/>
                  </a:cubicBezTo>
                  <a:cubicBezTo>
                    <a:pt x="669" y="365"/>
                    <a:pt x="821" y="153"/>
                    <a:pt x="821" y="153"/>
                  </a:cubicBezTo>
                  <a:cubicBezTo>
                    <a:pt x="821" y="153"/>
                    <a:pt x="609" y="1"/>
                    <a:pt x="396" y="1"/>
                  </a:cubicBezTo>
                  <a:close/>
                </a:path>
              </a:pathLst>
            </a:custGeom>
            <a:solidFill>
              <a:srgbClr val="7BBFB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97" name="Google Shape;7297;p68"/>
            <p:cNvSpPr/>
            <p:nvPr/>
          </p:nvSpPr>
          <p:spPr>
            <a:xfrm>
              <a:off x="8518285" y="4092272"/>
              <a:ext cx="48687" cy="80307"/>
            </a:xfrm>
            <a:custGeom>
              <a:rect b="b" l="l" r="r" t="t"/>
              <a:pathLst>
                <a:path extrusionOk="0" h="1004" w="609">
                  <a:moveTo>
                    <a:pt x="487" y="0"/>
                  </a:moveTo>
                  <a:cubicBezTo>
                    <a:pt x="487" y="0"/>
                    <a:pt x="183" y="152"/>
                    <a:pt x="61" y="426"/>
                  </a:cubicBezTo>
                  <a:cubicBezTo>
                    <a:pt x="0" y="699"/>
                    <a:pt x="122" y="1003"/>
                    <a:pt x="122" y="1003"/>
                  </a:cubicBezTo>
                  <a:cubicBezTo>
                    <a:pt x="122" y="1003"/>
                    <a:pt x="426" y="851"/>
                    <a:pt x="547" y="578"/>
                  </a:cubicBezTo>
                  <a:cubicBezTo>
                    <a:pt x="608" y="304"/>
                    <a:pt x="487" y="0"/>
                    <a:pt x="487" y="0"/>
                  </a:cubicBezTo>
                  <a:close/>
                </a:path>
              </a:pathLst>
            </a:custGeom>
            <a:solidFill>
              <a:srgbClr val="7BBFB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98" name="Google Shape;7298;p68"/>
            <p:cNvSpPr/>
            <p:nvPr/>
          </p:nvSpPr>
          <p:spPr>
            <a:xfrm>
              <a:off x="8071153" y="3827914"/>
              <a:ext cx="592952" cy="566871"/>
            </a:xfrm>
            <a:custGeom>
              <a:rect b="b" l="l" r="r" t="t"/>
              <a:pathLst>
                <a:path extrusionOk="0" h="7087" w="7417">
                  <a:moveTo>
                    <a:pt x="3931" y="0"/>
                  </a:moveTo>
                  <a:cubicBezTo>
                    <a:pt x="3624" y="0"/>
                    <a:pt x="3315" y="31"/>
                    <a:pt x="3010" y="83"/>
                  </a:cubicBezTo>
                  <a:cubicBezTo>
                    <a:pt x="1672" y="296"/>
                    <a:pt x="578" y="965"/>
                    <a:pt x="244" y="2363"/>
                  </a:cubicBezTo>
                  <a:cubicBezTo>
                    <a:pt x="0" y="3275"/>
                    <a:pt x="61" y="4430"/>
                    <a:pt x="426" y="5312"/>
                  </a:cubicBezTo>
                  <a:cubicBezTo>
                    <a:pt x="760" y="6132"/>
                    <a:pt x="1520" y="6770"/>
                    <a:pt x="2402" y="6953"/>
                  </a:cubicBezTo>
                  <a:cubicBezTo>
                    <a:pt x="2775" y="7038"/>
                    <a:pt x="3182" y="7086"/>
                    <a:pt x="3592" y="7086"/>
                  </a:cubicBezTo>
                  <a:cubicBezTo>
                    <a:pt x="4351" y="7086"/>
                    <a:pt x="5123" y="6922"/>
                    <a:pt x="5715" y="6527"/>
                  </a:cubicBezTo>
                  <a:cubicBezTo>
                    <a:pt x="6049" y="6315"/>
                    <a:pt x="6353" y="6071"/>
                    <a:pt x="6657" y="5767"/>
                  </a:cubicBezTo>
                  <a:cubicBezTo>
                    <a:pt x="7022" y="5342"/>
                    <a:pt x="7235" y="4825"/>
                    <a:pt x="7295" y="4308"/>
                  </a:cubicBezTo>
                  <a:cubicBezTo>
                    <a:pt x="7417" y="3640"/>
                    <a:pt x="7417" y="3032"/>
                    <a:pt x="7265" y="2515"/>
                  </a:cubicBezTo>
                  <a:cubicBezTo>
                    <a:pt x="7022" y="1634"/>
                    <a:pt x="6505" y="874"/>
                    <a:pt x="5593" y="387"/>
                  </a:cubicBezTo>
                  <a:cubicBezTo>
                    <a:pt x="5077" y="109"/>
                    <a:pt x="4509" y="0"/>
                    <a:pt x="393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299" name="Google Shape;7299;p68"/>
          <p:cNvGrpSpPr/>
          <p:nvPr/>
        </p:nvGrpSpPr>
        <p:grpSpPr>
          <a:xfrm>
            <a:off x="50855" y="4148281"/>
            <a:ext cx="592952" cy="967689"/>
            <a:chOff x="8071153" y="3759204"/>
            <a:chExt cx="592952" cy="967689"/>
          </a:xfrm>
        </p:grpSpPr>
        <p:sp>
          <p:nvSpPr>
            <p:cNvPr id="7300" name="Google Shape;7300;p68"/>
            <p:cNvSpPr/>
            <p:nvPr/>
          </p:nvSpPr>
          <p:spPr>
            <a:xfrm>
              <a:off x="8350560" y="4196816"/>
              <a:ext cx="43890" cy="282116"/>
            </a:xfrm>
            <a:custGeom>
              <a:rect b="b" l="l" r="r" t="t"/>
              <a:pathLst>
                <a:path extrusionOk="0" h="3527" w="549">
                  <a:moveTo>
                    <a:pt x="153" y="0"/>
                  </a:moveTo>
                  <a:lnTo>
                    <a:pt x="1" y="3526"/>
                  </a:lnTo>
                  <a:lnTo>
                    <a:pt x="548" y="3435"/>
                  </a:lnTo>
                  <a:lnTo>
                    <a:pt x="39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01" name="Google Shape;7301;p68"/>
            <p:cNvSpPr/>
            <p:nvPr/>
          </p:nvSpPr>
          <p:spPr>
            <a:xfrm>
              <a:off x="8263101" y="4478852"/>
              <a:ext cx="221208" cy="248041"/>
            </a:xfrm>
            <a:custGeom>
              <a:rect b="b" l="l" r="r" t="t"/>
              <a:pathLst>
                <a:path extrusionOk="0" h="3101" w="2767">
                  <a:moveTo>
                    <a:pt x="1" y="0"/>
                  </a:moveTo>
                  <a:lnTo>
                    <a:pt x="396" y="3101"/>
                  </a:lnTo>
                  <a:lnTo>
                    <a:pt x="2402" y="3101"/>
                  </a:lnTo>
                  <a:lnTo>
                    <a:pt x="276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02" name="Google Shape;7302;p68"/>
            <p:cNvSpPr/>
            <p:nvPr/>
          </p:nvSpPr>
          <p:spPr>
            <a:xfrm>
              <a:off x="8248551" y="4435099"/>
              <a:ext cx="255184" cy="94865"/>
            </a:xfrm>
            <a:custGeom>
              <a:rect b="b" l="l" r="r" t="t"/>
              <a:pathLst>
                <a:path extrusionOk="0" h="1186" w="3192">
                  <a:moveTo>
                    <a:pt x="3192" y="0"/>
                  </a:moveTo>
                  <a:lnTo>
                    <a:pt x="0" y="61"/>
                  </a:lnTo>
                  <a:lnTo>
                    <a:pt x="61" y="1155"/>
                  </a:lnTo>
                  <a:lnTo>
                    <a:pt x="3040" y="1186"/>
                  </a:lnTo>
                  <a:lnTo>
                    <a:pt x="319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03" name="Google Shape;7303;p68"/>
            <p:cNvSpPr/>
            <p:nvPr/>
          </p:nvSpPr>
          <p:spPr>
            <a:xfrm>
              <a:off x="8265579" y="4527484"/>
              <a:ext cx="213853" cy="34075"/>
            </a:xfrm>
            <a:custGeom>
              <a:rect b="b" l="l" r="r" t="t"/>
              <a:pathLst>
                <a:path extrusionOk="0" h="426" w="2675">
                  <a:moveTo>
                    <a:pt x="0" y="0"/>
                  </a:moveTo>
                  <a:lnTo>
                    <a:pt x="91" y="426"/>
                  </a:lnTo>
                  <a:lnTo>
                    <a:pt x="2645" y="122"/>
                  </a:lnTo>
                  <a:lnTo>
                    <a:pt x="2675" y="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48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04" name="Google Shape;7304;p68"/>
            <p:cNvSpPr/>
            <p:nvPr/>
          </p:nvSpPr>
          <p:spPr>
            <a:xfrm>
              <a:off x="8318982" y="3766483"/>
              <a:ext cx="36535" cy="58391"/>
            </a:xfrm>
            <a:custGeom>
              <a:rect b="b" l="l" r="r" t="t"/>
              <a:pathLst>
                <a:path extrusionOk="0" h="730" w="457">
                  <a:moveTo>
                    <a:pt x="366" y="0"/>
                  </a:moveTo>
                  <a:cubicBezTo>
                    <a:pt x="366" y="0"/>
                    <a:pt x="122" y="122"/>
                    <a:pt x="62" y="304"/>
                  </a:cubicBezTo>
                  <a:cubicBezTo>
                    <a:pt x="1" y="517"/>
                    <a:pt x="62" y="730"/>
                    <a:pt x="62" y="730"/>
                  </a:cubicBezTo>
                  <a:cubicBezTo>
                    <a:pt x="62" y="730"/>
                    <a:pt x="305" y="608"/>
                    <a:pt x="366" y="426"/>
                  </a:cubicBezTo>
                  <a:cubicBezTo>
                    <a:pt x="457" y="244"/>
                    <a:pt x="366" y="0"/>
                    <a:pt x="36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05" name="Google Shape;7305;p68"/>
            <p:cNvSpPr/>
            <p:nvPr/>
          </p:nvSpPr>
          <p:spPr>
            <a:xfrm>
              <a:off x="8248551" y="3759204"/>
              <a:ext cx="58360" cy="65670"/>
            </a:xfrm>
            <a:custGeom>
              <a:rect b="b" l="l" r="r" t="t"/>
              <a:pathLst>
                <a:path extrusionOk="0" h="821" w="730">
                  <a:moveTo>
                    <a:pt x="0" y="0"/>
                  </a:moveTo>
                  <a:cubicBezTo>
                    <a:pt x="0" y="0"/>
                    <a:pt x="0" y="335"/>
                    <a:pt x="183" y="547"/>
                  </a:cubicBezTo>
                  <a:cubicBezTo>
                    <a:pt x="365" y="790"/>
                    <a:pt x="730" y="821"/>
                    <a:pt x="730" y="821"/>
                  </a:cubicBezTo>
                  <a:cubicBezTo>
                    <a:pt x="730" y="821"/>
                    <a:pt x="730" y="487"/>
                    <a:pt x="517" y="243"/>
                  </a:cubicBezTo>
                  <a:cubicBezTo>
                    <a:pt x="335" y="61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06" name="Google Shape;7306;p68"/>
            <p:cNvSpPr/>
            <p:nvPr/>
          </p:nvSpPr>
          <p:spPr>
            <a:xfrm>
              <a:off x="8532835" y="4167621"/>
              <a:ext cx="65715" cy="29275"/>
            </a:xfrm>
            <a:custGeom>
              <a:rect b="b" l="l" r="r" t="t"/>
              <a:pathLst>
                <a:path extrusionOk="0" h="366" w="822">
                  <a:moveTo>
                    <a:pt x="396" y="1"/>
                  </a:moveTo>
                  <a:cubicBezTo>
                    <a:pt x="153" y="1"/>
                    <a:pt x="1" y="213"/>
                    <a:pt x="1" y="213"/>
                  </a:cubicBezTo>
                  <a:cubicBezTo>
                    <a:pt x="1" y="213"/>
                    <a:pt x="183" y="365"/>
                    <a:pt x="426" y="365"/>
                  </a:cubicBezTo>
                  <a:cubicBezTo>
                    <a:pt x="669" y="365"/>
                    <a:pt x="821" y="153"/>
                    <a:pt x="821" y="153"/>
                  </a:cubicBezTo>
                  <a:cubicBezTo>
                    <a:pt x="821" y="153"/>
                    <a:pt x="609" y="1"/>
                    <a:pt x="396" y="1"/>
                  </a:cubicBezTo>
                  <a:close/>
                </a:path>
              </a:pathLst>
            </a:custGeom>
            <a:solidFill>
              <a:srgbClr val="7BBFB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07" name="Google Shape;7307;p68"/>
            <p:cNvSpPr/>
            <p:nvPr/>
          </p:nvSpPr>
          <p:spPr>
            <a:xfrm>
              <a:off x="8518285" y="4092272"/>
              <a:ext cx="48687" cy="80307"/>
            </a:xfrm>
            <a:custGeom>
              <a:rect b="b" l="l" r="r" t="t"/>
              <a:pathLst>
                <a:path extrusionOk="0" h="1004" w="609">
                  <a:moveTo>
                    <a:pt x="487" y="0"/>
                  </a:moveTo>
                  <a:cubicBezTo>
                    <a:pt x="487" y="0"/>
                    <a:pt x="183" y="152"/>
                    <a:pt x="61" y="426"/>
                  </a:cubicBezTo>
                  <a:cubicBezTo>
                    <a:pt x="0" y="699"/>
                    <a:pt x="122" y="1003"/>
                    <a:pt x="122" y="1003"/>
                  </a:cubicBezTo>
                  <a:cubicBezTo>
                    <a:pt x="122" y="1003"/>
                    <a:pt x="426" y="851"/>
                    <a:pt x="547" y="578"/>
                  </a:cubicBezTo>
                  <a:cubicBezTo>
                    <a:pt x="608" y="304"/>
                    <a:pt x="487" y="0"/>
                    <a:pt x="487" y="0"/>
                  </a:cubicBezTo>
                  <a:close/>
                </a:path>
              </a:pathLst>
            </a:custGeom>
            <a:solidFill>
              <a:srgbClr val="7BBFB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08" name="Google Shape;7308;p68"/>
            <p:cNvSpPr/>
            <p:nvPr/>
          </p:nvSpPr>
          <p:spPr>
            <a:xfrm>
              <a:off x="8071153" y="3827914"/>
              <a:ext cx="592952" cy="566871"/>
            </a:xfrm>
            <a:custGeom>
              <a:rect b="b" l="l" r="r" t="t"/>
              <a:pathLst>
                <a:path extrusionOk="0" h="7087" w="7417">
                  <a:moveTo>
                    <a:pt x="3931" y="0"/>
                  </a:moveTo>
                  <a:cubicBezTo>
                    <a:pt x="3624" y="0"/>
                    <a:pt x="3315" y="31"/>
                    <a:pt x="3010" y="83"/>
                  </a:cubicBezTo>
                  <a:cubicBezTo>
                    <a:pt x="1672" y="296"/>
                    <a:pt x="578" y="965"/>
                    <a:pt x="244" y="2363"/>
                  </a:cubicBezTo>
                  <a:cubicBezTo>
                    <a:pt x="0" y="3275"/>
                    <a:pt x="61" y="4430"/>
                    <a:pt x="426" y="5312"/>
                  </a:cubicBezTo>
                  <a:cubicBezTo>
                    <a:pt x="760" y="6132"/>
                    <a:pt x="1520" y="6770"/>
                    <a:pt x="2402" y="6953"/>
                  </a:cubicBezTo>
                  <a:cubicBezTo>
                    <a:pt x="2775" y="7038"/>
                    <a:pt x="3182" y="7086"/>
                    <a:pt x="3592" y="7086"/>
                  </a:cubicBezTo>
                  <a:cubicBezTo>
                    <a:pt x="4351" y="7086"/>
                    <a:pt x="5123" y="6922"/>
                    <a:pt x="5715" y="6527"/>
                  </a:cubicBezTo>
                  <a:cubicBezTo>
                    <a:pt x="6049" y="6315"/>
                    <a:pt x="6353" y="6071"/>
                    <a:pt x="6657" y="5767"/>
                  </a:cubicBezTo>
                  <a:cubicBezTo>
                    <a:pt x="7022" y="5342"/>
                    <a:pt x="7235" y="4825"/>
                    <a:pt x="7295" y="4308"/>
                  </a:cubicBezTo>
                  <a:cubicBezTo>
                    <a:pt x="7417" y="3640"/>
                    <a:pt x="7417" y="3032"/>
                    <a:pt x="7265" y="2515"/>
                  </a:cubicBezTo>
                  <a:cubicBezTo>
                    <a:pt x="7022" y="1634"/>
                    <a:pt x="6505" y="874"/>
                    <a:pt x="5593" y="387"/>
                  </a:cubicBezTo>
                  <a:cubicBezTo>
                    <a:pt x="5077" y="109"/>
                    <a:pt x="4509" y="0"/>
                    <a:pt x="393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309" name="Google Shape;7309;p68"/>
          <p:cNvSpPr txBox="1"/>
          <p:nvPr>
            <p:ph type="title"/>
          </p:nvPr>
        </p:nvSpPr>
        <p:spPr>
          <a:xfrm>
            <a:off x="720000" y="540000"/>
            <a:ext cx="7704000" cy="6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500"/>
              <a:buNone/>
              <a:defRPr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7310" name="Google Shape;7310;p68"/>
          <p:cNvSpPr txBox="1"/>
          <p:nvPr>
            <p:ph idx="2" type="title"/>
          </p:nvPr>
        </p:nvSpPr>
        <p:spPr>
          <a:xfrm>
            <a:off x="1592400" y="1407600"/>
            <a:ext cx="2246400" cy="5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311" name="Google Shape;7311;p68"/>
          <p:cNvSpPr txBox="1"/>
          <p:nvPr>
            <p:ph idx="1" type="subTitle"/>
          </p:nvPr>
        </p:nvSpPr>
        <p:spPr>
          <a:xfrm>
            <a:off x="1592400" y="1885500"/>
            <a:ext cx="22464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7312" name="Google Shape;7312;p68"/>
          <p:cNvSpPr txBox="1"/>
          <p:nvPr>
            <p:ph idx="3" type="title"/>
          </p:nvPr>
        </p:nvSpPr>
        <p:spPr>
          <a:xfrm>
            <a:off x="1592400" y="2512800"/>
            <a:ext cx="2246400" cy="5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313" name="Google Shape;7313;p68"/>
          <p:cNvSpPr txBox="1"/>
          <p:nvPr>
            <p:ph idx="4" type="subTitle"/>
          </p:nvPr>
        </p:nvSpPr>
        <p:spPr>
          <a:xfrm>
            <a:off x="1592400" y="2990700"/>
            <a:ext cx="22464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7314" name="Google Shape;7314;p68"/>
          <p:cNvSpPr txBox="1"/>
          <p:nvPr>
            <p:ph idx="5" type="title"/>
          </p:nvPr>
        </p:nvSpPr>
        <p:spPr>
          <a:xfrm>
            <a:off x="1592400" y="3618900"/>
            <a:ext cx="2246400" cy="5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315" name="Google Shape;7315;p68"/>
          <p:cNvSpPr txBox="1"/>
          <p:nvPr>
            <p:ph idx="6" type="subTitle"/>
          </p:nvPr>
        </p:nvSpPr>
        <p:spPr>
          <a:xfrm>
            <a:off x="1592400" y="4096800"/>
            <a:ext cx="22464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7316" name="Google Shape;7316;p68"/>
          <p:cNvSpPr/>
          <p:nvPr/>
        </p:nvSpPr>
        <p:spPr>
          <a:xfrm>
            <a:off x="4547726" y="49970"/>
            <a:ext cx="1851686" cy="342426"/>
          </a:xfrm>
          <a:custGeom>
            <a:rect b="b" l="l" r="r" t="t"/>
            <a:pathLst>
              <a:path extrusionOk="0" h="4281" w="23162">
                <a:moveTo>
                  <a:pt x="12634" y="0"/>
                </a:moveTo>
                <a:cubicBezTo>
                  <a:pt x="11685" y="0"/>
                  <a:pt x="10826" y="596"/>
                  <a:pt x="10153" y="1849"/>
                </a:cubicBezTo>
                <a:cubicBezTo>
                  <a:pt x="8810" y="1477"/>
                  <a:pt x="7539" y="1314"/>
                  <a:pt x="6378" y="1314"/>
                </a:cubicBezTo>
                <a:cubicBezTo>
                  <a:pt x="2992" y="1314"/>
                  <a:pt x="544" y="2696"/>
                  <a:pt x="0" y="4281"/>
                </a:cubicBezTo>
                <a:lnTo>
                  <a:pt x="23162" y="4281"/>
                </a:lnTo>
                <a:cubicBezTo>
                  <a:pt x="22864" y="3777"/>
                  <a:pt x="20924" y="2045"/>
                  <a:pt x="18685" y="2045"/>
                </a:cubicBezTo>
                <a:cubicBezTo>
                  <a:pt x="17954" y="2045"/>
                  <a:pt x="17192" y="2229"/>
                  <a:pt x="16445" y="2700"/>
                </a:cubicBezTo>
                <a:cubicBezTo>
                  <a:pt x="15158" y="940"/>
                  <a:pt x="13825" y="0"/>
                  <a:pt x="12634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4_1">
    <p:spTree>
      <p:nvGrpSpPr>
        <p:cNvPr id="7317" name="Shape 7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18" name="Google Shape;7318;p69"/>
          <p:cNvGrpSpPr/>
          <p:nvPr/>
        </p:nvGrpSpPr>
        <p:grpSpPr>
          <a:xfrm>
            <a:off x="-15975" y="-52"/>
            <a:ext cx="9175950" cy="5143406"/>
            <a:chOff x="-15975" y="-52"/>
            <a:chExt cx="9175950" cy="5143406"/>
          </a:xfrm>
        </p:grpSpPr>
        <p:sp>
          <p:nvSpPr>
            <p:cNvPr id="7319" name="Google Shape;7319;p69"/>
            <p:cNvSpPr/>
            <p:nvPr/>
          </p:nvSpPr>
          <p:spPr>
            <a:xfrm rot="5400000">
              <a:off x="4570450" y="-378255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20" name="Google Shape;7320;p69"/>
            <p:cNvSpPr/>
            <p:nvPr/>
          </p:nvSpPr>
          <p:spPr>
            <a:xfrm rot="5400000">
              <a:off x="4570450" y="-276311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21" name="Google Shape;7321;p69"/>
            <p:cNvSpPr/>
            <p:nvPr/>
          </p:nvSpPr>
          <p:spPr>
            <a:xfrm rot="5400000">
              <a:off x="4570450" y="-174368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22" name="Google Shape;7322;p69"/>
            <p:cNvSpPr/>
            <p:nvPr/>
          </p:nvSpPr>
          <p:spPr>
            <a:xfrm rot="5400000">
              <a:off x="4570450" y="-72425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23" name="Google Shape;7323;p69"/>
            <p:cNvSpPr/>
            <p:nvPr/>
          </p:nvSpPr>
          <p:spPr>
            <a:xfrm rot="5400000">
              <a:off x="4570450" y="295184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24" name="Google Shape;7324;p69"/>
            <p:cNvSpPr/>
            <p:nvPr/>
          </p:nvSpPr>
          <p:spPr>
            <a:xfrm rot="5400000">
              <a:off x="4570450" y="-429226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25" name="Google Shape;7325;p69"/>
            <p:cNvSpPr/>
            <p:nvPr/>
          </p:nvSpPr>
          <p:spPr>
            <a:xfrm rot="5400000">
              <a:off x="4570450" y="-327283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26" name="Google Shape;7326;p69"/>
            <p:cNvSpPr/>
            <p:nvPr/>
          </p:nvSpPr>
          <p:spPr>
            <a:xfrm rot="5400000">
              <a:off x="4570450" y="-225340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27" name="Google Shape;7327;p69"/>
            <p:cNvSpPr/>
            <p:nvPr/>
          </p:nvSpPr>
          <p:spPr>
            <a:xfrm rot="5400000">
              <a:off x="4570450" y="-123396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28" name="Google Shape;7328;p69"/>
            <p:cNvSpPr/>
            <p:nvPr/>
          </p:nvSpPr>
          <p:spPr>
            <a:xfrm rot="5400000">
              <a:off x="4570450" y="-21453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29" name="Google Shape;7329;p69"/>
            <p:cNvSpPr/>
            <p:nvPr/>
          </p:nvSpPr>
          <p:spPr>
            <a:xfrm>
              <a:off x="5081305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30" name="Google Shape;7330;p69"/>
            <p:cNvSpPr/>
            <p:nvPr/>
          </p:nvSpPr>
          <p:spPr>
            <a:xfrm>
              <a:off x="6100964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31" name="Google Shape;7331;p69"/>
            <p:cNvSpPr/>
            <p:nvPr/>
          </p:nvSpPr>
          <p:spPr>
            <a:xfrm>
              <a:off x="7120623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32" name="Google Shape;7332;p69"/>
            <p:cNvSpPr/>
            <p:nvPr/>
          </p:nvSpPr>
          <p:spPr>
            <a:xfrm>
              <a:off x="8140282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33" name="Google Shape;7333;p69"/>
            <p:cNvSpPr/>
            <p:nvPr/>
          </p:nvSpPr>
          <p:spPr>
            <a:xfrm>
              <a:off x="5591134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34" name="Google Shape;7334;p69"/>
            <p:cNvSpPr/>
            <p:nvPr/>
          </p:nvSpPr>
          <p:spPr>
            <a:xfrm>
              <a:off x="6610793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35" name="Google Shape;7335;p69"/>
            <p:cNvSpPr/>
            <p:nvPr/>
          </p:nvSpPr>
          <p:spPr>
            <a:xfrm>
              <a:off x="7630452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36" name="Google Shape;7336;p69"/>
            <p:cNvSpPr/>
            <p:nvPr/>
          </p:nvSpPr>
          <p:spPr>
            <a:xfrm>
              <a:off x="8650111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337" name="Google Shape;7337;p69"/>
            <p:cNvGrpSpPr/>
            <p:nvPr/>
          </p:nvGrpSpPr>
          <p:grpSpPr>
            <a:xfrm>
              <a:off x="-15975" y="-52"/>
              <a:ext cx="4587484" cy="5143406"/>
              <a:chOff x="-9275" y="-1994782"/>
              <a:chExt cx="4587484" cy="9140583"/>
            </a:xfrm>
          </p:grpSpPr>
          <p:sp>
            <p:nvSpPr>
              <p:cNvPr id="7338" name="Google Shape;7338;p69"/>
              <p:cNvSpPr/>
              <p:nvPr/>
            </p:nvSpPr>
            <p:spPr>
              <a:xfrm>
                <a:off x="50044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39" name="Google Shape;7339;p69"/>
              <p:cNvSpPr/>
              <p:nvPr/>
            </p:nvSpPr>
            <p:spPr>
              <a:xfrm>
                <a:off x="15198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40" name="Google Shape;7340;p69"/>
              <p:cNvSpPr/>
              <p:nvPr/>
            </p:nvSpPr>
            <p:spPr>
              <a:xfrm>
                <a:off x="253930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41" name="Google Shape;7341;p69"/>
              <p:cNvSpPr/>
              <p:nvPr/>
            </p:nvSpPr>
            <p:spPr>
              <a:xfrm>
                <a:off x="355874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42" name="Google Shape;7342;p69"/>
              <p:cNvSpPr/>
              <p:nvPr/>
            </p:nvSpPr>
            <p:spPr>
              <a:xfrm>
                <a:off x="45781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43" name="Google Shape;7343;p69"/>
              <p:cNvSpPr/>
              <p:nvPr/>
            </p:nvSpPr>
            <p:spPr>
              <a:xfrm>
                <a:off x="101015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44" name="Google Shape;7344;p69"/>
              <p:cNvSpPr/>
              <p:nvPr/>
            </p:nvSpPr>
            <p:spPr>
              <a:xfrm>
                <a:off x="202959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45" name="Google Shape;7345;p69"/>
              <p:cNvSpPr/>
              <p:nvPr/>
            </p:nvSpPr>
            <p:spPr>
              <a:xfrm>
                <a:off x="304902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46" name="Google Shape;7346;p69"/>
              <p:cNvSpPr/>
              <p:nvPr/>
            </p:nvSpPr>
            <p:spPr>
              <a:xfrm>
                <a:off x="406845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47" name="Google Shape;7347;p69"/>
              <p:cNvSpPr/>
              <p:nvPr/>
            </p:nvSpPr>
            <p:spPr>
              <a:xfrm>
                <a:off x="-92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7348" name="Google Shape;7348;p69"/>
            <p:cNvSpPr/>
            <p:nvPr/>
          </p:nvSpPr>
          <p:spPr>
            <a:xfrm>
              <a:off x="9159941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349" name="Google Shape;7349;p69"/>
          <p:cNvSpPr/>
          <p:nvPr/>
        </p:nvSpPr>
        <p:spPr>
          <a:xfrm>
            <a:off x="0" y="-75"/>
            <a:ext cx="9144000" cy="5143500"/>
          </a:xfrm>
          <a:prstGeom prst="rect">
            <a:avLst/>
          </a:prstGeom>
          <a:solidFill>
            <a:srgbClr val="D6E3EA">
              <a:alpha val="398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50" name="Google Shape;7350;p69"/>
          <p:cNvSpPr/>
          <p:nvPr/>
        </p:nvSpPr>
        <p:spPr>
          <a:xfrm>
            <a:off x="8423997" y="230400"/>
            <a:ext cx="627009" cy="570231"/>
          </a:xfrm>
          <a:custGeom>
            <a:rect b="b" l="l" r="r" t="t"/>
            <a:pathLst>
              <a:path extrusionOk="0" h="7129" w="7843">
                <a:moveTo>
                  <a:pt x="3921" y="1"/>
                </a:moveTo>
                <a:cubicBezTo>
                  <a:pt x="3010" y="1"/>
                  <a:pt x="2098" y="343"/>
                  <a:pt x="1399" y="1027"/>
                </a:cubicBezTo>
                <a:cubicBezTo>
                  <a:pt x="0" y="2425"/>
                  <a:pt x="0" y="4705"/>
                  <a:pt x="1399" y="6103"/>
                </a:cubicBezTo>
                <a:cubicBezTo>
                  <a:pt x="2098" y="6787"/>
                  <a:pt x="3010" y="7129"/>
                  <a:pt x="3921" y="7129"/>
                </a:cubicBezTo>
                <a:cubicBezTo>
                  <a:pt x="4833" y="7129"/>
                  <a:pt x="5745" y="6787"/>
                  <a:pt x="6444" y="6103"/>
                </a:cubicBezTo>
                <a:cubicBezTo>
                  <a:pt x="7843" y="4705"/>
                  <a:pt x="7843" y="2425"/>
                  <a:pt x="6444" y="1027"/>
                </a:cubicBezTo>
                <a:cubicBezTo>
                  <a:pt x="5745" y="343"/>
                  <a:pt x="4833" y="1"/>
                  <a:pt x="3921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351" name="Google Shape;7351;p69"/>
          <p:cNvGrpSpPr/>
          <p:nvPr/>
        </p:nvGrpSpPr>
        <p:grpSpPr>
          <a:xfrm>
            <a:off x="7647030" y="3998946"/>
            <a:ext cx="1496970" cy="1108547"/>
            <a:chOff x="7609470" y="3938246"/>
            <a:chExt cx="1496970" cy="1108547"/>
          </a:xfrm>
        </p:grpSpPr>
        <p:sp>
          <p:nvSpPr>
            <p:cNvPr id="7352" name="Google Shape;7352;p69"/>
            <p:cNvSpPr/>
            <p:nvPr/>
          </p:nvSpPr>
          <p:spPr>
            <a:xfrm flipH="1">
              <a:off x="7609470" y="3938246"/>
              <a:ext cx="1494572" cy="1108547"/>
            </a:xfrm>
            <a:custGeom>
              <a:rect b="b" l="l" r="r" t="t"/>
              <a:pathLst>
                <a:path extrusionOk="0" h="13859" w="18695">
                  <a:moveTo>
                    <a:pt x="1447" y="0"/>
                  </a:moveTo>
                  <a:cubicBezTo>
                    <a:pt x="1061" y="0"/>
                    <a:pt x="617" y="130"/>
                    <a:pt x="122" y="424"/>
                  </a:cubicBezTo>
                  <a:cubicBezTo>
                    <a:pt x="92" y="424"/>
                    <a:pt x="61" y="454"/>
                    <a:pt x="1" y="454"/>
                  </a:cubicBezTo>
                  <a:lnTo>
                    <a:pt x="1" y="13858"/>
                  </a:lnTo>
                  <a:lnTo>
                    <a:pt x="18694" y="13858"/>
                  </a:lnTo>
                  <a:cubicBezTo>
                    <a:pt x="18451" y="13038"/>
                    <a:pt x="17752" y="12339"/>
                    <a:pt x="16992" y="12035"/>
                  </a:cubicBezTo>
                  <a:cubicBezTo>
                    <a:pt x="16604" y="11877"/>
                    <a:pt x="16196" y="11814"/>
                    <a:pt x="15780" y="11814"/>
                  </a:cubicBezTo>
                  <a:cubicBezTo>
                    <a:pt x="15320" y="11814"/>
                    <a:pt x="14850" y="11891"/>
                    <a:pt x="14389" y="12002"/>
                  </a:cubicBezTo>
                  <a:lnTo>
                    <a:pt x="14389" y="12002"/>
                  </a:lnTo>
                  <a:cubicBezTo>
                    <a:pt x="14540" y="11959"/>
                    <a:pt x="14746" y="11667"/>
                    <a:pt x="14864" y="11548"/>
                  </a:cubicBezTo>
                  <a:cubicBezTo>
                    <a:pt x="15138" y="11244"/>
                    <a:pt x="15351" y="10940"/>
                    <a:pt x="15411" y="10576"/>
                  </a:cubicBezTo>
                  <a:cubicBezTo>
                    <a:pt x="15472" y="10120"/>
                    <a:pt x="15320" y="9664"/>
                    <a:pt x="15047" y="9299"/>
                  </a:cubicBezTo>
                  <a:cubicBezTo>
                    <a:pt x="14653" y="8827"/>
                    <a:pt x="14011" y="8581"/>
                    <a:pt x="13374" y="8581"/>
                  </a:cubicBezTo>
                  <a:cubicBezTo>
                    <a:pt x="13272" y="8581"/>
                    <a:pt x="13171" y="8588"/>
                    <a:pt x="13071" y="8600"/>
                  </a:cubicBezTo>
                  <a:lnTo>
                    <a:pt x="12980" y="8600"/>
                  </a:lnTo>
                  <a:cubicBezTo>
                    <a:pt x="12828" y="8630"/>
                    <a:pt x="12706" y="8630"/>
                    <a:pt x="12554" y="8691"/>
                  </a:cubicBezTo>
                  <a:cubicBezTo>
                    <a:pt x="12213" y="8835"/>
                    <a:pt x="11894" y="9021"/>
                    <a:pt x="11601" y="9243"/>
                  </a:cubicBezTo>
                  <a:lnTo>
                    <a:pt x="11601" y="9243"/>
                  </a:lnTo>
                  <a:cubicBezTo>
                    <a:pt x="11894" y="8923"/>
                    <a:pt x="12183" y="8555"/>
                    <a:pt x="12311" y="8235"/>
                  </a:cubicBezTo>
                  <a:cubicBezTo>
                    <a:pt x="13246" y="6312"/>
                    <a:pt x="11645" y="3636"/>
                    <a:pt x="9345" y="3636"/>
                  </a:cubicBezTo>
                  <a:cubicBezTo>
                    <a:pt x="9028" y="3636"/>
                    <a:pt x="8698" y="3687"/>
                    <a:pt x="8359" y="3798"/>
                  </a:cubicBezTo>
                  <a:cubicBezTo>
                    <a:pt x="7436" y="4182"/>
                    <a:pt x="6643" y="4956"/>
                    <a:pt x="6052" y="5864"/>
                  </a:cubicBezTo>
                  <a:lnTo>
                    <a:pt x="6052" y="5864"/>
                  </a:lnTo>
                  <a:cubicBezTo>
                    <a:pt x="7044" y="3936"/>
                    <a:pt x="6013" y="2566"/>
                    <a:pt x="4822" y="2566"/>
                  </a:cubicBezTo>
                  <a:cubicBezTo>
                    <a:pt x="4146" y="2566"/>
                    <a:pt x="3418" y="3008"/>
                    <a:pt x="2979" y="4041"/>
                  </a:cubicBezTo>
                  <a:cubicBezTo>
                    <a:pt x="3611" y="2050"/>
                    <a:pt x="2981" y="0"/>
                    <a:pt x="144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53" name="Google Shape;7353;p69"/>
            <p:cNvSpPr/>
            <p:nvPr/>
          </p:nvSpPr>
          <p:spPr>
            <a:xfrm flipH="1">
              <a:off x="8221849" y="4367699"/>
              <a:ext cx="884591" cy="679094"/>
            </a:xfrm>
            <a:custGeom>
              <a:rect b="b" l="l" r="r" t="t"/>
              <a:pathLst>
                <a:path extrusionOk="0" h="8490" w="11065">
                  <a:moveTo>
                    <a:pt x="486" y="1"/>
                  </a:moveTo>
                  <a:cubicBezTo>
                    <a:pt x="321" y="1"/>
                    <a:pt x="157" y="33"/>
                    <a:pt x="0" y="100"/>
                  </a:cubicBezTo>
                  <a:lnTo>
                    <a:pt x="0" y="8489"/>
                  </a:lnTo>
                  <a:lnTo>
                    <a:pt x="11064" y="8489"/>
                  </a:lnTo>
                  <a:cubicBezTo>
                    <a:pt x="10912" y="8003"/>
                    <a:pt x="10487" y="7578"/>
                    <a:pt x="10031" y="7426"/>
                  </a:cubicBezTo>
                  <a:cubicBezTo>
                    <a:pt x="9799" y="7339"/>
                    <a:pt x="9553" y="7300"/>
                    <a:pt x="9303" y="7300"/>
                  </a:cubicBezTo>
                  <a:cubicBezTo>
                    <a:pt x="9029" y="7300"/>
                    <a:pt x="8751" y="7346"/>
                    <a:pt x="8481" y="7426"/>
                  </a:cubicBezTo>
                  <a:cubicBezTo>
                    <a:pt x="8754" y="6939"/>
                    <a:pt x="8389" y="6271"/>
                    <a:pt x="7903" y="6058"/>
                  </a:cubicBezTo>
                  <a:cubicBezTo>
                    <a:pt x="7756" y="6003"/>
                    <a:pt x="7601" y="5978"/>
                    <a:pt x="7444" y="5978"/>
                  </a:cubicBezTo>
                  <a:cubicBezTo>
                    <a:pt x="7152" y="5978"/>
                    <a:pt x="6851" y="6063"/>
                    <a:pt x="6580" y="6195"/>
                  </a:cubicBezTo>
                  <a:lnTo>
                    <a:pt x="6580" y="6195"/>
                  </a:lnTo>
                  <a:cubicBezTo>
                    <a:pt x="6903" y="5981"/>
                    <a:pt x="7137" y="5620"/>
                    <a:pt x="7265" y="5237"/>
                  </a:cubicBezTo>
                  <a:cubicBezTo>
                    <a:pt x="7801" y="4084"/>
                    <a:pt x="6846" y="2504"/>
                    <a:pt x="5507" y="2504"/>
                  </a:cubicBezTo>
                  <a:cubicBezTo>
                    <a:pt x="5329" y="2504"/>
                    <a:pt x="5144" y="2532"/>
                    <a:pt x="4955" y="2593"/>
                  </a:cubicBezTo>
                  <a:cubicBezTo>
                    <a:pt x="4359" y="2836"/>
                    <a:pt x="3885" y="3321"/>
                    <a:pt x="3509" y="3896"/>
                  </a:cubicBezTo>
                  <a:lnTo>
                    <a:pt x="3509" y="3896"/>
                  </a:lnTo>
                  <a:cubicBezTo>
                    <a:pt x="4180" y="2709"/>
                    <a:pt x="3551" y="1867"/>
                    <a:pt x="2823" y="1867"/>
                  </a:cubicBezTo>
                  <a:cubicBezTo>
                    <a:pt x="2423" y="1867"/>
                    <a:pt x="1993" y="2122"/>
                    <a:pt x="1733" y="2714"/>
                  </a:cubicBezTo>
                  <a:cubicBezTo>
                    <a:pt x="2381" y="1081"/>
                    <a:pt x="1437" y="1"/>
                    <a:pt x="4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54" name="Google Shape;7354;p69"/>
            <p:cNvSpPr/>
            <p:nvPr/>
          </p:nvSpPr>
          <p:spPr>
            <a:xfrm flipH="1">
              <a:off x="8165967" y="4144614"/>
              <a:ext cx="82743" cy="75988"/>
            </a:xfrm>
            <a:custGeom>
              <a:rect b="b" l="l" r="r" t="t"/>
              <a:pathLst>
                <a:path extrusionOk="0" h="950" w="1035">
                  <a:moveTo>
                    <a:pt x="998" y="1"/>
                  </a:moveTo>
                  <a:cubicBezTo>
                    <a:pt x="894" y="1"/>
                    <a:pt x="584" y="21"/>
                    <a:pt x="335" y="245"/>
                  </a:cubicBezTo>
                  <a:cubicBezTo>
                    <a:pt x="31" y="488"/>
                    <a:pt x="1" y="944"/>
                    <a:pt x="1" y="944"/>
                  </a:cubicBezTo>
                  <a:cubicBezTo>
                    <a:pt x="1" y="944"/>
                    <a:pt x="38" y="950"/>
                    <a:pt x="99" y="950"/>
                  </a:cubicBezTo>
                  <a:cubicBezTo>
                    <a:pt x="235" y="950"/>
                    <a:pt x="490" y="921"/>
                    <a:pt x="700" y="731"/>
                  </a:cubicBezTo>
                  <a:cubicBezTo>
                    <a:pt x="1004" y="458"/>
                    <a:pt x="1034" y="2"/>
                    <a:pt x="1034" y="2"/>
                  </a:cubicBezTo>
                  <a:cubicBezTo>
                    <a:pt x="1034" y="2"/>
                    <a:pt x="1021" y="1"/>
                    <a:pt x="99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55" name="Google Shape;7355;p69"/>
            <p:cNvSpPr/>
            <p:nvPr/>
          </p:nvSpPr>
          <p:spPr>
            <a:xfrm flipH="1">
              <a:off x="8853654" y="4378097"/>
              <a:ext cx="82743" cy="116782"/>
            </a:xfrm>
            <a:custGeom>
              <a:rect b="b" l="l" r="r" t="t"/>
              <a:pathLst>
                <a:path extrusionOk="0" h="1460" w="1035">
                  <a:moveTo>
                    <a:pt x="913" y="1"/>
                  </a:moveTo>
                  <a:lnTo>
                    <a:pt x="913" y="1"/>
                  </a:lnTo>
                  <a:cubicBezTo>
                    <a:pt x="913" y="1"/>
                    <a:pt x="457" y="153"/>
                    <a:pt x="244" y="548"/>
                  </a:cubicBezTo>
                  <a:cubicBezTo>
                    <a:pt x="1" y="913"/>
                    <a:pt x="123" y="1460"/>
                    <a:pt x="123" y="1460"/>
                  </a:cubicBezTo>
                  <a:cubicBezTo>
                    <a:pt x="123" y="1460"/>
                    <a:pt x="578" y="1308"/>
                    <a:pt x="791" y="913"/>
                  </a:cubicBezTo>
                  <a:cubicBezTo>
                    <a:pt x="1034" y="548"/>
                    <a:pt x="913" y="1"/>
                    <a:pt x="9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56" name="Google Shape;7356;p69"/>
            <p:cNvSpPr/>
            <p:nvPr/>
          </p:nvSpPr>
          <p:spPr>
            <a:xfrm flipH="1">
              <a:off x="8255906" y="4047429"/>
              <a:ext cx="77786" cy="165414"/>
            </a:xfrm>
            <a:custGeom>
              <a:rect b="b" l="l" r="r" t="t"/>
              <a:pathLst>
                <a:path extrusionOk="0" h="2068" w="973">
                  <a:moveTo>
                    <a:pt x="243" y="1"/>
                  </a:moveTo>
                  <a:cubicBezTo>
                    <a:pt x="243" y="1"/>
                    <a:pt x="0" y="578"/>
                    <a:pt x="91" y="1156"/>
                  </a:cubicBezTo>
                  <a:cubicBezTo>
                    <a:pt x="213" y="1703"/>
                    <a:pt x="699" y="2068"/>
                    <a:pt x="699" y="2068"/>
                  </a:cubicBezTo>
                  <a:cubicBezTo>
                    <a:pt x="699" y="2068"/>
                    <a:pt x="973" y="1490"/>
                    <a:pt x="851" y="913"/>
                  </a:cubicBezTo>
                  <a:cubicBezTo>
                    <a:pt x="760" y="335"/>
                    <a:pt x="243" y="1"/>
                    <a:pt x="2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357" name="Google Shape;7357;p69"/>
          <p:cNvGrpSpPr/>
          <p:nvPr/>
        </p:nvGrpSpPr>
        <p:grpSpPr>
          <a:xfrm flipH="1">
            <a:off x="-518902" y="2809772"/>
            <a:ext cx="1496970" cy="2297721"/>
            <a:chOff x="243098" y="2746672"/>
            <a:chExt cx="1496970" cy="2297721"/>
          </a:xfrm>
        </p:grpSpPr>
        <p:sp>
          <p:nvSpPr>
            <p:cNvPr id="7358" name="Google Shape;7358;p69"/>
            <p:cNvSpPr/>
            <p:nvPr/>
          </p:nvSpPr>
          <p:spPr>
            <a:xfrm>
              <a:off x="789842" y="4086383"/>
              <a:ext cx="461762" cy="958010"/>
            </a:xfrm>
            <a:custGeom>
              <a:rect b="b" l="l" r="r" t="t"/>
              <a:pathLst>
                <a:path extrusionOk="0" h="11977" w="5776">
                  <a:moveTo>
                    <a:pt x="2888" y="0"/>
                  </a:moveTo>
                  <a:lnTo>
                    <a:pt x="2797" y="2219"/>
                  </a:lnTo>
                  <a:lnTo>
                    <a:pt x="1611" y="1307"/>
                  </a:lnTo>
                  <a:lnTo>
                    <a:pt x="1520" y="1429"/>
                  </a:lnTo>
                  <a:lnTo>
                    <a:pt x="2645" y="2797"/>
                  </a:lnTo>
                  <a:lnTo>
                    <a:pt x="2432" y="7082"/>
                  </a:lnTo>
                  <a:lnTo>
                    <a:pt x="1885" y="6535"/>
                  </a:lnTo>
                  <a:lnTo>
                    <a:pt x="1915" y="5076"/>
                  </a:lnTo>
                  <a:lnTo>
                    <a:pt x="1703" y="5015"/>
                  </a:lnTo>
                  <a:lnTo>
                    <a:pt x="1520" y="6201"/>
                  </a:lnTo>
                  <a:lnTo>
                    <a:pt x="152" y="5015"/>
                  </a:lnTo>
                  <a:lnTo>
                    <a:pt x="0" y="5137"/>
                  </a:lnTo>
                  <a:lnTo>
                    <a:pt x="2310" y="7812"/>
                  </a:lnTo>
                  <a:lnTo>
                    <a:pt x="2007" y="11976"/>
                  </a:lnTo>
                  <a:lnTo>
                    <a:pt x="3891" y="11976"/>
                  </a:lnTo>
                  <a:lnTo>
                    <a:pt x="3678" y="6748"/>
                  </a:lnTo>
                  <a:lnTo>
                    <a:pt x="4681" y="5107"/>
                  </a:lnTo>
                  <a:lnTo>
                    <a:pt x="5776" y="4955"/>
                  </a:lnTo>
                  <a:lnTo>
                    <a:pt x="5776" y="4772"/>
                  </a:lnTo>
                  <a:lnTo>
                    <a:pt x="4803" y="4803"/>
                  </a:lnTo>
                  <a:lnTo>
                    <a:pt x="5350" y="3921"/>
                  </a:lnTo>
                  <a:lnTo>
                    <a:pt x="5228" y="3800"/>
                  </a:lnTo>
                  <a:lnTo>
                    <a:pt x="3678" y="5471"/>
                  </a:lnTo>
                  <a:lnTo>
                    <a:pt x="3405" y="2736"/>
                  </a:lnTo>
                  <a:lnTo>
                    <a:pt x="319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59" name="Google Shape;7359;p69"/>
            <p:cNvSpPr/>
            <p:nvPr/>
          </p:nvSpPr>
          <p:spPr>
            <a:xfrm>
              <a:off x="274676" y="2746672"/>
              <a:ext cx="1465392" cy="1589112"/>
            </a:xfrm>
            <a:custGeom>
              <a:rect b="b" l="l" r="r" t="t"/>
              <a:pathLst>
                <a:path extrusionOk="0" h="19867" w="18330">
                  <a:moveTo>
                    <a:pt x="9682" y="1"/>
                  </a:moveTo>
                  <a:cubicBezTo>
                    <a:pt x="9666" y="1"/>
                    <a:pt x="9651" y="1"/>
                    <a:pt x="9636" y="1"/>
                  </a:cubicBezTo>
                  <a:cubicBezTo>
                    <a:pt x="8663" y="32"/>
                    <a:pt x="7873" y="731"/>
                    <a:pt x="7265" y="1460"/>
                  </a:cubicBezTo>
                  <a:cubicBezTo>
                    <a:pt x="6019" y="2980"/>
                    <a:pt x="5259" y="4865"/>
                    <a:pt x="5107" y="6840"/>
                  </a:cubicBezTo>
                  <a:cubicBezTo>
                    <a:pt x="4712" y="6354"/>
                    <a:pt x="4377" y="5868"/>
                    <a:pt x="3891" y="5472"/>
                  </a:cubicBezTo>
                  <a:cubicBezTo>
                    <a:pt x="3485" y="5168"/>
                    <a:pt x="2993" y="4926"/>
                    <a:pt x="2488" y="4926"/>
                  </a:cubicBezTo>
                  <a:cubicBezTo>
                    <a:pt x="2389" y="4926"/>
                    <a:pt x="2289" y="4936"/>
                    <a:pt x="2189" y="4956"/>
                  </a:cubicBezTo>
                  <a:cubicBezTo>
                    <a:pt x="1186" y="5108"/>
                    <a:pt x="548" y="6111"/>
                    <a:pt x="274" y="7114"/>
                  </a:cubicBezTo>
                  <a:cubicBezTo>
                    <a:pt x="1" y="8178"/>
                    <a:pt x="61" y="9272"/>
                    <a:pt x="396" y="10305"/>
                  </a:cubicBezTo>
                  <a:cubicBezTo>
                    <a:pt x="912" y="12007"/>
                    <a:pt x="2219" y="13375"/>
                    <a:pt x="3466" y="14622"/>
                  </a:cubicBezTo>
                  <a:cubicBezTo>
                    <a:pt x="3336" y="14567"/>
                    <a:pt x="3199" y="14541"/>
                    <a:pt x="3063" y="14541"/>
                  </a:cubicBezTo>
                  <a:cubicBezTo>
                    <a:pt x="2595" y="14541"/>
                    <a:pt x="2127" y="14843"/>
                    <a:pt x="1915" y="15290"/>
                  </a:cubicBezTo>
                  <a:cubicBezTo>
                    <a:pt x="1520" y="16050"/>
                    <a:pt x="1915" y="16901"/>
                    <a:pt x="2402" y="17509"/>
                  </a:cubicBezTo>
                  <a:cubicBezTo>
                    <a:pt x="2858" y="18026"/>
                    <a:pt x="3435" y="18391"/>
                    <a:pt x="4043" y="18695"/>
                  </a:cubicBezTo>
                  <a:cubicBezTo>
                    <a:pt x="5651" y="19498"/>
                    <a:pt x="7434" y="19866"/>
                    <a:pt x="9228" y="19866"/>
                  </a:cubicBezTo>
                  <a:cubicBezTo>
                    <a:pt x="11164" y="19866"/>
                    <a:pt x="13112" y="19437"/>
                    <a:pt x="14864" y="18664"/>
                  </a:cubicBezTo>
                  <a:cubicBezTo>
                    <a:pt x="16110" y="18117"/>
                    <a:pt x="16992" y="17205"/>
                    <a:pt x="17691" y="15989"/>
                  </a:cubicBezTo>
                  <a:cubicBezTo>
                    <a:pt x="18147" y="15290"/>
                    <a:pt x="18299" y="14439"/>
                    <a:pt x="18329" y="13649"/>
                  </a:cubicBezTo>
                  <a:cubicBezTo>
                    <a:pt x="18329" y="13102"/>
                    <a:pt x="18299" y="12585"/>
                    <a:pt x="18086" y="12129"/>
                  </a:cubicBezTo>
                  <a:cubicBezTo>
                    <a:pt x="17873" y="11673"/>
                    <a:pt x="17448" y="11248"/>
                    <a:pt x="16931" y="11187"/>
                  </a:cubicBezTo>
                  <a:cubicBezTo>
                    <a:pt x="16869" y="11174"/>
                    <a:pt x="16804" y="11168"/>
                    <a:pt x="16739" y="11168"/>
                  </a:cubicBezTo>
                  <a:cubicBezTo>
                    <a:pt x="16511" y="11168"/>
                    <a:pt x="16279" y="11244"/>
                    <a:pt x="16148" y="11384"/>
                  </a:cubicBezTo>
                  <a:lnTo>
                    <a:pt x="16148" y="11384"/>
                  </a:lnTo>
                  <a:cubicBezTo>
                    <a:pt x="16711" y="10695"/>
                    <a:pt x="17239" y="9890"/>
                    <a:pt x="17448" y="8998"/>
                  </a:cubicBezTo>
                  <a:cubicBezTo>
                    <a:pt x="17691" y="8086"/>
                    <a:pt x="17569" y="7083"/>
                    <a:pt x="16961" y="6384"/>
                  </a:cubicBezTo>
                  <a:cubicBezTo>
                    <a:pt x="16487" y="5810"/>
                    <a:pt x="15766" y="5523"/>
                    <a:pt x="15019" y="5523"/>
                  </a:cubicBezTo>
                  <a:cubicBezTo>
                    <a:pt x="14856" y="5523"/>
                    <a:pt x="14692" y="5536"/>
                    <a:pt x="14530" y="5564"/>
                  </a:cubicBezTo>
                  <a:cubicBezTo>
                    <a:pt x="13618" y="5716"/>
                    <a:pt x="12858" y="6202"/>
                    <a:pt x="12250" y="6871"/>
                  </a:cubicBezTo>
                  <a:cubicBezTo>
                    <a:pt x="12311" y="5472"/>
                    <a:pt x="12615" y="4074"/>
                    <a:pt x="12372" y="2706"/>
                  </a:cubicBezTo>
                  <a:cubicBezTo>
                    <a:pt x="12101" y="1354"/>
                    <a:pt x="11057" y="1"/>
                    <a:pt x="968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60" name="Google Shape;7360;p69"/>
            <p:cNvSpPr/>
            <p:nvPr/>
          </p:nvSpPr>
          <p:spPr>
            <a:xfrm>
              <a:off x="635228" y="4360980"/>
              <a:ext cx="324817" cy="282356"/>
            </a:xfrm>
            <a:custGeom>
              <a:rect b="b" l="l" r="r" t="t"/>
              <a:pathLst>
                <a:path extrusionOk="0" h="3530" w="4063">
                  <a:moveTo>
                    <a:pt x="1850" y="0"/>
                  </a:moveTo>
                  <a:cubicBezTo>
                    <a:pt x="1502" y="0"/>
                    <a:pt x="1195" y="373"/>
                    <a:pt x="1570" y="944"/>
                  </a:cubicBezTo>
                  <a:cubicBezTo>
                    <a:pt x="1296" y="663"/>
                    <a:pt x="1033" y="551"/>
                    <a:pt x="819" y="551"/>
                  </a:cubicBezTo>
                  <a:cubicBezTo>
                    <a:pt x="223" y="551"/>
                    <a:pt x="1" y="1409"/>
                    <a:pt x="962" y="1856"/>
                  </a:cubicBezTo>
                  <a:cubicBezTo>
                    <a:pt x="37" y="1881"/>
                    <a:pt x="304" y="2974"/>
                    <a:pt x="969" y="2974"/>
                  </a:cubicBezTo>
                  <a:cubicBezTo>
                    <a:pt x="1100" y="2974"/>
                    <a:pt x="1247" y="2931"/>
                    <a:pt x="1403" y="2829"/>
                  </a:cubicBezTo>
                  <a:lnTo>
                    <a:pt x="1403" y="2829"/>
                  </a:lnTo>
                  <a:cubicBezTo>
                    <a:pt x="1083" y="3075"/>
                    <a:pt x="1301" y="3529"/>
                    <a:pt x="1714" y="3529"/>
                  </a:cubicBezTo>
                  <a:cubicBezTo>
                    <a:pt x="1726" y="3529"/>
                    <a:pt x="1739" y="3529"/>
                    <a:pt x="1752" y="3528"/>
                  </a:cubicBezTo>
                  <a:cubicBezTo>
                    <a:pt x="2877" y="3315"/>
                    <a:pt x="4062" y="1491"/>
                    <a:pt x="3029" y="519"/>
                  </a:cubicBezTo>
                  <a:cubicBezTo>
                    <a:pt x="2955" y="430"/>
                    <a:pt x="2810" y="370"/>
                    <a:pt x="2680" y="370"/>
                  </a:cubicBezTo>
                  <a:cubicBezTo>
                    <a:pt x="2542" y="370"/>
                    <a:pt x="2421" y="438"/>
                    <a:pt x="2421" y="610"/>
                  </a:cubicBezTo>
                  <a:cubicBezTo>
                    <a:pt x="2358" y="184"/>
                    <a:pt x="2094" y="0"/>
                    <a:pt x="185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61" name="Google Shape;7361;p69"/>
            <p:cNvSpPr/>
            <p:nvPr/>
          </p:nvSpPr>
          <p:spPr>
            <a:xfrm>
              <a:off x="663449" y="3468479"/>
              <a:ext cx="794733" cy="858426"/>
            </a:xfrm>
            <a:custGeom>
              <a:rect b="b" l="l" r="r" t="t"/>
              <a:pathLst>
                <a:path extrusionOk="0" h="10732" w="9941">
                  <a:moveTo>
                    <a:pt x="3393" y="0"/>
                  </a:moveTo>
                  <a:cubicBezTo>
                    <a:pt x="3295" y="0"/>
                    <a:pt x="3197" y="11"/>
                    <a:pt x="3101" y="35"/>
                  </a:cubicBezTo>
                  <a:cubicBezTo>
                    <a:pt x="2341" y="217"/>
                    <a:pt x="1977" y="1129"/>
                    <a:pt x="2068" y="1889"/>
                  </a:cubicBezTo>
                  <a:cubicBezTo>
                    <a:pt x="2129" y="2649"/>
                    <a:pt x="2524" y="3379"/>
                    <a:pt x="2797" y="4078"/>
                  </a:cubicBezTo>
                  <a:cubicBezTo>
                    <a:pt x="2435" y="3871"/>
                    <a:pt x="2029" y="3730"/>
                    <a:pt x="1598" y="3730"/>
                  </a:cubicBezTo>
                  <a:cubicBezTo>
                    <a:pt x="1522" y="3730"/>
                    <a:pt x="1446" y="3734"/>
                    <a:pt x="1369" y="3743"/>
                  </a:cubicBezTo>
                  <a:cubicBezTo>
                    <a:pt x="882" y="3835"/>
                    <a:pt x="426" y="4139"/>
                    <a:pt x="244" y="4594"/>
                  </a:cubicBezTo>
                  <a:cubicBezTo>
                    <a:pt x="1" y="5081"/>
                    <a:pt x="122" y="5598"/>
                    <a:pt x="396" y="6053"/>
                  </a:cubicBezTo>
                  <a:cubicBezTo>
                    <a:pt x="670" y="6479"/>
                    <a:pt x="1065" y="6813"/>
                    <a:pt x="1490" y="7117"/>
                  </a:cubicBezTo>
                  <a:cubicBezTo>
                    <a:pt x="1414" y="7087"/>
                    <a:pt x="1331" y="7072"/>
                    <a:pt x="1247" y="7072"/>
                  </a:cubicBezTo>
                  <a:cubicBezTo>
                    <a:pt x="1163" y="7072"/>
                    <a:pt x="1080" y="7087"/>
                    <a:pt x="1004" y="7117"/>
                  </a:cubicBezTo>
                  <a:cubicBezTo>
                    <a:pt x="730" y="7239"/>
                    <a:pt x="578" y="7512"/>
                    <a:pt x="548" y="7816"/>
                  </a:cubicBezTo>
                  <a:cubicBezTo>
                    <a:pt x="518" y="8090"/>
                    <a:pt x="578" y="8394"/>
                    <a:pt x="670" y="8637"/>
                  </a:cubicBezTo>
                  <a:cubicBezTo>
                    <a:pt x="822" y="9093"/>
                    <a:pt x="1034" y="9519"/>
                    <a:pt x="1338" y="9701"/>
                  </a:cubicBezTo>
                  <a:cubicBezTo>
                    <a:pt x="1885" y="10248"/>
                    <a:pt x="2493" y="10582"/>
                    <a:pt x="3253" y="10674"/>
                  </a:cubicBezTo>
                  <a:cubicBezTo>
                    <a:pt x="3573" y="10712"/>
                    <a:pt x="3897" y="10731"/>
                    <a:pt x="4223" y="10731"/>
                  </a:cubicBezTo>
                  <a:cubicBezTo>
                    <a:pt x="5969" y="10731"/>
                    <a:pt x="7747" y="10171"/>
                    <a:pt x="9028" y="8941"/>
                  </a:cubicBezTo>
                  <a:cubicBezTo>
                    <a:pt x="9272" y="8728"/>
                    <a:pt x="9545" y="8424"/>
                    <a:pt x="9697" y="8060"/>
                  </a:cubicBezTo>
                  <a:cubicBezTo>
                    <a:pt x="9879" y="7695"/>
                    <a:pt x="9940" y="7148"/>
                    <a:pt x="9636" y="6813"/>
                  </a:cubicBezTo>
                  <a:cubicBezTo>
                    <a:pt x="9478" y="6690"/>
                    <a:pt x="9268" y="6607"/>
                    <a:pt x="9066" y="6607"/>
                  </a:cubicBezTo>
                  <a:cubicBezTo>
                    <a:pt x="8920" y="6607"/>
                    <a:pt x="8778" y="6650"/>
                    <a:pt x="8664" y="6753"/>
                  </a:cubicBezTo>
                  <a:cubicBezTo>
                    <a:pt x="9120" y="5841"/>
                    <a:pt x="9636" y="4929"/>
                    <a:pt x="9636" y="3926"/>
                  </a:cubicBezTo>
                  <a:cubicBezTo>
                    <a:pt x="9636" y="3348"/>
                    <a:pt x="9484" y="2740"/>
                    <a:pt x="9180" y="2224"/>
                  </a:cubicBezTo>
                  <a:cubicBezTo>
                    <a:pt x="8931" y="1807"/>
                    <a:pt x="8504" y="1391"/>
                    <a:pt x="7992" y="1391"/>
                  </a:cubicBezTo>
                  <a:cubicBezTo>
                    <a:pt x="7943" y="1391"/>
                    <a:pt x="7893" y="1395"/>
                    <a:pt x="7843" y="1403"/>
                  </a:cubicBezTo>
                  <a:cubicBezTo>
                    <a:pt x="7509" y="1464"/>
                    <a:pt x="7205" y="1707"/>
                    <a:pt x="6992" y="1950"/>
                  </a:cubicBezTo>
                  <a:cubicBezTo>
                    <a:pt x="6809" y="2254"/>
                    <a:pt x="6688" y="2558"/>
                    <a:pt x="6597" y="2923"/>
                  </a:cubicBezTo>
                  <a:cubicBezTo>
                    <a:pt x="6202" y="1889"/>
                    <a:pt x="5472" y="1008"/>
                    <a:pt x="4560" y="400"/>
                  </a:cubicBezTo>
                  <a:cubicBezTo>
                    <a:pt x="4194" y="180"/>
                    <a:pt x="3790" y="0"/>
                    <a:pt x="339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62" name="Google Shape;7362;p69"/>
            <p:cNvSpPr/>
            <p:nvPr/>
          </p:nvSpPr>
          <p:spPr>
            <a:xfrm>
              <a:off x="354861" y="3840821"/>
              <a:ext cx="72990" cy="104624"/>
            </a:xfrm>
            <a:custGeom>
              <a:rect b="b" l="l" r="r" t="t"/>
              <a:pathLst>
                <a:path extrusionOk="0" h="1308" w="913">
                  <a:moveTo>
                    <a:pt x="92" y="0"/>
                  </a:moveTo>
                  <a:cubicBezTo>
                    <a:pt x="92" y="0"/>
                    <a:pt x="1" y="456"/>
                    <a:pt x="183" y="791"/>
                  </a:cubicBezTo>
                  <a:cubicBezTo>
                    <a:pt x="365" y="1125"/>
                    <a:pt x="791" y="1307"/>
                    <a:pt x="791" y="1307"/>
                  </a:cubicBezTo>
                  <a:cubicBezTo>
                    <a:pt x="791" y="1307"/>
                    <a:pt x="912" y="851"/>
                    <a:pt x="700" y="487"/>
                  </a:cubicBezTo>
                  <a:cubicBezTo>
                    <a:pt x="487" y="152"/>
                    <a:pt x="92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63" name="Google Shape;7363;p69"/>
            <p:cNvSpPr/>
            <p:nvPr/>
          </p:nvSpPr>
          <p:spPr>
            <a:xfrm>
              <a:off x="243098" y="3940326"/>
              <a:ext cx="158051" cy="70869"/>
            </a:xfrm>
            <a:custGeom>
              <a:rect b="b" l="l" r="r" t="t"/>
              <a:pathLst>
                <a:path extrusionOk="0" h="886" w="1977">
                  <a:moveTo>
                    <a:pt x="996" y="1"/>
                  </a:moveTo>
                  <a:cubicBezTo>
                    <a:pt x="978" y="1"/>
                    <a:pt x="960" y="1"/>
                    <a:pt x="943" y="2"/>
                  </a:cubicBezTo>
                  <a:cubicBezTo>
                    <a:pt x="396" y="2"/>
                    <a:pt x="0" y="519"/>
                    <a:pt x="0" y="519"/>
                  </a:cubicBezTo>
                  <a:cubicBezTo>
                    <a:pt x="0" y="519"/>
                    <a:pt x="451" y="886"/>
                    <a:pt x="946" y="886"/>
                  </a:cubicBezTo>
                  <a:cubicBezTo>
                    <a:pt x="965" y="886"/>
                    <a:pt x="984" y="885"/>
                    <a:pt x="1003" y="884"/>
                  </a:cubicBezTo>
                  <a:cubicBezTo>
                    <a:pt x="1551" y="854"/>
                    <a:pt x="1976" y="398"/>
                    <a:pt x="1976" y="398"/>
                  </a:cubicBezTo>
                  <a:cubicBezTo>
                    <a:pt x="1976" y="398"/>
                    <a:pt x="1494" y="1"/>
                    <a:pt x="99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64" name="Google Shape;7364;p69"/>
            <p:cNvSpPr/>
            <p:nvPr/>
          </p:nvSpPr>
          <p:spPr>
            <a:xfrm>
              <a:off x="1256401" y="4479441"/>
              <a:ext cx="58360" cy="29755"/>
            </a:xfrm>
            <a:custGeom>
              <a:rect b="b" l="l" r="r" t="t"/>
              <a:pathLst>
                <a:path extrusionOk="0" h="372" w="730">
                  <a:moveTo>
                    <a:pt x="235" y="0"/>
                  </a:moveTo>
                  <a:cubicBezTo>
                    <a:pt x="108" y="0"/>
                    <a:pt x="0" y="41"/>
                    <a:pt x="0" y="41"/>
                  </a:cubicBezTo>
                  <a:cubicBezTo>
                    <a:pt x="0" y="41"/>
                    <a:pt x="122" y="253"/>
                    <a:pt x="304" y="345"/>
                  </a:cubicBezTo>
                  <a:cubicBezTo>
                    <a:pt x="365" y="365"/>
                    <a:pt x="433" y="372"/>
                    <a:pt x="496" y="372"/>
                  </a:cubicBezTo>
                  <a:cubicBezTo>
                    <a:pt x="622" y="372"/>
                    <a:pt x="730" y="345"/>
                    <a:pt x="730" y="345"/>
                  </a:cubicBezTo>
                  <a:cubicBezTo>
                    <a:pt x="730" y="345"/>
                    <a:pt x="608" y="101"/>
                    <a:pt x="426" y="41"/>
                  </a:cubicBezTo>
                  <a:cubicBezTo>
                    <a:pt x="365" y="10"/>
                    <a:pt x="298" y="0"/>
                    <a:pt x="23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65" name="Google Shape;7365;p69"/>
            <p:cNvSpPr/>
            <p:nvPr/>
          </p:nvSpPr>
          <p:spPr>
            <a:xfrm>
              <a:off x="1256401" y="4409692"/>
              <a:ext cx="60838" cy="58471"/>
            </a:xfrm>
            <a:custGeom>
              <a:rect b="b" l="l" r="r" t="t"/>
              <a:pathLst>
                <a:path extrusionOk="0" h="731" w="761">
                  <a:moveTo>
                    <a:pt x="760" y="1"/>
                  </a:moveTo>
                  <a:cubicBezTo>
                    <a:pt x="760" y="1"/>
                    <a:pt x="456" y="1"/>
                    <a:pt x="213" y="183"/>
                  </a:cubicBezTo>
                  <a:cubicBezTo>
                    <a:pt x="31" y="366"/>
                    <a:pt x="0" y="730"/>
                    <a:pt x="0" y="730"/>
                  </a:cubicBezTo>
                  <a:cubicBezTo>
                    <a:pt x="0" y="730"/>
                    <a:pt x="304" y="730"/>
                    <a:pt x="547" y="518"/>
                  </a:cubicBezTo>
                  <a:cubicBezTo>
                    <a:pt x="760" y="335"/>
                    <a:pt x="760" y="1"/>
                    <a:pt x="76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66" name="Google Shape;7366;p69"/>
            <p:cNvSpPr/>
            <p:nvPr/>
          </p:nvSpPr>
          <p:spPr>
            <a:xfrm>
              <a:off x="1217548" y="3476078"/>
              <a:ext cx="82663" cy="82787"/>
            </a:xfrm>
            <a:custGeom>
              <a:rect b="b" l="l" r="r" t="t"/>
              <a:pathLst>
                <a:path extrusionOk="0" h="1035" w="1034">
                  <a:moveTo>
                    <a:pt x="973" y="1"/>
                  </a:moveTo>
                  <a:lnTo>
                    <a:pt x="973" y="1"/>
                  </a:lnTo>
                  <a:cubicBezTo>
                    <a:pt x="973" y="1"/>
                    <a:pt x="517" y="1"/>
                    <a:pt x="274" y="305"/>
                  </a:cubicBezTo>
                  <a:cubicBezTo>
                    <a:pt x="0" y="578"/>
                    <a:pt x="0" y="1034"/>
                    <a:pt x="0" y="1034"/>
                  </a:cubicBezTo>
                  <a:cubicBezTo>
                    <a:pt x="0" y="1034"/>
                    <a:pt x="456" y="1034"/>
                    <a:pt x="730" y="730"/>
                  </a:cubicBezTo>
                  <a:cubicBezTo>
                    <a:pt x="1033" y="426"/>
                    <a:pt x="973" y="1"/>
                    <a:pt x="97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67" name="Google Shape;7367;p69"/>
            <p:cNvSpPr/>
            <p:nvPr/>
          </p:nvSpPr>
          <p:spPr>
            <a:xfrm>
              <a:off x="695027" y="3711641"/>
              <a:ext cx="72990" cy="37114"/>
            </a:xfrm>
            <a:custGeom>
              <a:rect b="b" l="l" r="r" t="t"/>
              <a:pathLst>
                <a:path extrusionOk="0" h="464" w="913">
                  <a:moveTo>
                    <a:pt x="318" y="1"/>
                  </a:moveTo>
                  <a:cubicBezTo>
                    <a:pt x="146" y="1"/>
                    <a:pt x="1" y="65"/>
                    <a:pt x="1" y="65"/>
                  </a:cubicBezTo>
                  <a:cubicBezTo>
                    <a:pt x="1" y="65"/>
                    <a:pt x="123" y="308"/>
                    <a:pt x="366" y="430"/>
                  </a:cubicBezTo>
                  <a:cubicBezTo>
                    <a:pt x="432" y="455"/>
                    <a:pt x="503" y="464"/>
                    <a:pt x="571" y="464"/>
                  </a:cubicBezTo>
                  <a:cubicBezTo>
                    <a:pt x="752" y="464"/>
                    <a:pt x="913" y="399"/>
                    <a:pt x="913" y="399"/>
                  </a:cubicBezTo>
                  <a:cubicBezTo>
                    <a:pt x="913" y="399"/>
                    <a:pt x="791" y="126"/>
                    <a:pt x="518" y="35"/>
                  </a:cubicBezTo>
                  <a:cubicBezTo>
                    <a:pt x="451" y="10"/>
                    <a:pt x="383" y="1"/>
                    <a:pt x="3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68" name="Google Shape;7368;p69"/>
            <p:cNvSpPr/>
            <p:nvPr/>
          </p:nvSpPr>
          <p:spPr>
            <a:xfrm>
              <a:off x="1113060" y="3398330"/>
              <a:ext cx="94815" cy="148377"/>
            </a:xfrm>
            <a:custGeom>
              <a:rect b="b" l="l" r="r" t="t"/>
              <a:pathLst>
                <a:path extrusionOk="0" h="1855" w="1186">
                  <a:moveTo>
                    <a:pt x="243" y="0"/>
                  </a:moveTo>
                  <a:cubicBezTo>
                    <a:pt x="243" y="0"/>
                    <a:pt x="0" y="517"/>
                    <a:pt x="213" y="1064"/>
                  </a:cubicBezTo>
                  <a:cubicBezTo>
                    <a:pt x="395" y="1581"/>
                    <a:pt x="973" y="1854"/>
                    <a:pt x="973" y="1854"/>
                  </a:cubicBezTo>
                  <a:cubicBezTo>
                    <a:pt x="973" y="1854"/>
                    <a:pt x="1185" y="1307"/>
                    <a:pt x="1003" y="791"/>
                  </a:cubicBezTo>
                  <a:cubicBezTo>
                    <a:pt x="821" y="304"/>
                    <a:pt x="243" y="0"/>
                    <a:pt x="24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69" name="Google Shape;7369;p69"/>
            <p:cNvSpPr/>
            <p:nvPr/>
          </p:nvSpPr>
          <p:spPr>
            <a:xfrm>
              <a:off x="758264" y="4468083"/>
              <a:ext cx="136146" cy="124061"/>
            </a:xfrm>
            <a:custGeom>
              <a:rect b="b" l="l" r="r" t="t"/>
              <a:pathLst>
                <a:path extrusionOk="0" h="1551" w="1703">
                  <a:moveTo>
                    <a:pt x="1277" y="0"/>
                  </a:moveTo>
                  <a:cubicBezTo>
                    <a:pt x="1094" y="0"/>
                    <a:pt x="1064" y="213"/>
                    <a:pt x="912" y="213"/>
                  </a:cubicBezTo>
                  <a:cubicBezTo>
                    <a:pt x="882" y="213"/>
                    <a:pt x="851" y="213"/>
                    <a:pt x="791" y="183"/>
                  </a:cubicBezTo>
                  <a:cubicBezTo>
                    <a:pt x="760" y="152"/>
                    <a:pt x="730" y="61"/>
                    <a:pt x="639" y="61"/>
                  </a:cubicBezTo>
                  <a:cubicBezTo>
                    <a:pt x="578" y="61"/>
                    <a:pt x="487" y="152"/>
                    <a:pt x="456" y="213"/>
                  </a:cubicBezTo>
                  <a:cubicBezTo>
                    <a:pt x="426" y="304"/>
                    <a:pt x="456" y="395"/>
                    <a:pt x="456" y="487"/>
                  </a:cubicBezTo>
                  <a:cubicBezTo>
                    <a:pt x="456" y="608"/>
                    <a:pt x="456" y="669"/>
                    <a:pt x="426" y="760"/>
                  </a:cubicBezTo>
                  <a:cubicBezTo>
                    <a:pt x="304" y="882"/>
                    <a:pt x="122" y="851"/>
                    <a:pt x="31" y="1003"/>
                  </a:cubicBezTo>
                  <a:cubicBezTo>
                    <a:pt x="0" y="1125"/>
                    <a:pt x="31" y="1277"/>
                    <a:pt x="122" y="1368"/>
                  </a:cubicBezTo>
                  <a:cubicBezTo>
                    <a:pt x="243" y="1459"/>
                    <a:pt x="335" y="1550"/>
                    <a:pt x="487" y="1550"/>
                  </a:cubicBezTo>
                  <a:lnTo>
                    <a:pt x="791" y="1550"/>
                  </a:lnTo>
                  <a:cubicBezTo>
                    <a:pt x="1064" y="1520"/>
                    <a:pt x="1307" y="1429"/>
                    <a:pt x="1490" y="1155"/>
                  </a:cubicBezTo>
                  <a:cubicBezTo>
                    <a:pt x="1672" y="943"/>
                    <a:pt x="1702" y="639"/>
                    <a:pt x="1642" y="365"/>
                  </a:cubicBezTo>
                  <a:cubicBezTo>
                    <a:pt x="1550" y="213"/>
                    <a:pt x="1490" y="31"/>
                    <a:pt x="127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370" name="Google Shape;7370;p69"/>
          <p:cNvSpPr/>
          <p:nvPr/>
        </p:nvSpPr>
        <p:spPr>
          <a:xfrm>
            <a:off x="0" y="5107500"/>
            <a:ext cx="9144000" cy="36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371" name="Google Shape;7371;p69"/>
          <p:cNvGrpSpPr/>
          <p:nvPr/>
        </p:nvGrpSpPr>
        <p:grpSpPr>
          <a:xfrm>
            <a:off x="0" y="4752988"/>
            <a:ext cx="9144000" cy="354505"/>
            <a:chOff x="0" y="4689888"/>
            <a:chExt cx="9144000" cy="354505"/>
          </a:xfrm>
        </p:grpSpPr>
        <p:grpSp>
          <p:nvGrpSpPr>
            <p:cNvPr id="7372" name="Google Shape;7372;p69"/>
            <p:cNvGrpSpPr/>
            <p:nvPr/>
          </p:nvGrpSpPr>
          <p:grpSpPr>
            <a:xfrm>
              <a:off x="0" y="4793425"/>
              <a:ext cx="9144000" cy="194975"/>
              <a:chOff x="0" y="4789550"/>
              <a:chExt cx="9144000" cy="194975"/>
            </a:xfrm>
          </p:grpSpPr>
          <p:sp>
            <p:nvSpPr>
              <p:cNvPr id="7373" name="Google Shape;7373;p69"/>
              <p:cNvSpPr/>
              <p:nvPr/>
            </p:nvSpPr>
            <p:spPr>
              <a:xfrm>
                <a:off x="0" y="4789550"/>
                <a:ext cx="9144000" cy="360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74" name="Google Shape;7374;p69"/>
              <p:cNvSpPr/>
              <p:nvPr/>
            </p:nvSpPr>
            <p:spPr>
              <a:xfrm>
                <a:off x="0" y="4948525"/>
                <a:ext cx="9144000" cy="360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375" name="Google Shape;7375;p69"/>
            <p:cNvGrpSpPr/>
            <p:nvPr/>
          </p:nvGrpSpPr>
          <p:grpSpPr>
            <a:xfrm>
              <a:off x="28483" y="4689888"/>
              <a:ext cx="9087034" cy="354505"/>
              <a:chOff x="28483" y="4689888"/>
              <a:chExt cx="9087034" cy="354505"/>
            </a:xfrm>
          </p:grpSpPr>
          <p:sp>
            <p:nvSpPr>
              <p:cNvPr id="7376" name="Google Shape;7376;p69"/>
              <p:cNvSpPr/>
              <p:nvPr/>
            </p:nvSpPr>
            <p:spPr>
              <a:xfrm>
                <a:off x="64010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6" y="1"/>
                      <a:pt x="533" y="8"/>
                      <a:pt x="518" y="24"/>
                    </a:cubicBezTo>
                    <a:lnTo>
                      <a:pt x="62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34" y="4431"/>
                      <a:pt x="1065" y="4401"/>
                      <a:pt x="1156" y="4370"/>
                    </a:cubicBezTo>
                    <a:lnTo>
                      <a:pt x="1156" y="601"/>
                    </a:lnTo>
                    <a:lnTo>
                      <a:pt x="1126" y="571"/>
                    </a:lnTo>
                    <a:lnTo>
                      <a:pt x="670" y="24"/>
                    </a:lnTo>
                    <a:cubicBezTo>
                      <a:pt x="639" y="8"/>
                      <a:pt x="609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77" name="Google Shape;7377;p69"/>
              <p:cNvSpPr/>
              <p:nvPr/>
            </p:nvSpPr>
            <p:spPr>
              <a:xfrm>
                <a:off x="79301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3" y="8"/>
                      <a:pt x="517" y="24"/>
                    </a:cubicBezTo>
                    <a:lnTo>
                      <a:pt x="6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34" y="4431"/>
                      <a:pt x="1064" y="4401"/>
                      <a:pt x="1156" y="4370"/>
                    </a:cubicBezTo>
                    <a:lnTo>
                      <a:pt x="1156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9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78" name="Google Shape;7378;p69"/>
              <p:cNvSpPr/>
              <p:nvPr/>
            </p:nvSpPr>
            <p:spPr>
              <a:xfrm>
                <a:off x="94592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2" y="4431"/>
                      <a:pt x="122" y="4431"/>
                    </a:cubicBezTo>
                    <a:lnTo>
                      <a:pt x="1003" y="4431"/>
                    </a:lnTo>
                    <a:cubicBezTo>
                      <a:pt x="103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8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79" name="Google Shape;7379;p69"/>
              <p:cNvSpPr/>
              <p:nvPr/>
            </p:nvSpPr>
            <p:spPr>
              <a:xfrm>
                <a:off x="109882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1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1" y="4431"/>
                      <a:pt x="122" y="4431"/>
                    </a:cubicBezTo>
                    <a:lnTo>
                      <a:pt x="1003" y="4431"/>
                    </a:lnTo>
                    <a:cubicBezTo>
                      <a:pt x="106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8" y="8"/>
                      <a:pt x="608" y="1"/>
                      <a:pt x="58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80" name="Google Shape;7380;p69"/>
              <p:cNvSpPr/>
              <p:nvPr/>
            </p:nvSpPr>
            <p:spPr>
              <a:xfrm>
                <a:off x="1251735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04" y="4431"/>
                      <a:pt x="103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81" name="Google Shape;7381;p69"/>
              <p:cNvSpPr/>
              <p:nvPr/>
            </p:nvSpPr>
            <p:spPr>
              <a:xfrm>
                <a:off x="1402243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82" name="Google Shape;7382;p69"/>
              <p:cNvSpPr/>
              <p:nvPr/>
            </p:nvSpPr>
            <p:spPr>
              <a:xfrm>
                <a:off x="1552751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64" y="4431"/>
                      <a:pt x="109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83" name="Google Shape;7383;p69"/>
              <p:cNvSpPr/>
              <p:nvPr/>
            </p:nvSpPr>
            <p:spPr>
              <a:xfrm>
                <a:off x="751362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84" name="Google Shape;7384;p69"/>
              <p:cNvSpPr/>
              <p:nvPr/>
            </p:nvSpPr>
            <p:spPr>
              <a:xfrm>
                <a:off x="7666529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3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85" name="Google Shape;7385;p69"/>
              <p:cNvSpPr/>
              <p:nvPr/>
            </p:nvSpPr>
            <p:spPr>
              <a:xfrm>
                <a:off x="7816957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86" name="Google Shape;7386;p69"/>
              <p:cNvSpPr/>
              <p:nvPr/>
            </p:nvSpPr>
            <p:spPr>
              <a:xfrm>
                <a:off x="796738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2" y="4431"/>
                      <a:pt x="122" y="4431"/>
                    </a:cubicBezTo>
                    <a:lnTo>
                      <a:pt x="1003" y="4431"/>
                    </a:lnTo>
                    <a:cubicBezTo>
                      <a:pt x="103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8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87" name="Google Shape;7387;p69"/>
              <p:cNvSpPr/>
              <p:nvPr/>
            </p:nvSpPr>
            <p:spPr>
              <a:xfrm>
                <a:off x="812029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93" y="1"/>
                    </a:moveTo>
                    <a:cubicBezTo>
                      <a:pt x="562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1" y="4431"/>
                      <a:pt x="122" y="4431"/>
                    </a:cubicBezTo>
                    <a:lnTo>
                      <a:pt x="1003" y="4431"/>
                    </a:lnTo>
                    <a:cubicBezTo>
                      <a:pt x="106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54" y="8"/>
                      <a:pt x="623" y="1"/>
                      <a:pt x="59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88" name="Google Shape;7388;p69"/>
              <p:cNvSpPr/>
              <p:nvPr/>
            </p:nvSpPr>
            <p:spPr>
              <a:xfrm>
                <a:off x="8273198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1" y="4431"/>
                      <a:pt x="122" y="4431"/>
                    </a:cubicBezTo>
                    <a:lnTo>
                      <a:pt x="973" y="4431"/>
                    </a:lnTo>
                    <a:cubicBezTo>
                      <a:pt x="1034" y="4431"/>
                      <a:pt x="1065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89" name="Google Shape;7389;p69"/>
              <p:cNvSpPr/>
              <p:nvPr/>
            </p:nvSpPr>
            <p:spPr>
              <a:xfrm>
                <a:off x="8423706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34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90" name="Google Shape;7390;p69"/>
              <p:cNvSpPr/>
              <p:nvPr/>
            </p:nvSpPr>
            <p:spPr>
              <a:xfrm>
                <a:off x="8574214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64" y="4431"/>
                      <a:pt x="109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91" name="Google Shape;7391;p69"/>
              <p:cNvSpPr/>
              <p:nvPr/>
            </p:nvSpPr>
            <p:spPr>
              <a:xfrm>
                <a:off x="8724643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2" y="4431"/>
                      <a:pt x="122" y="4431"/>
                    </a:cubicBezTo>
                    <a:lnTo>
                      <a:pt x="974" y="4431"/>
                    </a:lnTo>
                    <a:cubicBezTo>
                      <a:pt x="1065" y="4431"/>
                      <a:pt x="1095" y="4401"/>
                      <a:pt x="1126" y="4370"/>
                    </a:cubicBezTo>
                    <a:lnTo>
                      <a:pt x="112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4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92" name="Google Shape;7392;p69"/>
              <p:cNvSpPr/>
              <p:nvPr/>
            </p:nvSpPr>
            <p:spPr>
              <a:xfrm>
                <a:off x="8875151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74" y="1"/>
                    </a:moveTo>
                    <a:cubicBezTo>
                      <a:pt x="547" y="1"/>
                      <a:pt x="517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122" y="4431"/>
                    </a:cubicBezTo>
                    <a:lnTo>
                      <a:pt x="1003" y="4431"/>
                    </a:lnTo>
                    <a:cubicBezTo>
                      <a:pt x="103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600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93" name="Google Shape;7393;p69"/>
              <p:cNvSpPr/>
              <p:nvPr/>
            </p:nvSpPr>
            <p:spPr>
              <a:xfrm>
                <a:off x="736071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94" name="Google Shape;7394;p69"/>
              <p:cNvSpPr/>
              <p:nvPr/>
            </p:nvSpPr>
            <p:spPr>
              <a:xfrm>
                <a:off x="720781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95" name="Google Shape;7395;p69"/>
              <p:cNvSpPr/>
              <p:nvPr/>
            </p:nvSpPr>
            <p:spPr>
              <a:xfrm>
                <a:off x="705490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96" name="Google Shape;7396;p69"/>
              <p:cNvSpPr/>
              <p:nvPr/>
            </p:nvSpPr>
            <p:spPr>
              <a:xfrm>
                <a:off x="690199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97" name="Google Shape;7397;p69"/>
              <p:cNvSpPr/>
              <p:nvPr/>
            </p:nvSpPr>
            <p:spPr>
              <a:xfrm>
                <a:off x="674909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98" name="Google Shape;7398;p69"/>
              <p:cNvSpPr/>
              <p:nvPr/>
            </p:nvSpPr>
            <p:spPr>
              <a:xfrm>
                <a:off x="659618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99" name="Google Shape;7399;p69"/>
              <p:cNvSpPr/>
              <p:nvPr/>
            </p:nvSpPr>
            <p:spPr>
              <a:xfrm>
                <a:off x="644327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00" name="Google Shape;7400;p69"/>
              <p:cNvSpPr/>
              <p:nvPr/>
            </p:nvSpPr>
            <p:spPr>
              <a:xfrm>
                <a:off x="629037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01" name="Google Shape;7401;p69"/>
              <p:cNvSpPr/>
              <p:nvPr/>
            </p:nvSpPr>
            <p:spPr>
              <a:xfrm>
                <a:off x="613746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02" name="Google Shape;7402;p69"/>
              <p:cNvSpPr/>
              <p:nvPr/>
            </p:nvSpPr>
            <p:spPr>
              <a:xfrm>
                <a:off x="598455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03" name="Google Shape;7403;p69"/>
              <p:cNvSpPr/>
              <p:nvPr/>
            </p:nvSpPr>
            <p:spPr>
              <a:xfrm>
                <a:off x="583165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04" name="Google Shape;7404;p69"/>
              <p:cNvSpPr/>
              <p:nvPr/>
            </p:nvSpPr>
            <p:spPr>
              <a:xfrm>
                <a:off x="567874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05" name="Google Shape;7405;p69"/>
              <p:cNvSpPr/>
              <p:nvPr/>
            </p:nvSpPr>
            <p:spPr>
              <a:xfrm>
                <a:off x="552583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06" name="Google Shape;7406;p69"/>
              <p:cNvSpPr/>
              <p:nvPr/>
            </p:nvSpPr>
            <p:spPr>
              <a:xfrm>
                <a:off x="537293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07" name="Google Shape;7407;p69"/>
              <p:cNvSpPr/>
              <p:nvPr/>
            </p:nvSpPr>
            <p:spPr>
              <a:xfrm>
                <a:off x="522002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08" name="Google Shape;7408;p69"/>
              <p:cNvSpPr/>
              <p:nvPr/>
            </p:nvSpPr>
            <p:spPr>
              <a:xfrm>
                <a:off x="506712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09" name="Google Shape;7409;p69"/>
              <p:cNvSpPr/>
              <p:nvPr/>
            </p:nvSpPr>
            <p:spPr>
              <a:xfrm>
                <a:off x="491421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10" name="Google Shape;7410;p69"/>
              <p:cNvSpPr/>
              <p:nvPr/>
            </p:nvSpPr>
            <p:spPr>
              <a:xfrm>
                <a:off x="476130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11" name="Google Shape;7411;p69"/>
              <p:cNvSpPr/>
              <p:nvPr/>
            </p:nvSpPr>
            <p:spPr>
              <a:xfrm>
                <a:off x="460840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12" name="Google Shape;7412;p69"/>
              <p:cNvSpPr/>
              <p:nvPr/>
            </p:nvSpPr>
            <p:spPr>
              <a:xfrm>
                <a:off x="445549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13" name="Google Shape;7413;p69"/>
              <p:cNvSpPr/>
              <p:nvPr/>
            </p:nvSpPr>
            <p:spPr>
              <a:xfrm>
                <a:off x="430258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14" name="Google Shape;7414;p69"/>
              <p:cNvSpPr/>
              <p:nvPr/>
            </p:nvSpPr>
            <p:spPr>
              <a:xfrm>
                <a:off x="414968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15" name="Google Shape;7415;p69"/>
              <p:cNvSpPr/>
              <p:nvPr/>
            </p:nvSpPr>
            <p:spPr>
              <a:xfrm>
                <a:off x="399677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16" name="Google Shape;7416;p69"/>
              <p:cNvSpPr/>
              <p:nvPr/>
            </p:nvSpPr>
            <p:spPr>
              <a:xfrm>
                <a:off x="384386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17" name="Google Shape;7417;p69"/>
              <p:cNvSpPr/>
              <p:nvPr/>
            </p:nvSpPr>
            <p:spPr>
              <a:xfrm>
                <a:off x="369096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18" name="Google Shape;7418;p69"/>
              <p:cNvSpPr/>
              <p:nvPr/>
            </p:nvSpPr>
            <p:spPr>
              <a:xfrm>
                <a:off x="353805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19" name="Google Shape;7419;p69"/>
              <p:cNvSpPr/>
              <p:nvPr/>
            </p:nvSpPr>
            <p:spPr>
              <a:xfrm>
                <a:off x="338514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20" name="Google Shape;7420;p69"/>
              <p:cNvSpPr/>
              <p:nvPr/>
            </p:nvSpPr>
            <p:spPr>
              <a:xfrm>
                <a:off x="323224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21" name="Google Shape;7421;p69"/>
              <p:cNvSpPr/>
              <p:nvPr/>
            </p:nvSpPr>
            <p:spPr>
              <a:xfrm>
                <a:off x="307933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22" name="Google Shape;7422;p69"/>
              <p:cNvSpPr/>
              <p:nvPr/>
            </p:nvSpPr>
            <p:spPr>
              <a:xfrm>
                <a:off x="292643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23" name="Google Shape;7423;p69"/>
              <p:cNvSpPr/>
              <p:nvPr/>
            </p:nvSpPr>
            <p:spPr>
              <a:xfrm>
                <a:off x="277352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24" name="Google Shape;7424;p69"/>
              <p:cNvSpPr/>
              <p:nvPr/>
            </p:nvSpPr>
            <p:spPr>
              <a:xfrm>
                <a:off x="262061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25" name="Google Shape;7425;p69"/>
              <p:cNvSpPr/>
              <p:nvPr/>
            </p:nvSpPr>
            <p:spPr>
              <a:xfrm>
                <a:off x="246771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26" name="Google Shape;7426;p69"/>
              <p:cNvSpPr/>
              <p:nvPr/>
            </p:nvSpPr>
            <p:spPr>
              <a:xfrm>
                <a:off x="231480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27" name="Google Shape;7427;p69"/>
              <p:cNvSpPr/>
              <p:nvPr/>
            </p:nvSpPr>
            <p:spPr>
              <a:xfrm>
                <a:off x="216189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28" name="Google Shape;7428;p69"/>
              <p:cNvSpPr/>
              <p:nvPr/>
            </p:nvSpPr>
            <p:spPr>
              <a:xfrm>
                <a:off x="200899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29" name="Google Shape;7429;p69"/>
              <p:cNvSpPr/>
              <p:nvPr/>
            </p:nvSpPr>
            <p:spPr>
              <a:xfrm>
                <a:off x="185608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30" name="Google Shape;7430;p69"/>
              <p:cNvSpPr/>
              <p:nvPr/>
            </p:nvSpPr>
            <p:spPr>
              <a:xfrm>
                <a:off x="170317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31" name="Google Shape;7431;p69"/>
              <p:cNvSpPr/>
              <p:nvPr/>
            </p:nvSpPr>
            <p:spPr>
              <a:xfrm>
                <a:off x="48720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32" name="Google Shape;7432;p69"/>
              <p:cNvSpPr/>
              <p:nvPr/>
            </p:nvSpPr>
            <p:spPr>
              <a:xfrm>
                <a:off x="33429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33" name="Google Shape;7433;p69"/>
              <p:cNvSpPr/>
              <p:nvPr/>
            </p:nvSpPr>
            <p:spPr>
              <a:xfrm>
                <a:off x="18139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34" name="Google Shape;7434;p69"/>
              <p:cNvSpPr/>
              <p:nvPr/>
            </p:nvSpPr>
            <p:spPr>
              <a:xfrm>
                <a:off x="2848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35" name="Google Shape;7435;p69"/>
              <p:cNvSpPr/>
              <p:nvPr/>
            </p:nvSpPr>
            <p:spPr>
              <a:xfrm>
                <a:off x="9025579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74" y="1"/>
                    </a:moveTo>
                    <a:cubicBezTo>
                      <a:pt x="547" y="1"/>
                      <a:pt x="517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122" y="4431"/>
                    </a:cubicBezTo>
                    <a:lnTo>
                      <a:pt x="1003" y="4431"/>
                    </a:lnTo>
                    <a:cubicBezTo>
                      <a:pt x="103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600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7436" name="Google Shape;7436;p69"/>
          <p:cNvSpPr/>
          <p:nvPr/>
        </p:nvSpPr>
        <p:spPr>
          <a:xfrm>
            <a:off x="719850" y="540000"/>
            <a:ext cx="7704300" cy="676800"/>
          </a:xfrm>
          <a:prstGeom prst="roundRect">
            <a:avLst>
              <a:gd fmla="val 17686" name="adj"/>
            </a:avLst>
          </a:prstGeom>
          <a:solidFill>
            <a:schemeClr val="lt1"/>
          </a:solidFill>
          <a:ln cap="flat" cmpd="sng" w="762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37" name="Google Shape;7437;p69"/>
          <p:cNvSpPr txBox="1"/>
          <p:nvPr>
            <p:ph type="title"/>
          </p:nvPr>
        </p:nvSpPr>
        <p:spPr>
          <a:xfrm>
            <a:off x="2080800" y="1679961"/>
            <a:ext cx="2246400" cy="5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438" name="Google Shape;7438;p69"/>
          <p:cNvSpPr txBox="1"/>
          <p:nvPr>
            <p:ph idx="1" type="subTitle"/>
          </p:nvPr>
        </p:nvSpPr>
        <p:spPr>
          <a:xfrm>
            <a:off x="2080800" y="2157850"/>
            <a:ext cx="22464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7439" name="Google Shape;7439;p69"/>
          <p:cNvSpPr txBox="1"/>
          <p:nvPr>
            <p:ph idx="2" type="title"/>
          </p:nvPr>
        </p:nvSpPr>
        <p:spPr>
          <a:xfrm>
            <a:off x="5688000" y="1679950"/>
            <a:ext cx="2246400" cy="5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440" name="Google Shape;7440;p69"/>
          <p:cNvSpPr txBox="1"/>
          <p:nvPr>
            <p:ph idx="3" type="subTitle"/>
          </p:nvPr>
        </p:nvSpPr>
        <p:spPr>
          <a:xfrm>
            <a:off x="5688000" y="2157850"/>
            <a:ext cx="22464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7441" name="Google Shape;7441;p69"/>
          <p:cNvSpPr txBox="1"/>
          <p:nvPr>
            <p:ph idx="4" type="title"/>
          </p:nvPr>
        </p:nvSpPr>
        <p:spPr>
          <a:xfrm>
            <a:off x="2080800" y="3053625"/>
            <a:ext cx="2246400" cy="5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442" name="Google Shape;7442;p69"/>
          <p:cNvSpPr txBox="1"/>
          <p:nvPr>
            <p:ph idx="5" type="subTitle"/>
          </p:nvPr>
        </p:nvSpPr>
        <p:spPr>
          <a:xfrm>
            <a:off x="2080800" y="3531525"/>
            <a:ext cx="22464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7443" name="Google Shape;7443;p69"/>
          <p:cNvSpPr txBox="1"/>
          <p:nvPr>
            <p:ph idx="6" type="title"/>
          </p:nvPr>
        </p:nvSpPr>
        <p:spPr>
          <a:xfrm>
            <a:off x="5688000" y="3053625"/>
            <a:ext cx="2246400" cy="5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444" name="Google Shape;7444;p69"/>
          <p:cNvSpPr txBox="1"/>
          <p:nvPr>
            <p:ph idx="7" type="subTitle"/>
          </p:nvPr>
        </p:nvSpPr>
        <p:spPr>
          <a:xfrm>
            <a:off x="5688000" y="3531525"/>
            <a:ext cx="22464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7445" name="Google Shape;7445;p69"/>
          <p:cNvSpPr txBox="1"/>
          <p:nvPr>
            <p:ph idx="8" type="title"/>
          </p:nvPr>
        </p:nvSpPr>
        <p:spPr>
          <a:xfrm>
            <a:off x="720000" y="540000"/>
            <a:ext cx="7704000" cy="6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500"/>
              <a:buNone/>
              <a:defRPr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1">
  <p:cSld name="CUSTOM_4_1_1">
    <p:spTree>
      <p:nvGrpSpPr>
        <p:cNvPr id="7446" name="Shape 7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47" name="Google Shape;7447;p70"/>
          <p:cNvGrpSpPr/>
          <p:nvPr/>
        </p:nvGrpSpPr>
        <p:grpSpPr>
          <a:xfrm>
            <a:off x="-15975" y="-52"/>
            <a:ext cx="9175950" cy="5143406"/>
            <a:chOff x="-15975" y="-52"/>
            <a:chExt cx="9175950" cy="5143406"/>
          </a:xfrm>
        </p:grpSpPr>
        <p:sp>
          <p:nvSpPr>
            <p:cNvPr id="7448" name="Google Shape;7448;p70"/>
            <p:cNvSpPr/>
            <p:nvPr/>
          </p:nvSpPr>
          <p:spPr>
            <a:xfrm rot="5400000">
              <a:off x="4570450" y="-378255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49" name="Google Shape;7449;p70"/>
            <p:cNvSpPr/>
            <p:nvPr/>
          </p:nvSpPr>
          <p:spPr>
            <a:xfrm rot="5400000">
              <a:off x="4570450" y="-276311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50" name="Google Shape;7450;p70"/>
            <p:cNvSpPr/>
            <p:nvPr/>
          </p:nvSpPr>
          <p:spPr>
            <a:xfrm rot="5400000">
              <a:off x="4570450" y="-174368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51" name="Google Shape;7451;p70"/>
            <p:cNvSpPr/>
            <p:nvPr/>
          </p:nvSpPr>
          <p:spPr>
            <a:xfrm rot="5400000">
              <a:off x="4570450" y="-72425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52" name="Google Shape;7452;p70"/>
            <p:cNvSpPr/>
            <p:nvPr/>
          </p:nvSpPr>
          <p:spPr>
            <a:xfrm rot="5400000">
              <a:off x="4570450" y="295184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53" name="Google Shape;7453;p70"/>
            <p:cNvSpPr/>
            <p:nvPr/>
          </p:nvSpPr>
          <p:spPr>
            <a:xfrm rot="5400000">
              <a:off x="4570450" y="-429226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54" name="Google Shape;7454;p70"/>
            <p:cNvSpPr/>
            <p:nvPr/>
          </p:nvSpPr>
          <p:spPr>
            <a:xfrm rot="5400000">
              <a:off x="4570450" y="-327283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55" name="Google Shape;7455;p70"/>
            <p:cNvSpPr/>
            <p:nvPr/>
          </p:nvSpPr>
          <p:spPr>
            <a:xfrm rot="5400000">
              <a:off x="4570450" y="-225340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56" name="Google Shape;7456;p70"/>
            <p:cNvSpPr/>
            <p:nvPr/>
          </p:nvSpPr>
          <p:spPr>
            <a:xfrm rot="5400000">
              <a:off x="4570450" y="-123396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57" name="Google Shape;7457;p70"/>
            <p:cNvSpPr/>
            <p:nvPr/>
          </p:nvSpPr>
          <p:spPr>
            <a:xfrm rot="5400000">
              <a:off x="4570450" y="-21453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58" name="Google Shape;7458;p70"/>
            <p:cNvSpPr/>
            <p:nvPr/>
          </p:nvSpPr>
          <p:spPr>
            <a:xfrm>
              <a:off x="5081305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59" name="Google Shape;7459;p70"/>
            <p:cNvSpPr/>
            <p:nvPr/>
          </p:nvSpPr>
          <p:spPr>
            <a:xfrm>
              <a:off x="6100964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60" name="Google Shape;7460;p70"/>
            <p:cNvSpPr/>
            <p:nvPr/>
          </p:nvSpPr>
          <p:spPr>
            <a:xfrm>
              <a:off x="7120623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61" name="Google Shape;7461;p70"/>
            <p:cNvSpPr/>
            <p:nvPr/>
          </p:nvSpPr>
          <p:spPr>
            <a:xfrm>
              <a:off x="8140282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62" name="Google Shape;7462;p70"/>
            <p:cNvSpPr/>
            <p:nvPr/>
          </p:nvSpPr>
          <p:spPr>
            <a:xfrm>
              <a:off x="5591134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63" name="Google Shape;7463;p70"/>
            <p:cNvSpPr/>
            <p:nvPr/>
          </p:nvSpPr>
          <p:spPr>
            <a:xfrm>
              <a:off x="6610793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64" name="Google Shape;7464;p70"/>
            <p:cNvSpPr/>
            <p:nvPr/>
          </p:nvSpPr>
          <p:spPr>
            <a:xfrm>
              <a:off x="7630452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65" name="Google Shape;7465;p70"/>
            <p:cNvSpPr/>
            <p:nvPr/>
          </p:nvSpPr>
          <p:spPr>
            <a:xfrm>
              <a:off x="8650111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466" name="Google Shape;7466;p70"/>
            <p:cNvGrpSpPr/>
            <p:nvPr/>
          </p:nvGrpSpPr>
          <p:grpSpPr>
            <a:xfrm>
              <a:off x="-15975" y="-52"/>
              <a:ext cx="4587484" cy="5143406"/>
              <a:chOff x="-9275" y="-1994782"/>
              <a:chExt cx="4587484" cy="9140583"/>
            </a:xfrm>
          </p:grpSpPr>
          <p:sp>
            <p:nvSpPr>
              <p:cNvPr id="7467" name="Google Shape;7467;p70"/>
              <p:cNvSpPr/>
              <p:nvPr/>
            </p:nvSpPr>
            <p:spPr>
              <a:xfrm>
                <a:off x="50044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68" name="Google Shape;7468;p70"/>
              <p:cNvSpPr/>
              <p:nvPr/>
            </p:nvSpPr>
            <p:spPr>
              <a:xfrm>
                <a:off x="15198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69" name="Google Shape;7469;p70"/>
              <p:cNvSpPr/>
              <p:nvPr/>
            </p:nvSpPr>
            <p:spPr>
              <a:xfrm>
                <a:off x="253930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70" name="Google Shape;7470;p70"/>
              <p:cNvSpPr/>
              <p:nvPr/>
            </p:nvSpPr>
            <p:spPr>
              <a:xfrm>
                <a:off x="355874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71" name="Google Shape;7471;p70"/>
              <p:cNvSpPr/>
              <p:nvPr/>
            </p:nvSpPr>
            <p:spPr>
              <a:xfrm>
                <a:off x="45781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72" name="Google Shape;7472;p70"/>
              <p:cNvSpPr/>
              <p:nvPr/>
            </p:nvSpPr>
            <p:spPr>
              <a:xfrm>
                <a:off x="101015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73" name="Google Shape;7473;p70"/>
              <p:cNvSpPr/>
              <p:nvPr/>
            </p:nvSpPr>
            <p:spPr>
              <a:xfrm>
                <a:off x="202959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74" name="Google Shape;7474;p70"/>
              <p:cNvSpPr/>
              <p:nvPr/>
            </p:nvSpPr>
            <p:spPr>
              <a:xfrm>
                <a:off x="304902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75" name="Google Shape;7475;p70"/>
              <p:cNvSpPr/>
              <p:nvPr/>
            </p:nvSpPr>
            <p:spPr>
              <a:xfrm>
                <a:off x="406845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76" name="Google Shape;7476;p70"/>
              <p:cNvSpPr/>
              <p:nvPr/>
            </p:nvSpPr>
            <p:spPr>
              <a:xfrm>
                <a:off x="-92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7477" name="Google Shape;7477;p70"/>
            <p:cNvSpPr/>
            <p:nvPr/>
          </p:nvSpPr>
          <p:spPr>
            <a:xfrm>
              <a:off x="9159941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478" name="Google Shape;7478;p70"/>
          <p:cNvSpPr/>
          <p:nvPr/>
        </p:nvSpPr>
        <p:spPr>
          <a:xfrm>
            <a:off x="0" y="-75"/>
            <a:ext cx="9144000" cy="5143500"/>
          </a:xfrm>
          <a:prstGeom prst="rect">
            <a:avLst/>
          </a:prstGeom>
          <a:solidFill>
            <a:srgbClr val="D6E3EA">
              <a:alpha val="398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479" name="Google Shape;7479;p70"/>
          <p:cNvGrpSpPr/>
          <p:nvPr/>
        </p:nvGrpSpPr>
        <p:grpSpPr>
          <a:xfrm>
            <a:off x="230643" y="4100850"/>
            <a:ext cx="413156" cy="1006643"/>
            <a:chOff x="128217" y="4100850"/>
            <a:chExt cx="413156" cy="1006643"/>
          </a:xfrm>
        </p:grpSpPr>
        <p:sp>
          <p:nvSpPr>
            <p:cNvPr id="7480" name="Google Shape;7480;p70"/>
            <p:cNvSpPr/>
            <p:nvPr/>
          </p:nvSpPr>
          <p:spPr>
            <a:xfrm>
              <a:off x="342070" y="4382886"/>
              <a:ext cx="34057" cy="724607"/>
            </a:xfrm>
            <a:custGeom>
              <a:rect b="b" l="l" r="r" t="t"/>
              <a:pathLst>
                <a:path extrusionOk="0" h="9059" w="426">
                  <a:moveTo>
                    <a:pt x="0" y="0"/>
                  </a:moveTo>
                  <a:lnTo>
                    <a:pt x="0" y="9058"/>
                  </a:lnTo>
                  <a:lnTo>
                    <a:pt x="426" y="9058"/>
                  </a:lnTo>
                  <a:lnTo>
                    <a:pt x="42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81" name="Google Shape;7481;p70"/>
            <p:cNvSpPr/>
            <p:nvPr/>
          </p:nvSpPr>
          <p:spPr>
            <a:xfrm>
              <a:off x="220554" y="4168920"/>
              <a:ext cx="320819" cy="252920"/>
            </a:xfrm>
            <a:custGeom>
              <a:rect b="b" l="l" r="r" t="t"/>
              <a:pathLst>
                <a:path extrusionOk="0" h="3162" w="4013">
                  <a:moveTo>
                    <a:pt x="0" y="0"/>
                  </a:moveTo>
                  <a:cubicBezTo>
                    <a:pt x="699" y="0"/>
                    <a:pt x="1216" y="578"/>
                    <a:pt x="1216" y="1216"/>
                  </a:cubicBezTo>
                  <a:lnTo>
                    <a:pt x="1216" y="3040"/>
                  </a:lnTo>
                  <a:lnTo>
                    <a:pt x="973" y="3162"/>
                  </a:lnTo>
                  <a:lnTo>
                    <a:pt x="3800" y="3162"/>
                  </a:lnTo>
                  <a:cubicBezTo>
                    <a:pt x="3921" y="3162"/>
                    <a:pt x="4013" y="3070"/>
                    <a:pt x="4013" y="2949"/>
                  </a:cubicBezTo>
                  <a:lnTo>
                    <a:pt x="4013" y="1216"/>
                  </a:lnTo>
                  <a:cubicBezTo>
                    <a:pt x="4013" y="578"/>
                    <a:pt x="3465" y="0"/>
                    <a:pt x="27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82" name="Google Shape;7482;p70"/>
            <p:cNvSpPr/>
            <p:nvPr/>
          </p:nvSpPr>
          <p:spPr>
            <a:xfrm>
              <a:off x="128217" y="4168920"/>
              <a:ext cx="189630" cy="248041"/>
            </a:xfrm>
            <a:custGeom>
              <a:rect b="b" l="l" r="r" t="t"/>
              <a:pathLst>
                <a:path extrusionOk="0" h="3101" w="2372">
                  <a:moveTo>
                    <a:pt x="1216" y="0"/>
                  </a:moveTo>
                  <a:cubicBezTo>
                    <a:pt x="547" y="0"/>
                    <a:pt x="0" y="578"/>
                    <a:pt x="0" y="1216"/>
                  </a:cubicBezTo>
                  <a:lnTo>
                    <a:pt x="0" y="2979"/>
                  </a:lnTo>
                  <a:cubicBezTo>
                    <a:pt x="0" y="3070"/>
                    <a:pt x="61" y="3101"/>
                    <a:pt x="91" y="3101"/>
                  </a:cubicBezTo>
                  <a:lnTo>
                    <a:pt x="2280" y="3101"/>
                  </a:lnTo>
                  <a:cubicBezTo>
                    <a:pt x="2341" y="3101"/>
                    <a:pt x="2371" y="3040"/>
                    <a:pt x="2371" y="2979"/>
                  </a:cubicBezTo>
                  <a:lnTo>
                    <a:pt x="2371" y="1216"/>
                  </a:lnTo>
                  <a:cubicBezTo>
                    <a:pt x="2371" y="578"/>
                    <a:pt x="1854" y="31"/>
                    <a:pt x="121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83" name="Google Shape;7483;p70"/>
            <p:cNvSpPr/>
            <p:nvPr/>
          </p:nvSpPr>
          <p:spPr>
            <a:xfrm>
              <a:off x="339592" y="4100850"/>
              <a:ext cx="63236" cy="153256"/>
            </a:xfrm>
            <a:custGeom>
              <a:rect b="b" l="l" r="r" t="t"/>
              <a:pathLst>
                <a:path extrusionOk="0" h="1916" w="791">
                  <a:moveTo>
                    <a:pt x="1" y="0"/>
                  </a:moveTo>
                  <a:lnTo>
                    <a:pt x="1" y="1642"/>
                  </a:lnTo>
                  <a:cubicBezTo>
                    <a:pt x="1" y="1794"/>
                    <a:pt x="122" y="1915"/>
                    <a:pt x="274" y="1915"/>
                  </a:cubicBezTo>
                  <a:cubicBezTo>
                    <a:pt x="426" y="1915"/>
                    <a:pt x="517" y="1794"/>
                    <a:pt x="517" y="1642"/>
                  </a:cubicBezTo>
                  <a:cubicBezTo>
                    <a:pt x="517" y="1490"/>
                    <a:pt x="426" y="1368"/>
                    <a:pt x="274" y="1368"/>
                  </a:cubicBezTo>
                  <a:lnTo>
                    <a:pt x="274" y="547"/>
                  </a:lnTo>
                  <a:lnTo>
                    <a:pt x="791" y="456"/>
                  </a:lnTo>
                  <a:lnTo>
                    <a:pt x="79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484" name="Google Shape;7484;p70"/>
          <p:cNvGrpSpPr/>
          <p:nvPr/>
        </p:nvGrpSpPr>
        <p:grpSpPr>
          <a:xfrm>
            <a:off x="2154823" y="4691638"/>
            <a:ext cx="2019411" cy="415855"/>
            <a:chOff x="2154823" y="4691638"/>
            <a:chExt cx="2019411" cy="415855"/>
          </a:xfrm>
        </p:grpSpPr>
        <p:sp>
          <p:nvSpPr>
            <p:cNvPr id="7485" name="Google Shape;7485;p70"/>
            <p:cNvSpPr/>
            <p:nvPr/>
          </p:nvSpPr>
          <p:spPr>
            <a:xfrm>
              <a:off x="2154823" y="4792742"/>
              <a:ext cx="2019411" cy="314751"/>
            </a:xfrm>
            <a:custGeom>
              <a:rect b="b" l="l" r="r" t="t"/>
              <a:pathLst>
                <a:path extrusionOk="0" h="3935" w="25260">
                  <a:moveTo>
                    <a:pt x="17285" y="0"/>
                  </a:moveTo>
                  <a:cubicBezTo>
                    <a:pt x="16170" y="0"/>
                    <a:pt x="15068" y="607"/>
                    <a:pt x="14499" y="1898"/>
                  </a:cubicBezTo>
                  <a:cubicBezTo>
                    <a:pt x="14128" y="1798"/>
                    <a:pt x="13776" y="1750"/>
                    <a:pt x="13440" y="1750"/>
                  </a:cubicBezTo>
                  <a:cubicBezTo>
                    <a:pt x="12345" y="1750"/>
                    <a:pt x="11430" y="2260"/>
                    <a:pt x="10639" y="3144"/>
                  </a:cubicBezTo>
                  <a:cubicBezTo>
                    <a:pt x="10329" y="2738"/>
                    <a:pt x="9724" y="2491"/>
                    <a:pt x="9098" y="2491"/>
                  </a:cubicBezTo>
                  <a:cubicBezTo>
                    <a:pt x="8740" y="2491"/>
                    <a:pt x="8376" y="2572"/>
                    <a:pt x="8055" y="2749"/>
                  </a:cubicBezTo>
                  <a:cubicBezTo>
                    <a:pt x="7677" y="1517"/>
                    <a:pt x="6643" y="853"/>
                    <a:pt x="5623" y="853"/>
                  </a:cubicBezTo>
                  <a:cubicBezTo>
                    <a:pt x="4756" y="853"/>
                    <a:pt x="3899" y="1334"/>
                    <a:pt x="3465" y="2353"/>
                  </a:cubicBezTo>
                  <a:cubicBezTo>
                    <a:pt x="3176" y="2271"/>
                    <a:pt x="2902" y="2232"/>
                    <a:pt x="2641" y="2232"/>
                  </a:cubicBezTo>
                  <a:cubicBezTo>
                    <a:pt x="1559" y="2232"/>
                    <a:pt x="711" y="2905"/>
                    <a:pt x="0" y="3934"/>
                  </a:cubicBezTo>
                  <a:lnTo>
                    <a:pt x="25259" y="3934"/>
                  </a:lnTo>
                  <a:cubicBezTo>
                    <a:pt x="24117" y="2958"/>
                    <a:pt x="22918" y="2281"/>
                    <a:pt x="21591" y="2281"/>
                  </a:cubicBezTo>
                  <a:cubicBezTo>
                    <a:pt x="21223" y="2281"/>
                    <a:pt x="20846" y="2333"/>
                    <a:pt x="20457" y="2445"/>
                  </a:cubicBezTo>
                  <a:cubicBezTo>
                    <a:pt x="19961" y="859"/>
                    <a:pt x="18613" y="0"/>
                    <a:pt x="1728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86" name="Google Shape;7486;p70"/>
            <p:cNvSpPr/>
            <p:nvPr/>
          </p:nvSpPr>
          <p:spPr>
            <a:xfrm>
              <a:off x="2480439" y="4897846"/>
              <a:ext cx="809283" cy="209647"/>
            </a:xfrm>
            <a:custGeom>
              <a:rect b="b" l="l" r="r" t="t"/>
              <a:pathLst>
                <a:path extrusionOk="0" h="2621" w="10123">
                  <a:moveTo>
                    <a:pt x="5318" y="1"/>
                  </a:moveTo>
                  <a:cubicBezTo>
                    <a:pt x="4431" y="1"/>
                    <a:pt x="3525" y="583"/>
                    <a:pt x="3192" y="1647"/>
                  </a:cubicBezTo>
                  <a:cubicBezTo>
                    <a:pt x="2934" y="1566"/>
                    <a:pt x="2682" y="1528"/>
                    <a:pt x="2436" y="1528"/>
                  </a:cubicBezTo>
                  <a:cubicBezTo>
                    <a:pt x="1577" y="1528"/>
                    <a:pt x="779" y="1983"/>
                    <a:pt x="0" y="2620"/>
                  </a:cubicBezTo>
                  <a:lnTo>
                    <a:pt x="10122" y="2620"/>
                  </a:lnTo>
                  <a:cubicBezTo>
                    <a:pt x="9503" y="1729"/>
                    <a:pt x="8764" y="1161"/>
                    <a:pt x="7821" y="1161"/>
                  </a:cubicBezTo>
                  <a:cubicBezTo>
                    <a:pt x="7606" y="1161"/>
                    <a:pt x="7380" y="1190"/>
                    <a:pt x="7143" y="1252"/>
                  </a:cubicBezTo>
                  <a:cubicBezTo>
                    <a:pt x="6772" y="399"/>
                    <a:pt x="6051" y="1"/>
                    <a:pt x="53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87" name="Google Shape;7487;p70"/>
            <p:cNvSpPr/>
            <p:nvPr/>
          </p:nvSpPr>
          <p:spPr>
            <a:xfrm>
              <a:off x="3656510" y="4752428"/>
              <a:ext cx="58440" cy="48712"/>
            </a:xfrm>
            <a:custGeom>
              <a:rect b="b" l="l" r="r" t="t"/>
              <a:pathLst>
                <a:path extrusionOk="0" h="609" w="731">
                  <a:moveTo>
                    <a:pt x="730" y="0"/>
                  </a:moveTo>
                  <a:cubicBezTo>
                    <a:pt x="730" y="0"/>
                    <a:pt x="426" y="0"/>
                    <a:pt x="244" y="152"/>
                  </a:cubicBezTo>
                  <a:cubicBezTo>
                    <a:pt x="31" y="304"/>
                    <a:pt x="1" y="608"/>
                    <a:pt x="1" y="608"/>
                  </a:cubicBezTo>
                  <a:cubicBezTo>
                    <a:pt x="1" y="608"/>
                    <a:pt x="305" y="608"/>
                    <a:pt x="487" y="456"/>
                  </a:cubicBezTo>
                  <a:cubicBezTo>
                    <a:pt x="670" y="304"/>
                    <a:pt x="730" y="0"/>
                    <a:pt x="7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88" name="Google Shape;7488;p70"/>
            <p:cNvSpPr/>
            <p:nvPr/>
          </p:nvSpPr>
          <p:spPr>
            <a:xfrm>
              <a:off x="3598230" y="4691638"/>
              <a:ext cx="55961" cy="99744"/>
            </a:xfrm>
            <a:custGeom>
              <a:rect b="b" l="l" r="r" t="t"/>
              <a:pathLst>
                <a:path extrusionOk="0" h="1247" w="700">
                  <a:moveTo>
                    <a:pt x="213" y="0"/>
                  </a:moveTo>
                  <a:cubicBezTo>
                    <a:pt x="213" y="0"/>
                    <a:pt x="0" y="335"/>
                    <a:pt x="92" y="669"/>
                  </a:cubicBezTo>
                  <a:cubicBezTo>
                    <a:pt x="152" y="1034"/>
                    <a:pt x="517" y="1247"/>
                    <a:pt x="517" y="1247"/>
                  </a:cubicBezTo>
                  <a:cubicBezTo>
                    <a:pt x="517" y="1247"/>
                    <a:pt x="699" y="912"/>
                    <a:pt x="608" y="578"/>
                  </a:cubicBezTo>
                  <a:cubicBezTo>
                    <a:pt x="517" y="213"/>
                    <a:pt x="213" y="0"/>
                    <a:pt x="21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89" name="Google Shape;7489;p70"/>
            <p:cNvSpPr/>
            <p:nvPr/>
          </p:nvSpPr>
          <p:spPr>
            <a:xfrm>
              <a:off x="2611629" y="4932320"/>
              <a:ext cx="43810" cy="73029"/>
            </a:xfrm>
            <a:custGeom>
              <a:rect b="b" l="l" r="r" t="t"/>
              <a:pathLst>
                <a:path extrusionOk="0" h="913" w="548">
                  <a:moveTo>
                    <a:pt x="396" y="1"/>
                  </a:moveTo>
                  <a:cubicBezTo>
                    <a:pt x="396" y="1"/>
                    <a:pt x="153" y="153"/>
                    <a:pt x="92" y="396"/>
                  </a:cubicBezTo>
                  <a:cubicBezTo>
                    <a:pt x="1" y="639"/>
                    <a:pt x="153" y="912"/>
                    <a:pt x="153" y="912"/>
                  </a:cubicBezTo>
                  <a:cubicBezTo>
                    <a:pt x="153" y="912"/>
                    <a:pt x="396" y="760"/>
                    <a:pt x="457" y="487"/>
                  </a:cubicBezTo>
                  <a:cubicBezTo>
                    <a:pt x="548" y="244"/>
                    <a:pt x="396" y="1"/>
                    <a:pt x="3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90" name="Google Shape;7490;p70"/>
            <p:cNvSpPr/>
            <p:nvPr/>
          </p:nvSpPr>
          <p:spPr>
            <a:xfrm>
              <a:off x="2524169" y="4937200"/>
              <a:ext cx="77866" cy="70629"/>
            </a:xfrm>
            <a:custGeom>
              <a:rect b="b" l="l" r="r" t="t"/>
              <a:pathLst>
                <a:path extrusionOk="0" h="883" w="974">
                  <a:moveTo>
                    <a:pt x="0" y="0"/>
                  </a:moveTo>
                  <a:cubicBezTo>
                    <a:pt x="0" y="0"/>
                    <a:pt x="31" y="426"/>
                    <a:pt x="304" y="639"/>
                  </a:cubicBezTo>
                  <a:cubicBezTo>
                    <a:pt x="528" y="862"/>
                    <a:pt x="833" y="883"/>
                    <a:pt x="937" y="883"/>
                  </a:cubicBezTo>
                  <a:cubicBezTo>
                    <a:pt x="960" y="883"/>
                    <a:pt x="973" y="882"/>
                    <a:pt x="973" y="882"/>
                  </a:cubicBezTo>
                  <a:cubicBezTo>
                    <a:pt x="973" y="882"/>
                    <a:pt x="943" y="456"/>
                    <a:pt x="669" y="244"/>
                  </a:cubicBezTo>
                  <a:cubicBezTo>
                    <a:pt x="426" y="0"/>
                    <a:pt x="1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491" name="Google Shape;7491;p70"/>
          <p:cNvGrpSpPr/>
          <p:nvPr/>
        </p:nvGrpSpPr>
        <p:grpSpPr>
          <a:xfrm>
            <a:off x="154919" y="4950158"/>
            <a:ext cx="609980" cy="157335"/>
            <a:chOff x="154919" y="4950158"/>
            <a:chExt cx="609980" cy="157335"/>
          </a:xfrm>
        </p:grpSpPr>
        <p:sp>
          <p:nvSpPr>
            <p:cNvPr id="7492" name="Google Shape;7492;p70"/>
            <p:cNvSpPr/>
            <p:nvPr/>
          </p:nvSpPr>
          <p:spPr>
            <a:xfrm>
              <a:off x="154919" y="4950158"/>
              <a:ext cx="609980" cy="157335"/>
            </a:xfrm>
            <a:custGeom>
              <a:rect b="b" l="l" r="r" t="t"/>
              <a:pathLst>
                <a:path extrusionOk="0" h="1967" w="7630">
                  <a:moveTo>
                    <a:pt x="4011" y="1"/>
                  </a:moveTo>
                  <a:cubicBezTo>
                    <a:pt x="3348" y="1"/>
                    <a:pt x="2667" y="427"/>
                    <a:pt x="2402" y="1206"/>
                  </a:cubicBezTo>
                  <a:cubicBezTo>
                    <a:pt x="2208" y="1146"/>
                    <a:pt x="2019" y="1118"/>
                    <a:pt x="1833" y="1118"/>
                  </a:cubicBezTo>
                  <a:cubicBezTo>
                    <a:pt x="1176" y="1118"/>
                    <a:pt x="570" y="1468"/>
                    <a:pt x="1" y="1966"/>
                  </a:cubicBezTo>
                  <a:lnTo>
                    <a:pt x="7630" y="1966"/>
                  </a:lnTo>
                  <a:cubicBezTo>
                    <a:pt x="7157" y="1295"/>
                    <a:pt x="6604" y="867"/>
                    <a:pt x="5885" y="867"/>
                  </a:cubicBezTo>
                  <a:cubicBezTo>
                    <a:pt x="5725" y="867"/>
                    <a:pt x="5558" y="888"/>
                    <a:pt x="5381" y="933"/>
                  </a:cubicBezTo>
                  <a:cubicBezTo>
                    <a:pt x="5104" y="297"/>
                    <a:pt x="4564" y="1"/>
                    <a:pt x="40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93" name="Google Shape;7493;p70"/>
            <p:cNvSpPr/>
            <p:nvPr/>
          </p:nvSpPr>
          <p:spPr>
            <a:xfrm>
              <a:off x="512113" y="5007669"/>
              <a:ext cx="72990" cy="70629"/>
            </a:xfrm>
            <a:custGeom>
              <a:rect b="b" l="l" r="r" t="t"/>
              <a:pathLst>
                <a:path extrusionOk="0" h="883" w="913">
                  <a:moveTo>
                    <a:pt x="822" y="1"/>
                  </a:moveTo>
                  <a:cubicBezTo>
                    <a:pt x="396" y="183"/>
                    <a:pt x="92" y="518"/>
                    <a:pt x="1" y="882"/>
                  </a:cubicBezTo>
                  <a:cubicBezTo>
                    <a:pt x="1" y="882"/>
                    <a:pt x="244" y="457"/>
                    <a:pt x="913" y="214"/>
                  </a:cubicBezTo>
                  <a:lnTo>
                    <a:pt x="82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94" name="Google Shape;7494;p70"/>
            <p:cNvSpPr/>
            <p:nvPr/>
          </p:nvSpPr>
          <p:spPr>
            <a:xfrm>
              <a:off x="346867" y="5034464"/>
              <a:ext cx="43890" cy="46233"/>
            </a:xfrm>
            <a:custGeom>
              <a:rect b="b" l="l" r="r" t="t"/>
              <a:pathLst>
                <a:path extrusionOk="0" h="578" w="549">
                  <a:moveTo>
                    <a:pt x="31" y="0"/>
                  </a:moveTo>
                  <a:lnTo>
                    <a:pt x="1" y="152"/>
                  </a:lnTo>
                  <a:cubicBezTo>
                    <a:pt x="1" y="152"/>
                    <a:pt x="396" y="335"/>
                    <a:pt x="548" y="578"/>
                  </a:cubicBezTo>
                  <a:cubicBezTo>
                    <a:pt x="396" y="304"/>
                    <a:pt x="244" y="122"/>
                    <a:pt x="3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495" name="Google Shape;7495;p70"/>
          <p:cNvGrpSpPr/>
          <p:nvPr/>
        </p:nvGrpSpPr>
        <p:grpSpPr>
          <a:xfrm>
            <a:off x="0" y="4752988"/>
            <a:ext cx="9144000" cy="354505"/>
            <a:chOff x="0" y="4689888"/>
            <a:chExt cx="9144000" cy="354505"/>
          </a:xfrm>
        </p:grpSpPr>
        <p:grpSp>
          <p:nvGrpSpPr>
            <p:cNvPr id="7496" name="Google Shape;7496;p70"/>
            <p:cNvGrpSpPr/>
            <p:nvPr/>
          </p:nvGrpSpPr>
          <p:grpSpPr>
            <a:xfrm>
              <a:off x="0" y="4793425"/>
              <a:ext cx="9144000" cy="194975"/>
              <a:chOff x="0" y="4789550"/>
              <a:chExt cx="9144000" cy="194975"/>
            </a:xfrm>
          </p:grpSpPr>
          <p:sp>
            <p:nvSpPr>
              <p:cNvPr id="7497" name="Google Shape;7497;p70"/>
              <p:cNvSpPr/>
              <p:nvPr/>
            </p:nvSpPr>
            <p:spPr>
              <a:xfrm>
                <a:off x="0" y="4789550"/>
                <a:ext cx="9144000" cy="360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98" name="Google Shape;7498;p70"/>
              <p:cNvSpPr/>
              <p:nvPr/>
            </p:nvSpPr>
            <p:spPr>
              <a:xfrm>
                <a:off x="0" y="4948525"/>
                <a:ext cx="9144000" cy="360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499" name="Google Shape;7499;p70"/>
            <p:cNvGrpSpPr/>
            <p:nvPr/>
          </p:nvGrpSpPr>
          <p:grpSpPr>
            <a:xfrm>
              <a:off x="28483" y="4689888"/>
              <a:ext cx="9087034" cy="354505"/>
              <a:chOff x="28483" y="4689888"/>
              <a:chExt cx="9087034" cy="354505"/>
            </a:xfrm>
          </p:grpSpPr>
          <p:sp>
            <p:nvSpPr>
              <p:cNvPr id="7500" name="Google Shape;7500;p70"/>
              <p:cNvSpPr/>
              <p:nvPr/>
            </p:nvSpPr>
            <p:spPr>
              <a:xfrm>
                <a:off x="64010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6" y="1"/>
                      <a:pt x="533" y="8"/>
                      <a:pt x="518" y="24"/>
                    </a:cubicBezTo>
                    <a:lnTo>
                      <a:pt x="62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34" y="4431"/>
                      <a:pt x="1065" y="4401"/>
                      <a:pt x="1156" y="4370"/>
                    </a:cubicBezTo>
                    <a:lnTo>
                      <a:pt x="1156" y="601"/>
                    </a:lnTo>
                    <a:lnTo>
                      <a:pt x="1126" y="571"/>
                    </a:lnTo>
                    <a:lnTo>
                      <a:pt x="670" y="24"/>
                    </a:lnTo>
                    <a:cubicBezTo>
                      <a:pt x="639" y="8"/>
                      <a:pt x="609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01" name="Google Shape;7501;p70"/>
              <p:cNvSpPr/>
              <p:nvPr/>
            </p:nvSpPr>
            <p:spPr>
              <a:xfrm>
                <a:off x="79301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3" y="8"/>
                      <a:pt x="517" y="24"/>
                    </a:cubicBezTo>
                    <a:lnTo>
                      <a:pt x="6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34" y="4431"/>
                      <a:pt x="1064" y="4401"/>
                      <a:pt x="1156" y="4370"/>
                    </a:cubicBezTo>
                    <a:lnTo>
                      <a:pt x="1156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9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02" name="Google Shape;7502;p70"/>
              <p:cNvSpPr/>
              <p:nvPr/>
            </p:nvSpPr>
            <p:spPr>
              <a:xfrm>
                <a:off x="94592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2" y="4431"/>
                      <a:pt x="122" y="4431"/>
                    </a:cubicBezTo>
                    <a:lnTo>
                      <a:pt x="1003" y="4431"/>
                    </a:lnTo>
                    <a:cubicBezTo>
                      <a:pt x="103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8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03" name="Google Shape;7503;p70"/>
              <p:cNvSpPr/>
              <p:nvPr/>
            </p:nvSpPr>
            <p:spPr>
              <a:xfrm>
                <a:off x="109882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1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1" y="4431"/>
                      <a:pt x="122" y="4431"/>
                    </a:cubicBezTo>
                    <a:lnTo>
                      <a:pt x="1003" y="4431"/>
                    </a:lnTo>
                    <a:cubicBezTo>
                      <a:pt x="106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8" y="8"/>
                      <a:pt x="608" y="1"/>
                      <a:pt x="58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04" name="Google Shape;7504;p70"/>
              <p:cNvSpPr/>
              <p:nvPr/>
            </p:nvSpPr>
            <p:spPr>
              <a:xfrm>
                <a:off x="1251735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04" y="4431"/>
                      <a:pt x="103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05" name="Google Shape;7505;p70"/>
              <p:cNvSpPr/>
              <p:nvPr/>
            </p:nvSpPr>
            <p:spPr>
              <a:xfrm>
                <a:off x="1402243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06" name="Google Shape;7506;p70"/>
              <p:cNvSpPr/>
              <p:nvPr/>
            </p:nvSpPr>
            <p:spPr>
              <a:xfrm>
                <a:off x="1552751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64" y="4431"/>
                      <a:pt x="109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07" name="Google Shape;7507;p70"/>
              <p:cNvSpPr/>
              <p:nvPr/>
            </p:nvSpPr>
            <p:spPr>
              <a:xfrm>
                <a:off x="751362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08" name="Google Shape;7508;p70"/>
              <p:cNvSpPr/>
              <p:nvPr/>
            </p:nvSpPr>
            <p:spPr>
              <a:xfrm>
                <a:off x="7666529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3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09" name="Google Shape;7509;p70"/>
              <p:cNvSpPr/>
              <p:nvPr/>
            </p:nvSpPr>
            <p:spPr>
              <a:xfrm>
                <a:off x="7816957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10" name="Google Shape;7510;p70"/>
              <p:cNvSpPr/>
              <p:nvPr/>
            </p:nvSpPr>
            <p:spPr>
              <a:xfrm>
                <a:off x="796738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2" y="4431"/>
                      <a:pt x="122" y="4431"/>
                    </a:cubicBezTo>
                    <a:lnTo>
                      <a:pt x="1003" y="4431"/>
                    </a:lnTo>
                    <a:cubicBezTo>
                      <a:pt x="103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8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11" name="Google Shape;7511;p70"/>
              <p:cNvSpPr/>
              <p:nvPr/>
            </p:nvSpPr>
            <p:spPr>
              <a:xfrm>
                <a:off x="812029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93" y="1"/>
                    </a:moveTo>
                    <a:cubicBezTo>
                      <a:pt x="562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1" y="4431"/>
                      <a:pt x="122" y="4431"/>
                    </a:cubicBezTo>
                    <a:lnTo>
                      <a:pt x="1003" y="4431"/>
                    </a:lnTo>
                    <a:cubicBezTo>
                      <a:pt x="106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54" y="8"/>
                      <a:pt x="623" y="1"/>
                      <a:pt x="59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12" name="Google Shape;7512;p70"/>
              <p:cNvSpPr/>
              <p:nvPr/>
            </p:nvSpPr>
            <p:spPr>
              <a:xfrm>
                <a:off x="8273198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1" y="4431"/>
                      <a:pt x="122" y="4431"/>
                    </a:cubicBezTo>
                    <a:lnTo>
                      <a:pt x="973" y="4431"/>
                    </a:lnTo>
                    <a:cubicBezTo>
                      <a:pt x="1034" y="4431"/>
                      <a:pt x="1065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13" name="Google Shape;7513;p70"/>
              <p:cNvSpPr/>
              <p:nvPr/>
            </p:nvSpPr>
            <p:spPr>
              <a:xfrm>
                <a:off x="8423706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34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14" name="Google Shape;7514;p70"/>
              <p:cNvSpPr/>
              <p:nvPr/>
            </p:nvSpPr>
            <p:spPr>
              <a:xfrm>
                <a:off x="8574214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64" y="4431"/>
                      <a:pt x="109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15" name="Google Shape;7515;p70"/>
              <p:cNvSpPr/>
              <p:nvPr/>
            </p:nvSpPr>
            <p:spPr>
              <a:xfrm>
                <a:off x="8724643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2" y="4431"/>
                      <a:pt x="122" y="4431"/>
                    </a:cubicBezTo>
                    <a:lnTo>
                      <a:pt x="974" y="4431"/>
                    </a:lnTo>
                    <a:cubicBezTo>
                      <a:pt x="1065" y="4431"/>
                      <a:pt x="1095" y="4401"/>
                      <a:pt x="1126" y="4370"/>
                    </a:cubicBezTo>
                    <a:lnTo>
                      <a:pt x="112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4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16" name="Google Shape;7516;p70"/>
              <p:cNvSpPr/>
              <p:nvPr/>
            </p:nvSpPr>
            <p:spPr>
              <a:xfrm>
                <a:off x="8875151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74" y="1"/>
                    </a:moveTo>
                    <a:cubicBezTo>
                      <a:pt x="547" y="1"/>
                      <a:pt x="517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122" y="4431"/>
                    </a:cubicBezTo>
                    <a:lnTo>
                      <a:pt x="1003" y="4431"/>
                    </a:lnTo>
                    <a:cubicBezTo>
                      <a:pt x="103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600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17" name="Google Shape;7517;p70"/>
              <p:cNvSpPr/>
              <p:nvPr/>
            </p:nvSpPr>
            <p:spPr>
              <a:xfrm>
                <a:off x="736071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18" name="Google Shape;7518;p70"/>
              <p:cNvSpPr/>
              <p:nvPr/>
            </p:nvSpPr>
            <p:spPr>
              <a:xfrm>
                <a:off x="720781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19" name="Google Shape;7519;p70"/>
              <p:cNvSpPr/>
              <p:nvPr/>
            </p:nvSpPr>
            <p:spPr>
              <a:xfrm>
                <a:off x="705490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20" name="Google Shape;7520;p70"/>
              <p:cNvSpPr/>
              <p:nvPr/>
            </p:nvSpPr>
            <p:spPr>
              <a:xfrm>
                <a:off x="690199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21" name="Google Shape;7521;p70"/>
              <p:cNvSpPr/>
              <p:nvPr/>
            </p:nvSpPr>
            <p:spPr>
              <a:xfrm>
                <a:off x="674909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22" name="Google Shape;7522;p70"/>
              <p:cNvSpPr/>
              <p:nvPr/>
            </p:nvSpPr>
            <p:spPr>
              <a:xfrm>
                <a:off x="659618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23" name="Google Shape;7523;p70"/>
              <p:cNvSpPr/>
              <p:nvPr/>
            </p:nvSpPr>
            <p:spPr>
              <a:xfrm>
                <a:off x="644327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24" name="Google Shape;7524;p70"/>
              <p:cNvSpPr/>
              <p:nvPr/>
            </p:nvSpPr>
            <p:spPr>
              <a:xfrm>
                <a:off x="629037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25" name="Google Shape;7525;p70"/>
              <p:cNvSpPr/>
              <p:nvPr/>
            </p:nvSpPr>
            <p:spPr>
              <a:xfrm>
                <a:off x="613746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26" name="Google Shape;7526;p70"/>
              <p:cNvSpPr/>
              <p:nvPr/>
            </p:nvSpPr>
            <p:spPr>
              <a:xfrm>
                <a:off x="598455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27" name="Google Shape;7527;p70"/>
              <p:cNvSpPr/>
              <p:nvPr/>
            </p:nvSpPr>
            <p:spPr>
              <a:xfrm>
                <a:off x="583165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28" name="Google Shape;7528;p70"/>
              <p:cNvSpPr/>
              <p:nvPr/>
            </p:nvSpPr>
            <p:spPr>
              <a:xfrm>
                <a:off x="567874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29" name="Google Shape;7529;p70"/>
              <p:cNvSpPr/>
              <p:nvPr/>
            </p:nvSpPr>
            <p:spPr>
              <a:xfrm>
                <a:off x="552583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30" name="Google Shape;7530;p70"/>
              <p:cNvSpPr/>
              <p:nvPr/>
            </p:nvSpPr>
            <p:spPr>
              <a:xfrm>
                <a:off x="537293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31" name="Google Shape;7531;p70"/>
              <p:cNvSpPr/>
              <p:nvPr/>
            </p:nvSpPr>
            <p:spPr>
              <a:xfrm>
                <a:off x="522002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32" name="Google Shape;7532;p70"/>
              <p:cNvSpPr/>
              <p:nvPr/>
            </p:nvSpPr>
            <p:spPr>
              <a:xfrm>
                <a:off x="506712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33" name="Google Shape;7533;p70"/>
              <p:cNvSpPr/>
              <p:nvPr/>
            </p:nvSpPr>
            <p:spPr>
              <a:xfrm>
                <a:off x="491421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34" name="Google Shape;7534;p70"/>
              <p:cNvSpPr/>
              <p:nvPr/>
            </p:nvSpPr>
            <p:spPr>
              <a:xfrm>
                <a:off x="476130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35" name="Google Shape;7535;p70"/>
              <p:cNvSpPr/>
              <p:nvPr/>
            </p:nvSpPr>
            <p:spPr>
              <a:xfrm>
                <a:off x="460840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36" name="Google Shape;7536;p70"/>
              <p:cNvSpPr/>
              <p:nvPr/>
            </p:nvSpPr>
            <p:spPr>
              <a:xfrm>
                <a:off x="445549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37" name="Google Shape;7537;p70"/>
              <p:cNvSpPr/>
              <p:nvPr/>
            </p:nvSpPr>
            <p:spPr>
              <a:xfrm>
                <a:off x="430258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38" name="Google Shape;7538;p70"/>
              <p:cNvSpPr/>
              <p:nvPr/>
            </p:nvSpPr>
            <p:spPr>
              <a:xfrm>
                <a:off x="414968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39" name="Google Shape;7539;p70"/>
              <p:cNvSpPr/>
              <p:nvPr/>
            </p:nvSpPr>
            <p:spPr>
              <a:xfrm>
                <a:off x="399677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40" name="Google Shape;7540;p70"/>
              <p:cNvSpPr/>
              <p:nvPr/>
            </p:nvSpPr>
            <p:spPr>
              <a:xfrm>
                <a:off x="384386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41" name="Google Shape;7541;p70"/>
              <p:cNvSpPr/>
              <p:nvPr/>
            </p:nvSpPr>
            <p:spPr>
              <a:xfrm>
                <a:off x="369096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42" name="Google Shape;7542;p70"/>
              <p:cNvSpPr/>
              <p:nvPr/>
            </p:nvSpPr>
            <p:spPr>
              <a:xfrm>
                <a:off x="353805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43" name="Google Shape;7543;p70"/>
              <p:cNvSpPr/>
              <p:nvPr/>
            </p:nvSpPr>
            <p:spPr>
              <a:xfrm>
                <a:off x="338514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44" name="Google Shape;7544;p70"/>
              <p:cNvSpPr/>
              <p:nvPr/>
            </p:nvSpPr>
            <p:spPr>
              <a:xfrm>
                <a:off x="323224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45" name="Google Shape;7545;p70"/>
              <p:cNvSpPr/>
              <p:nvPr/>
            </p:nvSpPr>
            <p:spPr>
              <a:xfrm>
                <a:off x="307933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46" name="Google Shape;7546;p70"/>
              <p:cNvSpPr/>
              <p:nvPr/>
            </p:nvSpPr>
            <p:spPr>
              <a:xfrm>
                <a:off x="292643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47" name="Google Shape;7547;p70"/>
              <p:cNvSpPr/>
              <p:nvPr/>
            </p:nvSpPr>
            <p:spPr>
              <a:xfrm>
                <a:off x="277352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48" name="Google Shape;7548;p70"/>
              <p:cNvSpPr/>
              <p:nvPr/>
            </p:nvSpPr>
            <p:spPr>
              <a:xfrm>
                <a:off x="262061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49" name="Google Shape;7549;p70"/>
              <p:cNvSpPr/>
              <p:nvPr/>
            </p:nvSpPr>
            <p:spPr>
              <a:xfrm>
                <a:off x="246771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50" name="Google Shape;7550;p70"/>
              <p:cNvSpPr/>
              <p:nvPr/>
            </p:nvSpPr>
            <p:spPr>
              <a:xfrm>
                <a:off x="231480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51" name="Google Shape;7551;p70"/>
              <p:cNvSpPr/>
              <p:nvPr/>
            </p:nvSpPr>
            <p:spPr>
              <a:xfrm>
                <a:off x="216189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52" name="Google Shape;7552;p70"/>
              <p:cNvSpPr/>
              <p:nvPr/>
            </p:nvSpPr>
            <p:spPr>
              <a:xfrm>
                <a:off x="200899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53" name="Google Shape;7553;p70"/>
              <p:cNvSpPr/>
              <p:nvPr/>
            </p:nvSpPr>
            <p:spPr>
              <a:xfrm>
                <a:off x="185608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54" name="Google Shape;7554;p70"/>
              <p:cNvSpPr/>
              <p:nvPr/>
            </p:nvSpPr>
            <p:spPr>
              <a:xfrm>
                <a:off x="170317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55" name="Google Shape;7555;p70"/>
              <p:cNvSpPr/>
              <p:nvPr/>
            </p:nvSpPr>
            <p:spPr>
              <a:xfrm>
                <a:off x="48720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56" name="Google Shape;7556;p70"/>
              <p:cNvSpPr/>
              <p:nvPr/>
            </p:nvSpPr>
            <p:spPr>
              <a:xfrm>
                <a:off x="33429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57" name="Google Shape;7557;p70"/>
              <p:cNvSpPr/>
              <p:nvPr/>
            </p:nvSpPr>
            <p:spPr>
              <a:xfrm>
                <a:off x="18139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58" name="Google Shape;7558;p70"/>
              <p:cNvSpPr/>
              <p:nvPr/>
            </p:nvSpPr>
            <p:spPr>
              <a:xfrm>
                <a:off x="2848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59" name="Google Shape;7559;p70"/>
              <p:cNvSpPr/>
              <p:nvPr/>
            </p:nvSpPr>
            <p:spPr>
              <a:xfrm>
                <a:off x="9025579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74" y="1"/>
                    </a:moveTo>
                    <a:cubicBezTo>
                      <a:pt x="547" y="1"/>
                      <a:pt x="517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122" y="4431"/>
                    </a:cubicBezTo>
                    <a:lnTo>
                      <a:pt x="1003" y="4431"/>
                    </a:lnTo>
                    <a:cubicBezTo>
                      <a:pt x="103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600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7560" name="Google Shape;7560;p70"/>
          <p:cNvSpPr/>
          <p:nvPr/>
        </p:nvSpPr>
        <p:spPr>
          <a:xfrm>
            <a:off x="0" y="5107500"/>
            <a:ext cx="9144000" cy="36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61" name="Google Shape;7561;p70"/>
          <p:cNvSpPr/>
          <p:nvPr/>
        </p:nvSpPr>
        <p:spPr>
          <a:xfrm>
            <a:off x="719850" y="540000"/>
            <a:ext cx="7704300" cy="676800"/>
          </a:xfrm>
          <a:prstGeom prst="roundRect">
            <a:avLst>
              <a:gd fmla="val 17686" name="adj"/>
            </a:avLst>
          </a:prstGeom>
          <a:solidFill>
            <a:schemeClr val="lt1"/>
          </a:solidFill>
          <a:ln cap="flat" cmpd="sng" w="762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62" name="Google Shape;7562;p70"/>
          <p:cNvSpPr txBox="1"/>
          <p:nvPr>
            <p:ph type="title"/>
          </p:nvPr>
        </p:nvSpPr>
        <p:spPr>
          <a:xfrm>
            <a:off x="720000" y="1914600"/>
            <a:ext cx="2787000" cy="5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63" name="Google Shape;7563;p70"/>
          <p:cNvSpPr txBox="1"/>
          <p:nvPr>
            <p:ph idx="1" type="subTitle"/>
          </p:nvPr>
        </p:nvSpPr>
        <p:spPr>
          <a:xfrm>
            <a:off x="720000" y="2392500"/>
            <a:ext cx="27870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7564" name="Google Shape;7564;p70"/>
          <p:cNvSpPr txBox="1"/>
          <p:nvPr>
            <p:ph idx="2" type="title"/>
          </p:nvPr>
        </p:nvSpPr>
        <p:spPr>
          <a:xfrm>
            <a:off x="5637051" y="1914600"/>
            <a:ext cx="2787000" cy="5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65" name="Google Shape;7565;p70"/>
          <p:cNvSpPr txBox="1"/>
          <p:nvPr>
            <p:ph idx="3" type="subTitle"/>
          </p:nvPr>
        </p:nvSpPr>
        <p:spPr>
          <a:xfrm>
            <a:off x="5637051" y="2392500"/>
            <a:ext cx="27870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7566" name="Google Shape;7566;p70"/>
          <p:cNvSpPr txBox="1"/>
          <p:nvPr>
            <p:ph idx="4" type="title"/>
          </p:nvPr>
        </p:nvSpPr>
        <p:spPr>
          <a:xfrm>
            <a:off x="720000" y="3019800"/>
            <a:ext cx="2787000" cy="5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67" name="Google Shape;7567;p70"/>
          <p:cNvSpPr txBox="1"/>
          <p:nvPr>
            <p:ph idx="5" type="subTitle"/>
          </p:nvPr>
        </p:nvSpPr>
        <p:spPr>
          <a:xfrm>
            <a:off x="720000" y="3500400"/>
            <a:ext cx="27870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7568" name="Google Shape;7568;p70"/>
          <p:cNvSpPr txBox="1"/>
          <p:nvPr>
            <p:ph idx="6" type="title"/>
          </p:nvPr>
        </p:nvSpPr>
        <p:spPr>
          <a:xfrm>
            <a:off x="5637051" y="3019800"/>
            <a:ext cx="2787000" cy="5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69" name="Google Shape;7569;p70"/>
          <p:cNvSpPr txBox="1"/>
          <p:nvPr>
            <p:ph idx="7" type="subTitle"/>
          </p:nvPr>
        </p:nvSpPr>
        <p:spPr>
          <a:xfrm>
            <a:off x="5637051" y="3500400"/>
            <a:ext cx="27870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7570" name="Google Shape;7570;p70"/>
          <p:cNvSpPr txBox="1"/>
          <p:nvPr>
            <p:ph idx="8" type="title"/>
          </p:nvPr>
        </p:nvSpPr>
        <p:spPr>
          <a:xfrm>
            <a:off x="720000" y="540000"/>
            <a:ext cx="7704000" cy="6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5_1">
    <p:spTree>
      <p:nvGrpSpPr>
        <p:cNvPr id="7571" name="Shape 7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72" name="Google Shape;7572;p71"/>
          <p:cNvGrpSpPr/>
          <p:nvPr/>
        </p:nvGrpSpPr>
        <p:grpSpPr>
          <a:xfrm>
            <a:off x="-15975" y="-52"/>
            <a:ext cx="9175950" cy="5143406"/>
            <a:chOff x="-15975" y="-52"/>
            <a:chExt cx="9175950" cy="5143406"/>
          </a:xfrm>
        </p:grpSpPr>
        <p:sp>
          <p:nvSpPr>
            <p:cNvPr id="7573" name="Google Shape;7573;p71"/>
            <p:cNvSpPr/>
            <p:nvPr/>
          </p:nvSpPr>
          <p:spPr>
            <a:xfrm rot="5400000">
              <a:off x="4570450" y="-378255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74" name="Google Shape;7574;p71"/>
            <p:cNvSpPr/>
            <p:nvPr/>
          </p:nvSpPr>
          <p:spPr>
            <a:xfrm rot="5400000">
              <a:off x="4570450" y="-276311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75" name="Google Shape;7575;p71"/>
            <p:cNvSpPr/>
            <p:nvPr/>
          </p:nvSpPr>
          <p:spPr>
            <a:xfrm rot="5400000">
              <a:off x="4570450" y="-174368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76" name="Google Shape;7576;p71"/>
            <p:cNvSpPr/>
            <p:nvPr/>
          </p:nvSpPr>
          <p:spPr>
            <a:xfrm rot="5400000">
              <a:off x="4570450" y="-72425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77" name="Google Shape;7577;p71"/>
            <p:cNvSpPr/>
            <p:nvPr/>
          </p:nvSpPr>
          <p:spPr>
            <a:xfrm rot="5400000">
              <a:off x="4570450" y="295184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78" name="Google Shape;7578;p71"/>
            <p:cNvSpPr/>
            <p:nvPr/>
          </p:nvSpPr>
          <p:spPr>
            <a:xfrm rot="5400000">
              <a:off x="4570450" y="-429226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79" name="Google Shape;7579;p71"/>
            <p:cNvSpPr/>
            <p:nvPr/>
          </p:nvSpPr>
          <p:spPr>
            <a:xfrm rot="5400000">
              <a:off x="4570450" y="-327283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80" name="Google Shape;7580;p71"/>
            <p:cNvSpPr/>
            <p:nvPr/>
          </p:nvSpPr>
          <p:spPr>
            <a:xfrm rot="5400000">
              <a:off x="4570450" y="-225340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81" name="Google Shape;7581;p71"/>
            <p:cNvSpPr/>
            <p:nvPr/>
          </p:nvSpPr>
          <p:spPr>
            <a:xfrm rot="5400000">
              <a:off x="4570450" y="-123396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82" name="Google Shape;7582;p71"/>
            <p:cNvSpPr/>
            <p:nvPr/>
          </p:nvSpPr>
          <p:spPr>
            <a:xfrm rot="5400000">
              <a:off x="4570450" y="-21453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83" name="Google Shape;7583;p71"/>
            <p:cNvSpPr/>
            <p:nvPr/>
          </p:nvSpPr>
          <p:spPr>
            <a:xfrm>
              <a:off x="5081305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84" name="Google Shape;7584;p71"/>
            <p:cNvSpPr/>
            <p:nvPr/>
          </p:nvSpPr>
          <p:spPr>
            <a:xfrm>
              <a:off x="6100964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85" name="Google Shape;7585;p71"/>
            <p:cNvSpPr/>
            <p:nvPr/>
          </p:nvSpPr>
          <p:spPr>
            <a:xfrm>
              <a:off x="7120623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86" name="Google Shape;7586;p71"/>
            <p:cNvSpPr/>
            <p:nvPr/>
          </p:nvSpPr>
          <p:spPr>
            <a:xfrm>
              <a:off x="8140282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87" name="Google Shape;7587;p71"/>
            <p:cNvSpPr/>
            <p:nvPr/>
          </p:nvSpPr>
          <p:spPr>
            <a:xfrm>
              <a:off x="5591134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88" name="Google Shape;7588;p71"/>
            <p:cNvSpPr/>
            <p:nvPr/>
          </p:nvSpPr>
          <p:spPr>
            <a:xfrm>
              <a:off x="6610793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89" name="Google Shape;7589;p71"/>
            <p:cNvSpPr/>
            <p:nvPr/>
          </p:nvSpPr>
          <p:spPr>
            <a:xfrm>
              <a:off x="7630452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90" name="Google Shape;7590;p71"/>
            <p:cNvSpPr/>
            <p:nvPr/>
          </p:nvSpPr>
          <p:spPr>
            <a:xfrm>
              <a:off x="8650111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591" name="Google Shape;7591;p71"/>
            <p:cNvGrpSpPr/>
            <p:nvPr/>
          </p:nvGrpSpPr>
          <p:grpSpPr>
            <a:xfrm>
              <a:off x="-15975" y="-52"/>
              <a:ext cx="4587484" cy="5143406"/>
              <a:chOff x="-9275" y="-1994782"/>
              <a:chExt cx="4587484" cy="9140583"/>
            </a:xfrm>
          </p:grpSpPr>
          <p:sp>
            <p:nvSpPr>
              <p:cNvPr id="7592" name="Google Shape;7592;p71"/>
              <p:cNvSpPr/>
              <p:nvPr/>
            </p:nvSpPr>
            <p:spPr>
              <a:xfrm>
                <a:off x="50044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93" name="Google Shape;7593;p71"/>
              <p:cNvSpPr/>
              <p:nvPr/>
            </p:nvSpPr>
            <p:spPr>
              <a:xfrm>
                <a:off x="15198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94" name="Google Shape;7594;p71"/>
              <p:cNvSpPr/>
              <p:nvPr/>
            </p:nvSpPr>
            <p:spPr>
              <a:xfrm>
                <a:off x="253930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95" name="Google Shape;7595;p71"/>
              <p:cNvSpPr/>
              <p:nvPr/>
            </p:nvSpPr>
            <p:spPr>
              <a:xfrm>
                <a:off x="355874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96" name="Google Shape;7596;p71"/>
              <p:cNvSpPr/>
              <p:nvPr/>
            </p:nvSpPr>
            <p:spPr>
              <a:xfrm>
                <a:off x="45781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97" name="Google Shape;7597;p71"/>
              <p:cNvSpPr/>
              <p:nvPr/>
            </p:nvSpPr>
            <p:spPr>
              <a:xfrm>
                <a:off x="101015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98" name="Google Shape;7598;p71"/>
              <p:cNvSpPr/>
              <p:nvPr/>
            </p:nvSpPr>
            <p:spPr>
              <a:xfrm>
                <a:off x="202959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99" name="Google Shape;7599;p71"/>
              <p:cNvSpPr/>
              <p:nvPr/>
            </p:nvSpPr>
            <p:spPr>
              <a:xfrm>
                <a:off x="304902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00" name="Google Shape;7600;p71"/>
              <p:cNvSpPr/>
              <p:nvPr/>
            </p:nvSpPr>
            <p:spPr>
              <a:xfrm>
                <a:off x="406845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01" name="Google Shape;7601;p71"/>
              <p:cNvSpPr/>
              <p:nvPr/>
            </p:nvSpPr>
            <p:spPr>
              <a:xfrm>
                <a:off x="-92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7602" name="Google Shape;7602;p71"/>
            <p:cNvSpPr/>
            <p:nvPr/>
          </p:nvSpPr>
          <p:spPr>
            <a:xfrm>
              <a:off x="9159941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03" name="Google Shape;7603;p71"/>
          <p:cNvSpPr/>
          <p:nvPr/>
        </p:nvSpPr>
        <p:spPr>
          <a:xfrm>
            <a:off x="0" y="-75"/>
            <a:ext cx="9144000" cy="5143500"/>
          </a:xfrm>
          <a:prstGeom prst="rect">
            <a:avLst/>
          </a:prstGeom>
          <a:solidFill>
            <a:srgbClr val="D6E3EA">
              <a:alpha val="398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04" name="Google Shape;7604;p71"/>
          <p:cNvSpPr/>
          <p:nvPr/>
        </p:nvSpPr>
        <p:spPr>
          <a:xfrm>
            <a:off x="719850" y="540000"/>
            <a:ext cx="7704300" cy="676800"/>
          </a:xfrm>
          <a:prstGeom prst="roundRect">
            <a:avLst>
              <a:gd fmla="val 17686" name="adj"/>
            </a:avLst>
          </a:prstGeom>
          <a:solidFill>
            <a:schemeClr val="lt1"/>
          </a:solidFill>
          <a:ln cap="flat" cmpd="sng" w="762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05" name="Google Shape;7605;p71"/>
          <p:cNvSpPr/>
          <p:nvPr/>
        </p:nvSpPr>
        <p:spPr>
          <a:xfrm>
            <a:off x="8423997" y="230400"/>
            <a:ext cx="627009" cy="570231"/>
          </a:xfrm>
          <a:custGeom>
            <a:rect b="b" l="l" r="r" t="t"/>
            <a:pathLst>
              <a:path extrusionOk="0" h="7129" w="7843">
                <a:moveTo>
                  <a:pt x="3921" y="1"/>
                </a:moveTo>
                <a:cubicBezTo>
                  <a:pt x="3010" y="1"/>
                  <a:pt x="2098" y="343"/>
                  <a:pt x="1399" y="1027"/>
                </a:cubicBezTo>
                <a:cubicBezTo>
                  <a:pt x="0" y="2425"/>
                  <a:pt x="0" y="4705"/>
                  <a:pt x="1399" y="6103"/>
                </a:cubicBezTo>
                <a:cubicBezTo>
                  <a:pt x="2098" y="6787"/>
                  <a:pt x="3010" y="7129"/>
                  <a:pt x="3921" y="7129"/>
                </a:cubicBezTo>
                <a:cubicBezTo>
                  <a:pt x="4833" y="7129"/>
                  <a:pt x="5745" y="6787"/>
                  <a:pt x="6444" y="6103"/>
                </a:cubicBezTo>
                <a:cubicBezTo>
                  <a:pt x="7843" y="4705"/>
                  <a:pt x="7843" y="2425"/>
                  <a:pt x="6444" y="1027"/>
                </a:cubicBezTo>
                <a:cubicBezTo>
                  <a:pt x="5745" y="343"/>
                  <a:pt x="4833" y="1"/>
                  <a:pt x="3921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606" name="Google Shape;7606;p71"/>
          <p:cNvGrpSpPr/>
          <p:nvPr/>
        </p:nvGrpSpPr>
        <p:grpSpPr>
          <a:xfrm>
            <a:off x="7647030" y="3998946"/>
            <a:ext cx="1496970" cy="1108547"/>
            <a:chOff x="7609470" y="3938246"/>
            <a:chExt cx="1496970" cy="1108547"/>
          </a:xfrm>
        </p:grpSpPr>
        <p:sp>
          <p:nvSpPr>
            <p:cNvPr id="7607" name="Google Shape;7607;p71"/>
            <p:cNvSpPr/>
            <p:nvPr/>
          </p:nvSpPr>
          <p:spPr>
            <a:xfrm flipH="1">
              <a:off x="7609470" y="3938246"/>
              <a:ext cx="1494572" cy="1108547"/>
            </a:xfrm>
            <a:custGeom>
              <a:rect b="b" l="l" r="r" t="t"/>
              <a:pathLst>
                <a:path extrusionOk="0" h="13859" w="18695">
                  <a:moveTo>
                    <a:pt x="1447" y="0"/>
                  </a:moveTo>
                  <a:cubicBezTo>
                    <a:pt x="1061" y="0"/>
                    <a:pt x="617" y="130"/>
                    <a:pt x="122" y="424"/>
                  </a:cubicBezTo>
                  <a:cubicBezTo>
                    <a:pt x="92" y="424"/>
                    <a:pt x="61" y="454"/>
                    <a:pt x="1" y="454"/>
                  </a:cubicBezTo>
                  <a:lnTo>
                    <a:pt x="1" y="13858"/>
                  </a:lnTo>
                  <a:lnTo>
                    <a:pt x="18694" y="13858"/>
                  </a:lnTo>
                  <a:cubicBezTo>
                    <a:pt x="18451" y="13038"/>
                    <a:pt x="17752" y="12339"/>
                    <a:pt x="16992" y="12035"/>
                  </a:cubicBezTo>
                  <a:cubicBezTo>
                    <a:pt x="16604" y="11877"/>
                    <a:pt x="16196" y="11814"/>
                    <a:pt x="15780" y="11814"/>
                  </a:cubicBezTo>
                  <a:cubicBezTo>
                    <a:pt x="15320" y="11814"/>
                    <a:pt x="14850" y="11891"/>
                    <a:pt x="14389" y="12002"/>
                  </a:cubicBezTo>
                  <a:lnTo>
                    <a:pt x="14389" y="12002"/>
                  </a:lnTo>
                  <a:cubicBezTo>
                    <a:pt x="14540" y="11959"/>
                    <a:pt x="14746" y="11667"/>
                    <a:pt x="14864" y="11548"/>
                  </a:cubicBezTo>
                  <a:cubicBezTo>
                    <a:pt x="15138" y="11244"/>
                    <a:pt x="15351" y="10940"/>
                    <a:pt x="15411" y="10576"/>
                  </a:cubicBezTo>
                  <a:cubicBezTo>
                    <a:pt x="15472" y="10120"/>
                    <a:pt x="15320" y="9664"/>
                    <a:pt x="15047" y="9299"/>
                  </a:cubicBezTo>
                  <a:cubicBezTo>
                    <a:pt x="14653" y="8827"/>
                    <a:pt x="14011" y="8581"/>
                    <a:pt x="13374" y="8581"/>
                  </a:cubicBezTo>
                  <a:cubicBezTo>
                    <a:pt x="13272" y="8581"/>
                    <a:pt x="13171" y="8588"/>
                    <a:pt x="13071" y="8600"/>
                  </a:cubicBezTo>
                  <a:lnTo>
                    <a:pt x="12980" y="8600"/>
                  </a:lnTo>
                  <a:cubicBezTo>
                    <a:pt x="12828" y="8630"/>
                    <a:pt x="12706" y="8630"/>
                    <a:pt x="12554" y="8691"/>
                  </a:cubicBezTo>
                  <a:cubicBezTo>
                    <a:pt x="12213" y="8835"/>
                    <a:pt x="11894" y="9021"/>
                    <a:pt x="11601" y="9243"/>
                  </a:cubicBezTo>
                  <a:lnTo>
                    <a:pt x="11601" y="9243"/>
                  </a:lnTo>
                  <a:cubicBezTo>
                    <a:pt x="11894" y="8923"/>
                    <a:pt x="12183" y="8555"/>
                    <a:pt x="12311" y="8235"/>
                  </a:cubicBezTo>
                  <a:cubicBezTo>
                    <a:pt x="13246" y="6312"/>
                    <a:pt x="11645" y="3636"/>
                    <a:pt x="9345" y="3636"/>
                  </a:cubicBezTo>
                  <a:cubicBezTo>
                    <a:pt x="9028" y="3636"/>
                    <a:pt x="8698" y="3687"/>
                    <a:pt x="8359" y="3798"/>
                  </a:cubicBezTo>
                  <a:cubicBezTo>
                    <a:pt x="7436" y="4182"/>
                    <a:pt x="6643" y="4956"/>
                    <a:pt x="6052" y="5864"/>
                  </a:cubicBezTo>
                  <a:lnTo>
                    <a:pt x="6052" y="5864"/>
                  </a:lnTo>
                  <a:cubicBezTo>
                    <a:pt x="7044" y="3936"/>
                    <a:pt x="6013" y="2566"/>
                    <a:pt x="4822" y="2566"/>
                  </a:cubicBezTo>
                  <a:cubicBezTo>
                    <a:pt x="4146" y="2566"/>
                    <a:pt x="3418" y="3008"/>
                    <a:pt x="2979" y="4041"/>
                  </a:cubicBezTo>
                  <a:cubicBezTo>
                    <a:pt x="3611" y="2050"/>
                    <a:pt x="2981" y="0"/>
                    <a:pt x="144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08" name="Google Shape;7608;p71"/>
            <p:cNvSpPr/>
            <p:nvPr/>
          </p:nvSpPr>
          <p:spPr>
            <a:xfrm flipH="1">
              <a:off x="8221849" y="4367699"/>
              <a:ext cx="884591" cy="679094"/>
            </a:xfrm>
            <a:custGeom>
              <a:rect b="b" l="l" r="r" t="t"/>
              <a:pathLst>
                <a:path extrusionOk="0" h="8490" w="11065">
                  <a:moveTo>
                    <a:pt x="486" y="1"/>
                  </a:moveTo>
                  <a:cubicBezTo>
                    <a:pt x="321" y="1"/>
                    <a:pt x="157" y="33"/>
                    <a:pt x="0" y="100"/>
                  </a:cubicBezTo>
                  <a:lnTo>
                    <a:pt x="0" y="8489"/>
                  </a:lnTo>
                  <a:lnTo>
                    <a:pt x="11064" y="8489"/>
                  </a:lnTo>
                  <a:cubicBezTo>
                    <a:pt x="10912" y="8003"/>
                    <a:pt x="10487" y="7578"/>
                    <a:pt x="10031" y="7426"/>
                  </a:cubicBezTo>
                  <a:cubicBezTo>
                    <a:pt x="9799" y="7339"/>
                    <a:pt x="9553" y="7300"/>
                    <a:pt x="9303" y="7300"/>
                  </a:cubicBezTo>
                  <a:cubicBezTo>
                    <a:pt x="9029" y="7300"/>
                    <a:pt x="8751" y="7346"/>
                    <a:pt x="8481" y="7426"/>
                  </a:cubicBezTo>
                  <a:cubicBezTo>
                    <a:pt x="8754" y="6939"/>
                    <a:pt x="8389" y="6271"/>
                    <a:pt x="7903" y="6058"/>
                  </a:cubicBezTo>
                  <a:cubicBezTo>
                    <a:pt x="7756" y="6003"/>
                    <a:pt x="7601" y="5978"/>
                    <a:pt x="7444" y="5978"/>
                  </a:cubicBezTo>
                  <a:cubicBezTo>
                    <a:pt x="7152" y="5978"/>
                    <a:pt x="6851" y="6063"/>
                    <a:pt x="6580" y="6195"/>
                  </a:cubicBezTo>
                  <a:lnTo>
                    <a:pt x="6580" y="6195"/>
                  </a:lnTo>
                  <a:cubicBezTo>
                    <a:pt x="6903" y="5981"/>
                    <a:pt x="7137" y="5620"/>
                    <a:pt x="7265" y="5237"/>
                  </a:cubicBezTo>
                  <a:cubicBezTo>
                    <a:pt x="7801" y="4084"/>
                    <a:pt x="6846" y="2504"/>
                    <a:pt x="5507" y="2504"/>
                  </a:cubicBezTo>
                  <a:cubicBezTo>
                    <a:pt x="5329" y="2504"/>
                    <a:pt x="5144" y="2532"/>
                    <a:pt x="4955" y="2593"/>
                  </a:cubicBezTo>
                  <a:cubicBezTo>
                    <a:pt x="4359" y="2836"/>
                    <a:pt x="3885" y="3321"/>
                    <a:pt x="3509" y="3896"/>
                  </a:cubicBezTo>
                  <a:lnTo>
                    <a:pt x="3509" y="3896"/>
                  </a:lnTo>
                  <a:cubicBezTo>
                    <a:pt x="4180" y="2709"/>
                    <a:pt x="3551" y="1867"/>
                    <a:pt x="2823" y="1867"/>
                  </a:cubicBezTo>
                  <a:cubicBezTo>
                    <a:pt x="2423" y="1867"/>
                    <a:pt x="1993" y="2122"/>
                    <a:pt x="1733" y="2714"/>
                  </a:cubicBezTo>
                  <a:cubicBezTo>
                    <a:pt x="2381" y="1081"/>
                    <a:pt x="1437" y="1"/>
                    <a:pt x="4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09" name="Google Shape;7609;p71"/>
            <p:cNvSpPr/>
            <p:nvPr/>
          </p:nvSpPr>
          <p:spPr>
            <a:xfrm flipH="1">
              <a:off x="8165967" y="4144614"/>
              <a:ext cx="82743" cy="75988"/>
            </a:xfrm>
            <a:custGeom>
              <a:rect b="b" l="l" r="r" t="t"/>
              <a:pathLst>
                <a:path extrusionOk="0" h="950" w="1035">
                  <a:moveTo>
                    <a:pt x="998" y="1"/>
                  </a:moveTo>
                  <a:cubicBezTo>
                    <a:pt x="894" y="1"/>
                    <a:pt x="584" y="21"/>
                    <a:pt x="335" y="245"/>
                  </a:cubicBezTo>
                  <a:cubicBezTo>
                    <a:pt x="31" y="488"/>
                    <a:pt x="1" y="944"/>
                    <a:pt x="1" y="944"/>
                  </a:cubicBezTo>
                  <a:cubicBezTo>
                    <a:pt x="1" y="944"/>
                    <a:pt x="38" y="950"/>
                    <a:pt x="99" y="950"/>
                  </a:cubicBezTo>
                  <a:cubicBezTo>
                    <a:pt x="235" y="950"/>
                    <a:pt x="490" y="921"/>
                    <a:pt x="700" y="731"/>
                  </a:cubicBezTo>
                  <a:cubicBezTo>
                    <a:pt x="1004" y="458"/>
                    <a:pt x="1034" y="2"/>
                    <a:pt x="1034" y="2"/>
                  </a:cubicBezTo>
                  <a:cubicBezTo>
                    <a:pt x="1034" y="2"/>
                    <a:pt x="1021" y="1"/>
                    <a:pt x="99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10" name="Google Shape;7610;p71"/>
            <p:cNvSpPr/>
            <p:nvPr/>
          </p:nvSpPr>
          <p:spPr>
            <a:xfrm flipH="1">
              <a:off x="8853654" y="4378097"/>
              <a:ext cx="82743" cy="116782"/>
            </a:xfrm>
            <a:custGeom>
              <a:rect b="b" l="l" r="r" t="t"/>
              <a:pathLst>
                <a:path extrusionOk="0" h="1460" w="1035">
                  <a:moveTo>
                    <a:pt x="913" y="1"/>
                  </a:moveTo>
                  <a:lnTo>
                    <a:pt x="913" y="1"/>
                  </a:lnTo>
                  <a:cubicBezTo>
                    <a:pt x="913" y="1"/>
                    <a:pt x="457" y="153"/>
                    <a:pt x="244" y="548"/>
                  </a:cubicBezTo>
                  <a:cubicBezTo>
                    <a:pt x="1" y="913"/>
                    <a:pt x="123" y="1460"/>
                    <a:pt x="123" y="1460"/>
                  </a:cubicBezTo>
                  <a:cubicBezTo>
                    <a:pt x="123" y="1460"/>
                    <a:pt x="578" y="1308"/>
                    <a:pt x="791" y="913"/>
                  </a:cubicBezTo>
                  <a:cubicBezTo>
                    <a:pt x="1034" y="548"/>
                    <a:pt x="913" y="1"/>
                    <a:pt x="9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11" name="Google Shape;7611;p71"/>
            <p:cNvSpPr/>
            <p:nvPr/>
          </p:nvSpPr>
          <p:spPr>
            <a:xfrm flipH="1">
              <a:off x="8255906" y="4047429"/>
              <a:ext cx="77786" cy="165414"/>
            </a:xfrm>
            <a:custGeom>
              <a:rect b="b" l="l" r="r" t="t"/>
              <a:pathLst>
                <a:path extrusionOk="0" h="2068" w="973">
                  <a:moveTo>
                    <a:pt x="243" y="1"/>
                  </a:moveTo>
                  <a:cubicBezTo>
                    <a:pt x="243" y="1"/>
                    <a:pt x="0" y="578"/>
                    <a:pt x="91" y="1156"/>
                  </a:cubicBezTo>
                  <a:cubicBezTo>
                    <a:pt x="213" y="1703"/>
                    <a:pt x="699" y="2068"/>
                    <a:pt x="699" y="2068"/>
                  </a:cubicBezTo>
                  <a:cubicBezTo>
                    <a:pt x="699" y="2068"/>
                    <a:pt x="973" y="1490"/>
                    <a:pt x="851" y="913"/>
                  </a:cubicBezTo>
                  <a:cubicBezTo>
                    <a:pt x="760" y="335"/>
                    <a:pt x="243" y="1"/>
                    <a:pt x="2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612" name="Google Shape;7612;p71"/>
          <p:cNvGrpSpPr/>
          <p:nvPr/>
        </p:nvGrpSpPr>
        <p:grpSpPr>
          <a:xfrm flipH="1">
            <a:off x="-518902" y="2809772"/>
            <a:ext cx="1496970" cy="2297721"/>
            <a:chOff x="243098" y="2746672"/>
            <a:chExt cx="1496970" cy="2297721"/>
          </a:xfrm>
        </p:grpSpPr>
        <p:sp>
          <p:nvSpPr>
            <p:cNvPr id="7613" name="Google Shape;7613;p71"/>
            <p:cNvSpPr/>
            <p:nvPr/>
          </p:nvSpPr>
          <p:spPr>
            <a:xfrm>
              <a:off x="789842" y="4086383"/>
              <a:ext cx="461762" cy="958010"/>
            </a:xfrm>
            <a:custGeom>
              <a:rect b="b" l="l" r="r" t="t"/>
              <a:pathLst>
                <a:path extrusionOk="0" h="11977" w="5776">
                  <a:moveTo>
                    <a:pt x="2888" y="0"/>
                  </a:moveTo>
                  <a:lnTo>
                    <a:pt x="2797" y="2219"/>
                  </a:lnTo>
                  <a:lnTo>
                    <a:pt x="1611" y="1307"/>
                  </a:lnTo>
                  <a:lnTo>
                    <a:pt x="1520" y="1429"/>
                  </a:lnTo>
                  <a:lnTo>
                    <a:pt x="2645" y="2797"/>
                  </a:lnTo>
                  <a:lnTo>
                    <a:pt x="2432" y="7082"/>
                  </a:lnTo>
                  <a:lnTo>
                    <a:pt x="1885" y="6535"/>
                  </a:lnTo>
                  <a:lnTo>
                    <a:pt x="1915" y="5076"/>
                  </a:lnTo>
                  <a:lnTo>
                    <a:pt x="1703" y="5015"/>
                  </a:lnTo>
                  <a:lnTo>
                    <a:pt x="1520" y="6201"/>
                  </a:lnTo>
                  <a:lnTo>
                    <a:pt x="152" y="5015"/>
                  </a:lnTo>
                  <a:lnTo>
                    <a:pt x="0" y="5137"/>
                  </a:lnTo>
                  <a:lnTo>
                    <a:pt x="2310" y="7812"/>
                  </a:lnTo>
                  <a:lnTo>
                    <a:pt x="2007" y="11976"/>
                  </a:lnTo>
                  <a:lnTo>
                    <a:pt x="3891" y="11976"/>
                  </a:lnTo>
                  <a:lnTo>
                    <a:pt x="3678" y="6748"/>
                  </a:lnTo>
                  <a:lnTo>
                    <a:pt x="4681" y="5107"/>
                  </a:lnTo>
                  <a:lnTo>
                    <a:pt x="5776" y="4955"/>
                  </a:lnTo>
                  <a:lnTo>
                    <a:pt x="5776" y="4772"/>
                  </a:lnTo>
                  <a:lnTo>
                    <a:pt x="4803" y="4803"/>
                  </a:lnTo>
                  <a:lnTo>
                    <a:pt x="5350" y="3921"/>
                  </a:lnTo>
                  <a:lnTo>
                    <a:pt x="5228" y="3800"/>
                  </a:lnTo>
                  <a:lnTo>
                    <a:pt x="3678" y="5471"/>
                  </a:lnTo>
                  <a:lnTo>
                    <a:pt x="3405" y="2736"/>
                  </a:lnTo>
                  <a:lnTo>
                    <a:pt x="319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14" name="Google Shape;7614;p71"/>
            <p:cNvSpPr/>
            <p:nvPr/>
          </p:nvSpPr>
          <p:spPr>
            <a:xfrm>
              <a:off x="274676" y="2746672"/>
              <a:ext cx="1465392" cy="1589112"/>
            </a:xfrm>
            <a:custGeom>
              <a:rect b="b" l="l" r="r" t="t"/>
              <a:pathLst>
                <a:path extrusionOk="0" h="19867" w="18330">
                  <a:moveTo>
                    <a:pt x="9682" y="1"/>
                  </a:moveTo>
                  <a:cubicBezTo>
                    <a:pt x="9666" y="1"/>
                    <a:pt x="9651" y="1"/>
                    <a:pt x="9636" y="1"/>
                  </a:cubicBezTo>
                  <a:cubicBezTo>
                    <a:pt x="8663" y="32"/>
                    <a:pt x="7873" y="731"/>
                    <a:pt x="7265" y="1460"/>
                  </a:cubicBezTo>
                  <a:cubicBezTo>
                    <a:pt x="6019" y="2980"/>
                    <a:pt x="5259" y="4865"/>
                    <a:pt x="5107" y="6840"/>
                  </a:cubicBezTo>
                  <a:cubicBezTo>
                    <a:pt x="4712" y="6354"/>
                    <a:pt x="4377" y="5868"/>
                    <a:pt x="3891" y="5472"/>
                  </a:cubicBezTo>
                  <a:cubicBezTo>
                    <a:pt x="3485" y="5168"/>
                    <a:pt x="2993" y="4926"/>
                    <a:pt x="2488" y="4926"/>
                  </a:cubicBezTo>
                  <a:cubicBezTo>
                    <a:pt x="2389" y="4926"/>
                    <a:pt x="2289" y="4936"/>
                    <a:pt x="2189" y="4956"/>
                  </a:cubicBezTo>
                  <a:cubicBezTo>
                    <a:pt x="1186" y="5108"/>
                    <a:pt x="548" y="6111"/>
                    <a:pt x="274" y="7114"/>
                  </a:cubicBezTo>
                  <a:cubicBezTo>
                    <a:pt x="1" y="8178"/>
                    <a:pt x="61" y="9272"/>
                    <a:pt x="396" y="10305"/>
                  </a:cubicBezTo>
                  <a:cubicBezTo>
                    <a:pt x="912" y="12007"/>
                    <a:pt x="2219" y="13375"/>
                    <a:pt x="3466" y="14622"/>
                  </a:cubicBezTo>
                  <a:cubicBezTo>
                    <a:pt x="3336" y="14567"/>
                    <a:pt x="3199" y="14541"/>
                    <a:pt x="3063" y="14541"/>
                  </a:cubicBezTo>
                  <a:cubicBezTo>
                    <a:pt x="2595" y="14541"/>
                    <a:pt x="2127" y="14843"/>
                    <a:pt x="1915" y="15290"/>
                  </a:cubicBezTo>
                  <a:cubicBezTo>
                    <a:pt x="1520" y="16050"/>
                    <a:pt x="1915" y="16901"/>
                    <a:pt x="2402" y="17509"/>
                  </a:cubicBezTo>
                  <a:cubicBezTo>
                    <a:pt x="2858" y="18026"/>
                    <a:pt x="3435" y="18391"/>
                    <a:pt x="4043" y="18695"/>
                  </a:cubicBezTo>
                  <a:cubicBezTo>
                    <a:pt x="5651" y="19498"/>
                    <a:pt x="7434" y="19866"/>
                    <a:pt x="9228" y="19866"/>
                  </a:cubicBezTo>
                  <a:cubicBezTo>
                    <a:pt x="11164" y="19866"/>
                    <a:pt x="13112" y="19437"/>
                    <a:pt x="14864" y="18664"/>
                  </a:cubicBezTo>
                  <a:cubicBezTo>
                    <a:pt x="16110" y="18117"/>
                    <a:pt x="16992" y="17205"/>
                    <a:pt x="17691" y="15989"/>
                  </a:cubicBezTo>
                  <a:cubicBezTo>
                    <a:pt x="18147" y="15290"/>
                    <a:pt x="18299" y="14439"/>
                    <a:pt x="18329" y="13649"/>
                  </a:cubicBezTo>
                  <a:cubicBezTo>
                    <a:pt x="18329" y="13102"/>
                    <a:pt x="18299" y="12585"/>
                    <a:pt x="18086" y="12129"/>
                  </a:cubicBezTo>
                  <a:cubicBezTo>
                    <a:pt x="17873" y="11673"/>
                    <a:pt x="17448" y="11248"/>
                    <a:pt x="16931" y="11187"/>
                  </a:cubicBezTo>
                  <a:cubicBezTo>
                    <a:pt x="16869" y="11174"/>
                    <a:pt x="16804" y="11168"/>
                    <a:pt x="16739" y="11168"/>
                  </a:cubicBezTo>
                  <a:cubicBezTo>
                    <a:pt x="16511" y="11168"/>
                    <a:pt x="16279" y="11244"/>
                    <a:pt x="16148" y="11384"/>
                  </a:cubicBezTo>
                  <a:lnTo>
                    <a:pt x="16148" y="11384"/>
                  </a:lnTo>
                  <a:cubicBezTo>
                    <a:pt x="16711" y="10695"/>
                    <a:pt x="17239" y="9890"/>
                    <a:pt x="17448" y="8998"/>
                  </a:cubicBezTo>
                  <a:cubicBezTo>
                    <a:pt x="17691" y="8086"/>
                    <a:pt x="17569" y="7083"/>
                    <a:pt x="16961" y="6384"/>
                  </a:cubicBezTo>
                  <a:cubicBezTo>
                    <a:pt x="16487" y="5810"/>
                    <a:pt x="15766" y="5523"/>
                    <a:pt x="15019" y="5523"/>
                  </a:cubicBezTo>
                  <a:cubicBezTo>
                    <a:pt x="14856" y="5523"/>
                    <a:pt x="14692" y="5536"/>
                    <a:pt x="14530" y="5564"/>
                  </a:cubicBezTo>
                  <a:cubicBezTo>
                    <a:pt x="13618" y="5716"/>
                    <a:pt x="12858" y="6202"/>
                    <a:pt x="12250" y="6871"/>
                  </a:cubicBezTo>
                  <a:cubicBezTo>
                    <a:pt x="12311" y="5472"/>
                    <a:pt x="12615" y="4074"/>
                    <a:pt x="12372" y="2706"/>
                  </a:cubicBezTo>
                  <a:cubicBezTo>
                    <a:pt x="12101" y="1354"/>
                    <a:pt x="11057" y="1"/>
                    <a:pt x="968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15" name="Google Shape;7615;p71"/>
            <p:cNvSpPr/>
            <p:nvPr/>
          </p:nvSpPr>
          <p:spPr>
            <a:xfrm>
              <a:off x="635228" y="4360980"/>
              <a:ext cx="324817" cy="282356"/>
            </a:xfrm>
            <a:custGeom>
              <a:rect b="b" l="l" r="r" t="t"/>
              <a:pathLst>
                <a:path extrusionOk="0" h="3530" w="4063">
                  <a:moveTo>
                    <a:pt x="1850" y="0"/>
                  </a:moveTo>
                  <a:cubicBezTo>
                    <a:pt x="1502" y="0"/>
                    <a:pt x="1195" y="373"/>
                    <a:pt x="1570" y="944"/>
                  </a:cubicBezTo>
                  <a:cubicBezTo>
                    <a:pt x="1296" y="663"/>
                    <a:pt x="1033" y="551"/>
                    <a:pt x="819" y="551"/>
                  </a:cubicBezTo>
                  <a:cubicBezTo>
                    <a:pt x="223" y="551"/>
                    <a:pt x="1" y="1409"/>
                    <a:pt x="962" y="1856"/>
                  </a:cubicBezTo>
                  <a:cubicBezTo>
                    <a:pt x="37" y="1881"/>
                    <a:pt x="304" y="2974"/>
                    <a:pt x="969" y="2974"/>
                  </a:cubicBezTo>
                  <a:cubicBezTo>
                    <a:pt x="1100" y="2974"/>
                    <a:pt x="1247" y="2931"/>
                    <a:pt x="1403" y="2829"/>
                  </a:cubicBezTo>
                  <a:lnTo>
                    <a:pt x="1403" y="2829"/>
                  </a:lnTo>
                  <a:cubicBezTo>
                    <a:pt x="1083" y="3075"/>
                    <a:pt x="1301" y="3529"/>
                    <a:pt x="1714" y="3529"/>
                  </a:cubicBezTo>
                  <a:cubicBezTo>
                    <a:pt x="1726" y="3529"/>
                    <a:pt x="1739" y="3529"/>
                    <a:pt x="1752" y="3528"/>
                  </a:cubicBezTo>
                  <a:cubicBezTo>
                    <a:pt x="2877" y="3315"/>
                    <a:pt x="4062" y="1491"/>
                    <a:pt x="3029" y="519"/>
                  </a:cubicBezTo>
                  <a:cubicBezTo>
                    <a:pt x="2955" y="430"/>
                    <a:pt x="2810" y="370"/>
                    <a:pt x="2680" y="370"/>
                  </a:cubicBezTo>
                  <a:cubicBezTo>
                    <a:pt x="2542" y="370"/>
                    <a:pt x="2421" y="438"/>
                    <a:pt x="2421" y="610"/>
                  </a:cubicBezTo>
                  <a:cubicBezTo>
                    <a:pt x="2358" y="184"/>
                    <a:pt x="2094" y="0"/>
                    <a:pt x="185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16" name="Google Shape;7616;p71"/>
            <p:cNvSpPr/>
            <p:nvPr/>
          </p:nvSpPr>
          <p:spPr>
            <a:xfrm>
              <a:off x="663449" y="3468479"/>
              <a:ext cx="794733" cy="858426"/>
            </a:xfrm>
            <a:custGeom>
              <a:rect b="b" l="l" r="r" t="t"/>
              <a:pathLst>
                <a:path extrusionOk="0" h="10732" w="9941">
                  <a:moveTo>
                    <a:pt x="3393" y="0"/>
                  </a:moveTo>
                  <a:cubicBezTo>
                    <a:pt x="3295" y="0"/>
                    <a:pt x="3197" y="11"/>
                    <a:pt x="3101" y="35"/>
                  </a:cubicBezTo>
                  <a:cubicBezTo>
                    <a:pt x="2341" y="217"/>
                    <a:pt x="1977" y="1129"/>
                    <a:pt x="2068" y="1889"/>
                  </a:cubicBezTo>
                  <a:cubicBezTo>
                    <a:pt x="2129" y="2649"/>
                    <a:pt x="2524" y="3379"/>
                    <a:pt x="2797" y="4078"/>
                  </a:cubicBezTo>
                  <a:cubicBezTo>
                    <a:pt x="2435" y="3871"/>
                    <a:pt x="2029" y="3730"/>
                    <a:pt x="1598" y="3730"/>
                  </a:cubicBezTo>
                  <a:cubicBezTo>
                    <a:pt x="1522" y="3730"/>
                    <a:pt x="1446" y="3734"/>
                    <a:pt x="1369" y="3743"/>
                  </a:cubicBezTo>
                  <a:cubicBezTo>
                    <a:pt x="882" y="3835"/>
                    <a:pt x="426" y="4139"/>
                    <a:pt x="244" y="4594"/>
                  </a:cubicBezTo>
                  <a:cubicBezTo>
                    <a:pt x="1" y="5081"/>
                    <a:pt x="122" y="5598"/>
                    <a:pt x="396" y="6053"/>
                  </a:cubicBezTo>
                  <a:cubicBezTo>
                    <a:pt x="670" y="6479"/>
                    <a:pt x="1065" y="6813"/>
                    <a:pt x="1490" y="7117"/>
                  </a:cubicBezTo>
                  <a:cubicBezTo>
                    <a:pt x="1414" y="7087"/>
                    <a:pt x="1331" y="7072"/>
                    <a:pt x="1247" y="7072"/>
                  </a:cubicBezTo>
                  <a:cubicBezTo>
                    <a:pt x="1163" y="7072"/>
                    <a:pt x="1080" y="7087"/>
                    <a:pt x="1004" y="7117"/>
                  </a:cubicBezTo>
                  <a:cubicBezTo>
                    <a:pt x="730" y="7239"/>
                    <a:pt x="578" y="7512"/>
                    <a:pt x="548" y="7816"/>
                  </a:cubicBezTo>
                  <a:cubicBezTo>
                    <a:pt x="518" y="8090"/>
                    <a:pt x="578" y="8394"/>
                    <a:pt x="670" y="8637"/>
                  </a:cubicBezTo>
                  <a:cubicBezTo>
                    <a:pt x="822" y="9093"/>
                    <a:pt x="1034" y="9519"/>
                    <a:pt x="1338" y="9701"/>
                  </a:cubicBezTo>
                  <a:cubicBezTo>
                    <a:pt x="1885" y="10248"/>
                    <a:pt x="2493" y="10582"/>
                    <a:pt x="3253" y="10674"/>
                  </a:cubicBezTo>
                  <a:cubicBezTo>
                    <a:pt x="3573" y="10712"/>
                    <a:pt x="3897" y="10731"/>
                    <a:pt x="4223" y="10731"/>
                  </a:cubicBezTo>
                  <a:cubicBezTo>
                    <a:pt x="5969" y="10731"/>
                    <a:pt x="7747" y="10171"/>
                    <a:pt x="9028" y="8941"/>
                  </a:cubicBezTo>
                  <a:cubicBezTo>
                    <a:pt x="9272" y="8728"/>
                    <a:pt x="9545" y="8424"/>
                    <a:pt x="9697" y="8060"/>
                  </a:cubicBezTo>
                  <a:cubicBezTo>
                    <a:pt x="9879" y="7695"/>
                    <a:pt x="9940" y="7148"/>
                    <a:pt x="9636" y="6813"/>
                  </a:cubicBezTo>
                  <a:cubicBezTo>
                    <a:pt x="9478" y="6690"/>
                    <a:pt x="9268" y="6607"/>
                    <a:pt x="9066" y="6607"/>
                  </a:cubicBezTo>
                  <a:cubicBezTo>
                    <a:pt x="8920" y="6607"/>
                    <a:pt x="8778" y="6650"/>
                    <a:pt x="8664" y="6753"/>
                  </a:cubicBezTo>
                  <a:cubicBezTo>
                    <a:pt x="9120" y="5841"/>
                    <a:pt x="9636" y="4929"/>
                    <a:pt x="9636" y="3926"/>
                  </a:cubicBezTo>
                  <a:cubicBezTo>
                    <a:pt x="9636" y="3348"/>
                    <a:pt x="9484" y="2740"/>
                    <a:pt x="9180" y="2224"/>
                  </a:cubicBezTo>
                  <a:cubicBezTo>
                    <a:pt x="8931" y="1807"/>
                    <a:pt x="8504" y="1391"/>
                    <a:pt x="7992" y="1391"/>
                  </a:cubicBezTo>
                  <a:cubicBezTo>
                    <a:pt x="7943" y="1391"/>
                    <a:pt x="7893" y="1395"/>
                    <a:pt x="7843" y="1403"/>
                  </a:cubicBezTo>
                  <a:cubicBezTo>
                    <a:pt x="7509" y="1464"/>
                    <a:pt x="7205" y="1707"/>
                    <a:pt x="6992" y="1950"/>
                  </a:cubicBezTo>
                  <a:cubicBezTo>
                    <a:pt x="6809" y="2254"/>
                    <a:pt x="6688" y="2558"/>
                    <a:pt x="6597" y="2923"/>
                  </a:cubicBezTo>
                  <a:cubicBezTo>
                    <a:pt x="6202" y="1889"/>
                    <a:pt x="5472" y="1008"/>
                    <a:pt x="4560" y="400"/>
                  </a:cubicBezTo>
                  <a:cubicBezTo>
                    <a:pt x="4194" y="180"/>
                    <a:pt x="3790" y="0"/>
                    <a:pt x="339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17" name="Google Shape;7617;p71"/>
            <p:cNvSpPr/>
            <p:nvPr/>
          </p:nvSpPr>
          <p:spPr>
            <a:xfrm>
              <a:off x="354861" y="3840821"/>
              <a:ext cx="72990" cy="104624"/>
            </a:xfrm>
            <a:custGeom>
              <a:rect b="b" l="l" r="r" t="t"/>
              <a:pathLst>
                <a:path extrusionOk="0" h="1308" w="913">
                  <a:moveTo>
                    <a:pt x="92" y="0"/>
                  </a:moveTo>
                  <a:cubicBezTo>
                    <a:pt x="92" y="0"/>
                    <a:pt x="1" y="456"/>
                    <a:pt x="183" y="791"/>
                  </a:cubicBezTo>
                  <a:cubicBezTo>
                    <a:pt x="365" y="1125"/>
                    <a:pt x="791" y="1307"/>
                    <a:pt x="791" y="1307"/>
                  </a:cubicBezTo>
                  <a:cubicBezTo>
                    <a:pt x="791" y="1307"/>
                    <a:pt x="912" y="851"/>
                    <a:pt x="700" y="487"/>
                  </a:cubicBezTo>
                  <a:cubicBezTo>
                    <a:pt x="487" y="152"/>
                    <a:pt x="92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18" name="Google Shape;7618;p71"/>
            <p:cNvSpPr/>
            <p:nvPr/>
          </p:nvSpPr>
          <p:spPr>
            <a:xfrm>
              <a:off x="243098" y="3940326"/>
              <a:ext cx="158051" cy="70869"/>
            </a:xfrm>
            <a:custGeom>
              <a:rect b="b" l="l" r="r" t="t"/>
              <a:pathLst>
                <a:path extrusionOk="0" h="886" w="1977">
                  <a:moveTo>
                    <a:pt x="996" y="1"/>
                  </a:moveTo>
                  <a:cubicBezTo>
                    <a:pt x="978" y="1"/>
                    <a:pt x="960" y="1"/>
                    <a:pt x="943" y="2"/>
                  </a:cubicBezTo>
                  <a:cubicBezTo>
                    <a:pt x="396" y="2"/>
                    <a:pt x="0" y="519"/>
                    <a:pt x="0" y="519"/>
                  </a:cubicBezTo>
                  <a:cubicBezTo>
                    <a:pt x="0" y="519"/>
                    <a:pt x="451" y="886"/>
                    <a:pt x="946" y="886"/>
                  </a:cubicBezTo>
                  <a:cubicBezTo>
                    <a:pt x="965" y="886"/>
                    <a:pt x="984" y="885"/>
                    <a:pt x="1003" y="884"/>
                  </a:cubicBezTo>
                  <a:cubicBezTo>
                    <a:pt x="1551" y="854"/>
                    <a:pt x="1976" y="398"/>
                    <a:pt x="1976" y="398"/>
                  </a:cubicBezTo>
                  <a:cubicBezTo>
                    <a:pt x="1976" y="398"/>
                    <a:pt x="1494" y="1"/>
                    <a:pt x="99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19" name="Google Shape;7619;p71"/>
            <p:cNvSpPr/>
            <p:nvPr/>
          </p:nvSpPr>
          <p:spPr>
            <a:xfrm>
              <a:off x="1256401" y="4479441"/>
              <a:ext cx="58360" cy="29755"/>
            </a:xfrm>
            <a:custGeom>
              <a:rect b="b" l="l" r="r" t="t"/>
              <a:pathLst>
                <a:path extrusionOk="0" h="372" w="730">
                  <a:moveTo>
                    <a:pt x="235" y="0"/>
                  </a:moveTo>
                  <a:cubicBezTo>
                    <a:pt x="108" y="0"/>
                    <a:pt x="0" y="41"/>
                    <a:pt x="0" y="41"/>
                  </a:cubicBezTo>
                  <a:cubicBezTo>
                    <a:pt x="0" y="41"/>
                    <a:pt x="122" y="253"/>
                    <a:pt x="304" y="345"/>
                  </a:cubicBezTo>
                  <a:cubicBezTo>
                    <a:pt x="365" y="365"/>
                    <a:pt x="433" y="372"/>
                    <a:pt x="496" y="372"/>
                  </a:cubicBezTo>
                  <a:cubicBezTo>
                    <a:pt x="622" y="372"/>
                    <a:pt x="730" y="345"/>
                    <a:pt x="730" y="345"/>
                  </a:cubicBezTo>
                  <a:cubicBezTo>
                    <a:pt x="730" y="345"/>
                    <a:pt x="608" y="101"/>
                    <a:pt x="426" y="41"/>
                  </a:cubicBezTo>
                  <a:cubicBezTo>
                    <a:pt x="365" y="10"/>
                    <a:pt x="298" y="0"/>
                    <a:pt x="23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20" name="Google Shape;7620;p71"/>
            <p:cNvSpPr/>
            <p:nvPr/>
          </p:nvSpPr>
          <p:spPr>
            <a:xfrm>
              <a:off x="1256401" y="4409692"/>
              <a:ext cx="60838" cy="58471"/>
            </a:xfrm>
            <a:custGeom>
              <a:rect b="b" l="l" r="r" t="t"/>
              <a:pathLst>
                <a:path extrusionOk="0" h="731" w="761">
                  <a:moveTo>
                    <a:pt x="760" y="1"/>
                  </a:moveTo>
                  <a:cubicBezTo>
                    <a:pt x="760" y="1"/>
                    <a:pt x="456" y="1"/>
                    <a:pt x="213" y="183"/>
                  </a:cubicBezTo>
                  <a:cubicBezTo>
                    <a:pt x="31" y="366"/>
                    <a:pt x="0" y="730"/>
                    <a:pt x="0" y="730"/>
                  </a:cubicBezTo>
                  <a:cubicBezTo>
                    <a:pt x="0" y="730"/>
                    <a:pt x="304" y="730"/>
                    <a:pt x="547" y="518"/>
                  </a:cubicBezTo>
                  <a:cubicBezTo>
                    <a:pt x="760" y="335"/>
                    <a:pt x="760" y="1"/>
                    <a:pt x="76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21" name="Google Shape;7621;p71"/>
            <p:cNvSpPr/>
            <p:nvPr/>
          </p:nvSpPr>
          <p:spPr>
            <a:xfrm>
              <a:off x="1217548" y="3476078"/>
              <a:ext cx="82663" cy="82787"/>
            </a:xfrm>
            <a:custGeom>
              <a:rect b="b" l="l" r="r" t="t"/>
              <a:pathLst>
                <a:path extrusionOk="0" h="1035" w="1034">
                  <a:moveTo>
                    <a:pt x="973" y="1"/>
                  </a:moveTo>
                  <a:lnTo>
                    <a:pt x="973" y="1"/>
                  </a:lnTo>
                  <a:cubicBezTo>
                    <a:pt x="973" y="1"/>
                    <a:pt x="517" y="1"/>
                    <a:pt x="274" y="305"/>
                  </a:cubicBezTo>
                  <a:cubicBezTo>
                    <a:pt x="0" y="578"/>
                    <a:pt x="0" y="1034"/>
                    <a:pt x="0" y="1034"/>
                  </a:cubicBezTo>
                  <a:cubicBezTo>
                    <a:pt x="0" y="1034"/>
                    <a:pt x="456" y="1034"/>
                    <a:pt x="730" y="730"/>
                  </a:cubicBezTo>
                  <a:cubicBezTo>
                    <a:pt x="1033" y="426"/>
                    <a:pt x="973" y="1"/>
                    <a:pt x="97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22" name="Google Shape;7622;p71"/>
            <p:cNvSpPr/>
            <p:nvPr/>
          </p:nvSpPr>
          <p:spPr>
            <a:xfrm>
              <a:off x="695027" y="3711641"/>
              <a:ext cx="72990" cy="37114"/>
            </a:xfrm>
            <a:custGeom>
              <a:rect b="b" l="l" r="r" t="t"/>
              <a:pathLst>
                <a:path extrusionOk="0" h="464" w="913">
                  <a:moveTo>
                    <a:pt x="318" y="1"/>
                  </a:moveTo>
                  <a:cubicBezTo>
                    <a:pt x="146" y="1"/>
                    <a:pt x="1" y="65"/>
                    <a:pt x="1" y="65"/>
                  </a:cubicBezTo>
                  <a:cubicBezTo>
                    <a:pt x="1" y="65"/>
                    <a:pt x="123" y="308"/>
                    <a:pt x="366" y="430"/>
                  </a:cubicBezTo>
                  <a:cubicBezTo>
                    <a:pt x="432" y="455"/>
                    <a:pt x="503" y="464"/>
                    <a:pt x="571" y="464"/>
                  </a:cubicBezTo>
                  <a:cubicBezTo>
                    <a:pt x="752" y="464"/>
                    <a:pt x="913" y="399"/>
                    <a:pt x="913" y="399"/>
                  </a:cubicBezTo>
                  <a:cubicBezTo>
                    <a:pt x="913" y="399"/>
                    <a:pt x="791" y="126"/>
                    <a:pt x="518" y="35"/>
                  </a:cubicBezTo>
                  <a:cubicBezTo>
                    <a:pt x="451" y="10"/>
                    <a:pt x="383" y="1"/>
                    <a:pt x="3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23" name="Google Shape;7623;p71"/>
            <p:cNvSpPr/>
            <p:nvPr/>
          </p:nvSpPr>
          <p:spPr>
            <a:xfrm>
              <a:off x="1113060" y="3398330"/>
              <a:ext cx="94815" cy="148377"/>
            </a:xfrm>
            <a:custGeom>
              <a:rect b="b" l="l" r="r" t="t"/>
              <a:pathLst>
                <a:path extrusionOk="0" h="1855" w="1186">
                  <a:moveTo>
                    <a:pt x="243" y="0"/>
                  </a:moveTo>
                  <a:cubicBezTo>
                    <a:pt x="243" y="0"/>
                    <a:pt x="0" y="517"/>
                    <a:pt x="213" y="1064"/>
                  </a:cubicBezTo>
                  <a:cubicBezTo>
                    <a:pt x="395" y="1581"/>
                    <a:pt x="973" y="1854"/>
                    <a:pt x="973" y="1854"/>
                  </a:cubicBezTo>
                  <a:cubicBezTo>
                    <a:pt x="973" y="1854"/>
                    <a:pt x="1185" y="1307"/>
                    <a:pt x="1003" y="791"/>
                  </a:cubicBezTo>
                  <a:cubicBezTo>
                    <a:pt x="821" y="304"/>
                    <a:pt x="243" y="0"/>
                    <a:pt x="24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24" name="Google Shape;7624;p71"/>
            <p:cNvSpPr/>
            <p:nvPr/>
          </p:nvSpPr>
          <p:spPr>
            <a:xfrm>
              <a:off x="758264" y="4468083"/>
              <a:ext cx="136146" cy="124061"/>
            </a:xfrm>
            <a:custGeom>
              <a:rect b="b" l="l" r="r" t="t"/>
              <a:pathLst>
                <a:path extrusionOk="0" h="1551" w="1703">
                  <a:moveTo>
                    <a:pt x="1277" y="0"/>
                  </a:moveTo>
                  <a:cubicBezTo>
                    <a:pt x="1094" y="0"/>
                    <a:pt x="1064" y="213"/>
                    <a:pt x="912" y="213"/>
                  </a:cubicBezTo>
                  <a:cubicBezTo>
                    <a:pt x="882" y="213"/>
                    <a:pt x="851" y="213"/>
                    <a:pt x="791" y="183"/>
                  </a:cubicBezTo>
                  <a:cubicBezTo>
                    <a:pt x="760" y="152"/>
                    <a:pt x="730" y="61"/>
                    <a:pt x="639" y="61"/>
                  </a:cubicBezTo>
                  <a:cubicBezTo>
                    <a:pt x="578" y="61"/>
                    <a:pt x="487" y="152"/>
                    <a:pt x="456" y="213"/>
                  </a:cubicBezTo>
                  <a:cubicBezTo>
                    <a:pt x="426" y="304"/>
                    <a:pt x="456" y="395"/>
                    <a:pt x="456" y="487"/>
                  </a:cubicBezTo>
                  <a:cubicBezTo>
                    <a:pt x="456" y="608"/>
                    <a:pt x="456" y="669"/>
                    <a:pt x="426" y="760"/>
                  </a:cubicBezTo>
                  <a:cubicBezTo>
                    <a:pt x="304" y="882"/>
                    <a:pt x="122" y="851"/>
                    <a:pt x="31" y="1003"/>
                  </a:cubicBezTo>
                  <a:cubicBezTo>
                    <a:pt x="0" y="1125"/>
                    <a:pt x="31" y="1277"/>
                    <a:pt x="122" y="1368"/>
                  </a:cubicBezTo>
                  <a:cubicBezTo>
                    <a:pt x="243" y="1459"/>
                    <a:pt x="335" y="1550"/>
                    <a:pt x="487" y="1550"/>
                  </a:cubicBezTo>
                  <a:lnTo>
                    <a:pt x="791" y="1550"/>
                  </a:lnTo>
                  <a:cubicBezTo>
                    <a:pt x="1064" y="1520"/>
                    <a:pt x="1307" y="1429"/>
                    <a:pt x="1490" y="1155"/>
                  </a:cubicBezTo>
                  <a:cubicBezTo>
                    <a:pt x="1672" y="943"/>
                    <a:pt x="1702" y="639"/>
                    <a:pt x="1642" y="365"/>
                  </a:cubicBezTo>
                  <a:cubicBezTo>
                    <a:pt x="1550" y="213"/>
                    <a:pt x="1490" y="31"/>
                    <a:pt x="127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25" name="Google Shape;7625;p71"/>
          <p:cNvSpPr/>
          <p:nvPr/>
        </p:nvSpPr>
        <p:spPr>
          <a:xfrm>
            <a:off x="0" y="5107500"/>
            <a:ext cx="9144000" cy="36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626" name="Google Shape;7626;p71"/>
          <p:cNvGrpSpPr/>
          <p:nvPr/>
        </p:nvGrpSpPr>
        <p:grpSpPr>
          <a:xfrm>
            <a:off x="0" y="4752988"/>
            <a:ext cx="9144000" cy="354505"/>
            <a:chOff x="0" y="4689888"/>
            <a:chExt cx="9144000" cy="354505"/>
          </a:xfrm>
        </p:grpSpPr>
        <p:grpSp>
          <p:nvGrpSpPr>
            <p:cNvPr id="7627" name="Google Shape;7627;p71"/>
            <p:cNvGrpSpPr/>
            <p:nvPr/>
          </p:nvGrpSpPr>
          <p:grpSpPr>
            <a:xfrm>
              <a:off x="0" y="4793425"/>
              <a:ext cx="9144000" cy="194975"/>
              <a:chOff x="0" y="4789550"/>
              <a:chExt cx="9144000" cy="194975"/>
            </a:xfrm>
          </p:grpSpPr>
          <p:sp>
            <p:nvSpPr>
              <p:cNvPr id="7628" name="Google Shape;7628;p71"/>
              <p:cNvSpPr/>
              <p:nvPr/>
            </p:nvSpPr>
            <p:spPr>
              <a:xfrm>
                <a:off x="0" y="4789550"/>
                <a:ext cx="9144000" cy="360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29" name="Google Shape;7629;p71"/>
              <p:cNvSpPr/>
              <p:nvPr/>
            </p:nvSpPr>
            <p:spPr>
              <a:xfrm>
                <a:off x="0" y="4948525"/>
                <a:ext cx="9144000" cy="360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30" name="Google Shape;7630;p71"/>
            <p:cNvGrpSpPr/>
            <p:nvPr/>
          </p:nvGrpSpPr>
          <p:grpSpPr>
            <a:xfrm>
              <a:off x="28483" y="4689888"/>
              <a:ext cx="9087034" cy="354505"/>
              <a:chOff x="28483" y="4689888"/>
              <a:chExt cx="9087034" cy="354505"/>
            </a:xfrm>
          </p:grpSpPr>
          <p:sp>
            <p:nvSpPr>
              <p:cNvPr id="7631" name="Google Shape;7631;p71"/>
              <p:cNvSpPr/>
              <p:nvPr/>
            </p:nvSpPr>
            <p:spPr>
              <a:xfrm>
                <a:off x="64010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6" y="1"/>
                      <a:pt x="533" y="8"/>
                      <a:pt x="518" y="24"/>
                    </a:cubicBezTo>
                    <a:lnTo>
                      <a:pt x="62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34" y="4431"/>
                      <a:pt x="1065" y="4401"/>
                      <a:pt x="1156" y="4370"/>
                    </a:cubicBezTo>
                    <a:lnTo>
                      <a:pt x="1156" y="601"/>
                    </a:lnTo>
                    <a:lnTo>
                      <a:pt x="1126" y="571"/>
                    </a:lnTo>
                    <a:lnTo>
                      <a:pt x="670" y="24"/>
                    </a:lnTo>
                    <a:cubicBezTo>
                      <a:pt x="639" y="8"/>
                      <a:pt x="609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32" name="Google Shape;7632;p71"/>
              <p:cNvSpPr/>
              <p:nvPr/>
            </p:nvSpPr>
            <p:spPr>
              <a:xfrm>
                <a:off x="79301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3" y="8"/>
                      <a:pt x="517" y="24"/>
                    </a:cubicBezTo>
                    <a:lnTo>
                      <a:pt x="6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34" y="4431"/>
                      <a:pt x="1064" y="4401"/>
                      <a:pt x="1156" y="4370"/>
                    </a:cubicBezTo>
                    <a:lnTo>
                      <a:pt x="1156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9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33" name="Google Shape;7633;p71"/>
              <p:cNvSpPr/>
              <p:nvPr/>
            </p:nvSpPr>
            <p:spPr>
              <a:xfrm>
                <a:off x="94592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2" y="4431"/>
                      <a:pt x="122" y="4431"/>
                    </a:cubicBezTo>
                    <a:lnTo>
                      <a:pt x="1003" y="4431"/>
                    </a:lnTo>
                    <a:cubicBezTo>
                      <a:pt x="103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8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34" name="Google Shape;7634;p71"/>
              <p:cNvSpPr/>
              <p:nvPr/>
            </p:nvSpPr>
            <p:spPr>
              <a:xfrm>
                <a:off x="109882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1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1" y="4431"/>
                      <a:pt x="122" y="4431"/>
                    </a:cubicBezTo>
                    <a:lnTo>
                      <a:pt x="1003" y="4431"/>
                    </a:lnTo>
                    <a:cubicBezTo>
                      <a:pt x="106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8" y="8"/>
                      <a:pt x="608" y="1"/>
                      <a:pt x="58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35" name="Google Shape;7635;p71"/>
              <p:cNvSpPr/>
              <p:nvPr/>
            </p:nvSpPr>
            <p:spPr>
              <a:xfrm>
                <a:off x="1251735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04" y="4431"/>
                      <a:pt x="103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36" name="Google Shape;7636;p71"/>
              <p:cNvSpPr/>
              <p:nvPr/>
            </p:nvSpPr>
            <p:spPr>
              <a:xfrm>
                <a:off x="1402243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37" name="Google Shape;7637;p71"/>
              <p:cNvSpPr/>
              <p:nvPr/>
            </p:nvSpPr>
            <p:spPr>
              <a:xfrm>
                <a:off x="1552751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64" y="4431"/>
                      <a:pt x="109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38" name="Google Shape;7638;p71"/>
              <p:cNvSpPr/>
              <p:nvPr/>
            </p:nvSpPr>
            <p:spPr>
              <a:xfrm>
                <a:off x="751362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39" name="Google Shape;7639;p71"/>
              <p:cNvSpPr/>
              <p:nvPr/>
            </p:nvSpPr>
            <p:spPr>
              <a:xfrm>
                <a:off x="7666529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3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40" name="Google Shape;7640;p71"/>
              <p:cNvSpPr/>
              <p:nvPr/>
            </p:nvSpPr>
            <p:spPr>
              <a:xfrm>
                <a:off x="7816957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41" name="Google Shape;7641;p71"/>
              <p:cNvSpPr/>
              <p:nvPr/>
            </p:nvSpPr>
            <p:spPr>
              <a:xfrm>
                <a:off x="796738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2" y="4431"/>
                      <a:pt x="122" y="4431"/>
                    </a:cubicBezTo>
                    <a:lnTo>
                      <a:pt x="1003" y="4431"/>
                    </a:lnTo>
                    <a:cubicBezTo>
                      <a:pt x="103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8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42" name="Google Shape;7642;p71"/>
              <p:cNvSpPr/>
              <p:nvPr/>
            </p:nvSpPr>
            <p:spPr>
              <a:xfrm>
                <a:off x="812029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93" y="1"/>
                    </a:moveTo>
                    <a:cubicBezTo>
                      <a:pt x="562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1" y="4431"/>
                      <a:pt x="122" y="4431"/>
                    </a:cubicBezTo>
                    <a:lnTo>
                      <a:pt x="1003" y="4431"/>
                    </a:lnTo>
                    <a:cubicBezTo>
                      <a:pt x="106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54" y="8"/>
                      <a:pt x="623" y="1"/>
                      <a:pt x="59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43" name="Google Shape;7643;p71"/>
              <p:cNvSpPr/>
              <p:nvPr/>
            </p:nvSpPr>
            <p:spPr>
              <a:xfrm>
                <a:off x="8273198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1" y="4431"/>
                      <a:pt x="122" y="4431"/>
                    </a:cubicBezTo>
                    <a:lnTo>
                      <a:pt x="973" y="4431"/>
                    </a:lnTo>
                    <a:cubicBezTo>
                      <a:pt x="1034" y="4431"/>
                      <a:pt x="1065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44" name="Google Shape;7644;p71"/>
              <p:cNvSpPr/>
              <p:nvPr/>
            </p:nvSpPr>
            <p:spPr>
              <a:xfrm>
                <a:off x="8423706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34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45" name="Google Shape;7645;p71"/>
              <p:cNvSpPr/>
              <p:nvPr/>
            </p:nvSpPr>
            <p:spPr>
              <a:xfrm>
                <a:off x="8574214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64" y="4431"/>
                      <a:pt x="109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46" name="Google Shape;7646;p71"/>
              <p:cNvSpPr/>
              <p:nvPr/>
            </p:nvSpPr>
            <p:spPr>
              <a:xfrm>
                <a:off x="8724643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2" y="4431"/>
                      <a:pt x="122" y="4431"/>
                    </a:cubicBezTo>
                    <a:lnTo>
                      <a:pt x="974" y="4431"/>
                    </a:lnTo>
                    <a:cubicBezTo>
                      <a:pt x="1065" y="4431"/>
                      <a:pt x="1095" y="4401"/>
                      <a:pt x="1126" y="4370"/>
                    </a:cubicBezTo>
                    <a:lnTo>
                      <a:pt x="112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4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47" name="Google Shape;7647;p71"/>
              <p:cNvSpPr/>
              <p:nvPr/>
            </p:nvSpPr>
            <p:spPr>
              <a:xfrm>
                <a:off x="8875151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74" y="1"/>
                    </a:moveTo>
                    <a:cubicBezTo>
                      <a:pt x="547" y="1"/>
                      <a:pt x="517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122" y="4431"/>
                    </a:cubicBezTo>
                    <a:lnTo>
                      <a:pt x="1003" y="4431"/>
                    </a:lnTo>
                    <a:cubicBezTo>
                      <a:pt x="103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600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48" name="Google Shape;7648;p71"/>
              <p:cNvSpPr/>
              <p:nvPr/>
            </p:nvSpPr>
            <p:spPr>
              <a:xfrm>
                <a:off x="736071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49" name="Google Shape;7649;p71"/>
              <p:cNvSpPr/>
              <p:nvPr/>
            </p:nvSpPr>
            <p:spPr>
              <a:xfrm>
                <a:off x="720781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50" name="Google Shape;7650;p71"/>
              <p:cNvSpPr/>
              <p:nvPr/>
            </p:nvSpPr>
            <p:spPr>
              <a:xfrm>
                <a:off x="705490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51" name="Google Shape;7651;p71"/>
              <p:cNvSpPr/>
              <p:nvPr/>
            </p:nvSpPr>
            <p:spPr>
              <a:xfrm>
                <a:off x="690199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52" name="Google Shape;7652;p71"/>
              <p:cNvSpPr/>
              <p:nvPr/>
            </p:nvSpPr>
            <p:spPr>
              <a:xfrm>
                <a:off x="674909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53" name="Google Shape;7653;p71"/>
              <p:cNvSpPr/>
              <p:nvPr/>
            </p:nvSpPr>
            <p:spPr>
              <a:xfrm>
                <a:off x="659618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54" name="Google Shape;7654;p71"/>
              <p:cNvSpPr/>
              <p:nvPr/>
            </p:nvSpPr>
            <p:spPr>
              <a:xfrm>
                <a:off x="644327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55" name="Google Shape;7655;p71"/>
              <p:cNvSpPr/>
              <p:nvPr/>
            </p:nvSpPr>
            <p:spPr>
              <a:xfrm>
                <a:off x="629037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56" name="Google Shape;7656;p71"/>
              <p:cNvSpPr/>
              <p:nvPr/>
            </p:nvSpPr>
            <p:spPr>
              <a:xfrm>
                <a:off x="613746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57" name="Google Shape;7657;p71"/>
              <p:cNvSpPr/>
              <p:nvPr/>
            </p:nvSpPr>
            <p:spPr>
              <a:xfrm>
                <a:off x="598455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58" name="Google Shape;7658;p71"/>
              <p:cNvSpPr/>
              <p:nvPr/>
            </p:nvSpPr>
            <p:spPr>
              <a:xfrm>
                <a:off x="583165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59" name="Google Shape;7659;p71"/>
              <p:cNvSpPr/>
              <p:nvPr/>
            </p:nvSpPr>
            <p:spPr>
              <a:xfrm>
                <a:off x="567874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60" name="Google Shape;7660;p71"/>
              <p:cNvSpPr/>
              <p:nvPr/>
            </p:nvSpPr>
            <p:spPr>
              <a:xfrm>
                <a:off x="552583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61" name="Google Shape;7661;p71"/>
              <p:cNvSpPr/>
              <p:nvPr/>
            </p:nvSpPr>
            <p:spPr>
              <a:xfrm>
                <a:off x="537293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62" name="Google Shape;7662;p71"/>
              <p:cNvSpPr/>
              <p:nvPr/>
            </p:nvSpPr>
            <p:spPr>
              <a:xfrm>
                <a:off x="522002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63" name="Google Shape;7663;p71"/>
              <p:cNvSpPr/>
              <p:nvPr/>
            </p:nvSpPr>
            <p:spPr>
              <a:xfrm>
                <a:off x="506712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64" name="Google Shape;7664;p71"/>
              <p:cNvSpPr/>
              <p:nvPr/>
            </p:nvSpPr>
            <p:spPr>
              <a:xfrm>
                <a:off x="491421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65" name="Google Shape;7665;p71"/>
              <p:cNvSpPr/>
              <p:nvPr/>
            </p:nvSpPr>
            <p:spPr>
              <a:xfrm>
                <a:off x="476130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66" name="Google Shape;7666;p71"/>
              <p:cNvSpPr/>
              <p:nvPr/>
            </p:nvSpPr>
            <p:spPr>
              <a:xfrm>
                <a:off x="460840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67" name="Google Shape;7667;p71"/>
              <p:cNvSpPr/>
              <p:nvPr/>
            </p:nvSpPr>
            <p:spPr>
              <a:xfrm>
                <a:off x="445549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68" name="Google Shape;7668;p71"/>
              <p:cNvSpPr/>
              <p:nvPr/>
            </p:nvSpPr>
            <p:spPr>
              <a:xfrm>
                <a:off x="430258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69" name="Google Shape;7669;p71"/>
              <p:cNvSpPr/>
              <p:nvPr/>
            </p:nvSpPr>
            <p:spPr>
              <a:xfrm>
                <a:off x="414968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70" name="Google Shape;7670;p71"/>
              <p:cNvSpPr/>
              <p:nvPr/>
            </p:nvSpPr>
            <p:spPr>
              <a:xfrm>
                <a:off x="399677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71" name="Google Shape;7671;p71"/>
              <p:cNvSpPr/>
              <p:nvPr/>
            </p:nvSpPr>
            <p:spPr>
              <a:xfrm>
                <a:off x="384386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72" name="Google Shape;7672;p71"/>
              <p:cNvSpPr/>
              <p:nvPr/>
            </p:nvSpPr>
            <p:spPr>
              <a:xfrm>
                <a:off x="369096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73" name="Google Shape;7673;p71"/>
              <p:cNvSpPr/>
              <p:nvPr/>
            </p:nvSpPr>
            <p:spPr>
              <a:xfrm>
                <a:off x="353805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74" name="Google Shape;7674;p71"/>
              <p:cNvSpPr/>
              <p:nvPr/>
            </p:nvSpPr>
            <p:spPr>
              <a:xfrm>
                <a:off x="338514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75" name="Google Shape;7675;p71"/>
              <p:cNvSpPr/>
              <p:nvPr/>
            </p:nvSpPr>
            <p:spPr>
              <a:xfrm>
                <a:off x="323224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76" name="Google Shape;7676;p71"/>
              <p:cNvSpPr/>
              <p:nvPr/>
            </p:nvSpPr>
            <p:spPr>
              <a:xfrm>
                <a:off x="307933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77" name="Google Shape;7677;p71"/>
              <p:cNvSpPr/>
              <p:nvPr/>
            </p:nvSpPr>
            <p:spPr>
              <a:xfrm>
                <a:off x="292643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78" name="Google Shape;7678;p71"/>
              <p:cNvSpPr/>
              <p:nvPr/>
            </p:nvSpPr>
            <p:spPr>
              <a:xfrm>
                <a:off x="277352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79" name="Google Shape;7679;p71"/>
              <p:cNvSpPr/>
              <p:nvPr/>
            </p:nvSpPr>
            <p:spPr>
              <a:xfrm>
                <a:off x="262061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80" name="Google Shape;7680;p71"/>
              <p:cNvSpPr/>
              <p:nvPr/>
            </p:nvSpPr>
            <p:spPr>
              <a:xfrm>
                <a:off x="246771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81" name="Google Shape;7681;p71"/>
              <p:cNvSpPr/>
              <p:nvPr/>
            </p:nvSpPr>
            <p:spPr>
              <a:xfrm>
                <a:off x="231480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82" name="Google Shape;7682;p71"/>
              <p:cNvSpPr/>
              <p:nvPr/>
            </p:nvSpPr>
            <p:spPr>
              <a:xfrm>
                <a:off x="216189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83" name="Google Shape;7683;p71"/>
              <p:cNvSpPr/>
              <p:nvPr/>
            </p:nvSpPr>
            <p:spPr>
              <a:xfrm>
                <a:off x="200899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84" name="Google Shape;7684;p71"/>
              <p:cNvSpPr/>
              <p:nvPr/>
            </p:nvSpPr>
            <p:spPr>
              <a:xfrm>
                <a:off x="185608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85" name="Google Shape;7685;p71"/>
              <p:cNvSpPr/>
              <p:nvPr/>
            </p:nvSpPr>
            <p:spPr>
              <a:xfrm>
                <a:off x="170317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86" name="Google Shape;7686;p71"/>
              <p:cNvSpPr/>
              <p:nvPr/>
            </p:nvSpPr>
            <p:spPr>
              <a:xfrm>
                <a:off x="48720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87" name="Google Shape;7687;p71"/>
              <p:cNvSpPr/>
              <p:nvPr/>
            </p:nvSpPr>
            <p:spPr>
              <a:xfrm>
                <a:off x="33429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88" name="Google Shape;7688;p71"/>
              <p:cNvSpPr/>
              <p:nvPr/>
            </p:nvSpPr>
            <p:spPr>
              <a:xfrm>
                <a:off x="18139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89" name="Google Shape;7689;p71"/>
              <p:cNvSpPr/>
              <p:nvPr/>
            </p:nvSpPr>
            <p:spPr>
              <a:xfrm>
                <a:off x="2848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90" name="Google Shape;7690;p71"/>
              <p:cNvSpPr/>
              <p:nvPr/>
            </p:nvSpPr>
            <p:spPr>
              <a:xfrm>
                <a:off x="9025579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74" y="1"/>
                    </a:moveTo>
                    <a:cubicBezTo>
                      <a:pt x="547" y="1"/>
                      <a:pt x="517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122" y="4431"/>
                    </a:cubicBezTo>
                    <a:lnTo>
                      <a:pt x="1003" y="4431"/>
                    </a:lnTo>
                    <a:cubicBezTo>
                      <a:pt x="103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600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7691" name="Google Shape;7691;p71"/>
          <p:cNvSpPr txBox="1"/>
          <p:nvPr>
            <p:ph type="title"/>
          </p:nvPr>
        </p:nvSpPr>
        <p:spPr>
          <a:xfrm>
            <a:off x="2082008" y="1408913"/>
            <a:ext cx="2246400" cy="5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692" name="Google Shape;7692;p71"/>
          <p:cNvSpPr txBox="1"/>
          <p:nvPr>
            <p:ph idx="1" type="subTitle"/>
          </p:nvPr>
        </p:nvSpPr>
        <p:spPr>
          <a:xfrm>
            <a:off x="2082008" y="1886813"/>
            <a:ext cx="22464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7693" name="Google Shape;7693;p71"/>
          <p:cNvSpPr txBox="1"/>
          <p:nvPr>
            <p:ph idx="2" type="title"/>
          </p:nvPr>
        </p:nvSpPr>
        <p:spPr>
          <a:xfrm>
            <a:off x="5689200" y="1409213"/>
            <a:ext cx="2246400" cy="5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694" name="Google Shape;7694;p71"/>
          <p:cNvSpPr txBox="1"/>
          <p:nvPr>
            <p:ph idx="3" type="subTitle"/>
          </p:nvPr>
        </p:nvSpPr>
        <p:spPr>
          <a:xfrm>
            <a:off x="5689200" y="1887113"/>
            <a:ext cx="22464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7695" name="Google Shape;7695;p71"/>
          <p:cNvSpPr txBox="1"/>
          <p:nvPr>
            <p:ph idx="4" type="title"/>
          </p:nvPr>
        </p:nvSpPr>
        <p:spPr>
          <a:xfrm>
            <a:off x="2082008" y="2513500"/>
            <a:ext cx="2246400" cy="5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696" name="Google Shape;7696;p71"/>
          <p:cNvSpPr txBox="1"/>
          <p:nvPr>
            <p:ph idx="5" type="subTitle"/>
          </p:nvPr>
        </p:nvSpPr>
        <p:spPr>
          <a:xfrm>
            <a:off x="2082008" y="2991400"/>
            <a:ext cx="22464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7697" name="Google Shape;7697;p71"/>
          <p:cNvSpPr txBox="1"/>
          <p:nvPr>
            <p:ph idx="6" type="title"/>
          </p:nvPr>
        </p:nvSpPr>
        <p:spPr>
          <a:xfrm>
            <a:off x="2082008" y="3618900"/>
            <a:ext cx="2246400" cy="5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698" name="Google Shape;7698;p71"/>
          <p:cNvSpPr txBox="1"/>
          <p:nvPr>
            <p:ph idx="7" type="subTitle"/>
          </p:nvPr>
        </p:nvSpPr>
        <p:spPr>
          <a:xfrm>
            <a:off x="2082008" y="4096800"/>
            <a:ext cx="22464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7699" name="Google Shape;7699;p71"/>
          <p:cNvSpPr txBox="1"/>
          <p:nvPr>
            <p:ph idx="8" type="title"/>
          </p:nvPr>
        </p:nvSpPr>
        <p:spPr>
          <a:xfrm>
            <a:off x="5689200" y="2513500"/>
            <a:ext cx="2246400" cy="5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700" name="Google Shape;7700;p71"/>
          <p:cNvSpPr txBox="1"/>
          <p:nvPr>
            <p:ph idx="9" type="subTitle"/>
          </p:nvPr>
        </p:nvSpPr>
        <p:spPr>
          <a:xfrm>
            <a:off x="5689200" y="2991400"/>
            <a:ext cx="22464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7701" name="Google Shape;7701;p71"/>
          <p:cNvSpPr txBox="1"/>
          <p:nvPr>
            <p:ph idx="13" type="title"/>
          </p:nvPr>
        </p:nvSpPr>
        <p:spPr>
          <a:xfrm>
            <a:off x="5689200" y="3618900"/>
            <a:ext cx="2246400" cy="5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702" name="Google Shape;7702;p71"/>
          <p:cNvSpPr txBox="1"/>
          <p:nvPr>
            <p:ph idx="14" type="subTitle"/>
          </p:nvPr>
        </p:nvSpPr>
        <p:spPr>
          <a:xfrm>
            <a:off x="5689200" y="4096800"/>
            <a:ext cx="22464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7703" name="Google Shape;7703;p71"/>
          <p:cNvSpPr txBox="1"/>
          <p:nvPr>
            <p:ph idx="15" type="title"/>
          </p:nvPr>
        </p:nvSpPr>
        <p:spPr>
          <a:xfrm>
            <a:off x="720000" y="540000"/>
            <a:ext cx="7704000" cy="6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6_1_1">
    <p:spTree>
      <p:nvGrpSpPr>
        <p:cNvPr id="7704" name="Shape 7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05" name="Google Shape;7705;p72"/>
          <p:cNvGrpSpPr/>
          <p:nvPr/>
        </p:nvGrpSpPr>
        <p:grpSpPr>
          <a:xfrm>
            <a:off x="-15975" y="-52"/>
            <a:ext cx="9175950" cy="5143406"/>
            <a:chOff x="-15975" y="-52"/>
            <a:chExt cx="9175950" cy="5143406"/>
          </a:xfrm>
        </p:grpSpPr>
        <p:sp>
          <p:nvSpPr>
            <p:cNvPr id="7706" name="Google Shape;7706;p72"/>
            <p:cNvSpPr/>
            <p:nvPr/>
          </p:nvSpPr>
          <p:spPr>
            <a:xfrm rot="5400000">
              <a:off x="4570450" y="-378255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07" name="Google Shape;7707;p72"/>
            <p:cNvSpPr/>
            <p:nvPr/>
          </p:nvSpPr>
          <p:spPr>
            <a:xfrm rot="5400000">
              <a:off x="4570450" y="-276311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08" name="Google Shape;7708;p72"/>
            <p:cNvSpPr/>
            <p:nvPr/>
          </p:nvSpPr>
          <p:spPr>
            <a:xfrm rot="5400000">
              <a:off x="4570450" y="-174368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09" name="Google Shape;7709;p72"/>
            <p:cNvSpPr/>
            <p:nvPr/>
          </p:nvSpPr>
          <p:spPr>
            <a:xfrm rot="5400000">
              <a:off x="4570450" y="-72425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10" name="Google Shape;7710;p72"/>
            <p:cNvSpPr/>
            <p:nvPr/>
          </p:nvSpPr>
          <p:spPr>
            <a:xfrm rot="5400000">
              <a:off x="4570450" y="295184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11" name="Google Shape;7711;p72"/>
            <p:cNvSpPr/>
            <p:nvPr/>
          </p:nvSpPr>
          <p:spPr>
            <a:xfrm rot="5400000">
              <a:off x="4570450" y="-429226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12" name="Google Shape;7712;p72"/>
            <p:cNvSpPr/>
            <p:nvPr/>
          </p:nvSpPr>
          <p:spPr>
            <a:xfrm rot="5400000">
              <a:off x="4570450" y="-327283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13" name="Google Shape;7713;p72"/>
            <p:cNvSpPr/>
            <p:nvPr/>
          </p:nvSpPr>
          <p:spPr>
            <a:xfrm rot="5400000">
              <a:off x="4570450" y="-225340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14" name="Google Shape;7714;p72"/>
            <p:cNvSpPr/>
            <p:nvPr/>
          </p:nvSpPr>
          <p:spPr>
            <a:xfrm rot="5400000">
              <a:off x="4570450" y="-123396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15" name="Google Shape;7715;p72"/>
            <p:cNvSpPr/>
            <p:nvPr/>
          </p:nvSpPr>
          <p:spPr>
            <a:xfrm rot="5400000">
              <a:off x="4570450" y="-21453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16" name="Google Shape;7716;p72"/>
            <p:cNvSpPr/>
            <p:nvPr/>
          </p:nvSpPr>
          <p:spPr>
            <a:xfrm>
              <a:off x="5081305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17" name="Google Shape;7717;p72"/>
            <p:cNvSpPr/>
            <p:nvPr/>
          </p:nvSpPr>
          <p:spPr>
            <a:xfrm>
              <a:off x="6100964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18" name="Google Shape;7718;p72"/>
            <p:cNvSpPr/>
            <p:nvPr/>
          </p:nvSpPr>
          <p:spPr>
            <a:xfrm>
              <a:off x="7120623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19" name="Google Shape;7719;p72"/>
            <p:cNvSpPr/>
            <p:nvPr/>
          </p:nvSpPr>
          <p:spPr>
            <a:xfrm>
              <a:off x="8140282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20" name="Google Shape;7720;p72"/>
            <p:cNvSpPr/>
            <p:nvPr/>
          </p:nvSpPr>
          <p:spPr>
            <a:xfrm>
              <a:off x="5591134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21" name="Google Shape;7721;p72"/>
            <p:cNvSpPr/>
            <p:nvPr/>
          </p:nvSpPr>
          <p:spPr>
            <a:xfrm>
              <a:off x="6610793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22" name="Google Shape;7722;p72"/>
            <p:cNvSpPr/>
            <p:nvPr/>
          </p:nvSpPr>
          <p:spPr>
            <a:xfrm>
              <a:off x="7630452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23" name="Google Shape;7723;p72"/>
            <p:cNvSpPr/>
            <p:nvPr/>
          </p:nvSpPr>
          <p:spPr>
            <a:xfrm>
              <a:off x="8650111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724" name="Google Shape;7724;p72"/>
            <p:cNvGrpSpPr/>
            <p:nvPr/>
          </p:nvGrpSpPr>
          <p:grpSpPr>
            <a:xfrm>
              <a:off x="-15975" y="-52"/>
              <a:ext cx="4587484" cy="5143406"/>
              <a:chOff x="-9275" y="-1994782"/>
              <a:chExt cx="4587484" cy="9140583"/>
            </a:xfrm>
          </p:grpSpPr>
          <p:sp>
            <p:nvSpPr>
              <p:cNvPr id="7725" name="Google Shape;7725;p72"/>
              <p:cNvSpPr/>
              <p:nvPr/>
            </p:nvSpPr>
            <p:spPr>
              <a:xfrm>
                <a:off x="50044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26" name="Google Shape;7726;p72"/>
              <p:cNvSpPr/>
              <p:nvPr/>
            </p:nvSpPr>
            <p:spPr>
              <a:xfrm>
                <a:off x="15198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27" name="Google Shape;7727;p72"/>
              <p:cNvSpPr/>
              <p:nvPr/>
            </p:nvSpPr>
            <p:spPr>
              <a:xfrm>
                <a:off x="253930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28" name="Google Shape;7728;p72"/>
              <p:cNvSpPr/>
              <p:nvPr/>
            </p:nvSpPr>
            <p:spPr>
              <a:xfrm>
                <a:off x="355874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29" name="Google Shape;7729;p72"/>
              <p:cNvSpPr/>
              <p:nvPr/>
            </p:nvSpPr>
            <p:spPr>
              <a:xfrm>
                <a:off x="45781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30" name="Google Shape;7730;p72"/>
              <p:cNvSpPr/>
              <p:nvPr/>
            </p:nvSpPr>
            <p:spPr>
              <a:xfrm>
                <a:off x="101015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31" name="Google Shape;7731;p72"/>
              <p:cNvSpPr/>
              <p:nvPr/>
            </p:nvSpPr>
            <p:spPr>
              <a:xfrm>
                <a:off x="202959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32" name="Google Shape;7732;p72"/>
              <p:cNvSpPr/>
              <p:nvPr/>
            </p:nvSpPr>
            <p:spPr>
              <a:xfrm>
                <a:off x="304902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33" name="Google Shape;7733;p72"/>
              <p:cNvSpPr/>
              <p:nvPr/>
            </p:nvSpPr>
            <p:spPr>
              <a:xfrm>
                <a:off x="406845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34" name="Google Shape;7734;p72"/>
              <p:cNvSpPr/>
              <p:nvPr/>
            </p:nvSpPr>
            <p:spPr>
              <a:xfrm>
                <a:off x="-92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7735" name="Google Shape;7735;p72"/>
            <p:cNvSpPr/>
            <p:nvPr/>
          </p:nvSpPr>
          <p:spPr>
            <a:xfrm>
              <a:off x="9159941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36" name="Google Shape;7736;p72"/>
          <p:cNvSpPr/>
          <p:nvPr/>
        </p:nvSpPr>
        <p:spPr>
          <a:xfrm>
            <a:off x="0" y="-75"/>
            <a:ext cx="9144000" cy="5143500"/>
          </a:xfrm>
          <a:prstGeom prst="rect">
            <a:avLst/>
          </a:prstGeom>
          <a:solidFill>
            <a:srgbClr val="D6E3EA">
              <a:alpha val="398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737" name="Google Shape;7737;p72"/>
          <p:cNvGrpSpPr/>
          <p:nvPr/>
        </p:nvGrpSpPr>
        <p:grpSpPr>
          <a:xfrm>
            <a:off x="0" y="4752988"/>
            <a:ext cx="9144000" cy="354505"/>
            <a:chOff x="0" y="4689888"/>
            <a:chExt cx="9144000" cy="354505"/>
          </a:xfrm>
        </p:grpSpPr>
        <p:grpSp>
          <p:nvGrpSpPr>
            <p:cNvPr id="7738" name="Google Shape;7738;p72"/>
            <p:cNvGrpSpPr/>
            <p:nvPr/>
          </p:nvGrpSpPr>
          <p:grpSpPr>
            <a:xfrm>
              <a:off x="0" y="4793425"/>
              <a:ext cx="9144000" cy="194975"/>
              <a:chOff x="0" y="4789550"/>
              <a:chExt cx="9144000" cy="194975"/>
            </a:xfrm>
          </p:grpSpPr>
          <p:sp>
            <p:nvSpPr>
              <p:cNvPr id="7739" name="Google Shape;7739;p72"/>
              <p:cNvSpPr/>
              <p:nvPr/>
            </p:nvSpPr>
            <p:spPr>
              <a:xfrm>
                <a:off x="0" y="4789550"/>
                <a:ext cx="9144000" cy="360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40" name="Google Shape;7740;p72"/>
              <p:cNvSpPr/>
              <p:nvPr/>
            </p:nvSpPr>
            <p:spPr>
              <a:xfrm>
                <a:off x="0" y="4948525"/>
                <a:ext cx="9144000" cy="360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741" name="Google Shape;7741;p72"/>
            <p:cNvGrpSpPr/>
            <p:nvPr/>
          </p:nvGrpSpPr>
          <p:grpSpPr>
            <a:xfrm>
              <a:off x="28483" y="4689888"/>
              <a:ext cx="9087034" cy="354505"/>
              <a:chOff x="28483" y="4689888"/>
              <a:chExt cx="9087034" cy="354505"/>
            </a:xfrm>
          </p:grpSpPr>
          <p:sp>
            <p:nvSpPr>
              <p:cNvPr id="7742" name="Google Shape;7742;p72"/>
              <p:cNvSpPr/>
              <p:nvPr/>
            </p:nvSpPr>
            <p:spPr>
              <a:xfrm>
                <a:off x="64010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6" y="1"/>
                      <a:pt x="533" y="8"/>
                      <a:pt x="518" y="24"/>
                    </a:cubicBezTo>
                    <a:lnTo>
                      <a:pt x="62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34" y="4431"/>
                      <a:pt x="1065" y="4401"/>
                      <a:pt x="1156" y="4370"/>
                    </a:cubicBezTo>
                    <a:lnTo>
                      <a:pt x="1156" y="601"/>
                    </a:lnTo>
                    <a:lnTo>
                      <a:pt x="1126" y="571"/>
                    </a:lnTo>
                    <a:lnTo>
                      <a:pt x="670" y="24"/>
                    </a:lnTo>
                    <a:cubicBezTo>
                      <a:pt x="639" y="8"/>
                      <a:pt x="609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43" name="Google Shape;7743;p72"/>
              <p:cNvSpPr/>
              <p:nvPr/>
            </p:nvSpPr>
            <p:spPr>
              <a:xfrm>
                <a:off x="79301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3" y="8"/>
                      <a:pt x="517" y="24"/>
                    </a:cubicBezTo>
                    <a:lnTo>
                      <a:pt x="6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34" y="4431"/>
                      <a:pt x="1064" y="4401"/>
                      <a:pt x="1156" y="4370"/>
                    </a:cubicBezTo>
                    <a:lnTo>
                      <a:pt x="1156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9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44" name="Google Shape;7744;p72"/>
              <p:cNvSpPr/>
              <p:nvPr/>
            </p:nvSpPr>
            <p:spPr>
              <a:xfrm>
                <a:off x="94592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2" y="4431"/>
                      <a:pt x="122" y="4431"/>
                    </a:cubicBezTo>
                    <a:lnTo>
                      <a:pt x="1003" y="4431"/>
                    </a:lnTo>
                    <a:cubicBezTo>
                      <a:pt x="103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8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45" name="Google Shape;7745;p72"/>
              <p:cNvSpPr/>
              <p:nvPr/>
            </p:nvSpPr>
            <p:spPr>
              <a:xfrm>
                <a:off x="109882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1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1" y="4431"/>
                      <a:pt x="122" y="4431"/>
                    </a:cubicBezTo>
                    <a:lnTo>
                      <a:pt x="1003" y="4431"/>
                    </a:lnTo>
                    <a:cubicBezTo>
                      <a:pt x="106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8" y="8"/>
                      <a:pt x="608" y="1"/>
                      <a:pt x="58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46" name="Google Shape;7746;p72"/>
              <p:cNvSpPr/>
              <p:nvPr/>
            </p:nvSpPr>
            <p:spPr>
              <a:xfrm>
                <a:off x="1251735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04" y="4431"/>
                      <a:pt x="103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47" name="Google Shape;7747;p72"/>
              <p:cNvSpPr/>
              <p:nvPr/>
            </p:nvSpPr>
            <p:spPr>
              <a:xfrm>
                <a:off x="1402243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48" name="Google Shape;7748;p72"/>
              <p:cNvSpPr/>
              <p:nvPr/>
            </p:nvSpPr>
            <p:spPr>
              <a:xfrm>
                <a:off x="1552751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64" y="4431"/>
                      <a:pt x="109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49" name="Google Shape;7749;p72"/>
              <p:cNvSpPr/>
              <p:nvPr/>
            </p:nvSpPr>
            <p:spPr>
              <a:xfrm>
                <a:off x="751362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50" name="Google Shape;7750;p72"/>
              <p:cNvSpPr/>
              <p:nvPr/>
            </p:nvSpPr>
            <p:spPr>
              <a:xfrm>
                <a:off x="7666529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3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51" name="Google Shape;7751;p72"/>
              <p:cNvSpPr/>
              <p:nvPr/>
            </p:nvSpPr>
            <p:spPr>
              <a:xfrm>
                <a:off x="7816957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52" name="Google Shape;7752;p72"/>
              <p:cNvSpPr/>
              <p:nvPr/>
            </p:nvSpPr>
            <p:spPr>
              <a:xfrm>
                <a:off x="796738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2" y="4431"/>
                      <a:pt x="122" y="4431"/>
                    </a:cubicBezTo>
                    <a:lnTo>
                      <a:pt x="1003" y="4431"/>
                    </a:lnTo>
                    <a:cubicBezTo>
                      <a:pt x="103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8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53" name="Google Shape;7753;p72"/>
              <p:cNvSpPr/>
              <p:nvPr/>
            </p:nvSpPr>
            <p:spPr>
              <a:xfrm>
                <a:off x="812029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93" y="1"/>
                    </a:moveTo>
                    <a:cubicBezTo>
                      <a:pt x="562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1" y="4431"/>
                      <a:pt x="122" y="4431"/>
                    </a:cubicBezTo>
                    <a:lnTo>
                      <a:pt x="1003" y="4431"/>
                    </a:lnTo>
                    <a:cubicBezTo>
                      <a:pt x="106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54" y="8"/>
                      <a:pt x="623" y="1"/>
                      <a:pt x="59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54" name="Google Shape;7754;p72"/>
              <p:cNvSpPr/>
              <p:nvPr/>
            </p:nvSpPr>
            <p:spPr>
              <a:xfrm>
                <a:off x="8273198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1" y="4431"/>
                      <a:pt x="122" y="4431"/>
                    </a:cubicBezTo>
                    <a:lnTo>
                      <a:pt x="973" y="4431"/>
                    </a:lnTo>
                    <a:cubicBezTo>
                      <a:pt x="1034" y="4431"/>
                      <a:pt x="1065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55" name="Google Shape;7755;p72"/>
              <p:cNvSpPr/>
              <p:nvPr/>
            </p:nvSpPr>
            <p:spPr>
              <a:xfrm>
                <a:off x="8423706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34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56" name="Google Shape;7756;p72"/>
              <p:cNvSpPr/>
              <p:nvPr/>
            </p:nvSpPr>
            <p:spPr>
              <a:xfrm>
                <a:off x="8574214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64" y="4431"/>
                      <a:pt x="109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57" name="Google Shape;7757;p72"/>
              <p:cNvSpPr/>
              <p:nvPr/>
            </p:nvSpPr>
            <p:spPr>
              <a:xfrm>
                <a:off x="8724643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2" y="4431"/>
                      <a:pt x="122" y="4431"/>
                    </a:cubicBezTo>
                    <a:lnTo>
                      <a:pt x="974" y="4431"/>
                    </a:lnTo>
                    <a:cubicBezTo>
                      <a:pt x="1065" y="4431"/>
                      <a:pt x="1095" y="4401"/>
                      <a:pt x="1126" y="4370"/>
                    </a:cubicBezTo>
                    <a:lnTo>
                      <a:pt x="112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4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58" name="Google Shape;7758;p72"/>
              <p:cNvSpPr/>
              <p:nvPr/>
            </p:nvSpPr>
            <p:spPr>
              <a:xfrm>
                <a:off x="8875151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74" y="1"/>
                    </a:moveTo>
                    <a:cubicBezTo>
                      <a:pt x="547" y="1"/>
                      <a:pt x="517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122" y="4431"/>
                    </a:cubicBezTo>
                    <a:lnTo>
                      <a:pt x="1003" y="4431"/>
                    </a:lnTo>
                    <a:cubicBezTo>
                      <a:pt x="103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600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59" name="Google Shape;7759;p72"/>
              <p:cNvSpPr/>
              <p:nvPr/>
            </p:nvSpPr>
            <p:spPr>
              <a:xfrm>
                <a:off x="736071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60" name="Google Shape;7760;p72"/>
              <p:cNvSpPr/>
              <p:nvPr/>
            </p:nvSpPr>
            <p:spPr>
              <a:xfrm>
                <a:off x="720781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61" name="Google Shape;7761;p72"/>
              <p:cNvSpPr/>
              <p:nvPr/>
            </p:nvSpPr>
            <p:spPr>
              <a:xfrm>
                <a:off x="705490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62" name="Google Shape;7762;p72"/>
              <p:cNvSpPr/>
              <p:nvPr/>
            </p:nvSpPr>
            <p:spPr>
              <a:xfrm>
                <a:off x="690199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63" name="Google Shape;7763;p72"/>
              <p:cNvSpPr/>
              <p:nvPr/>
            </p:nvSpPr>
            <p:spPr>
              <a:xfrm>
                <a:off x="674909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64" name="Google Shape;7764;p72"/>
              <p:cNvSpPr/>
              <p:nvPr/>
            </p:nvSpPr>
            <p:spPr>
              <a:xfrm>
                <a:off x="659618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65" name="Google Shape;7765;p72"/>
              <p:cNvSpPr/>
              <p:nvPr/>
            </p:nvSpPr>
            <p:spPr>
              <a:xfrm>
                <a:off x="644327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66" name="Google Shape;7766;p72"/>
              <p:cNvSpPr/>
              <p:nvPr/>
            </p:nvSpPr>
            <p:spPr>
              <a:xfrm>
                <a:off x="629037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67" name="Google Shape;7767;p72"/>
              <p:cNvSpPr/>
              <p:nvPr/>
            </p:nvSpPr>
            <p:spPr>
              <a:xfrm>
                <a:off x="613746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68" name="Google Shape;7768;p72"/>
              <p:cNvSpPr/>
              <p:nvPr/>
            </p:nvSpPr>
            <p:spPr>
              <a:xfrm>
                <a:off x="598455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69" name="Google Shape;7769;p72"/>
              <p:cNvSpPr/>
              <p:nvPr/>
            </p:nvSpPr>
            <p:spPr>
              <a:xfrm>
                <a:off x="583165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70" name="Google Shape;7770;p72"/>
              <p:cNvSpPr/>
              <p:nvPr/>
            </p:nvSpPr>
            <p:spPr>
              <a:xfrm>
                <a:off x="567874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71" name="Google Shape;7771;p72"/>
              <p:cNvSpPr/>
              <p:nvPr/>
            </p:nvSpPr>
            <p:spPr>
              <a:xfrm>
                <a:off x="552583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72" name="Google Shape;7772;p72"/>
              <p:cNvSpPr/>
              <p:nvPr/>
            </p:nvSpPr>
            <p:spPr>
              <a:xfrm>
                <a:off x="537293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73" name="Google Shape;7773;p72"/>
              <p:cNvSpPr/>
              <p:nvPr/>
            </p:nvSpPr>
            <p:spPr>
              <a:xfrm>
                <a:off x="522002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74" name="Google Shape;7774;p72"/>
              <p:cNvSpPr/>
              <p:nvPr/>
            </p:nvSpPr>
            <p:spPr>
              <a:xfrm>
                <a:off x="506712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75" name="Google Shape;7775;p72"/>
              <p:cNvSpPr/>
              <p:nvPr/>
            </p:nvSpPr>
            <p:spPr>
              <a:xfrm>
                <a:off x="491421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76" name="Google Shape;7776;p72"/>
              <p:cNvSpPr/>
              <p:nvPr/>
            </p:nvSpPr>
            <p:spPr>
              <a:xfrm>
                <a:off x="476130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77" name="Google Shape;7777;p72"/>
              <p:cNvSpPr/>
              <p:nvPr/>
            </p:nvSpPr>
            <p:spPr>
              <a:xfrm>
                <a:off x="460840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78" name="Google Shape;7778;p72"/>
              <p:cNvSpPr/>
              <p:nvPr/>
            </p:nvSpPr>
            <p:spPr>
              <a:xfrm>
                <a:off x="445549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79" name="Google Shape;7779;p72"/>
              <p:cNvSpPr/>
              <p:nvPr/>
            </p:nvSpPr>
            <p:spPr>
              <a:xfrm>
                <a:off x="430258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80" name="Google Shape;7780;p72"/>
              <p:cNvSpPr/>
              <p:nvPr/>
            </p:nvSpPr>
            <p:spPr>
              <a:xfrm>
                <a:off x="414968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81" name="Google Shape;7781;p72"/>
              <p:cNvSpPr/>
              <p:nvPr/>
            </p:nvSpPr>
            <p:spPr>
              <a:xfrm>
                <a:off x="399677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82" name="Google Shape;7782;p72"/>
              <p:cNvSpPr/>
              <p:nvPr/>
            </p:nvSpPr>
            <p:spPr>
              <a:xfrm>
                <a:off x="384386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83" name="Google Shape;7783;p72"/>
              <p:cNvSpPr/>
              <p:nvPr/>
            </p:nvSpPr>
            <p:spPr>
              <a:xfrm>
                <a:off x="369096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84" name="Google Shape;7784;p72"/>
              <p:cNvSpPr/>
              <p:nvPr/>
            </p:nvSpPr>
            <p:spPr>
              <a:xfrm>
                <a:off x="353805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85" name="Google Shape;7785;p72"/>
              <p:cNvSpPr/>
              <p:nvPr/>
            </p:nvSpPr>
            <p:spPr>
              <a:xfrm>
                <a:off x="338514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86" name="Google Shape;7786;p72"/>
              <p:cNvSpPr/>
              <p:nvPr/>
            </p:nvSpPr>
            <p:spPr>
              <a:xfrm>
                <a:off x="323224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87" name="Google Shape;7787;p72"/>
              <p:cNvSpPr/>
              <p:nvPr/>
            </p:nvSpPr>
            <p:spPr>
              <a:xfrm>
                <a:off x="307933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88" name="Google Shape;7788;p72"/>
              <p:cNvSpPr/>
              <p:nvPr/>
            </p:nvSpPr>
            <p:spPr>
              <a:xfrm>
                <a:off x="292643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89" name="Google Shape;7789;p72"/>
              <p:cNvSpPr/>
              <p:nvPr/>
            </p:nvSpPr>
            <p:spPr>
              <a:xfrm>
                <a:off x="277352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90" name="Google Shape;7790;p72"/>
              <p:cNvSpPr/>
              <p:nvPr/>
            </p:nvSpPr>
            <p:spPr>
              <a:xfrm>
                <a:off x="262061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91" name="Google Shape;7791;p72"/>
              <p:cNvSpPr/>
              <p:nvPr/>
            </p:nvSpPr>
            <p:spPr>
              <a:xfrm>
                <a:off x="246771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92" name="Google Shape;7792;p72"/>
              <p:cNvSpPr/>
              <p:nvPr/>
            </p:nvSpPr>
            <p:spPr>
              <a:xfrm>
                <a:off x="231480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93" name="Google Shape;7793;p72"/>
              <p:cNvSpPr/>
              <p:nvPr/>
            </p:nvSpPr>
            <p:spPr>
              <a:xfrm>
                <a:off x="216189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94" name="Google Shape;7794;p72"/>
              <p:cNvSpPr/>
              <p:nvPr/>
            </p:nvSpPr>
            <p:spPr>
              <a:xfrm>
                <a:off x="200899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95" name="Google Shape;7795;p72"/>
              <p:cNvSpPr/>
              <p:nvPr/>
            </p:nvSpPr>
            <p:spPr>
              <a:xfrm>
                <a:off x="185608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96" name="Google Shape;7796;p72"/>
              <p:cNvSpPr/>
              <p:nvPr/>
            </p:nvSpPr>
            <p:spPr>
              <a:xfrm>
                <a:off x="170317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97" name="Google Shape;7797;p72"/>
              <p:cNvSpPr/>
              <p:nvPr/>
            </p:nvSpPr>
            <p:spPr>
              <a:xfrm>
                <a:off x="48720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98" name="Google Shape;7798;p72"/>
              <p:cNvSpPr/>
              <p:nvPr/>
            </p:nvSpPr>
            <p:spPr>
              <a:xfrm>
                <a:off x="33429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99" name="Google Shape;7799;p72"/>
              <p:cNvSpPr/>
              <p:nvPr/>
            </p:nvSpPr>
            <p:spPr>
              <a:xfrm>
                <a:off x="18139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00" name="Google Shape;7800;p72"/>
              <p:cNvSpPr/>
              <p:nvPr/>
            </p:nvSpPr>
            <p:spPr>
              <a:xfrm>
                <a:off x="2848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01" name="Google Shape;7801;p72"/>
              <p:cNvSpPr/>
              <p:nvPr/>
            </p:nvSpPr>
            <p:spPr>
              <a:xfrm>
                <a:off x="9025579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74" y="1"/>
                    </a:moveTo>
                    <a:cubicBezTo>
                      <a:pt x="547" y="1"/>
                      <a:pt x="517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122" y="4431"/>
                    </a:cubicBezTo>
                    <a:lnTo>
                      <a:pt x="1003" y="4431"/>
                    </a:lnTo>
                    <a:cubicBezTo>
                      <a:pt x="103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600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7802" name="Google Shape;7802;p72"/>
          <p:cNvSpPr/>
          <p:nvPr/>
        </p:nvSpPr>
        <p:spPr>
          <a:xfrm>
            <a:off x="0" y="5107500"/>
            <a:ext cx="9144000" cy="36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803" name="Google Shape;7803;p72"/>
          <p:cNvGrpSpPr/>
          <p:nvPr/>
        </p:nvGrpSpPr>
        <p:grpSpPr>
          <a:xfrm>
            <a:off x="8500193" y="4148281"/>
            <a:ext cx="592952" cy="967689"/>
            <a:chOff x="8071153" y="3759204"/>
            <a:chExt cx="592952" cy="967689"/>
          </a:xfrm>
        </p:grpSpPr>
        <p:sp>
          <p:nvSpPr>
            <p:cNvPr id="7804" name="Google Shape;7804;p72"/>
            <p:cNvSpPr/>
            <p:nvPr/>
          </p:nvSpPr>
          <p:spPr>
            <a:xfrm>
              <a:off x="8350560" y="4196816"/>
              <a:ext cx="43890" cy="282116"/>
            </a:xfrm>
            <a:custGeom>
              <a:rect b="b" l="l" r="r" t="t"/>
              <a:pathLst>
                <a:path extrusionOk="0" h="3527" w="549">
                  <a:moveTo>
                    <a:pt x="153" y="0"/>
                  </a:moveTo>
                  <a:lnTo>
                    <a:pt x="1" y="3526"/>
                  </a:lnTo>
                  <a:lnTo>
                    <a:pt x="548" y="3435"/>
                  </a:lnTo>
                  <a:lnTo>
                    <a:pt x="39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05" name="Google Shape;7805;p72"/>
            <p:cNvSpPr/>
            <p:nvPr/>
          </p:nvSpPr>
          <p:spPr>
            <a:xfrm>
              <a:off x="8263101" y="4478852"/>
              <a:ext cx="221208" cy="248041"/>
            </a:xfrm>
            <a:custGeom>
              <a:rect b="b" l="l" r="r" t="t"/>
              <a:pathLst>
                <a:path extrusionOk="0" h="3101" w="2767">
                  <a:moveTo>
                    <a:pt x="1" y="0"/>
                  </a:moveTo>
                  <a:lnTo>
                    <a:pt x="396" y="3101"/>
                  </a:lnTo>
                  <a:lnTo>
                    <a:pt x="2402" y="3101"/>
                  </a:lnTo>
                  <a:lnTo>
                    <a:pt x="276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06" name="Google Shape;7806;p72"/>
            <p:cNvSpPr/>
            <p:nvPr/>
          </p:nvSpPr>
          <p:spPr>
            <a:xfrm>
              <a:off x="8248551" y="4435099"/>
              <a:ext cx="255184" cy="94865"/>
            </a:xfrm>
            <a:custGeom>
              <a:rect b="b" l="l" r="r" t="t"/>
              <a:pathLst>
                <a:path extrusionOk="0" h="1186" w="3192">
                  <a:moveTo>
                    <a:pt x="3192" y="0"/>
                  </a:moveTo>
                  <a:lnTo>
                    <a:pt x="0" y="61"/>
                  </a:lnTo>
                  <a:lnTo>
                    <a:pt x="61" y="1155"/>
                  </a:lnTo>
                  <a:lnTo>
                    <a:pt x="3040" y="1186"/>
                  </a:lnTo>
                  <a:lnTo>
                    <a:pt x="319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07" name="Google Shape;7807;p72"/>
            <p:cNvSpPr/>
            <p:nvPr/>
          </p:nvSpPr>
          <p:spPr>
            <a:xfrm>
              <a:off x="8265579" y="4527484"/>
              <a:ext cx="213853" cy="34075"/>
            </a:xfrm>
            <a:custGeom>
              <a:rect b="b" l="l" r="r" t="t"/>
              <a:pathLst>
                <a:path extrusionOk="0" h="426" w="2675">
                  <a:moveTo>
                    <a:pt x="0" y="0"/>
                  </a:moveTo>
                  <a:lnTo>
                    <a:pt x="91" y="426"/>
                  </a:lnTo>
                  <a:lnTo>
                    <a:pt x="2645" y="122"/>
                  </a:lnTo>
                  <a:lnTo>
                    <a:pt x="2675" y="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48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08" name="Google Shape;7808;p72"/>
            <p:cNvSpPr/>
            <p:nvPr/>
          </p:nvSpPr>
          <p:spPr>
            <a:xfrm>
              <a:off x="8318982" y="3766483"/>
              <a:ext cx="36535" cy="58391"/>
            </a:xfrm>
            <a:custGeom>
              <a:rect b="b" l="l" r="r" t="t"/>
              <a:pathLst>
                <a:path extrusionOk="0" h="730" w="457">
                  <a:moveTo>
                    <a:pt x="366" y="0"/>
                  </a:moveTo>
                  <a:cubicBezTo>
                    <a:pt x="366" y="0"/>
                    <a:pt x="122" y="122"/>
                    <a:pt x="62" y="304"/>
                  </a:cubicBezTo>
                  <a:cubicBezTo>
                    <a:pt x="1" y="517"/>
                    <a:pt x="62" y="730"/>
                    <a:pt x="62" y="730"/>
                  </a:cubicBezTo>
                  <a:cubicBezTo>
                    <a:pt x="62" y="730"/>
                    <a:pt x="305" y="608"/>
                    <a:pt x="366" y="426"/>
                  </a:cubicBezTo>
                  <a:cubicBezTo>
                    <a:pt x="457" y="244"/>
                    <a:pt x="366" y="0"/>
                    <a:pt x="36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09" name="Google Shape;7809;p72"/>
            <p:cNvSpPr/>
            <p:nvPr/>
          </p:nvSpPr>
          <p:spPr>
            <a:xfrm>
              <a:off x="8248551" y="3759204"/>
              <a:ext cx="58360" cy="65670"/>
            </a:xfrm>
            <a:custGeom>
              <a:rect b="b" l="l" r="r" t="t"/>
              <a:pathLst>
                <a:path extrusionOk="0" h="821" w="730">
                  <a:moveTo>
                    <a:pt x="0" y="0"/>
                  </a:moveTo>
                  <a:cubicBezTo>
                    <a:pt x="0" y="0"/>
                    <a:pt x="0" y="335"/>
                    <a:pt x="183" y="547"/>
                  </a:cubicBezTo>
                  <a:cubicBezTo>
                    <a:pt x="365" y="790"/>
                    <a:pt x="730" y="821"/>
                    <a:pt x="730" y="821"/>
                  </a:cubicBezTo>
                  <a:cubicBezTo>
                    <a:pt x="730" y="821"/>
                    <a:pt x="730" y="487"/>
                    <a:pt x="517" y="243"/>
                  </a:cubicBezTo>
                  <a:cubicBezTo>
                    <a:pt x="335" y="61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10" name="Google Shape;7810;p72"/>
            <p:cNvSpPr/>
            <p:nvPr/>
          </p:nvSpPr>
          <p:spPr>
            <a:xfrm>
              <a:off x="8532835" y="4167621"/>
              <a:ext cx="65715" cy="29275"/>
            </a:xfrm>
            <a:custGeom>
              <a:rect b="b" l="l" r="r" t="t"/>
              <a:pathLst>
                <a:path extrusionOk="0" h="366" w="822">
                  <a:moveTo>
                    <a:pt x="396" y="1"/>
                  </a:moveTo>
                  <a:cubicBezTo>
                    <a:pt x="153" y="1"/>
                    <a:pt x="1" y="213"/>
                    <a:pt x="1" y="213"/>
                  </a:cubicBezTo>
                  <a:cubicBezTo>
                    <a:pt x="1" y="213"/>
                    <a:pt x="183" y="365"/>
                    <a:pt x="426" y="365"/>
                  </a:cubicBezTo>
                  <a:cubicBezTo>
                    <a:pt x="669" y="365"/>
                    <a:pt x="821" y="153"/>
                    <a:pt x="821" y="153"/>
                  </a:cubicBezTo>
                  <a:cubicBezTo>
                    <a:pt x="821" y="153"/>
                    <a:pt x="609" y="1"/>
                    <a:pt x="396" y="1"/>
                  </a:cubicBezTo>
                  <a:close/>
                </a:path>
              </a:pathLst>
            </a:custGeom>
            <a:solidFill>
              <a:srgbClr val="7BBFB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11" name="Google Shape;7811;p72"/>
            <p:cNvSpPr/>
            <p:nvPr/>
          </p:nvSpPr>
          <p:spPr>
            <a:xfrm>
              <a:off x="8518285" y="4092272"/>
              <a:ext cx="48687" cy="80307"/>
            </a:xfrm>
            <a:custGeom>
              <a:rect b="b" l="l" r="r" t="t"/>
              <a:pathLst>
                <a:path extrusionOk="0" h="1004" w="609">
                  <a:moveTo>
                    <a:pt x="487" y="0"/>
                  </a:moveTo>
                  <a:cubicBezTo>
                    <a:pt x="487" y="0"/>
                    <a:pt x="183" y="152"/>
                    <a:pt x="61" y="426"/>
                  </a:cubicBezTo>
                  <a:cubicBezTo>
                    <a:pt x="0" y="699"/>
                    <a:pt x="122" y="1003"/>
                    <a:pt x="122" y="1003"/>
                  </a:cubicBezTo>
                  <a:cubicBezTo>
                    <a:pt x="122" y="1003"/>
                    <a:pt x="426" y="851"/>
                    <a:pt x="547" y="578"/>
                  </a:cubicBezTo>
                  <a:cubicBezTo>
                    <a:pt x="608" y="304"/>
                    <a:pt x="487" y="0"/>
                    <a:pt x="487" y="0"/>
                  </a:cubicBezTo>
                  <a:close/>
                </a:path>
              </a:pathLst>
            </a:custGeom>
            <a:solidFill>
              <a:srgbClr val="7BBFB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12" name="Google Shape;7812;p72"/>
            <p:cNvSpPr/>
            <p:nvPr/>
          </p:nvSpPr>
          <p:spPr>
            <a:xfrm>
              <a:off x="8071153" y="3827914"/>
              <a:ext cx="592952" cy="566871"/>
            </a:xfrm>
            <a:custGeom>
              <a:rect b="b" l="l" r="r" t="t"/>
              <a:pathLst>
                <a:path extrusionOk="0" h="7087" w="7417">
                  <a:moveTo>
                    <a:pt x="3931" y="0"/>
                  </a:moveTo>
                  <a:cubicBezTo>
                    <a:pt x="3624" y="0"/>
                    <a:pt x="3315" y="31"/>
                    <a:pt x="3010" y="83"/>
                  </a:cubicBezTo>
                  <a:cubicBezTo>
                    <a:pt x="1672" y="296"/>
                    <a:pt x="578" y="965"/>
                    <a:pt x="244" y="2363"/>
                  </a:cubicBezTo>
                  <a:cubicBezTo>
                    <a:pt x="0" y="3275"/>
                    <a:pt x="61" y="4430"/>
                    <a:pt x="426" y="5312"/>
                  </a:cubicBezTo>
                  <a:cubicBezTo>
                    <a:pt x="760" y="6132"/>
                    <a:pt x="1520" y="6770"/>
                    <a:pt x="2402" y="6953"/>
                  </a:cubicBezTo>
                  <a:cubicBezTo>
                    <a:pt x="2775" y="7038"/>
                    <a:pt x="3182" y="7086"/>
                    <a:pt x="3592" y="7086"/>
                  </a:cubicBezTo>
                  <a:cubicBezTo>
                    <a:pt x="4351" y="7086"/>
                    <a:pt x="5123" y="6922"/>
                    <a:pt x="5715" y="6527"/>
                  </a:cubicBezTo>
                  <a:cubicBezTo>
                    <a:pt x="6049" y="6315"/>
                    <a:pt x="6353" y="6071"/>
                    <a:pt x="6657" y="5767"/>
                  </a:cubicBezTo>
                  <a:cubicBezTo>
                    <a:pt x="7022" y="5342"/>
                    <a:pt x="7235" y="4825"/>
                    <a:pt x="7295" y="4308"/>
                  </a:cubicBezTo>
                  <a:cubicBezTo>
                    <a:pt x="7417" y="3640"/>
                    <a:pt x="7417" y="3032"/>
                    <a:pt x="7265" y="2515"/>
                  </a:cubicBezTo>
                  <a:cubicBezTo>
                    <a:pt x="7022" y="1634"/>
                    <a:pt x="6505" y="874"/>
                    <a:pt x="5593" y="387"/>
                  </a:cubicBezTo>
                  <a:cubicBezTo>
                    <a:pt x="5077" y="109"/>
                    <a:pt x="4509" y="0"/>
                    <a:pt x="393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813" name="Google Shape;7813;p72"/>
          <p:cNvGrpSpPr/>
          <p:nvPr/>
        </p:nvGrpSpPr>
        <p:grpSpPr>
          <a:xfrm>
            <a:off x="50855" y="4148281"/>
            <a:ext cx="592952" cy="967689"/>
            <a:chOff x="8071153" y="3759204"/>
            <a:chExt cx="592952" cy="967689"/>
          </a:xfrm>
        </p:grpSpPr>
        <p:sp>
          <p:nvSpPr>
            <p:cNvPr id="7814" name="Google Shape;7814;p72"/>
            <p:cNvSpPr/>
            <p:nvPr/>
          </p:nvSpPr>
          <p:spPr>
            <a:xfrm>
              <a:off x="8350560" y="4196816"/>
              <a:ext cx="43890" cy="282116"/>
            </a:xfrm>
            <a:custGeom>
              <a:rect b="b" l="l" r="r" t="t"/>
              <a:pathLst>
                <a:path extrusionOk="0" h="3527" w="549">
                  <a:moveTo>
                    <a:pt x="153" y="0"/>
                  </a:moveTo>
                  <a:lnTo>
                    <a:pt x="1" y="3526"/>
                  </a:lnTo>
                  <a:lnTo>
                    <a:pt x="548" y="3435"/>
                  </a:lnTo>
                  <a:lnTo>
                    <a:pt x="39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15" name="Google Shape;7815;p72"/>
            <p:cNvSpPr/>
            <p:nvPr/>
          </p:nvSpPr>
          <p:spPr>
            <a:xfrm>
              <a:off x="8263101" y="4478852"/>
              <a:ext cx="221208" cy="248041"/>
            </a:xfrm>
            <a:custGeom>
              <a:rect b="b" l="l" r="r" t="t"/>
              <a:pathLst>
                <a:path extrusionOk="0" h="3101" w="2767">
                  <a:moveTo>
                    <a:pt x="1" y="0"/>
                  </a:moveTo>
                  <a:lnTo>
                    <a:pt x="396" y="3101"/>
                  </a:lnTo>
                  <a:lnTo>
                    <a:pt x="2402" y="3101"/>
                  </a:lnTo>
                  <a:lnTo>
                    <a:pt x="276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16" name="Google Shape;7816;p72"/>
            <p:cNvSpPr/>
            <p:nvPr/>
          </p:nvSpPr>
          <p:spPr>
            <a:xfrm>
              <a:off x="8248551" y="4435099"/>
              <a:ext cx="255184" cy="94865"/>
            </a:xfrm>
            <a:custGeom>
              <a:rect b="b" l="l" r="r" t="t"/>
              <a:pathLst>
                <a:path extrusionOk="0" h="1186" w="3192">
                  <a:moveTo>
                    <a:pt x="3192" y="0"/>
                  </a:moveTo>
                  <a:lnTo>
                    <a:pt x="0" y="61"/>
                  </a:lnTo>
                  <a:lnTo>
                    <a:pt x="61" y="1155"/>
                  </a:lnTo>
                  <a:lnTo>
                    <a:pt x="3040" y="1186"/>
                  </a:lnTo>
                  <a:lnTo>
                    <a:pt x="319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17" name="Google Shape;7817;p72"/>
            <p:cNvSpPr/>
            <p:nvPr/>
          </p:nvSpPr>
          <p:spPr>
            <a:xfrm>
              <a:off x="8265579" y="4527484"/>
              <a:ext cx="213853" cy="34075"/>
            </a:xfrm>
            <a:custGeom>
              <a:rect b="b" l="l" r="r" t="t"/>
              <a:pathLst>
                <a:path extrusionOk="0" h="426" w="2675">
                  <a:moveTo>
                    <a:pt x="0" y="0"/>
                  </a:moveTo>
                  <a:lnTo>
                    <a:pt x="91" y="426"/>
                  </a:lnTo>
                  <a:lnTo>
                    <a:pt x="2645" y="122"/>
                  </a:lnTo>
                  <a:lnTo>
                    <a:pt x="2675" y="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48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18" name="Google Shape;7818;p72"/>
            <p:cNvSpPr/>
            <p:nvPr/>
          </p:nvSpPr>
          <p:spPr>
            <a:xfrm>
              <a:off x="8318982" y="3766483"/>
              <a:ext cx="36535" cy="58391"/>
            </a:xfrm>
            <a:custGeom>
              <a:rect b="b" l="l" r="r" t="t"/>
              <a:pathLst>
                <a:path extrusionOk="0" h="730" w="457">
                  <a:moveTo>
                    <a:pt x="366" y="0"/>
                  </a:moveTo>
                  <a:cubicBezTo>
                    <a:pt x="366" y="0"/>
                    <a:pt x="122" y="122"/>
                    <a:pt x="62" y="304"/>
                  </a:cubicBezTo>
                  <a:cubicBezTo>
                    <a:pt x="1" y="517"/>
                    <a:pt x="62" y="730"/>
                    <a:pt x="62" y="730"/>
                  </a:cubicBezTo>
                  <a:cubicBezTo>
                    <a:pt x="62" y="730"/>
                    <a:pt x="305" y="608"/>
                    <a:pt x="366" y="426"/>
                  </a:cubicBezTo>
                  <a:cubicBezTo>
                    <a:pt x="457" y="244"/>
                    <a:pt x="366" y="0"/>
                    <a:pt x="36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19" name="Google Shape;7819;p72"/>
            <p:cNvSpPr/>
            <p:nvPr/>
          </p:nvSpPr>
          <p:spPr>
            <a:xfrm>
              <a:off x="8248551" y="3759204"/>
              <a:ext cx="58360" cy="65670"/>
            </a:xfrm>
            <a:custGeom>
              <a:rect b="b" l="l" r="r" t="t"/>
              <a:pathLst>
                <a:path extrusionOk="0" h="821" w="730">
                  <a:moveTo>
                    <a:pt x="0" y="0"/>
                  </a:moveTo>
                  <a:cubicBezTo>
                    <a:pt x="0" y="0"/>
                    <a:pt x="0" y="335"/>
                    <a:pt x="183" y="547"/>
                  </a:cubicBezTo>
                  <a:cubicBezTo>
                    <a:pt x="365" y="790"/>
                    <a:pt x="730" y="821"/>
                    <a:pt x="730" y="821"/>
                  </a:cubicBezTo>
                  <a:cubicBezTo>
                    <a:pt x="730" y="821"/>
                    <a:pt x="730" y="487"/>
                    <a:pt x="517" y="243"/>
                  </a:cubicBezTo>
                  <a:cubicBezTo>
                    <a:pt x="335" y="61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20" name="Google Shape;7820;p72"/>
            <p:cNvSpPr/>
            <p:nvPr/>
          </p:nvSpPr>
          <p:spPr>
            <a:xfrm>
              <a:off x="8532835" y="4167621"/>
              <a:ext cx="65715" cy="29275"/>
            </a:xfrm>
            <a:custGeom>
              <a:rect b="b" l="l" r="r" t="t"/>
              <a:pathLst>
                <a:path extrusionOk="0" h="366" w="822">
                  <a:moveTo>
                    <a:pt x="396" y="1"/>
                  </a:moveTo>
                  <a:cubicBezTo>
                    <a:pt x="153" y="1"/>
                    <a:pt x="1" y="213"/>
                    <a:pt x="1" y="213"/>
                  </a:cubicBezTo>
                  <a:cubicBezTo>
                    <a:pt x="1" y="213"/>
                    <a:pt x="183" y="365"/>
                    <a:pt x="426" y="365"/>
                  </a:cubicBezTo>
                  <a:cubicBezTo>
                    <a:pt x="669" y="365"/>
                    <a:pt x="821" y="153"/>
                    <a:pt x="821" y="153"/>
                  </a:cubicBezTo>
                  <a:cubicBezTo>
                    <a:pt x="821" y="153"/>
                    <a:pt x="609" y="1"/>
                    <a:pt x="396" y="1"/>
                  </a:cubicBezTo>
                  <a:close/>
                </a:path>
              </a:pathLst>
            </a:custGeom>
            <a:solidFill>
              <a:srgbClr val="7BBFB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21" name="Google Shape;7821;p72"/>
            <p:cNvSpPr/>
            <p:nvPr/>
          </p:nvSpPr>
          <p:spPr>
            <a:xfrm>
              <a:off x="8518285" y="4092272"/>
              <a:ext cx="48687" cy="80307"/>
            </a:xfrm>
            <a:custGeom>
              <a:rect b="b" l="l" r="r" t="t"/>
              <a:pathLst>
                <a:path extrusionOk="0" h="1004" w="609">
                  <a:moveTo>
                    <a:pt x="487" y="0"/>
                  </a:moveTo>
                  <a:cubicBezTo>
                    <a:pt x="487" y="0"/>
                    <a:pt x="183" y="152"/>
                    <a:pt x="61" y="426"/>
                  </a:cubicBezTo>
                  <a:cubicBezTo>
                    <a:pt x="0" y="699"/>
                    <a:pt x="122" y="1003"/>
                    <a:pt x="122" y="1003"/>
                  </a:cubicBezTo>
                  <a:cubicBezTo>
                    <a:pt x="122" y="1003"/>
                    <a:pt x="426" y="851"/>
                    <a:pt x="547" y="578"/>
                  </a:cubicBezTo>
                  <a:cubicBezTo>
                    <a:pt x="608" y="304"/>
                    <a:pt x="487" y="0"/>
                    <a:pt x="487" y="0"/>
                  </a:cubicBezTo>
                  <a:close/>
                </a:path>
              </a:pathLst>
            </a:custGeom>
            <a:solidFill>
              <a:srgbClr val="7BBFB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22" name="Google Shape;7822;p72"/>
            <p:cNvSpPr/>
            <p:nvPr/>
          </p:nvSpPr>
          <p:spPr>
            <a:xfrm>
              <a:off x="8071153" y="3827914"/>
              <a:ext cx="592952" cy="566871"/>
            </a:xfrm>
            <a:custGeom>
              <a:rect b="b" l="l" r="r" t="t"/>
              <a:pathLst>
                <a:path extrusionOk="0" h="7087" w="7417">
                  <a:moveTo>
                    <a:pt x="3931" y="0"/>
                  </a:moveTo>
                  <a:cubicBezTo>
                    <a:pt x="3624" y="0"/>
                    <a:pt x="3315" y="31"/>
                    <a:pt x="3010" y="83"/>
                  </a:cubicBezTo>
                  <a:cubicBezTo>
                    <a:pt x="1672" y="296"/>
                    <a:pt x="578" y="965"/>
                    <a:pt x="244" y="2363"/>
                  </a:cubicBezTo>
                  <a:cubicBezTo>
                    <a:pt x="0" y="3275"/>
                    <a:pt x="61" y="4430"/>
                    <a:pt x="426" y="5312"/>
                  </a:cubicBezTo>
                  <a:cubicBezTo>
                    <a:pt x="760" y="6132"/>
                    <a:pt x="1520" y="6770"/>
                    <a:pt x="2402" y="6953"/>
                  </a:cubicBezTo>
                  <a:cubicBezTo>
                    <a:pt x="2775" y="7038"/>
                    <a:pt x="3182" y="7086"/>
                    <a:pt x="3592" y="7086"/>
                  </a:cubicBezTo>
                  <a:cubicBezTo>
                    <a:pt x="4351" y="7086"/>
                    <a:pt x="5123" y="6922"/>
                    <a:pt x="5715" y="6527"/>
                  </a:cubicBezTo>
                  <a:cubicBezTo>
                    <a:pt x="6049" y="6315"/>
                    <a:pt x="6353" y="6071"/>
                    <a:pt x="6657" y="5767"/>
                  </a:cubicBezTo>
                  <a:cubicBezTo>
                    <a:pt x="7022" y="5342"/>
                    <a:pt x="7235" y="4825"/>
                    <a:pt x="7295" y="4308"/>
                  </a:cubicBezTo>
                  <a:cubicBezTo>
                    <a:pt x="7417" y="3640"/>
                    <a:pt x="7417" y="3032"/>
                    <a:pt x="7265" y="2515"/>
                  </a:cubicBezTo>
                  <a:cubicBezTo>
                    <a:pt x="7022" y="1634"/>
                    <a:pt x="6505" y="874"/>
                    <a:pt x="5593" y="387"/>
                  </a:cubicBezTo>
                  <a:cubicBezTo>
                    <a:pt x="5077" y="109"/>
                    <a:pt x="4509" y="0"/>
                    <a:pt x="393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823" name="Google Shape;7823;p72"/>
          <p:cNvSpPr/>
          <p:nvPr/>
        </p:nvSpPr>
        <p:spPr>
          <a:xfrm>
            <a:off x="4547726" y="49970"/>
            <a:ext cx="1851686" cy="342426"/>
          </a:xfrm>
          <a:custGeom>
            <a:rect b="b" l="l" r="r" t="t"/>
            <a:pathLst>
              <a:path extrusionOk="0" h="4281" w="23162">
                <a:moveTo>
                  <a:pt x="12634" y="0"/>
                </a:moveTo>
                <a:cubicBezTo>
                  <a:pt x="11685" y="0"/>
                  <a:pt x="10826" y="596"/>
                  <a:pt x="10153" y="1849"/>
                </a:cubicBezTo>
                <a:cubicBezTo>
                  <a:pt x="8810" y="1477"/>
                  <a:pt x="7539" y="1314"/>
                  <a:pt x="6378" y="1314"/>
                </a:cubicBezTo>
                <a:cubicBezTo>
                  <a:pt x="2992" y="1314"/>
                  <a:pt x="544" y="2696"/>
                  <a:pt x="0" y="4281"/>
                </a:cubicBezTo>
                <a:lnTo>
                  <a:pt x="23162" y="4281"/>
                </a:lnTo>
                <a:cubicBezTo>
                  <a:pt x="22864" y="3777"/>
                  <a:pt x="20924" y="2045"/>
                  <a:pt x="18685" y="2045"/>
                </a:cubicBezTo>
                <a:cubicBezTo>
                  <a:pt x="17954" y="2045"/>
                  <a:pt x="17192" y="2229"/>
                  <a:pt x="16445" y="2700"/>
                </a:cubicBezTo>
                <a:cubicBezTo>
                  <a:pt x="15158" y="940"/>
                  <a:pt x="13825" y="0"/>
                  <a:pt x="12634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24" name="Google Shape;7824;p72"/>
          <p:cNvSpPr/>
          <p:nvPr/>
        </p:nvSpPr>
        <p:spPr>
          <a:xfrm>
            <a:off x="719850" y="540000"/>
            <a:ext cx="7704300" cy="676800"/>
          </a:xfrm>
          <a:prstGeom prst="roundRect">
            <a:avLst>
              <a:gd fmla="val 17686" name="adj"/>
            </a:avLst>
          </a:prstGeom>
          <a:solidFill>
            <a:schemeClr val="lt1"/>
          </a:solidFill>
          <a:ln cap="flat" cmpd="sng" w="762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25" name="Google Shape;7825;p72"/>
          <p:cNvSpPr txBox="1"/>
          <p:nvPr>
            <p:ph type="title"/>
          </p:nvPr>
        </p:nvSpPr>
        <p:spPr>
          <a:xfrm>
            <a:off x="720000" y="3621600"/>
            <a:ext cx="2246400" cy="5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826" name="Google Shape;7826;p72"/>
          <p:cNvSpPr txBox="1"/>
          <p:nvPr>
            <p:ph idx="1" type="subTitle"/>
          </p:nvPr>
        </p:nvSpPr>
        <p:spPr>
          <a:xfrm>
            <a:off x="720000" y="4099500"/>
            <a:ext cx="22464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7827" name="Google Shape;7827;p72"/>
          <p:cNvSpPr txBox="1"/>
          <p:nvPr>
            <p:ph idx="2" type="title"/>
          </p:nvPr>
        </p:nvSpPr>
        <p:spPr>
          <a:xfrm>
            <a:off x="3448800" y="3621600"/>
            <a:ext cx="2246400" cy="5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828" name="Google Shape;7828;p72"/>
          <p:cNvSpPr txBox="1"/>
          <p:nvPr>
            <p:ph idx="3" type="subTitle"/>
          </p:nvPr>
        </p:nvSpPr>
        <p:spPr>
          <a:xfrm>
            <a:off x="3448800" y="4099500"/>
            <a:ext cx="22464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7829" name="Google Shape;7829;p72"/>
          <p:cNvSpPr txBox="1"/>
          <p:nvPr>
            <p:ph idx="4" type="title"/>
          </p:nvPr>
        </p:nvSpPr>
        <p:spPr>
          <a:xfrm>
            <a:off x="6177595" y="3621600"/>
            <a:ext cx="2246400" cy="5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830" name="Google Shape;7830;p72"/>
          <p:cNvSpPr txBox="1"/>
          <p:nvPr>
            <p:ph idx="5" type="subTitle"/>
          </p:nvPr>
        </p:nvSpPr>
        <p:spPr>
          <a:xfrm>
            <a:off x="6177595" y="4099500"/>
            <a:ext cx="22464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7831" name="Google Shape;7831;p72"/>
          <p:cNvSpPr txBox="1"/>
          <p:nvPr>
            <p:ph idx="6" type="title"/>
          </p:nvPr>
        </p:nvSpPr>
        <p:spPr>
          <a:xfrm>
            <a:off x="720000" y="540000"/>
            <a:ext cx="7704000" cy="6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500"/>
              <a:buNone/>
              <a:defRPr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7832" name="Google Shape;7832;p72"/>
          <p:cNvSpPr txBox="1"/>
          <p:nvPr>
            <p:ph hasCustomPrompt="1" idx="7" type="title"/>
          </p:nvPr>
        </p:nvSpPr>
        <p:spPr>
          <a:xfrm>
            <a:off x="1281600" y="2364575"/>
            <a:ext cx="1123200" cy="55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1" sz="24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b="1" sz="3000">
                <a:latin typeface="Archivo Black"/>
                <a:ea typeface="Archivo Black"/>
                <a:cs typeface="Archivo Black"/>
                <a:sym typeface="Archivo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b="1" sz="3000">
                <a:latin typeface="Archivo Black"/>
                <a:ea typeface="Archivo Black"/>
                <a:cs typeface="Archivo Black"/>
                <a:sym typeface="Archivo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b="1" sz="3000">
                <a:latin typeface="Archivo Black"/>
                <a:ea typeface="Archivo Black"/>
                <a:cs typeface="Archivo Black"/>
                <a:sym typeface="Archivo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b="1" sz="3000">
                <a:latin typeface="Archivo Black"/>
                <a:ea typeface="Archivo Black"/>
                <a:cs typeface="Archivo Black"/>
                <a:sym typeface="Archivo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b="1" sz="3000">
                <a:latin typeface="Archivo Black"/>
                <a:ea typeface="Archivo Black"/>
                <a:cs typeface="Archivo Black"/>
                <a:sym typeface="Archivo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b="1" sz="3000">
                <a:latin typeface="Archivo Black"/>
                <a:ea typeface="Archivo Black"/>
                <a:cs typeface="Archivo Black"/>
                <a:sym typeface="Archivo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b="1" sz="3000">
                <a:latin typeface="Archivo Black"/>
                <a:ea typeface="Archivo Black"/>
                <a:cs typeface="Archivo Black"/>
                <a:sym typeface="Archivo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b="1" sz="3000">
                <a:latin typeface="Archivo Black"/>
                <a:ea typeface="Archivo Black"/>
                <a:cs typeface="Archivo Black"/>
                <a:sym typeface="Archivo Black"/>
              </a:defRPr>
            </a:lvl9pPr>
          </a:lstStyle>
          <a:p>
            <a:r>
              <a:t>xx%</a:t>
            </a:r>
          </a:p>
        </p:txBody>
      </p:sp>
      <p:sp>
        <p:nvSpPr>
          <p:cNvPr id="7833" name="Google Shape;7833;p72"/>
          <p:cNvSpPr txBox="1"/>
          <p:nvPr>
            <p:ph hasCustomPrompt="1" idx="8" type="title"/>
          </p:nvPr>
        </p:nvSpPr>
        <p:spPr>
          <a:xfrm>
            <a:off x="4010400" y="2364575"/>
            <a:ext cx="1123200" cy="55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1" sz="24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b="1" sz="3000">
                <a:latin typeface="Archivo Black"/>
                <a:ea typeface="Archivo Black"/>
                <a:cs typeface="Archivo Black"/>
                <a:sym typeface="Archivo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b="1" sz="3000">
                <a:latin typeface="Archivo Black"/>
                <a:ea typeface="Archivo Black"/>
                <a:cs typeface="Archivo Black"/>
                <a:sym typeface="Archivo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b="1" sz="3000">
                <a:latin typeface="Archivo Black"/>
                <a:ea typeface="Archivo Black"/>
                <a:cs typeface="Archivo Black"/>
                <a:sym typeface="Archivo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b="1" sz="3000">
                <a:latin typeface="Archivo Black"/>
                <a:ea typeface="Archivo Black"/>
                <a:cs typeface="Archivo Black"/>
                <a:sym typeface="Archivo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b="1" sz="3000">
                <a:latin typeface="Archivo Black"/>
                <a:ea typeface="Archivo Black"/>
                <a:cs typeface="Archivo Black"/>
                <a:sym typeface="Archivo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b="1" sz="3000">
                <a:latin typeface="Archivo Black"/>
                <a:ea typeface="Archivo Black"/>
                <a:cs typeface="Archivo Black"/>
                <a:sym typeface="Archivo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b="1" sz="3000">
                <a:latin typeface="Archivo Black"/>
                <a:ea typeface="Archivo Black"/>
                <a:cs typeface="Archivo Black"/>
                <a:sym typeface="Archivo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b="1" sz="3000">
                <a:latin typeface="Archivo Black"/>
                <a:ea typeface="Archivo Black"/>
                <a:cs typeface="Archivo Black"/>
                <a:sym typeface="Archivo Black"/>
              </a:defRPr>
            </a:lvl9pPr>
          </a:lstStyle>
          <a:p>
            <a:r>
              <a:t>xx%</a:t>
            </a:r>
          </a:p>
        </p:txBody>
      </p:sp>
      <p:sp>
        <p:nvSpPr>
          <p:cNvPr id="7834" name="Google Shape;7834;p72"/>
          <p:cNvSpPr txBox="1"/>
          <p:nvPr>
            <p:ph hasCustomPrompt="1" idx="9" type="title"/>
          </p:nvPr>
        </p:nvSpPr>
        <p:spPr>
          <a:xfrm>
            <a:off x="6739195" y="2364575"/>
            <a:ext cx="1123200" cy="55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1" sz="24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b="1" sz="3000">
                <a:latin typeface="Archivo Black"/>
                <a:ea typeface="Archivo Black"/>
                <a:cs typeface="Archivo Black"/>
                <a:sym typeface="Archivo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b="1" sz="3000">
                <a:latin typeface="Archivo Black"/>
                <a:ea typeface="Archivo Black"/>
                <a:cs typeface="Archivo Black"/>
                <a:sym typeface="Archivo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b="1" sz="3000">
                <a:latin typeface="Archivo Black"/>
                <a:ea typeface="Archivo Black"/>
                <a:cs typeface="Archivo Black"/>
                <a:sym typeface="Archivo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b="1" sz="3000">
                <a:latin typeface="Archivo Black"/>
                <a:ea typeface="Archivo Black"/>
                <a:cs typeface="Archivo Black"/>
                <a:sym typeface="Archivo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b="1" sz="3000">
                <a:latin typeface="Archivo Black"/>
                <a:ea typeface="Archivo Black"/>
                <a:cs typeface="Archivo Black"/>
                <a:sym typeface="Archivo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b="1" sz="3000">
                <a:latin typeface="Archivo Black"/>
                <a:ea typeface="Archivo Black"/>
                <a:cs typeface="Archivo Black"/>
                <a:sym typeface="Archivo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b="1" sz="3000">
                <a:latin typeface="Archivo Black"/>
                <a:ea typeface="Archivo Black"/>
                <a:cs typeface="Archivo Black"/>
                <a:sym typeface="Archivo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b="1" sz="3000">
                <a:latin typeface="Archivo Black"/>
                <a:ea typeface="Archivo Black"/>
                <a:cs typeface="Archivo Black"/>
                <a:sym typeface="Archivo Black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7">
    <p:spTree>
      <p:nvGrpSpPr>
        <p:cNvPr id="7835" name="Shape 7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36" name="Google Shape;7836;p73"/>
          <p:cNvGrpSpPr/>
          <p:nvPr/>
        </p:nvGrpSpPr>
        <p:grpSpPr>
          <a:xfrm>
            <a:off x="-15975" y="-52"/>
            <a:ext cx="9175950" cy="5143406"/>
            <a:chOff x="-15975" y="-52"/>
            <a:chExt cx="9175950" cy="5143406"/>
          </a:xfrm>
        </p:grpSpPr>
        <p:sp>
          <p:nvSpPr>
            <p:cNvPr id="7837" name="Google Shape;7837;p73"/>
            <p:cNvSpPr/>
            <p:nvPr/>
          </p:nvSpPr>
          <p:spPr>
            <a:xfrm rot="5400000">
              <a:off x="4570450" y="-378255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38" name="Google Shape;7838;p73"/>
            <p:cNvSpPr/>
            <p:nvPr/>
          </p:nvSpPr>
          <p:spPr>
            <a:xfrm rot="5400000">
              <a:off x="4570450" y="-276311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39" name="Google Shape;7839;p73"/>
            <p:cNvSpPr/>
            <p:nvPr/>
          </p:nvSpPr>
          <p:spPr>
            <a:xfrm rot="5400000">
              <a:off x="4570450" y="-174368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40" name="Google Shape;7840;p73"/>
            <p:cNvSpPr/>
            <p:nvPr/>
          </p:nvSpPr>
          <p:spPr>
            <a:xfrm rot="5400000">
              <a:off x="4570450" y="-72425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41" name="Google Shape;7841;p73"/>
            <p:cNvSpPr/>
            <p:nvPr/>
          </p:nvSpPr>
          <p:spPr>
            <a:xfrm rot="5400000">
              <a:off x="4570450" y="295184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42" name="Google Shape;7842;p73"/>
            <p:cNvSpPr/>
            <p:nvPr/>
          </p:nvSpPr>
          <p:spPr>
            <a:xfrm rot="5400000">
              <a:off x="4570450" y="-429226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43" name="Google Shape;7843;p73"/>
            <p:cNvSpPr/>
            <p:nvPr/>
          </p:nvSpPr>
          <p:spPr>
            <a:xfrm rot="5400000">
              <a:off x="4570450" y="-327283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44" name="Google Shape;7844;p73"/>
            <p:cNvSpPr/>
            <p:nvPr/>
          </p:nvSpPr>
          <p:spPr>
            <a:xfrm rot="5400000">
              <a:off x="4570450" y="-225340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45" name="Google Shape;7845;p73"/>
            <p:cNvSpPr/>
            <p:nvPr/>
          </p:nvSpPr>
          <p:spPr>
            <a:xfrm rot="5400000">
              <a:off x="4570450" y="-123396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46" name="Google Shape;7846;p73"/>
            <p:cNvSpPr/>
            <p:nvPr/>
          </p:nvSpPr>
          <p:spPr>
            <a:xfrm rot="5400000">
              <a:off x="4570450" y="-21453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47" name="Google Shape;7847;p73"/>
            <p:cNvSpPr/>
            <p:nvPr/>
          </p:nvSpPr>
          <p:spPr>
            <a:xfrm>
              <a:off x="5081305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48" name="Google Shape;7848;p73"/>
            <p:cNvSpPr/>
            <p:nvPr/>
          </p:nvSpPr>
          <p:spPr>
            <a:xfrm>
              <a:off x="6100964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49" name="Google Shape;7849;p73"/>
            <p:cNvSpPr/>
            <p:nvPr/>
          </p:nvSpPr>
          <p:spPr>
            <a:xfrm>
              <a:off x="7120623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50" name="Google Shape;7850;p73"/>
            <p:cNvSpPr/>
            <p:nvPr/>
          </p:nvSpPr>
          <p:spPr>
            <a:xfrm>
              <a:off x="8140282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51" name="Google Shape;7851;p73"/>
            <p:cNvSpPr/>
            <p:nvPr/>
          </p:nvSpPr>
          <p:spPr>
            <a:xfrm>
              <a:off x="5591134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52" name="Google Shape;7852;p73"/>
            <p:cNvSpPr/>
            <p:nvPr/>
          </p:nvSpPr>
          <p:spPr>
            <a:xfrm>
              <a:off x="6610793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53" name="Google Shape;7853;p73"/>
            <p:cNvSpPr/>
            <p:nvPr/>
          </p:nvSpPr>
          <p:spPr>
            <a:xfrm>
              <a:off x="7630452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54" name="Google Shape;7854;p73"/>
            <p:cNvSpPr/>
            <p:nvPr/>
          </p:nvSpPr>
          <p:spPr>
            <a:xfrm>
              <a:off x="8650111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855" name="Google Shape;7855;p73"/>
            <p:cNvGrpSpPr/>
            <p:nvPr/>
          </p:nvGrpSpPr>
          <p:grpSpPr>
            <a:xfrm>
              <a:off x="-15975" y="-52"/>
              <a:ext cx="4587484" cy="5143406"/>
              <a:chOff x="-9275" y="-1994782"/>
              <a:chExt cx="4587484" cy="9140583"/>
            </a:xfrm>
          </p:grpSpPr>
          <p:sp>
            <p:nvSpPr>
              <p:cNvPr id="7856" name="Google Shape;7856;p73"/>
              <p:cNvSpPr/>
              <p:nvPr/>
            </p:nvSpPr>
            <p:spPr>
              <a:xfrm>
                <a:off x="50044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57" name="Google Shape;7857;p73"/>
              <p:cNvSpPr/>
              <p:nvPr/>
            </p:nvSpPr>
            <p:spPr>
              <a:xfrm>
                <a:off x="15198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58" name="Google Shape;7858;p73"/>
              <p:cNvSpPr/>
              <p:nvPr/>
            </p:nvSpPr>
            <p:spPr>
              <a:xfrm>
                <a:off x="253930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59" name="Google Shape;7859;p73"/>
              <p:cNvSpPr/>
              <p:nvPr/>
            </p:nvSpPr>
            <p:spPr>
              <a:xfrm>
                <a:off x="355874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60" name="Google Shape;7860;p73"/>
              <p:cNvSpPr/>
              <p:nvPr/>
            </p:nvSpPr>
            <p:spPr>
              <a:xfrm>
                <a:off x="45781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61" name="Google Shape;7861;p73"/>
              <p:cNvSpPr/>
              <p:nvPr/>
            </p:nvSpPr>
            <p:spPr>
              <a:xfrm>
                <a:off x="101015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62" name="Google Shape;7862;p73"/>
              <p:cNvSpPr/>
              <p:nvPr/>
            </p:nvSpPr>
            <p:spPr>
              <a:xfrm>
                <a:off x="202959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63" name="Google Shape;7863;p73"/>
              <p:cNvSpPr/>
              <p:nvPr/>
            </p:nvSpPr>
            <p:spPr>
              <a:xfrm>
                <a:off x="304902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64" name="Google Shape;7864;p73"/>
              <p:cNvSpPr/>
              <p:nvPr/>
            </p:nvSpPr>
            <p:spPr>
              <a:xfrm>
                <a:off x="406845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65" name="Google Shape;7865;p73"/>
              <p:cNvSpPr/>
              <p:nvPr/>
            </p:nvSpPr>
            <p:spPr>
              <a:xfrm>
                <a:off x="-92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7866" name="Google Shape;7866;p73"/>
            <p:cNvSpPr/>
            <p:nvPr/>
          </p:nvSpPr>
          <p:spPr>
            <a:xfrm>
              <a:off x="9159941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867" name="Google Shape;7867;p73"/>
          <p:cNvSpPr/>
          <p:nvPr/>
        </p:nvSpPr>
        <p:spPr>
          <a:xfrm>
            <a:off x="0" y="-75"/>
            <a:ext cx="9144000" cy="5143500"/>
          </a:xfrm>
          <a:prstGeom prst="rect">
            <a:avLst/>
          </a:prstGeom>
          <a:solidFill>
            <a:srgbClr val="D6E3EA">
              <a:alpha val="398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868" name="Google Shape;7868;p73"/>
          <p:cNvGrpSpPr/>
          <p:nvPr/>
        </p:nvGrpSpPr>
        <p:grpSpPr>
          <a:xfrm>
            <a:off x="0" y="4752988"/>
            <a:ext cx="9144000" cy="354505"/>
            <a:chOff x="0" y="4689888"/>
            <a:chExt cx="9144000" cy="354505"/>
          </a:xfrm>
        </p:grpSpPr>
        <p:grpSp>
          <p:nvGrpSpPr>
            <p:cNvPr id="7869" name="Google Shape;7869;p73"/>
            <p:cNvGrpSpPr/>
            <p:nvPr/>
          </p:nvGrpSpPr>
          <p:grpSpPr>
            <a:xfrm>
              <a:off x="0" y="4793425"/>
              <a:ext cx="9144000" cy="194975"/>
              <a:chOff x="0" y="4789550"/>
              <a:chExt cx="9144000" cy="194975"/>
            </a:xfrm>
          </p:grpSpPr>
          <p:sp>
            <p:nvSpPr>
              <p:cNvPr id="7870" name="Google Shape;7870;p73"/>
              <p:cNvSpPr/>
              <p:nvPr/>
            </p:nvSpPr>
            <p:spPr>
              <a:xfrm>
                <a:off x="0" y="4789550"/>
                <a:ext cx="9144000" cy="360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71" name="Google Shape;7871;p73"/>
              <p:cNvSpPr/>
              <p:nvPr/>
            </p:nvSpPr>
            <p:spPr>
              <a:xfrm>
                <a:off x="0" y="4948525"/>
                <a:ext cx="9144000" cy="360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872" name="Google Shape;7872;p73"/>
            <p:cNvGrpSpPr/>
            <p:nvPr/>
          </p:nvGrpSpPr>
          <p:grpSpPr>
            <a:xfrm>
              <a:off x="28483" y="4689888"/>
              <a:ext cx="9087034" cy="354505"/>
              <a:chOff x="28483" y="4689888"/>
              <a:chExt cx="9087034" cy="354505"/>
            </a:xfrm>
          </p:grpSpPr>
          <p:sp>
            <p:nvSpPr>
              <p:cNvPr id="7873" name="Google Shape;7873;p73"/>
              <p:cNvSpPr/>
              <p:nvPr/>
            </p:nvSpPr>
            <p:spPr>
              <a:xfrm>
                <a:off x="64010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6" y="1"/>
                      <a:pt x="533" y="8"/>
                      <a:pt x="518" y="24"/>
                    </a:cubicBezTo>
                    <a:lnTo>
                      <a:pt x="62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34" y="4431"/>
                      <a:pt x="1065" y="4401"/>
                      <a:pt x="1156" y="4370"/>
                    </a:cubicBezTo>
                    <a:lnTo>
                      <a:pt x="1156" y="601"/>
                    </a:lnTo>
                    <a:lnTo>
                      <a:pt x="1126" y="571"/>
                    </a:lnTo>
                    <a:lnTo>
                      <a:pt x="670" y="24"/>
                    </a:lnTo>
                    <a:cubicBezTo>
                      <a:pt x="639" y="8"/>
                      <a:pt x="609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74" name="Google Shape;7874;p73"/>
              <p:cNvSpPr/>
              <p:nvPr/>
            </p:nvSpPr>
            <p:spPr>
              <a:xfrm>
                <a:off x="79301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3" y="8"/>
                      <a:pt x="517" y="24"/>
                    </a:cubicBezTo>
                    <a:lnTo>
                      <a:pt x="6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34" y="4431"/>
                      <a:pt x="1064" y="4401"/>
                      <a:pt x="1156" y="4370"/>
                    </a:cubicBezTo>
                    <a:lnTo>
                      <a:pt x="1156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9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75" name="Google Shape;7875;p73"/>
              <p:cNvSpPr/>
              <p:nvPr/>
            </p:nvSpPr>
            <p:spPr>
              <a:xfrm>
                <a:off x="94592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2" y="4431"/>
                      <a:pt x="122" y="4431"/>
                    </a:cubicBezTo>
                    <a:lnTo>
                      <a:pt x="1003" y="4431"/>
                    </a:lnTo>
                    <a:cubicBezTo>
                      <a:pt x="103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8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76" name="Google Shape;7876;p73"/>
              <p:cNvSpPr/>
              <p:nvPr/>
            </p:nvSpPr>
            <p:spPr>
              <a:xfrm>
                <a:off x="109882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1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1" y="4431"/>
                      <a:pt x="122" y="4431"/>
                    </a:cubicBezTo>
                    <a:lnTo>
                      <a:pt x="1003" y="4431"/>
                    </a:lnTo>
                    <a:cubicBezTo>
                      <a:pt x="106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8" y="8"/>
                      <a:pt x="608" y="1"/>
                      <a:pt x="58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77" name="Google Shape;7877;p73"/>
              <p:cNvSpPr/>
              <p:nvPr/>
            </p:nvSpPr>
            <p:spPr>
              <a:xfrm>
                <a:off x="1251735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04" y="4431"/>
                      <a:pt x="103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78" name="Google Shape;7878;p73"/>
              <p:cNvSpPr/>
              <p:nvPr/>
            </p:nvSpPr>
            <p:spPr>
              <a:xfrm>
                <a:off x="1402243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79" name="Google Shape;7879;p73"/>
              <p:cNvSpPr/>
              <p:nvPr/>
            </p:nvSpPr>
            <p:spPr>
              <a:xfrm>
                <a:off x="1552751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64" y="4431"/>
                      <a:pt x="109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80" name="Google Shape;7880;p73"/>
              <p:cNvSpPr/>
              <p:nvPr/>
            </p:nvSpPr>
            <p:spPr>
              <a:xfrm>
                <a:off x="751362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81" name="Google Shape;7881;p73"/>
              <p:cNvSpPr/>
              <p:nvPr/>
            </p:nvSpPr>
            <p:spPr>
              <a:xfrm>
                <a:off x="7666529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3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82" name="Google Shape;7882;p73"/>
              <p:cNvSpPr/>
              <p:nvPr/>
            </p:nvSpPr>
            <p:spPr>
              <a:xfrm>
                <a:off x="7816957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83" name="Google Shape;7883;p73"/>
              <p:cNvSpPr/>
              <p:nvPr/>
            </p:nvSpPr>
            <p:spPr>
              <a:xfrm>
                <a:off x="796738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2" y="4431"/>
                      <a:pt x="122" y="4431"/>
                    </a:cubicBezTo>
                    <a:lnTo>
                      <a:pt x="1003" y="4431"/>
                    </a:lnTo>
                    <a:cubicBezTo>
                      <a:pt x="103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8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84" name="Google Shape;7884;p73"/>
              <p:cNvSpPr/>
              <p:nvPr/>
            </p:nvSpPr>
            <p:spPr>
              <a:xfrm>
                <a:off x="812029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93" y="1"/>
                    </a:moveTo>
                    <a:cubicBezTo>
                      <a:pt x="562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1" y="4431"/>
                      <a:pt x="122" y="4431"/>
                    </a:cubicBezTo>
                    <a:lnTo>
                      <a:pt x="1003" y="4431"/>
                    </a:lnTo>
                    <a:cubicBezTo>
                      <a:pt x="106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54" y="8"/>
                      <a:pt x="623" y="1"/>
                      <a:pt x="59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85" name="Google Shape;7885;p73"/>
              <p:cNvSpPr/>
              <p:nvPr/>
            </p:nvSpPr>
            <p:spPr>
              <a:xfrm>
                <a:off x="8273198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1" y="4431"/>
                      <a:pt x="122" y="4431"/>
                    </a:cubicBezTo>
                    <a:lnTo>
                      <a:pt x="973" y="4431"/>
                    </a:lnTo>
                    <a:cubicBezTo>
                      <a:pt x="1034" y="4431"/>
                      <a:pt x="1065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86" name="Google Shape;7886;p73"/>
              <p:cNvSpPr/>
              <p:nvPr/>
            </p:nvSpPr>
            <p:spPr>
              <a:xfrm>
                <a:off x="8423706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34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87" name="Google Shape;7887;p73"/>
              <p:cNvSpPr/>
              <p:nvPr/>
            </p:nvSpPr>
            <p:spPr>
              <a:xfrm>
                <a:off x="8574214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64" y="4431"/>
                      <a:pt x="109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88" name="Google Shape;7888;p73"/>
              <p:cNvSpPr/>
              <p:nvPr/>
            </p:nvSpPr>
            <p:spPr>
              <a:xfrm>
                <a:off x="8724643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2" y="4431"/>
                      <a:pt x="122" y="4431"/>
                    </a:cubicBezTo>
                    <a:lnTo>
                      <a:pt x="974" y="4431"/>
                    </a:lnTo>
                    <a:cubicBezTo>
                      <a:pt x="1065" y="4431"/>
                      <a:pt x="1095" y="4401"/>
                      <a:pt x="1126" y="4370"/>
                    </a:cubicBezTo>
                    <a:lnTo>
                      <a:pt x="112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4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89" name="Google Shape;7889;p73"/>
              <p:cNvSpPr/>
              <p:nvPr/>
            </p:nvSpPr>
            <p:spPr>
              <a:xfrm>
                <a:off x="8875151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74" y="1"/>
                    </a:moveTo>
                    <a:cubicBezTo>
                      <a:pt x="547" y="1"/>
                      <a:pt x="517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122" y="4431"/>
                    </a:cubicBezTo>
                    <a:lnTo>
                      <a:pt x="1003" y="4431"/>
                    </a:lnTo>
                    <a:cubicBezTo>
                      <a:pt x="103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600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90" name="Google Shape;7890;p73"/>
              <p:cNvSpPr/>
              <p:nvPr/>
            </p:nvSpPr>
            <p:spPr>
              <a:xfrm>
                <a:off x="736071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91" name="Google Shape;7891;p73"/>
              <p:cNvSpPr/>
              <p:nvPr/>
            </p:nvSpPr>
            <p:spPr>
              <a:xfrm>
                <a:off x="720781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92" name="Google Shape;7892;p73"/>
              <p:cNvSpPr/>
              <p:nvPr/>
            </p:nvSpPr>
            <p:spPr>
              <a:xfrm>
                <a:off x="705490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93" name="Google Shape;7893;p73"/>
              <p:cNvSpPr/>
              <p:nvPr/>
            </p:nvSpPr>
            <p:spPr>
              <a:xfrm>
                <a:off x="690199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94" name="Google Shape;7894;p73"/>
              <p:cNvSpPr/>
              <p:nvPr/>
            </p:nvSpPr>
            <p:spPr>
              <a:xfrm>
                <a:off x="674909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95" name="Google Shape;7895;p73"/>
              <p:cNvSpPr/>
              <p:nvPr/>
            </p:nvSpPr>
            <p:spPr>
              <a:xfrm>
                <a:off x="659618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96" name="Google Shape;7896;p73"/>
              <p:cNvSpPr/>
              <p:nvPr/>
            </p:nvSpPr>
            <p:spPr>
              <a:xfrm>
                <a:off x="644327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97" name="Google Shape;7897;p73"/>
              <p:cNvSpPr/>
              <p:nvPr/>
            </p:nvSpPr>
            <p:spPr>
              <a:xfrm>
                <a:off x="629037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98" name="Google Shape;7898;p73"/>
              <p:cNvSpPr/>
              <p:nvPr/>
            </p:nvSpPr>
            <p:spPr>
              <a:xfrm>
                <a:off x="613746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99" name="Google Shape;7899;p73"/>
              <p:cNvSpPr/>
              <p:nvPr/>
            </p:nvSpPr>
            <p:spPr>
              <a:xfrm>
                <a:off x="598455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00" name="Google Shape;7900;p73"/>
              <p:cNvSpPr/>
              <p:nvPr/>
            </p:nvSpPr>
            <p:spPr>
              <a:xfrm>
                <a:off x="583165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01" name="Google Shape;7901;p73"/>
              <p:cNvSpPr/>
              <p:nvPr/>
            </p:nvSpPr>
            <p:spPr>
              <a:xfrm>
                <a:off x="567874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02" name="Google Shape;7902;p73"/>
              <p:cNvSpPr/>
              <p:nvPr/>
            </p:nvSpPr>
            <p:spPr>
              <a:xfrm>
                <a:off x="552583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03" name="Google Shape;7903;p73"/>
              <p:cNvSpPr/>
              <p:nvPr/>
            </p:nvSpPr>
            <p:spPr>
              <a:xfrm>
                <a:off x="537293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04" name="Google Shape;7904;p73"/>
              <p:cNvSpPr/>
              <p:nvPr/>
            </p:nvSpPr>
            <p:spPr>
              <a:xfrm>
                <a:off x="522002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05" name="Google Shape;7905;p73"/>
              <p:cNvSpPr/>
              <p:nvPr/>
            </p:nvSpPr>
            <p:spPr>
              <a:xfrm>
                <a:off x="506712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06" name="Google Shape;7906;p73"/>
              <p:cNvSpPr/>
              <p:nvPr/>
            </p:nvSpPr>
            <p:spPr>
              <a:xfrm>
                <a:off x="491421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07" name="Google Shape;7907;p73"/>
              <p:cNvSpPr/>
              <p:nvPr/>
            </p:nvSpPr>
            <p:spPr>
              <a:xfrm>
                <a:off x="476130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08" name="Google Shape;7908;p73"/>
              <p:cNvSpPr/>
              <p:nvPr/>
            </p:nvSpPr>
            <p:spPr>
              <a:xfrm>
                <a:off x="460840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09" name="Google Shape;7909;p73"/>
              <p:cNvSpPr/>
              <p:nvPr/>
            </p:nvSpPr>
            <p:spPr>
              <a:xfrm>
                <a:off x="445549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10" name="Google Shape;7910;p73"/>
              <p:cNvSpPr/>
              <p:nvPr/>
            </p:nvSpPr>
            <p:spPr>
              <a:xfrm>
                <a:off x="430258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11" name="Google Shape;7911;p73"/>
              <p:cNvSpPr/>
              <p:nvPr/>
            </p:nvSpPr>
            <p:spPr>
              <a:xfrm>
                <a:off x="414968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12" name="Google Shape;7912;p73"/>
              <p:cNvSpPr/>
              <p:nvPr/>
            </p:nvSpPr>
            <p:spPr>
              <a:xfrm>
                <a:off x="399677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13" name="Google Shape;7913;p73"/>
              <p:cNvSpPr/>
              <p:nvPr/>
            </p:nvSpPr>
            <p:spPr>
              <a:xfrm>
                <a:off x="384386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14" name="Google Shape;7914;p73"/>
              <p:cNvSpPr/>
              <p:nvPr/>
            </p:nvSpPr>
            <p:spPr>
              <a:xfrm>
                <a:off x="369096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15" name="Google Shape;7915;p73"/>
              <p:cNvSpPr/>
              <p:nvPr/>
            </p:nvSpPr>
            <p:spPr>
              <a:xfrm>
                <a:off x="353805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16" name="Google Shape;7916;p73"/>
              <p:cNvSpPr/>
              <p:nvPr/>
            </p:nvSpPr>
            <p:spPr>
              <a:xfrm>
                <a:off x="338514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17" name="Google Shape;7917;p73"/>
              <p:cNvSpPr/>
              <p:nvPr/>
            </p:nvSpPr>
            <p:spPr>
              <a:xfrm>
                <a:off x="323224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18" name="Google Shape;7918;p73"/>
              <p:cNvSpPr/>
              <p:nvPr/>
            </p:nvSpPr>
            <p:spPr>
              <a:xfrm>
                <a:off x="307933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19" name="Google Shape;7919;p73"/>
              <p:cNvSpPr/>
              <p:nvPr/>
            </p:nvSpPr>
            <p:spPr>
              <a:xfrm>
                <a:off x="292643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20" name="Google Shape;7920;p73"/>
              <p:cNvSpPr/>
              <p:nvPr/>
            </p:nvSpPr>
            <p:spPr>
              <a:xfrm>
                <a:off x="277352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21" name="Google Shape;7921;p73"/>
              <p:cNvSpPr/>
              <p:nvPr/>
            </p:nvSpPr>
            <p:spPr>
              <a:xfrm>
                <a:off x="262061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22" name="Google Shape;7922;p73"/>
              <p:cNvSpPr/>
              <p:nvPr/>
            </p:nvSpPr>
            <p:spPr>
              <a:xfrm>
                <a:off x="246771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23" name="Google Shape;7923;p73"/>
              <p:cNvSpPr/>
              <p:nvPr/>
            </p:nvSpPr>
            <p:spPr>
              <a:xfrm>
                <a:off x="231480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24" name="Google Shape;7924;p73"/>
              <p:cNvSpPr/>
              <p:nvPr/>
            </p:nvSpPr>
            <p:spPr>
              <a:xfrm>
                <a:off x="216189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25" name="Google Shape;7925;p73"/>
              <p:cNvSpPr/>
              <p:nvPr/>
            </p:nvSpPr>
            <p:spPr>
              <a:xfrm>
                <a:off x="200899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26" name="Google Shape;7926;p73"/>
              <p:cNvSpPr/>
              <p:nvPr/>
            </p:nvSpPr>
            <p:spPr>
              <a:xfrm>
                <a:off x="185608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27" name="Google Shape;7927;p73"/>
              <p:cNvSpPr/>
              <p:nvPr/>
            </p:nvSpPr>
            <p:spPr>
              <a:xfrm>
                <a:off x="170317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28" name="Google Shape;7928;p73"/>
              <p:cNvSpPr/>
              <p:nvPr/>
            </p:nvSpPr>
            <p:spPr>
              <a:xfrm>
                <a:off x="48720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29" name="Google Shape;7929;p73"/>
              <p:cNvSpPr/>
              <p:nvPr/>
            </p:nvSpPr>
            <p:spPr>
              <a:xfrm>
                <a:off x="33429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30" name="Google Shape;7930;p73"/>
              <p:cNvSpPr/>
              <p:nvPr/>
            </p:nvSpPr>
            <p:spPr>
              <a:xfrm>
                <a:off x="18139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31" name="Google Shape;7931;p73"/>
              <p:cNvSpPr/>
              <p:nvPr/>
            </p:nvSpPr>
            <p:spPr>
              <a:xfrm>
                <a:off x="2848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32" name="Google Shape;7932;p73"/>
              <p:cNvSpPr/>
              <p:nvPr/>
            </p:nvSpPr>
            <p:spPr>
              <a:xfrm>
                <a:off x="9025579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74" y="1"/>
                    </a:moveTo>
                    <a:cubicBezTo>
                      <a:pt x="547" y="1"/>
                      <a:pt x="517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122" y="4431"/>
                    </a:cubicBezTo>
                    <a:lnTo>
                      <a:pt x="1003" y="4431"/>
                    </a:lnTo>
                    <a:cubicBezTo>
                      <a:pt x="103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600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7933" name="Google Shape;7933;p73"/>
          <p:cNvGrpSpPr/>
          <p:nvPr/>
        </p:nvGrpSpPr>
        <p:grpSpPr>
          <a:xfrm>
            <a:off x="8500193" y="4148281"/>
            <a:ext cx="592952" cy="967689"/>
            <a:chOff x="8071153" y="3759204"/>
            <a:chExt cx="592952" cy="967689"/>
          </a:xfrm>
        </p:grpSpPr>
        <p:sp>
          <p:nvSpPr>
            <p:cNvPr id="7934" name="Google Shape;7934;p73"/>
            <p:cNvSpPr/>
            <p:nvPr/>
          </p:nvSpPr>
          <p:spPr>
            <a:xfrm>
              <a:off x="8350560" y="4196816"/>
              <a:ext cx="43890" cy="282116"/>
            </a:xfrm>
            <a:custGeom>
              <a:rect b="b" l="l" r="r" t="t"/>
              <a:pathLst>
                <a:path extrusionOk="0" h="3527" w="549">
                  <a:moveTo>
                    <a:pt x="153" y="0"/>
                  </a:moveTo>
                  <a:lnTo>
                    <a:pt x="1" y="3526"/>
                  </a:lnTo>
                  <a:lnTo>
                    <a:pt x="548" y="3435"/>
                  </a:lnTo>
                  <a:lnTo>
                    <a:pt x="39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35" name="Google Shape;7935;p73"/>
            <p:cNvSpPr/>
            <p:nvPr/>
          </p:nvSpPr>
          <p:spPr>
            <a:xfrm>
              <a:off x="8263101" y="4478852"/>
              <a:ext cx="221208" cy="248041"/>
            </a:xfrm>
            <a:custGeom>
              <a:rect b="b" l="l" r="r" t="t"/>
              <a:pathLst>
                <a:path extrusionOk="0" h="3101" w="2767">
                  <a:moveTo>
                    <a:pt x="1" y="0"/>
                  </a:moveTo>
                  <a:lnTo>
                    <a:pt x="396" y="3101"/>
                  </a:lnTo>
                  <a:lnTo>
                    <a:pt x="2402" y="3101"/>
                  </a:lnTo>
                  <a:lnTo>
                    <a:pt x="276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36" name="Google Shape;7936;p73"/>
            <p:cNvSpPr/>
            <p:nvPr/>
          </p:nvSpPr>
          <p:spPr>
            <a:xfrm>
              <a:off x="8248551" y="4435099"/>
              <a:ext cx="255184" cy="94865"/>
            </a:xfrm>
            <a:custGeom>
              <a:rect b="b" l="l" r="r" t="t"/>
              <a:pathLst>
                <a:path extrusionOk="0" h="1186" w="3192">
                  <a:moveTo>
                    <a:pt x="3192" y="0"/>
                  </a:moveTo>
                  <a:lnTo>
                    <a:pt x="0" y="61"/>
                  </a:lnTo>
                  <a:lnTo>
                    <a:pt x="61" y="1155"/>
                  </a:lnTo>
                  <a:lnTo>
                    <a:pt x="3040" y="1186"/>
                  </a:lnTo>
                  <a:lnTo>
                    <a:pt x="319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37" name="Google Shape;7937;p73"/>
            <p:cNvSpPr/>
            <p:nvPr/>
          </p:nvSpPr>
          <p:spPr>
            <a:xfrm>
              <a:off x="8265579" y="4527484"/>
              <a:ext cx="213853" cy="34075"/>
            </a:xfrm>
            <a:custGeom>
              <a:rect b="b" l="l" r="r" t="t"/>
              <a:pathLst>
                <a:path extrusionOk="0" h="426" w="2675">
                  <a:moveTo>
                    <a:pt x="0" y="0"/>
                  </a:moveTo>
                  <a:lnTo>
                    <a:pt x="91" y="426"/>
                  </a:lnTo>
                  <a:lnTo>
                    <a:pt x="2645" y="122"/>
                  </a:lnTo>
                  <a:lnTo>
                    <a:pt x="2675" y="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48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38" name="Google Shape;7938;p73"/>
            <p:cNvSpPr/>
            <p:nvPr/>
          </p:nvSpPr>
          <p:spPr>
            <a:xfrm>
              <a:off x="8318982" y="3766483"/>
              <a:ext cx="36535" cy="58391"/>
            </a:xfrm>
            <a:custGeom>
              <a:rect b="b" l="l" r="r" t="t"/>
              <a:pathLst>
                <a:path extrusionOk="0" h="730" w="457">
                  <a:moveTo>
                    <a:pt x="366" y="0"/>
                  </a:moveTo>
                  <a:cubicBezTo>
                    <a:pt x="366" y="0"/>
                    <a:pt x="122" y="122"/>
                    <a:pt x="62" y="304"/>
                  </a:cubicBezTo>
                  <a:cubicBezTo>
                    <a:pt x="1" y="517"/>
                    <a:pt x="62" y="730"/>
                    <a:pt x="62" y="730"/>
                  </a:cubicBezTo>
                  <a:cubicBezTo>
                    <a:pt x="62" y="730"/>
                    <a:pt x="305" y="608"/>
                    <a:pt x="366" y="426"/>
                  </a:cubicBezTo>
                  <a:cubicBezTo>
                    <a:pt x="457" y="244"/>
                    <a:pt x="366" y="0"/>
                    <a:pt x="36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39" name="Google Shape;7939;p73"/>
            <p:cNvSpPr/>
            <p:nvPr/>
          </p:nvSpPr>
          <p:spPr>
            <a:xfrm>
              <a:off x="8248551" y="3759204"/>
              <a:ext cx="58360" cy="65670"/>
            </a:xfrm>
            <a:custGeom>
              <a:rect b="b" l="l" r="r" t="t"/>
              <a:pathLst>
                <a:path extrusionOk="0" h="821" w="730">
                  <a:moveTo>
                    <a:pt x="0" y="0"/>
                  </a:moveTo>
                  <a:cubicBezTo>
                    <a:pt x="0" y="0"/>
                    <a:pt x="0" y="335"/>
                    <a:pt x="183" y="547"/>
                  </a:cubicBezTo>
                  <a:cubicBezTo>
                    <a:pt x="365" y="790"/>
                    <a:pt x="730" y="821"/>
                    <a:pt x="730" y="821"/>
                  </a:cubicBezTo>
                  <a:cubicBezTo>
                    <a:pt x="730" y="821"/>
                    <a:pt x="730" y="487"/>
                    <a:pt x="517" y="243"/>
                  </a:cubicBezTo>
                  <a:cubicBezTo>
                    <a:pt x="335" y="61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40" name="Google Shape;7940;p73"/>
            <p:cNvSpPr/>
            <p:nvPr/>
          </p:nvSpPr>
          <p:spPr>
            <a:xfrm>
              <a:off x="8532835" y="4167621"/>
              <a:ext cx="65715" cy="29275"/>
            </a:xfrm>
            <a:custGeom>
              <a:rect b="b" l="l" r="r" t="t"/>
              <a:pathLst>
                <a:path extrusionOk="0" h="366" w="822">
                  <a:moveTo>
                    <a:pt x="396" y="1"/>
                  </a:moveTo>
                  <a:cubicBezTo>
                    <a:pt x="153" y="1"/>
                    <a:pt x="1" y="213"/>
                    <a:pt x="1" y="213"/>
                  </a:cubicBezTo>
                  <a:cubicBezTo>
                    <a:pt x="1" y="213"/>
                    <a:pt x="183" y="365"/>
                    <a:pt x="426" y="365"/>
                  </a:cubicBezTo>
                  <a:cubicBezTo>
                    <a:pt x="669" y="365"/>
                    <a:pt x="821" y="153"/>
                    <a:pt x="821" y="153"/>
                  </a:cubicBezTo>
                  <a:cubicBezTo>
                    <a:pt x="821" y="153"/>
                    <a:pt x="609" y="1"/>
                    <a:pt x="396" y="1"/>
                  </a:cubicBezTo>
                  <a:close/>
                </a:path>
              </a:pathLst>
            </a:custGeom>
            <a:solidFill>
              <a:srgbClr val="7BBFB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41" name="Google Shape;7941;p73"/>
            <p:cNvSpPr/>
            <p:nvPr/>
          </p:nvSpPr>
          <p:spPr>
            <a:xfrm>
              <a:off x="8518285" y="4092272"/>
              <a:ext cx="48687" cy="80307"/>
            </a:xfrm>
            <a:custGeom>
              <a:rect b="b" l="l" r="r" t="t"/>
              <a:pathLst>
                <a:path extrusionOk="0" h="1004" w="609">
                  <a:moveTo>
                    <a:pt x="487" y="0"/>
                  </a:moveTo>
                  <a:cubicBezTo>
                    <a:pt x="487" y="0"/>
                    <a:pt x="183" y="152"/>
                    <a:pt x="61" y="426"/>
                  </a:cubicBezTo>
                  <a:cubicBezTo>
                    <a:pt x="0" y="699"/>
                    <a:pt x="122" y="1003"/>
                    <a:pt x="122" y="1003"/>
                  </a:cubicBezTo>
                  <a:cubicBezTo>
                    <a:pt x="122" y="1003"/>
                    <a:pt x="426" y="851"/>
                    <a:pt x="547" y="578"/>
                  </a:cubicBezTo>
                  <a:cubicBezTo>
                    <a:pt x="608" y="304"/>
                    <a:pt x="487" y="0"/>
                    <a:pt x="487" y="0"/>
                  </a:cubicBezTo>
                  <a:close/>
                </a:path>
              </a:pathLst>
            </a:custGeom>
            <a:solidFill>
              <a:srgbClr val="7BBFB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42" name="Google Shape;7942;p73"/>
            <p:cNvSpPr/>
            <p:nvPr/>
          </p:nvSpPr>
          <p:spPr>
            <a:xfrm>
              <a:off x="8071153" y="3827914"/>
              <a:ext cx="592952" cy="566871"/>
            </a:xfrm>
            <a:custGeom>
              <a:rect b="b" l="l" r="r" t="t"/>
              <a:pathLst>
                <a:path extrusionOk="0" h="7087" w="7417">
                  <a:moveTo>
                    <a:pt x="3931" y="0"/>
                  </a:moveTo>
                  <a:cubicBezTo>
                    <a:pt x="3624" y="0"/>
                    <a:pt x="3315" y="31"/>
                    <a:pt x="3010" y="83"/>
                  </a:cubicBezTo>
                  <a:cubicBezTo>
                    <a:pt x="1672" y="296"/>
                    <a:pt x="578" y="965"/>
                    <a:pt x="244" y="2363"/>
                  </a:cubicBezTo>
                  <a:cubicBezTo>
                    <a:pt x="0" y="3275"/>
                    <a:pt x="61" y="4430"/>
                    <a:pt x="426" y="5312"/>
                  </a:cubicBezTo>
                  <a:cubicBezTo>
                    <a:pt x="760" y="6132"/>
                    <a:pt x="1520" y="6770"/>
                    <a:pt x="2402" y="6953"/>
                  </a:cubicBezTo>
                  <a:cubicBezTo>
                    <a:pt x="2775" y="7038"/>
                    <a:pt x="3182" y="7086"/>
                    <a:pt x="3592" y="7086"/>
                  </a:cubicBezTo>
                  <a:cubicBezTo>
                    <a:pt x="4351" y="7086"/>
                    <a:pt x="5123" y="6922"/>
                    <a:pt x="5715" y="6527"/>
                  </a:cubicBezTo>
                  <a:cubicBezTo>
                    <a:pt x="6049" y="6315"/>
                    <a:pt x="6353" y="6071"/>
                    <a:pt x="6657" y="5767"/>
                  </a:cubicBezTo>
                  <a:cubicBezTo>
                    <a:pt x="7022" y="5342"/>
                    <a:pt x="7235" y="4825"/>
                    <a:pt x="7295" y="4308"/>
                  </a:cubicBezTo>
                  <a:cubicBezTo>
                    <a:pt x="7417" y="3640"/>
                    <a:pt x="7417" y="3032"/>
                    <a:pt x="7265" y="2515"/>
                  </a:cubicBezTo>
                  <a:cubicBezTo>
                    <a:pt x="7022" y="1634"/>
                    <a:pt x="6505" y="874"/>
                    <a:pt x="5593" y="387"/>
                  </a:cubicBezTo>
                  <a:cubicBezTo>
                    <a:pt x="5077" y="109"/>
                    <a:pt x="4509" y="0"/>
                    <a:pt x="393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943" name="Google Shape;7943;p73"/>
          <p:cNvGrpSpPr/>
          <p:nvPr/>
        </p:nvGrpSpPr>
        <p:grpSpPr>
          <a:xfrm>
            <a:off x="50855" y="4148281"/>
            <a:ext cx="592952" cy="967689"/>
            <a:chOff x="8071153" y="3759204"/>
            <a:chExt cx="592952" cy="967689"/>
          </a:xfrm>
        </p:grpSpPr>
        <p:sp>
          <p:nvSpPr>
            <p:cNvPr id="7944" name="Google Shape;7944;p73"/>
            <p:cNvSpPr/>
            <p:nvPr/>
          </p:nvSpPr>
          <p:spPr>
            <a:xfrm>
              <a:off x="8350560" y="4196816"/>
              <a:ext cx="43890" cy="282116"/>
            </a:xfrm>
            <a:custGeom>
              <a:rect b="b" l="l" r="r" t="t"/>
              <a:pathLst>
                <a:path extrusionOk="0" h="3527" w="549">
                  <a:moveTo>
                    <a:pt x="153" y="0"/>
                  </a:moveTo>
                  <a:lnTo>
                    <a:pt x="1" y="3526"/>
                  </a:lnTo>
                  <a:lnTo>
                    <a:pt x="548" y="3435"/>
                  </a:lnTo>
                  <a:lnTo>
                    <a:pt x="39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45" name="Google Shape;7945;p73"/>
            <p:cNvSpPr/>
            <p:nvPr/>
          </p:nvSpPr>
          <p:spPr>
            <a:xfrm>
              <a:off x="8263101" y="4478852"/>
              <a:ext cx="221208" cy="248041"/>
            </a:xfrm>
            <a:custGeom>
              <a:rect b="b" l="l" r="r" t="t"/>
              <a:pathLst>
                <a:path extrusionOk="0" h="3101" w="2767">
                  <a:moveTo>
                    <a:pt x="1" y="0"/>
                  </a:moveTo>
                  <a:lnTo>
                    <a:pt x="396" y="3101"/>
                  </a:lnTo>
                  <a:lnTo>
                    <a:pt x="2402" y="3101"/>
                  </a:lnTo>
                  <a:lnTo>
                    <a:pt x="276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46" name="Google Shape;7946;p73"/>
            <p:cNvSpPr/>
            <p:nvPr/>
          </p:nvSpPr>
          <p:spPr>
            <a:xfrm>
              <a:off x="8248551" y="4435099"/>
              <a:ext cx="255184" cy="94865"/>
            </a:xfrm>
            <a:custGeom>
              <a:rect b="b" l="l" r="r" t="t"/>
              <a:pathLst>
                <a:path extrusionOk="0" h="1186" w="3192">
                  <a:moveTo>
                    <a:pt x="3192" y="0"/>
                  </a:moveTo>
                  <a:lnTo>
                    <a:pt x="0" y="61"/>
                  </a:lnTo>
                  <a:lnTo>
                    <a:pt x="61" y="1155"/>
                  </a:lnTo>
                  <a:lnTo>
                    <a:pt x="3040" y="1186"/>
                  </a:lnTo>
                  <a:lnTo>
                    <a:pt x="319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47" name="Google Shape;7947;p73"/>
            <p:cNvSpPr/>
            <p:nvPr/>
          </p:nvSpPr>
          <p:spPr>
            <a:xfrm>
              <a:off x="8265579" y="4527484"/>
              <a:ext cx="213853" cy="34075"/>
            </a:xfrm>
            <a:custGeom>
              <a:rect b="b" l="l" r="r" t="t"/>
              <a:pathLst>
                <a:path extrusionOk="0" h="426" w="2675">
                  <a:moveTo>
                    <a:pt x="0" y="0"/>
                  </a:moveTo>
                  <a:lnTo>
                    <a:pt x="91" y="426"/>
                  </a:lnTo>
                  <a:lnTo>
                    <a:pt x="2645" y="122"/>
                  </a:lnTo>
                  <a:lnTo>
                    <a:pt x="2675" y="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48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48" name="Google Shape;7948;p73"/>
            <p:cNvSpPr/>
            <p:nvPr/>
          </p:nvSpPr>
          <p:spPr>
            <a:xfrm>
              <a:off x="8318982" y="3766483"/>
              <a:ext cx="36535" cy="58391"/>
            </a:xfrm>
            <a:custGeom>
              <a:rect b="b" l="l" r="r" t="t"/>
              <a:pathLst>
                <a:path extrusionOk="0" h="730" w="457">
                  <a:moveTo>
                    <a:pt x="366" y="0"/>
                  </a:moveTo>
                  <a:cubicBezTo>
                    <a:pt x="366" y="0"/>
                    <a:pt x="122" y="122"/>
                    <a:pt x="62" y="304"/>
                  </a:cubicBezTo>
                  <a:cubicBezTo>
                    <a:pt x="1" y="517"/>
                    <a:pt x="62" y="730"/>
                    <a:pt x="62" y="730"/>
                  </a:cubicBezTo>
                  <a:cubicBezTo>
                    <a:pt x="62" y="730"/>
                    <a:pt x="305" y="608"/>
                    <a:pt x="366" y="426"/>
                  </a:cubicBezTo>
                  <a:cubicBezTo>
                    <a:pt x="457" y="244"/>
                    <a:pt x="366" y="0"/>
                    <a:pt x="36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49" name="Google Shape;7949;p73"/>
            <p:cNvSpPr/>
            <p:nvPr/>
          </p:nvSpPr>
          <p:spPr>
            <a:xfrm>
              <a:off x="8248551" y="3759204"/>
              <a:ext cx="58360" cy="65670"/>
            </a:xfrm>
            <a:custGeom>
              <a:rect b="b" l="l" r="r" t="t"/>
              <a:pathLst>
                <a:path extrusionOk="0" h="821" w="730">
                  <a:moveTo>
                    <a:pt x="0" y="0"/>
                  </a:moveTo>
                  <a:cubicBezTo>
                    <a:pt x="0" y="0"/>
                    <a:pt x="0" y="335"/>
                    <a:pt x="183" y="547"/>
                  </a:cubicBezTo>
                  <a:cubicBezTo>
                    <a:pt x="365" y="790"/>
                    <a:pt x="730" y="821"/>
                    <a:pt x="730" y="821"/>
                  </a:cubicBezTo>
                  <a:cubicBezTo>
                    <a:pt x="730" y="821"/>
                    <a:pt x="730" y="487"/>
                    <a:pt x="517" y="243"/>
                  </a:cubicBezTo>
                  <a:cubicBezTo>
                    <a:pt x="335" y="61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50" name="Google Shape;7950;p73"/>
            <p:cNvSpPr/>
            <p:nvPr/>
          </p:nvSpPr>
          <p:spPr>
            <a:xfrm>
              <a:off x="8532835" y="4167621"/>
              <a:ext cx="65715" cy="29275"/>
            </a:xfrm>
            <a:custGeom>
              <a:rect b="b" l="l" r="r" t="t"/>
              <a:pathLst>
                <a:path extrusionOk="0" h="366" w="822">
                  <a:moveTo>
                    <a:pt x="396" y="1"/>
                  </a:moveTo>
                  <a:cubicBezTo>
                    <a:pt x="153" y="1"/>
                    <a:pt x="1" y="213"/>
                    <a:pt x="1" y="213"/>
                  </a:cubicBezTo>
                  <a:cubicBezTo>
                    <a:pt x="1" y="213"/>
                    <a:pt x="183" y="365"/>
                    <a:pt x="426" y="365"/>
                  </a:cubicBezTo>
                  <a:cubicBezTo>
                    <a:pt x="669" y="365"/>
                    <a:pt x="821" y="153"/>
                    <a:pt x="821" y="153"/>
                  </a:cubicBezTo>
                  <a:cubicBezTo>
                    <a:pt x="821" y="153"/>
                    <a:pt x="609" y="1"/>
                    <a:pt x="396" y="1"/>
                  </a:cubicBezTo>
                  <a:close/>
                </a:path>
              </a:pathLst>
            </a:custGeom>
            <a:solidFill>
              <a:srgbClr val="7BBFB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51" name="Google Shape;7951;p73"/>
            <p:cNvSpPr/>
            <p:nvPr/>
          </p:nvSpPr>
          <p:spPr>
            <a:xfrm>
              <a:off x="8518285" y="4092272"/>
              <a:ext cx="48687" cy="80307"/>
            </a:xfrm>
            <a:custGeom>
              <a:rect b="b" l="l" r="r" t="t"/>
              <a:pathLst>
                <a:path extrusionOk="0" h="1004" w="609">
                  <a:moveTo>
                    <a:pt x="487" y="0"/>
                  </a:moveTo>
                  <a:cubicBezTo>
                    <a:pt x="487" y="0"/>
                    <a:pt x="183" y="152"/>
                    <a:pt x="61" y="426"/>
                  </a:cubicBezTo>
                  <a:cubicBezTo>
                    <a:pt x="0" y="699"/>
                    <a:pt x="122" y="1003"/>
                    <a:pt x="122" y="1003"/>
                  </a:cubicBezTo>
                  <a:cubicBezTo>
                    <a:pt x="122" y="1003"/>
                    <a:pt x="426" y="851"/>
                    <a:pt x="547" y="578"/>
                  </a:cubicBezTo>
                  <a:cubicBezTo>
                    <a:pt x="608" y="304"/>
                    <a:pt x="487" y="0"/>
                    <a:pt x="487" y="0"/>
                  </a:cubicBezTo>
                  <a:close/>
                </a:path>
              </a:pathLst>
            </a:custGeom>
            <a:solidFill>
              <a:srgbClr val="7BBFB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52" name="Google Shape;7952;p73"/>
            <p:cNvSpPr/>
            <p:nvPr/>
          </p:nvSpPr>
          <p:spPr>
            <a:xfrm>
              <a:off x="8071153" y="3827914"/>
              <a:ext cx="592952" cy="566871"/>
            </a:xfrm>
            <a:custGeom>
              <a:rect b="b" l="l" r="r" t="t"/>
              <a:pathLst>
                <a:path extrusionOk="0" h="7087" w="7417">
                  <a:moveTo>
                    <a:pt x="3931" y="0"/>
                  </a:moveTo>
                  <a:cubicBezTo>
                    <a:pt x="3624" y="0"/>
                    <a:pt x="3315" y="31"/>
                    <a:pt x="3010" y="83"/>
                  </a:cubicBezTo>
                  <a:cubicBezTo>
                    <a:pt x="1672" y="296"/>
                    <a:pt x="578" y="965"/>
                    <a:pt x="244" y="2363"/>
                  </a:cubicBezTo>
                  <a:cubicBezTo>
                    <a:pt x="0" y="3275"/>
                    <a:pt x="61" y="4430"/>
                    <a:pt x="426" y="5312"/>
                  </a:cubicBezTo>
                  <a:cubicBezTo>
                    <a:pt x="760" y="6132"/>
                    <a:pt x="1520" y="6770"/>
                    <a:pt x="2402" y="6953"/>
                  </a:cubicBezTo>
                  <a:cubicBezTo>
                    <a:pt x="2775" y="7038"/>
                    <a:pt x="3182" y="7086"/>
                    <a:pt x="3592" y="7086"/>
                  </a:cubicBezTo>
                  <a:cubicBezTo>
                    <a:pt x="4351" y="7086"/>
                    <a:pt x="5123" y="6922"/>
                    <a:pt x="5715" y="6527"/>
                  </a:cubicBezTo>
                  <a:cubicBezTo>
                    <a:pt x="6049" y="6315"/>
                    <a:pt x="6353" y="6071"/>
                    <a:pt x="6657" y="5767"/>
                  </a:cubicBezTo>
                  <a:cubicBezTo>
                    <a:pt x="7022" y="5342"/>
                    <a:pt x="7235" y="4825"/>
                    <a:pt x="7295" y="4308"/>
                  </a:cubicBezTo>
                  <a:cubicBezTo>
                    <a:pt x="7417" y="3640"/>
                    <a:pt x="7417" y="3032"/>
                    <a:pt x="7265" y="2515"/>
                  </a:cubicBezTo>
                  <a:cubicBezTo>
                    <a:pt x="7022" y="1634"/>
                    <a:pt x="6505" y="874"/>
                    <a:pt x="5593" y="387"/>
                  </a:cubicBezTo>
                  <a:cubicBezTo>
                    <a:pt x="5077" y="109"/>
                    <a:pt x="4509" y="0"/>
                    <a:pt x="393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953" name="Google Shape;7953;p73"/>
          <p:cNvSpPr txBox="1"/>
          <p:nvPr>
            <p:ph type="ctrTitle"/>
          </p:nvPr>
        </p:nvSpPr>
        <p:spPr>
          <a:xfrm>
            <a:off x="1692000" y="587850"/>
            <a:ext cx="5760000" cy="129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7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7954" name="Google Shape;7954;p73"/>
          <p:cNvSpPr txBox="1"/>
          <p:nvPr>
            <p:ph idx="1" type="subTitle"/>
          </p:nvPr>
        </p:nvSpPr>
        <p:spPr>
          <a:xfrm>
            <a:off x="1692000" y="1728450"/>
            <a:ext cx="5760000" cy="7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7955" name="Google Shape;7955;p73"/>
          <p:cNvSpPr txBox="1"/>
          <p:nvPr/>
        </p:nvSpPr>
        <p:spPr>
          <a:xfrm>
            <a:off x="2041200" y="3756300"/>
            <a:ext cx="5061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0000" spcFirstLastPara="1" rIns="90000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CREDITS: </a:t>
            </a: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This presentation template was created by </a:t>
            </a:r>
            <a:r>
              <a:rPr b="1" lang="en" sz="1200">
                <a:solidFill>
                  <a:schemeClr val="dk1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, including icons by </a:t>
            </a:r>
            <a:r>
              <a:rPr b="1" lang="en" sz="1200">
                <a:solidFill>
                  <a:schemeClr val="dk1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, infographics &amp; images by </a:t>
            </a:r>
            <a:r>
              <a:rPr b="1" lang="en" sz="1200">
                <a:solidFill>
                  <a:schemeClr val="dk1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956" name="Google Shape;7956;p73"/>
          <p:cNvSpPr/>
          <p:nvPr/>
        </p:nvSpPr>
        <p:spPr>
          <a:xfrm>
            <a:off x="0" y="5107500"/>
            <a:ext cx="9144000" cy="36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8">
    <p:spTree>
      <p:nvGrpSpPr>
        <p:cNvPr id="7957" name="Shape 7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58" name="Google Shape;7958;p74"/>
          <p:cNvGrpSpPr/>
          <p:nvPr/>
        </p:nvGrpSpPr>
        <p:grpSpPr>
          <a:xfrm>
            <a:off x="-15975" y="-52"/>
            <a:ext cx="9175950" cy="5143406"/>
            <a:chOff x="-15975" y="-52"/>
            <a:chExt cx="9175950" cy="5143406"/>
          </a:xfrm>
        </p:grpSpPr>
        <p:sp>
          <p:nvSpPr>
            <p:cNvPr id="7959" name="Google Shape;7959;p74"/>
            <p:cNvSpPr/>
            <p:nvPr/>
          </p:nvSpPr>
          <p:spPr>
            <a:xfrm rot="5400000">
              <a:off x="4570450" y="-378255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60" name="Google Shape;7960;p74"/>
            <p:cNvSpPr/>
            <p:nvPr/>
          </p:nvSpPr>
          <p:spPr>
            <a:xfrm rot="5400000">
              <a:off x="4570450" y="-276311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61" name="Google Shape;7961;p74"/>
            <p:cNvSpPr/>
            <p:nvPr/>
          </p:nvSpPr>
          <p:spPr>
            <a:xfrm rot="5400000">
              <a:off x="4570450" y="-174368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62" name="Google Shape;7962;p74"/>
            <p:cNvSpPr/>
            <p:nvPr/>
          </p:nvSpPr>
          <p:spPr>
            <a:xfrm rot="5400000">
              <a:off x="4570450" y="-72425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63" name="Google Shape;7963;p74"/>
            <p:cNvSpPr/>
            <p:nvPr/>
          </p:nvSpPr>
          <p:spPr>
            <a:xfrm rot="5400000">
              <a:off x="4570450" y="295184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64" name="Google Shape;7964;p74"/>
            <p:cNvSpPr/>
            <p:nvPr/>
          </p:nvSpPr>
          <p:spPr>
            <a:xfrm rot="5400000">
              <a:off x="4570450" y="-429226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65" name="Google Shape;7965;p74"/>
            <p:cNvSpPr/>
            <p:nvPr/>
          </p:nvSpPr>
          <p:spPr>
            <a:xfrm rot="5400000">
              <a:off x="4570450" y="-327283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66" name="Google Shape;7966;p74"/>
            <p:cNvSpPr/>
            <p:nvPr/>
          </p:nvSpPr>
          <p:spPr>
            <a:xfrm rot="5400000">
              <a:off x="4570450" y="-225340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67" name="Google Shape;7967;p74"/>
            <p:cNvSpPr/>
            <p:nvPr/>
          </p:nvSpPr>
          <p:spPr>
            <a:xfrm rot="5400000">
              <a:off x="4570450" y="-123396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68" name="Google Shape;7968;p74"/>
            <p:cNvSpPr/>
            <p:nvPr/>
          </p:nvSpPr>
          <p:spPr>
            <a:xfrm rot="5400000">
              <a:off x="4570450" y="-21453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69" name="Google Shape;7969;p74"/>
            <p:cNvSpPr/>
            <p:nvPr/>
          </p:nvSpPr>
          <p:spPr>
            <a:xfrm>
              <a:off x="5081305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70" name="Google Shape;7970;p74"/>
            <p:cNvSpPr/>
            <p:nvPr/>
          </p:nvSpPr>
          <p:spPr>
            <a:xfrm>
              <a:off x="6100964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71" name="Google Shape;7971;p74"/>
            <p:cNvSpPr/>
            <p:nvPr/>
          </p:nvSpPr>
          <p:spPr>
            <a:xfrm>
              <a:off x="7120623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72" name="Google Shape;7972;p74"/>
            <p:cNvSpPr/>
            <p:nvPr/>
          </p:nvSpPr>
          <p:spPr>
            <a:xfrm>
              <a:off x="8140282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73" name="Google Shape;7973;p74"/>
            <p:cNvSpPr/>
            <p:nvPr/>
          </p:nvSpPr>
          <p:spPr>
            <a:xfrm>
              <a:off x="5591134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74" name="Google Shape;7974;p74"/>
            <p:cNvSpPr/>
            <p:nvPr/>
          </p:nvSpPr>
          <p:spPr>
            <a:xfrm>
              <a:off x="6610793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75" name="Google Shape;7975;p74"/>
            <p:cNvSpPr/>
            <p:nvPr/>
          </p:nvSpPr>
          <p:spPr>
            <a:xfrm>
              <a:off x="7630452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76" name="Google Shape;7976;p74"/>
            <p:cNvSpPr/>
            <p:nvPr/>
          </p:nvSpPr>
          <p:spPr>
            <a:xfrm>
              <a:off x="8650111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977" name="Google Shape;7977;p74"/>
            <p:cNvGrpSpPr/>
            <p:nvPr/>
          </p:nvGrpSpPr>
          <p:grpSpPr>
            <a:xfrm>
              <a:off x="-15975" y="-52"/>
              <a:ext cx="4587484" cy="5143406"/>
              <a:chOff x="-9275" y="-1994782"/>
              <a:chExt cx="4587484" cy="9140583"/>
            </a:xfrm>
          </p:grpSpPr>
          <p:sp>
            <p:nvSpPr>
              <p:cNvPr id="7978" name="Google Shape;7978;p74"/>
              <p:cNvSpPr/>
              <p:nvPr/>
            </p:nvSpPr>
            <p:spPr>
              <a:xfrm>
                <a:off x="50044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79" name="Google Shape;7979;p74"/>
              <p:cNvSpPr/>
              <p:nvPr/>
            </p:nvSpPr>
            <p:spPr>
              <a:xfrm>
                <a:off x="15198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80" name="Google Shape;7980;p74"/>
              <p:cNvSpPr/>
              <p:nvPr/>
            </p:nvSpPr>
            <p:spPr>
              <a:xfrm>
                <a:off x="253930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81" name="Google Shape;7981;p74"/>
              <p:cNvSpPr/>
              <p:nvPr/>
            </p:nvSpPr>
            <p:spPr>
              <a:xfrm>
                <a:off x="355874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82" name="Google Shape;7982;p74"/>
              <p:cNvSpPr/>
              <p:nvPr/>
            </p:nvSpPr>
            <p:spPr>
              <a:xfrm>
                <a:off x="45781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83" name="Google Shape;7983;p74"/>
              <p:cNvSpPr/>
              <p:nvPr/>
            </p:nvSpPr>
            <p:spPr>
              <a:xfrm>
                <a:off x="101015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84" name="Google Shape;7984;p74"/>
              <p:cNvSpPr/>
              <p:nvPr/>
            </p:nvSpPr>
            <p:spPr>
              <a:xfrm>
                <a:off x="202959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85" name="Google Shape;7985;p74"/>
              <p:cNvSpPr/>
              <p:nvPr/>
            </p:nvSpPr>
            <p:spPr>
              <a:xfrm>
                <a:off x="304902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86" name="Google Shape;7986;p74"/>
              <p:cNvSpPr/>
              <p:nvPr/>
            </p:nvSpPr>
            <p:spPr>
              <a:xfrm>
                <a:off x="406845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87" name="Google Shape;7987;p74"/>
              <p:cNvSpPr/>
              <p:nvPr/>
            </p:nvSpPr>
            <p:spPr>
              <a:xfrm>
                <a:off x="-92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7988" name="Google Shape;7988;p74"/>
            <p:cNvSpPr/>
            <p:nvPr/>
          </p:nvSpPr>
          <p:spPr>
            <a:xfrm>
              <a:off x="9159941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989" name="Google Shape;7989;p74"/>
          <p:cNvSpPr/>
          <p:nvPr/>
        </p:nvSpPr>
        <p:spPr>
          <a:xfrm>
            <a:off x="0" y="-75"/>
            <a:ext cx="9144000" cy="5143500"/>
          </a:xfrm>
          <a:prstGeom prst="rect">
            <a:avLst/>
          </a:prstGeom>
          <a:solidFill>
            <a:srgbClr val="D6E3EA">
              <a:alpha val="398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990" name="Google Shape;7990;p74"/>
          <p:cNvGrpSpPr/>
          <p:nvPr/>
        </p:nvGrpSpPr>
        <p:grpSpPr>
          <a:xfrm>
            <a:off x="0" y="4752988"/>
            <a:ext cx="9144000" cy="354505"/>
            <a:chOff x="0" y="4689888"/>
            <a:chExt cx="9144000" cy="354505"/>
          </a:xfrm>
        </p:grpSpPr>
        <p:grpSp>
          <p:nvGrpSpPr>
            <p:cNvPr id="7991" name="Google Shape;7991;p74"/>
            <p:cNvGrpSpPr/>
            <p:nvPr/>
          </p:nvGrpSpPr>
          <p:grpSpPr>
            <a:xfrm>
              <a:off x="0" y="4793425"/>
              <a:ext cx="9144000" cy="194975"/>
              <a:chOff x="0" y="4789550"/>
              <a:chExt cx="9144000" cy="194975"/>
            </a:xfrm>
          </p:grpSpPr>
          <p:sp>
            <p:nvSpPr>
              <p:cNvPr id="7992" name="Google Shape;7992;p74"/>
              <p:cNvSpPr/>
              <p:nvPr/>
            </p:nvSpPr>
            <p:spPr>
              <a:xfrm>
                <a:off x="0" y="4789550"/>
                <a:ext cx="9144000" cy="360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93" name="Google Shape;7993;p74"/>
              <p:cNvSpPr/>
              <p:nvPr/>
            </p:nvSpPr>
            <p:spPr>
              <a:xfrm>
                <a:off x="0" y="4948525"/>
                <a:ext cx="9144000" cy="360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994" name="Google Shape;7994;p74"/>
            <p:cNvGrpSpPr/>
            <p:nvPr/>
          </p:nvGrpSpPr>
          <p:grpSpPr>
            <a:xfrm>
              <a:off x="28483" y="4689888"/>
              <a:ext cx="9087034" cy="354505"/>
              <a:chOff x="28483" y="4689888"/>
              <a:chExt cx="9087034" cy="354505"/>
            </a:xfrm>
          </p:grpSpPr>
          <p:sp>
            <p:nvSpPr>
              <p:cNvPr id="7995" name="Google Shape;7995;p74"/>
              <p:cNvSpPr/>
              <p:nvPr/>
            </p:nvSpPr>
            <p:spPr>
              <a:xfrm>
                <a:off x="64010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6" y="1"/>
                      <a:pt x="533" y="8"/>
                      <a:pt x="518" y="24"/>
                    </a:cubicBezTo>
                    <a:lnTo>
                      <a:pt x="62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34" y="4431"/>
                      <a:pt x="1065" y="4401"/>
                      <a:pt x="1156" y="4370"/>
                    </a:cubicBezTo>
                    <a:lnTo>
                      <a:pt x="1156" y="601"/>
                    </a:lnTo>
                    <a:lnTo>
                      <a:pt x="1126" y="571"/>
                    </a:lnTo>
                    <a:lnTo>
                      <a:pt x="670" y="24"/>
                    </a:lnTo>
                    <a:cubicBezTo>
                      <a:pt x="639" y="8"/>
                      <a:pt x="609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96" name="Google Shape;7996;p74"/>
              <p:cNvSpPr/>
              <p:nvPr/>
            </p:nvSpPr>
            <p:spPr>
              <a:xfrm>
                <a:off x="79301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3" y="8"/>
                      <a:pt x="517" y="24"/>
                    </a:cubicBezTo>
                    <a:lnTo>
                      <a:pt x="6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34" y="4431"/>
                      <a:pt x="1064" y="4401"/>
                      <a:pt x="1156" y="4370"/>
                    </a:cubicBezTo>
                    <a:lnTo>
                      <a:pt x="1156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9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97" name="Google Shape;7997;p74"/>
              <p:cNvSpPr/>
              <p:nvPr/>
            </p:nvSpPr>
            <p:spPr>
              <a:xfrm>
                <a:off x="94592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2" y="4431"/>
                      <a:pt x="122" y="4431"/>
                    </a:cubicBezTo>
                    <a:lnTo>
                      <a:pt x="1003" y="4431"/>
                    </a:lnTo>
                    <a:cubicBezTo>
                      <a:pt x="103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8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98" name="Google Shape;7998;p74"/>
              <p:cNvSpPr/>
              <p:nvPr/>
            </p:nvSpPr>
            <p:spPr>
              <a:xfrm>
                <a:off x="109882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1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1" y="4431"/>
                      <a:pt x="122" y="4431"/>
                    </a:cubicBezTo>
                    <a:lnTo>
                      <a:pt x="1003" y="4431"/>
                    </a:lnTo>
                    <a:cubicBezTo>
                      <a:pt x="106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8" y="8"/>
                      <a:pt x="608" y="1"/>
                      <a:pt x="58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99" name="Google Shape;7999;p74"/>
              <p:cNvSpPr/>
              <p:nvPr/>
            </p:nvSpPr>
            <p:spPr>
              <a:xfrm>
                <a:off x="1251735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04" y="4431"/>
                      <a:pt x="103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00" name="Google Shape;8000;p74"/>
              <p:cNvSpPr/>
              <p:nvPr/>
            </p:nvSpPr>
            <p:spPr>
              <a:xfrm>
                <a:off x="1402243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01" name="Google Shape;8001;p74"/>
              <p:cNvSpPr/>
              <p:nvPr/>
            </p:nvSpPr>
            <p:spPr>
              <a:xfrm>
                <a:off x="1552751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64" y="4431"/>
                      <a:pt x="109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02" name="Google Shape;8002;p74"/>
              <p:cNvSpPr/>
              <p:nvPr/>
            </p:nvSpPr>
            <p:spPr>
              <a:xfrm>
                <a:off x="751362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03" name="Google Shape;8003;p74"/>
              <p:cNvSpPr/>
              <p:nvPr/>
            </p:nvSpPr>
            <p:spPr>
              <a:xfrm>
                <a:off x="7666529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3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04" name="Google Shape;8004;p74"/>
              <p:cNvSpPr/>
              <p:nvPr/>
            </p:nvSpPr>
            <p:spPr>
              <a:xfrm>
                <a:off x="7816957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05" name="Google Shape;8005;p74"/>
              <p:cNvSpPr/>
              <p:nvPr/>
            </p:nvSpPr>
            <p:spPr>
              <a:xfrm>
                <a:off x="796738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2" y="4431"/>
                      <a:pt x="122" y="4431"/>
                    </a:cubicBezTo>
                    <a:lnTo>
                      <a:pt x="1003" y="4431"/>
                    </a:lnTo>
                    <a:cubicBezTo>
                      <a:pt x="103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8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06" name="Google Shape;8006;p74"/>
              <p:cNvSpPr/>
              <p:nvPr/>
            </p:nvSpPr>
            <p:spPr>
              <a:xfrm>
                <a:off x="812029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93" y="1"/>
                    </a:moveTo>
                    <a:cubicBezTo>
                      <a:pt x="562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1" y="4431"/>
                      <a:pt x="122" y="4431"/>
                    </a:cubicBezTo>
                    <a:lnTo>
                      <a:pt x="1003" y="4431"/>
                    </a:lnTo>
                    <a:cubicBezTo>
                      <a:pt x="106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54" y="8"/>
                      <a:pt x="623" y="1"/>
                      <a:pt x="59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07" name="Google Shape;8007;p74"/>
              <p:cNvSpPr/>
              <p:nvPr/>
            </p:nvSpPr>
            <p:spPr>
              <a:xfrm>
                <a:off x="8273198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1" y="4431"/>
                      <a:pt x="122" y="4431"/>
                    </a:cubicBezTo>
                    <a:lnTo>
                      <a:pt x="973" y="4431"/>
                    </a:lnTo>
                    <a:cubicBezTo>
                      <a:pt x="1034" y="4431"/>
                      <a:pt x="1065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08" name="Google Shape;8008;p74"/>
              <p:cNvSpPr/>
              <p:nvPr/>
            </p:nvSpPr>
            <p:spPr>
              <a:xfrm>
                <a:off x="8423706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34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09" name="Google Shape;8009;p74"/>
              <p:cNvSpPr/>
              <p:nvPr/>
            </p:nvSpPr>
            <p:spPr>
              <a:xfrm>
                <a:off x="8574214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64" y="4431"/>
                      <a:pt x="109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10" name="Google Shape;8010;p74"/>
              <p:cNvSpPr/>
              <p:nvPr/>
            </p:nvSpPr>
            <p:spPr>
              <a:xfrm>
                <a:off x="8724643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2" y="4431"/>
                      <a:pt x="122" y="4431"/>
                    </a:cubicBezTo>
                    <a:lnTo>
                      <a:pt x="974" y="4431"/>
                    </a:lnTo>
                    <a:cubicBezTo>
                      <a:pt x="1065" y="4431"/>
                      <a:pt x="1095" y="4401"/>
                      <a:pt x="1126" y="4370"/>
                    </a:cubicBezTo>
                    <a:lnTo>
                      <a:pt x="112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4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11" name="Google Shape;8011;p74"/>
              <p:cNvSpPr/>
              <p:nvPr/>
            </p:nvSpPr>
            <p:spPr>
              <a:xfrm>
                <a:off x="8875151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74" y="1"/>
                    </a:moveTo>
                    <a:cubicBezTo>
                      <a:pt x="547" y="1"/>
                      <a:pt x="517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122" y="4431"/>
                    </a:cubicBezTo>
                    <a:lnTo>
                      <a:pt x="1003" y="4431"/>
                    </a:lnTo>
                    <a:cubicBezTo>
                      <a:pt x="103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600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12" name="Google Shape;8012;p74"/>
              <p:cNvSpPr/>
              <p:nvPr/>
            </p:nvSpPr>
            <p:spPr>
              <a:xfrm>
                <a:off x="736071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13" name="Google Shape;8013;p74"/>
              <p:cNvSpPr/>
              <p:nvPr/>
            </p:nvSpPr>
            <p:spPr>
              <a:xfrm>
                <a:off x="720781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14" name="Google Shape;8014;p74"/>
              <p:cNvSpPr/>
              <p:nvPr/>
            </p:nvSpPr>
            <p:spPr>
              <a:xfrm>
                <a:off x="705490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15" name="Google Shape;8015;p74"/>
              <p:cNvSpPr/>
              <p:nvPr/>
            </p:nvSpPr>
            <p:spPr>
              <a:xfrm>
                <a:off x="690199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16" name="Google Shape;8016;p74"/>
              <p:cNvSpPr/>
              <p:nvPr/>
            </p:nvSpPr>
            <p:spPr>
              <a:xfrm>
                <a:off x="674909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17" name="Google Shape;8017;p74"/>
              <p:cNvSpPr/>
              <p:nvPr/>
            </p:nvSpPr>
            <p:spPr>
              <a:xfrm>
                <a:off x="659618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18" name="Google Shape;8018;p74"/>
              <p:cNvSpPr/>
              <p:nvPr/>
            </p:nvSpPr>
            <p:spPr>
              <a:xfrm>
                <a:off x="644327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19" name="Google Shape;8019;p74"/>
              <p:cNvSpPr/>
              <p:nvPr/>
            </p:nvSpPr>
            <p:spPr>
              <a:xfrm>
                <a:off x="629037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20" name="Google Shape;8020;p74"/>
              <p:cNvSpPr/>
              <p:nvPr/>
            </p:nvSpPr>
            <p:spPr>
              <a:xfrm>
                <a:off x="613746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21" name="Google Shape;8021;p74"/>
              <p:cNvSpPr/>
              <p:nvPr/>
            </p:nvSpPr>
            <p:spPr>
              <a:xfrm>
                <a:off x="598455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22" name="Google Shape;8022;p74"/>
              <p:cNvSpPr/>
              <p:nvPr/>
            </p:nvSpPr>
            <p:spPr>
              <a:xfrm>
                <a:off x="583165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23" name="Google Shape;8023;p74"/>
              <p:cNvSpPr/>
              <p:nvPr/>
            </p:nvSpPr>
            <p:spPr>
              <a:xfrm>
                <a:off x="567874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24" name="Google Shape;8024;p74"/>
              <p:cNvSpPr/>
              <p:nvPr/>
            </p:nvSpPr>
            <p:spPr>
              <a:xfrm>
                <a:off x="552583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25" name="Google Shape;8025;p74"/>
              <p:cNvSpPr/>
              <p:nvPr/>
            </p:nvSpPr>
            <p:spPr>
              <a:xfrm>
                <a:off x="537293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26" name="Google Shape;8026;p74"/>
              <p:cNvSpPr/>
              <p:nvPr/>
            </p:nvSpPr>
            <p:spPr>
              <a:xfrm>
                <a:off x="522002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27" name="Google Shape;8027;p74"/>
              <p:cNvSpPr/>
              <p:nvPr/>
            </p:nvSpPr>
            <p:spPr>
              <a:xfrm>
                <a:off x="506712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28" name="Google Shape;8028;p74"/>
              <p:cNvSpPr/>
              <p:nvPr/>
            </p:nvSpPr>
            <p:spPr>
              <a:xfrm>
                <a:off x="491421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29" name="Google Shape;8029;p74"/>
              <p:cNvSpPr/>
              <p:nvPr/>
            </p:nvSpPr>
            <p:spPr>
              <a:xfrm>
                <a:off x="476130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30" name="Google Shape;8030;p74"/>
              <p:cNvSpPr/>
              <p:nvPr/>
            </p:nvSpPr>
            <p:spPr>
              <a:xfrm>
                <a:off x="460840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31" name="Google Shape;8031;p74"/>
              <p:cNvSpPr/>
              <p:nvPr/>
            </p:nvSpPr>
            <p:spPr>
              <a:xfrm>
                <a:off x="445549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32" name="Google Shape;8032;p74"/>
              <p:cNvSpPr/>
              <p:nvPr/>
            </p:nvSpPr>
            <p:spPr>
              <a:xfrm>
                <a:off x="430258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33" name="Google Shape;8033;p74"/>
              <p:cNvSpPr/>
              <p:nvPr/>
            </p:nvSpPr>
            <p:spPr>
              <a:xfrm>
                <a:off x="414968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34" name="Google Shape;8034;p74"/>
              <p:cNvSpPr/>
              <p:nvPr/>
            </p:nvSpPr>
            <p:spPr>
              <a:xfrm>
                <a:off x="399677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35" name="Google Shape;8035;p74"/>
              <p:cNvSpPr/>
              <p:nvPr/>
            </p:nvSpPr>
            <p:spPr>
              <a:xfrm>
                <a:off x="384386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36" name="Google Shape;8036;p74"/>
              <p:cNvSpPr/>
              <p:nvPr/>
            </p:nvSpPr>
            <p:spPr>
              <a:xfrm>
                <a:off x="369096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37" name="Google Shape;8037;p74"/>
              <p:cNvSpPr/>
              <p:nvPr/>
            </p:nvSpPr>
            <p:spPr>
              <a:xfrm>
                <a:off x="353805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38" name="Google Shape;8038;p74"/>
              <p:cNvSpPr/>
              <p:nvPr/>
            </p:nvSpPr>
            <p:spPr>
              <a:xfrm>
                <a:off x="338514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39" name="Google Shape;8039;p74"/>
              <p:cNvSpPr/>
              <p:nvPr/>
            </p:nvSpPr>
            <p:spPr>
              <a:xfrm>
                <a:off x="323224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40" name="Google Shape;8040;p74"/>
              <p:cNvSpPr/>
              <p:nvPr/>
            </p:nvSpPr>
            <p:spPr>
              <a:xfrm>
                <a:off x="307933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41" name="Google Shape;8041;p74"/>
              <p:cNvSpPr/>
              <p:nvPr/>
            </p:nvSpPr>
            <p:spPr>
              <a:xfrm>
                <a:off x="292643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42" name="Google Shape;8042;p74"/>
              <p:cNvSpPr/>
              <p:nvPr/>
            </p:nvSpPr>
            <p:spPr>
              <a:xfrm>
                <a:off x="277352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43" name="Google Shape;8043;p74"/>
              <p:cNvSpPr/>
              <p:nvPr/>
            </p:nvSpPr>
            <p:spPr>
              <a:xfrm>
                <a:off x="262061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44" name="Google Shape;8044;p74"/>
              <p:cNvSpPr/>
              <p:nvPr/>
            </p:nvSpPr>
            <p:spPr>
              <a:xfrm>
                <a:off x="246771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45" name="Google Shape;8045;p74"/>
              <p:cNvSpPr/>
              <p:nvPr/>
            </p:nvSpPr>
            <p:spPr>
              <a:xfrm>
                <a:off x="231480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46" name="Google Shape;8046;p74"/>
              <p:cNvSpPr/>
              <p:nvPr/>
            </p:nvSpPr>
            <p:spPr>
              <a:xfrm>
                <a:off x="216189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47" name="Google Shape;8047;p74"/>
              <p:cNvSpPr/>
              <p:nvPr/>
            </p:nvSpPr>
            <p:spPr>
              <a:xfrm>
                <a:off x="200899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48" name="Google Shape;8048;p74"/>
              <p:cNvSpPr/>
              <p:nvPr/>
            </p:nvSpPr>
            <p:spPr>
              <a:xfrm>
                <a:off x="185608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49" name="Google Shape;8049;p74"/>
              <p:cNvSpPr/>
              <p:nvPr/>
            </p:nvSpPr>
            <p:spPr>
              <a:xfrm>
                <a:off x="170317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50" name="Google Shape;8050;p74"/>
              <p:cNvSpPr/>
              <p:nvPr/>
            </p:nvSpPr>
            <p:spPr>
              <a:xfrm>
                <a:off x="48720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51" name="Google Shape;8051;p74"/>
              <p:cNvSpPr/>
              <p:nvPr/>
            </p:nvSpPr>
            <p:spPr>
              <a:xfrm>
                <a:off x="33429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52" name="Google Shape;8052;p74"/>
              <p:cNvSpPr/>
              <p:nvPr/>
            </p:nvSpPr>
            <p:spPr>
              <a:xfrm>
                <a:off x="18139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53" name="Google Shape;8053;p74"/>
              <p:cNvSpPr/>
              <p:nvPr/>
            </p:nvSpPr>
            <p:spPr>
              <a:xfrm>
                <a:off x="2848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54" name="Google Shape;8054;p74"/>
              <p:cNvSpPr/>
              <p:nvPr/>
            </p:nvSpPr>
            <p:spPr>
              <a:xfrm>
                <a:off x="9025579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74" y="1"/>
                    </a:moveTo>
                    <a:cubicBezTo>
                      <a:pt x="547" y="1"/>
                      <a:pt x="517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122" y="4431"/>
                    </a:cubicBezTo>
                    <a:lnTo>
                      <a:pt x="1003" y="4431"/>
                    </a:lnTo>
                    <a:cubicBezTo>
                      <a:pt x="103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600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8055" name="Google Shape;8055;p74"/>
          <p:cNvGrpSpPr/>
          <p:nvPr/>
        </p:nvGrpSpPr>
        <p:grpSpPr>
          <a:xfrm>
            <a:off x="8500193" y="4148281"/>
            <a:ext cx="592952" cy="967689"/>
            <a:chOff x="8071153" y="3759204"/>
            <a:chExt cx="592952" cy="967689"/>
          </a:xfrm>
        </p:grpSpPr>
        <p:sp>
          <p:nvSpPr>
            <p:cNvPr id="8056" name="Google Shape;8056;p74"/>
            <p:cNvSpPr/>
            <p:nvPr/>
          </p:nvSpPr>
          <p:spPr>
            <a:xfrm>
              <a:off x="8350560" y="4196816"/>
              <a:ext cx="43890" cy="282116"/>
            </a:xfrm>
            <a:custGeom>
              <a:rect b="b" l="l" r="r" t="t"/>
              <a:pathLst>
                <a:path extrusionOk="0" h="3527" w="549">
                  <a:moveTo>
                    <a:pt x="153" y="0"/>
                  </a:moveTo>
                  <a:lnTo>
                    <a:pt x="1" y="3526"/>
                  </a:lnTo>
                  <a:lnTo>
                    <a:pt x="548" y="3435"/>
                  </a:lnTo>
                  <a:lnTo>
                    <a:pt x="39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57" name="Google Shape;8057;p74"/>
            <p:cNvSpPr/>
            <p:nvPr/>
          </p:nvSpPr>
          <p:spPr>
            <a:xfrm>
              <a:off x="8263101" y="4478852"/>
              <a:ext cx="221208" cy="248041"/>
            </a:xfrm>
            <a:custGeom>
              <a:rect b="b" l="l" r="r" t="t"/>
              <a:pathLst>
                <a:path extrusionOk="0" h="3101" w="2767">
                  <a:moveTo>
                    <a:pt x="1" y="0"/>
                  </a:moveTo>
                  <a:lnTo>
                    <a:pt x="396" y="3101"/>
                  </a:lnTo>
                  <a:lnTo>
                    <a:pt x="2402" y="3101"/>
                  </a:lnTo>
                  <a:lnTo>
                    <a:pt x="276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58" name="Google Shape;8058;p74"/>
            <p:cNvSpPr/>
            <p:nvPr/>
          </p:nvSpPr>
          <p:spPr>
            <a:xfrm>
              <a:off x="8248551" y="4435099"/>
              <a:ext cx="255184" cy="94865"/>
            </a:xfrm>
            <a:custGeom>
              <a:rect b="b" l="l" r="r" t="t"/>
              <a:pathLst>
                <a:path extrusionOk="0" h="1186" w="3192">
                  <a:moveTo>
                    <a:pt x="3192" y="0"/>
                  </a:moveTo>
                  <a:lnTo>
                    <a:pt x="0" y="61"/>
                  </a:lnTo>
                  <a:lnTo>
                    <a:pt x="61" y="1155"/>
                  </a:lnTo>
                  <a:lnTo>
                    <a:pt x="3040" y="1186"/>
                  </a:lnTo>
                  <a:lnTo>
                    <a:pt x="319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59" name="Google Shape;8059;p74"/>
            <p:cNvSpPr/>
            <p:nvPr/>
          </p:nvSpPr>
          <p:spPr>
            <a:xfrm>
              <a:off x="8265579" y="4527484"/>
              <a:ext cx="213853" cy="34075"/>
            </a:xfrm>
            <a:custGeom>
              <a:rect b="b" l="l" r="r" t="t"/>
              <a:pathLst>
                <a:path extrusionOk="0" h="426" w="2675">
                  <a:moveTo>
                    <a:pt x="0" y="0"/>
                  </a:moveTo>
                  <a:lnTo>
                    <a:pt x="91" y="426"/>
                  </a:lnTo>
                  <a:lnTo>
                    <a:pt x="2645" y="122"/>
                  </a:lnTo>
                  <a:lnTo>
                    <a:pt x="2675" y="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48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60" name="Google Shape;8060;p74"/>
            <p:cNvSpPr/>
            <p:nvPr/>
          </p:nvSpPr>
          <p:spPr>
            <a:xfrm>
              <a:off x="8318982" y="3766483"/>
              <a:ext cx="36535" cy="58391"/>
            </a:xfrm>
            <a:custGeom>
              <a:rect b="b" l="l" r="r" t="t"/>
              <a:pathLst>
                <a:path extrusionOk="0" h="730" w="457">
                  <a:moveTo>
                    <a:pt x="366" y="0"/>
                  </a:moveTo>
                  <a:cubicBezTo>
                    <a:pt x="366" y="0"/>
                    <a:pt x="122" y="122"/>
                    <a:pt x="62" y="304"/>
                  </a:cubicBezTo>
                  <a:cubicBezTo>
                    <a:pt x="1" y="517"/>
                    <a:pt x="62" y="730"/>
                    <a:pt x="62" y="730"/>
                  </a:cubicBezTo>
                  <a:cubicBezTo>
                    <a:pt x="62" y="730"/>
                    <a:pt x="305" y="608"/>
                    <a:pt x="366" y="426"/>
                  </a:cubicBezTo>
                  <a:cubicBezTo>
                    <a:pt x="457" y="244"/>
                    <a:pt x="366" y="0"/>
                    <a:pt x="36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61" name="Google Shape;8061;p74"/>
            <p:cNvSpPr/>
            <p:nvPr/>
          </p:nvSpPr>
          <p:spPr>
            <a:xfrm>
              <a:off x="8248551" y="3759204"/>
              <a:ext cx="58360" cy="65670"/>
            </a:xfrm>
            <a:custGeom>
              <a:rect b="b" l="l" r="r" t="t"/>
              <a:pathLst>
                <a:path extrusionOk="0" h="821" w="730">
                  <a:moveTo>
                    <a:pt x="0" y="0"/>
                  </a:moveTo>
                  <a:cubicBezTo>
                    <a:pt x="0" y="0"/>
                    <a:pt x="0" y="335"/>
                    <a:pt x="183" y="547"/>
                  </a:cubicBezTo>
                  <a:cubicBezTo>
                    <a:pt x="365" y="790"/>
                    <a:pt x="730" y="821"/>
                    <a:pt x="730" y="821"/>
                  </a:cubicBezTo>
                  <a:cubicBezTo>
                    <a:pt x="730" y="821"/>
                    <a:pt x="730" y="487"/>
                    <a:pt x="517" y="243"/>
                  </a:cubicBezTo>
                  <a:cubicBezTo>
                    <a:pt x="335" y="61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62" name="Google Shape;8062;p74"/>
            <p:cNvSpPr/>
            <p:nvPr/>
          </p:nvSpPr>
          <p:spPr>
            <a:xfrm>
              <a:off x="8532835" y="4167621"/>
              <a:ext cx="65715" cy="29275"/>
            </a:xfrm>
            <a:custGeom>
              <a:rect b="b" l="l" r="r" t="t"/>
              <a:pathLst>
                <a:path extrusionOk="0" h="366" w="822">
                  <a:moveTo>
                    <a:pt x="396" y="1"/>
                  </a:moveTo>
                  <a:cubicBezTo>
                    <a:pt x="153" y="1"/>
                    <a:pt x="1" y="213"/>
                    <a:pt x="1" y="213"/>
                  </a:cubicBezTo>
                  <a:cubicBezTo>
                    <a:pt x="1" y="213"/>
                    <a:pt x="183" y="365"/>
                    <a:pt x="426" y="365"/>
                  </a:cubicBezTo>
                  <a:cubicBezTo>
                    <a:pt x="669" y="365"/>
                    <a:pt x="821" y="153"/>
                    <a:pt x="821" y="153"/>
                  </a:cubicBezTo>
                  <a:cubicBezTo>
                    <a:pt x="821" y="153"/>
                    <a:pt x="609" y="1"/>
                    <a:pt x="396" y="1"/>
                  </a:cubicBezTo>
                  <a:close/>
                </a:path>
              </a:pathLst>
            </a:custGeom>
            <a:solidFill>
              <a:srgbClr val="7BBFB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63" name="Google Shape;8063;p74"/>
            <p:cNvSpPr/>
            <p:nvPr/>
          </p:nvSpPr>
          <p:spPr>
            <a:xfrm>
              <a:off x="8518285" y="4092272"/>
              <a:ext cx="48687" cy="80307"/>
            </a:xfrm>
            <a:custGeom>
              <a:rect b="b" l="l" r="r" t="t"/>
              <a:pathLst>
                <a:path extrusionOk="0" h="1004" w="609">
                  <a:moveTo>
                    <a:pt x="487" y="0"/>
                  </a:moveTo>
                  <a:cubicBezTo>
                    <a:pt x="487" y="0"/>
                    <a:pt x="183" y="152"/>
                    <a:pt x="61" y="426"/>
                  </a:cubicBezTo>
                  <a:cubicBezTo>
                    <a:pt x="0" y="699"/>
                    <a:pt x="122" y="1003"/>
                    <a:pt x="122" y="1003"/>
                  </a:cubicBezTo>
                  <a:cubicBezTo>
                    <a:pt x="122" y="1003"/>
                    <a:pt x="426" y="851"/>
                    <a:pt x="547" y="578"/>
                  </a:cubicBezTo>
                  <a:cubicBezTo>
                    <a:pt x="608" y="304"/>
                    <a:pt x="487" y="0"/>
                    <a:pt x="487" y="0"/>
                  </a:cubicBezTo>
                  <a:close/>
                </a:path>
              </a:pathLst>
            </a:custGeom>
            <a:solidFill>
              <a:srgbClr val="7BBFB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64" name="Google Shape;8064;p74"/>
            <p:cNvSpPr/>
            <p:nvPr/>
          </p:nvSpPr>
          <p:spPr>
            <a:xfrm>
              <a:off x="8071153" y="3827914"/>
              <a:ext cx="592952" cy="566871"/>
            </a:xfrm>
            <a:custGeom>
              <a:rect b="b" l="l" r="r" t="t"/>
              <a:pathLst>
                <a:path extrusionOk="0" h="7087" w="7417">
                  <a:moveTo>
                    <a:pt x="3931" y="0"/>
                  </a:moveTo>
                  <a:cubicBezTo>
                    <a:pt x="3624" y="0"/>
                    <a:pt x="3315" y="31"/>
                    <a:pt x="3010" y="83"/>
                  </a:cubicBezTo>
                  <a:cubicBezTo>
                    <a:pt x="1672" y="296"/>
                    <a:pt x="578" y="965"/>
                    <a:pt x="244" y="2363"/>
                  </a:cubicBezTo>
                  <a:cubicBezTo>
                    <a:pt x="0" y="3275"/>
                    <a:pt x="61" y="4430"/>
                    <a:pt x="426" y="5312"/>
                  </a:cubicBezTo>
                  <a:cubicBezTo>
                    <a:pt x="760" y="6132"/>
                    <a:pt x="1520" y="6770"/>
                    <a:pt x="2402" y="6953"/>
                  </a:cubicBezTo>
                  <a:cubicBezTo>
                    <a:pt x="2775" y="7038"/>
                    <a:pt x="3182" y="7086"/>
                    <a:pt x="3592" y="7086"/>
                  </a:cubicBezTo>
                  <a:cubicBezTo>
                    <a:pt x="4351" y="7086"/>
                    <a:pt x="5123" y="6922"/>
                    <a:pt x="5715" y="6527"/>
                  </a:cubicBezTo>
                  <a:cubicBezTo>
                    <a:pt x="6049" y="6315"/>
                    <a:pt x="6353" y="6071"/>
                    <a:pt x="6657" y="5767"/>
                  </a:cubicBezTo>
                  <a:cubicBezTo>
                    <a:pt x="7022" y="5342"/>
                    <a:pt x="7235" y="4825"/>
                    <a:pt x="7295" y="4308"/>
                  </a:cubicBezTo>
                  <a:cubicBezTo>
                    <a:pt x="7417" y="3640"/>
                    <a:pt x="7417" y="3032"/>
                    <a:pt x="7265" y="2515"/>
                  </a:cubicBezTo>
                  <a:cubicBezTo>
                    <a:pt x="7022" y="1634"/>
                    <a:pt x="6505" y="874"/>
                    <a:pt x="5593" y="387"/>
                  </a:cubicBezTo>
                  <a:cubicBezTo>
                    <a:pt x="5077" y="109"/>
                    <a:pt x="4509" y="0"/>
                    <a:pt x="393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065" name="Google Shape;8065;p74"/>
          <p:cNvGrpSpPr/>
          <p:nvPr/>
        </p:nvGrpSpPr>
        <p:grpSpPr>
          <a:xfrm>
            <a:off x="50855" y="4148281"/>
            <a:ext cx="592952" cy="967689"/>
            <a:chOff x="8071153" y="3759204"/>
            <a:chExt cx="592952" cy="967689"/>
          </a:xfrm>
        </p:grpSpPr>
        <p:sp>
          <p:nvSpPr>
            <p:cNvPr id="8066" name="Google Shape;8066;p74"/>
            <p:cNvSpPr/>
            <p:nvPr/>
          </p:nvSpPr>
          <p:spPr>
            <a:xfrm>
              <a:off x="8350560" y="4196816"/>
              <a:ext cx="43890" cy="282116"/>
            </a:xfrm>
            <a:custGeom>
              <a:rect b="b" l="l" r="r" t="t"/>
              <a:pathLst>
                <a:path extrusionOk="0" h="3527" w="549">
                  <a:moveTo>
                    <a:pt x="153" y="0"/>
                  </a:moveTo>
                  <a:lnTo>
                    <a:pt x="1" y="3526"/>
                  </a:lnTo>
                  <a:lnTo>
                    <a:pt x="548" y="3435"/>
                  </a:lnTo>
                  <a:lnTo>
                    <a:pt x="39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67" name="Google Shape;8067;p74"/>
            <p:cNvSpPr/>
            <p:nvPr/>
          </p:nvSpPr>
          <p:spPr>
            <a:xfrm>
              <a:off x="8263101" y="4478852"/>
              <a:ext cx="221208" cy="248041"/>
            </a:xfrm>
            <a:custGeom>
              <a:rect b="b" l="l" r="r" t="t"/>
              <a:pathLst>
                <a:path extrusionOk="0" h="3101" w="2767">
                  <a:moveTo>
                    <a:pt x="1" y="0"/>
                  </a:moveTo>
                  <a:lnTo>
                    <a:pt x="396" y="3101"/>
                  </a:lnTo>
                  <a:lnTo>
                    <a:pt x="2402" y="3101"/>
                  </a:lnTo>
                  <a:lnTo>
                    <a:pt x="276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68" name="Google Shape;8068;p74"/>
            <p:cNvSpPr/>
            <p:nvPr/>
          </p:nvSpPr>
          <p:spPr>
            <a:xfrm>
              <a:off x="8248551" y="4435099"/>
              <a:ext cx="255184" cy="94865"/>
            </a:xfrm>
            <a:custGeom>
              <a:rect b="b" l="l" r="r" t="t"/>
              <a:pathLst>
                <a:path extrusionOk="0" h="1186" w="3192">
                  <a:moveTo>
                    <a:pt x="3192" y="0"/>
                  </a:moveTo>
                  <a:lnTo>
                    <a:pt x="0" y="61"/>
                  </a:lnTo>
                  <a:lnTo>
                    <a:pt x="61" y="1155"/>
                  </a:lnTo>
                  <a:lnTo>
                    <a:pt x="3040" y="1186"/>
                  </a:lnTo>
                  <a:lnTo>
                    <a:pt x="319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69" name="Google Shape;8069;p74"/>
            <p:cNvSpPr/>
            <p:nvPr/>
          </p:nvSpPr>
          <p:spPr>
            <a:xfrm>
              <a:off x="8265579" y="4527484"/>
              <a:ext cx="213853" cy="34075"/>
            </a:xfrm>
            <a:custGeom>
              <a:rect b="b" l="l" r="r" t="t"/>
              <a:pathLst>
                <a:path extrusionOk="0" h="426" w="2675">
                  <a:moveTo>
                    <a:pt x="0" y="0"/>
                  </a:moveTo>
                  <a:lnTo>
                    <a:pt x="91" y="426"/>
                  </a:lnTo>
                  <a:lnTo>
                    <a:pt x="2645" y="122"/>
                  </a:lnTo>
                  <a:lnTo>
                    <a:pt x="2675" y="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48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70" name="Google Shape;8070;p74"/>
            <p:cNvSpPr/>
            <p:nvPr/>
          </p:nvSpPr>
          <p:spPr>
            <a:xfrm>
              <a:off x="8318982" y="3766483"/>
              <a:ext cx="36535" cy="58391"/>
            </a:xfrm>
            <a:custGeom>
              <a:rect b="b" l="l" r="r" t="t"/>
              <a:pathLst>
                <a:path extrusionOk="0" h="730" w="457">
                  <a:moveTo>
                    <a:pt x="366" y="0"/>
                  </a:moveTo>
                  <a:cubicBezTo>
                    <a:pt x="366" y="0"/>
                    <a:pt x="122" y="122"/>
                    <a:pt x="62" y="304"/>
                  </a:cubicBezTo>
                  <a:cubicBezTo>
                    <a:pt x="1" y="517"/>
                    <a:pt x="62" y="730"/>
                    <a:pt x="62" y="730"/>
                  </a:cubicBezTo>
                  <a:cubicBezTo>
                    <a:pt x="62" y="730"/>
                    <a:pt x="305" y="608"/>
                    <a:pt x="366" y="426"/>
                  </a:cubicBezTo>
                  <a:cubicBezTo>
                    <a:pt x="457" y="244"/>
                    <a:pt x="366" y="0"/>
                    <a:pt x="36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71" name="Google Shape;8071;p74"/>
            <p:cNvSpPr/>
            <p:nvPr/>
          </p:nvSpPr>
          <p:spPr>
            <a:xfrm>
              <a:off x="8248551" y="3759204"/>
              <a:ext cx="58360" cy="65670"/>
            </a:xfrm>
            <a:custGeom>
              <a:rect b="b" l="l" r="r" t="t"/>
              <a:pathLst>
                <a:path extrusionOk="0" h="821" w="730">
                  <a:moveTo>
                    <a:pt x="0" y="0"/>
                  </a:moveTo>
                  <a:cubicBezTo>
                    <a:pt x="0" y="0"/>
                    <a:pt x="0" y="335"/>
                    <a:pt x="183" y="547"/>
                  </a:cubicBezTo>
                  <a:cubicBezTo>
                    <a:pt x="365" y="790"/>
                    <a:pt x="730" y="821"/>
                    <a:pt x="730" y="821"/>
                  </a:cubicBezTo>
                  <a:cubicBezTo>
                    <a:pt x="730" y="821"/>
                    <a:pt x="730" y="487"/>
                    <a:pt x="517" y="243"/>
                  </a:cubicBezTo>
                  <a:cubicBezTo>
                    <a:pt x="335" y="61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72" name="Google Shape;8072;p74"/>
            <p:cNvSpPr/>
            <p:nvPr/>
          </p:nvSpPr>
          <p:spPr>
            <a:xfrm>
              <a:off x="8532835" y="4167621"/>
              <a:ext cx="65715" cy="29275"/>
            </a:xfrm>
            <a:custGeom>
              <a:rect b="b" l="l" r="r" t="t"/>
              <a:pathLst>
                <a:path extrusionOk="0" h="366" w="822">
                  <a:moveTo>
                    <a:pt x="396" y="1"/>
                  </a:moveTo>
                  <a:cubicBezTo>
                    <a:pt x="153" y="1"/>
                    <a:pt x="1" y="213"/>
                    <a:pt x="1" y="213"/>
                  </a:cubicBezTo>
                  <a:cubicBezTo>
                    <a:pt x="1" y="213"/>
                    <a:pt x="183" y="365"/>
                    <a:pt x="426" y="365"/>
                  </a:cubicBezTo>
                  <a:cubicBezTo>
                    <a:pt x="669" y="365"/>
                    <a:pt x="821" y="153"/>
                    <a:pt x="821" y="153"/>
                  </a:cubicBezTo>
                  <a:cubicBezTo>
                    <a:pt x="821" y="153"/>
                    <a:pt x="609" y="1"/>
                    <a:pt x="396" y="1"/>
                  </a:cubicBezTo>
                  <a:close/>
                </a:path>
              </a:pathLst>
            </a:custGeom>
            <a:solidFill>
              <a:srgbClr val="7BBFB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73" name="Google Shape;8073;p74"/>
            <p:cNvSpPr/>
            <p:nvPr/>
          </p:nvSpPr>
          <p:spPr>
            <a:xfrm>
              <a:off x="8518285" y="4092272"/>
              <a:ext cx="48687" cy="80307"/>
            </a:xfrm>
            <a:custGeom>
              <a:rect b="b" l="l" r="r" t="t"/>
              <a:pathLst>
                <a:path extrusionOk="0" h="1004" w="609">
                  <a:moveTo>
                    <a:pt x="487" y="0"/>
                  </a:moveTo>
                  <a:cubicBezTo>
                    <a:pt x="487" y="0"/>
                    <a:pt x="183" y="152"/>
                    <a:pt x="61" y="426"/>
                  </a:cubicBezTo>
                  <a:cubicBezTo>
                    <a:pt x="0" y="699"/>
                    <a:pt x="122" y="1003"/>
                    <a:pt x="122" y="1003"/>
                  </a:cubicBezTo>
                  <a:cubicBezTo>
                    <a:pt x="122" y="1003"/>
                    <a:pt x="426" y="851"/>
                    <a:pt x="547" y="578"/>
                  </a:cubicBezTo>
                  <a:cubicBezTo>
                    <a:pt x="608" y="304"/>
                    <a:pt x="487" y="0"/>
                    <a:pt x="487" y="0"/>
                  </a:cubicBezTo>
                  <a:close/>
                </a:path>
              </a:pathLst>
            </a:custGeom>
            <a:solidFill>
              <a:srgbClr val="7BBFB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74" name="Google Shape;8074;p74"/>
            <p:cNvSpPr/>
            <p:nvPr/>
          </p:nvSpPr>
          <p:spPr>
            <a:xfrm>
              <a:off x="8071153" y="3827914"/>
              <a:ext cx="592952" cy="566871"/>
            </a:xfrm>
            <a:custGeom>
              <a:rect b="b" l="l" r="r" t="t"/>
              <a:pathLst>
                <a:path extrusionOk="0" h="7087" w="7417">
                  <a:moveTo>
                    <a:pt x="3931" y="0"/>
                  </a:moveTo>
                  <a:cubicBezTo>
                    <a:pt x="3624" y="0"/>
                    <a:pt x="3315" y="31"/>
                    <a:pt x="3010" y="83"/>
                  </a:cubicBezTo>
                  <a:cubicBezTo>
                    <a:pt x="1672" y="296"/>
                    <a:pt x="578" y="965"/>
                    <a:pt x="244" y="2363"/>
                  </a:cubicBezTo>
                  <a:cubicBezTo>
                    <a:pt x="0" y="3275"/>
                    <a:pt x="61" y="4430"/>
                    <a:pt x="426" y="5312"/>
                  </a:cubicBezTo>
                  <a:cubicBezTo>
                    <a:pt x="760" y="6132"/>
                    <a:pt x="1520" y="6770"/>
                    <a:pt x="2402" y="6953"/>
                  </a:cubicBezTo>
                  <a:cubicBezTo>
                    <a:pt x="2775" y="7038"/>
                    <a:pt x="3182" y="7086"/>
                    <a:pt x="3592" y="7086"/>
                  </a:cubicBezTo>
                  <a:cubicBezTo>
                    <a:pt x="4351" y="7086"/>
                    <a:pt x="5123" y="6922"/>
                    <a:pt x="5715" y="6527"/>
                  </a:cubicBezTo>
                  <a:cubicBezTo>
                    <a:pt x="6049" y="6315"/>
                    <a:pt x="6353" y="6071"/>
                    <a:pt x="6657" y="5767"/>
                  </a:cubicBezTo>
                  <a:cubicBezTo>
                    <a:pt x="7022" y="5342"/>
                    <a:pt x="7235" y="4825"/>
                    <a:pt x="7295" y="4308"/>
                  </a:cubicBezTo>
                  <a:cubicBezTo>
                    <a:pt x="7417" y="3640"/>
                    <a:pt x="7417" y="3032"/>
                    <a:pt x="7265" y="2515"/>
                  </a:cubicBezTo>
                  <a:cubicBezTo>
                    <a:pt x="7022" y="1634"/>
                    <a:pt x="6505" y="874"/>
                    <a:pt x="5593" y="387"/>
                  </a:cubicBezTo>
                  <a:cubicBezTo>
                    <a:pt x="5077" y="109"/>
                    <a:pt x="4509" y="0"/>
                    <a:pt x="393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075" name="Google Shape;8075;p74"/>
          <p:cNvSpPr/>
          <p:nvPr/>
        </p:nvSpPr>
        <p:spPr>
          <a:xfrm>
            <a:off x="0" y="5107500"/>
            <a:ext cx="9144000" cy="36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8_1">
    <p:spTree>
      <p:nvGrpSpPr>
        <p:cNvPr id="8076" name="Shape 8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77" name="Google Shape;8077;p75"/>
          <p:cNvGrpSpPr/>
          <p:nvPr/>
        </p:nvGrpSpPr>
        <p:grpSpPr>
          <a:xfrm>
            <a:off x="-15975" y="-52"/>
            <a:ext cx="9175950" cy="5143406"/>
            <a:chOff x="-15975" y="-52"/>
            <a:chExt cx="9175950" cy="5143406"/>
          </a:xfrm>
        </p:grpSpPr>
        <p:sp>
          <p:nvSpPr>
            <p:cNvPr id="8078" name="Google Shape;8078;p75"/>
            <p:cNvSpPr/>
            <p:nvPr/>
          </p:nvSpPr>
          <p:spPr>
            <a:xfrm rot="5400000">
              <a:off x="4570450" y="-378255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79" name="Google Shape;8079;p75"/>
            <p:cNvSpPr/>
            <p:nvPr/>
          </p:nvSpPr>
          <p:spPr>
            <a:xfrm rot="5400000">
              <a:off x="4570450" y="-276311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80" name="Google Shape;8080;p75"/>
            <p:cNvSpPr/>
            <p:nvPr/>
          </p:nvSpPr>
          <p:spPr>
            <a:xfrm rot="5400000">
              <a:off x="4570450" y="-174368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81" name="Google Shape;8081;p75"/>
            <p:cNvSpPr/>
            <p:nvPr/>
          </p:nvSpPr>
          <p:spPr>
            <a:xfrm rot="5400000">
              <a:off x="4570450" y="-72425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82" name="Google Shape;8082;p75"/>
            <p:cNvSpPr/>
            <p:nvPr/>
          </p:nvSpPr>
          <p:spPr>
            <a:xfrm rot="5400000">
              <a:off x="4570450" y="295184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83" name="Google Shape;8083;p75"/>
            <p:cNvSpPr/>
            <p:nvPr/>
          </p:nvSpPr>
          <p:spPr>
            <a:xfrm rot="5400000">
              <a:off x="4570450" y="-429226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84" name="Google Shape;8084;p75"/>
            <p:cNvSpPr/>
            <p:nvPr/>
          </p:nvSpPr>
          <p:spPr>
            <a:xfrm rot="5400000">
              <a:off x="4570450" y="-327283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85" name="Google Shape;8085;p75"/>
            <p:cNvSpPr/>
            <p:nvPr/>
          </p:nvSpPr>
          <p:spPr>
            <a:xfrm rot="5400000">
              <a:off x="4570450" y="-2253400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86" name="Google Shape;8086;p75"/>
            <p:cNvSpPr/>
            <p:nvPr/>
          </p:nvSpPr>
          <p:spPr>
            <a:xfrm rot="5400000">
              <a:off x="4570450" y="-1233966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87" name="Google Shape;8087;p75"/>
            <p:cNvSpPr/>
            <p:nvPr/>
          </p:nvSpPr>
          <p:spPr>
            <a:xfrm rot="5400000">
              <a:off x="4570450" y="-214533"/>
              <a:ext cx="34" cy="9140583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88" name="Google Shape;8088;p75"/>
            <p:cNvSpPr/>
            <p:nvPr/>
          </p:nvSpPr>
          <p:spPr>
            <a:xfrm>
              <a:off x="5081305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89" name="Google Shape;8089;p75"/>
            <p:cNvSpPr/>
            <p:nvPr/>
          </p:nvSpPr>
          <p:spPr>
            <a:xfrm>
              <a:off x="6100964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90" name="Google Shape;8090;p75"/>
            <p:cNvSpPr/>
            <p:nvPr/>
          </p:nvSpPr>
          <p:spPr>
            <a:xfrm>
              <a:off x="7120623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91" name="Google Shape;8091;p75"/>
            <p:cNvSpPr/>
            <p:nvPr/>
          </p:nvSpPr>
          <p:spPr>
            <a:xfrm>
              <a:off x="8140282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92" name="Google Shape;8092;p75"/>
            <p:cNvSpPr/>
            <p:nvPr/>
          </p:nvSpPr>
          <p:spPr>
            <a:xfrm>
              <a:off x="5591134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93" name="Google Shape;8093;p75"/>
            <p:cNvSpPr/>
            <p:nvPr/>
          </p:nvSpPr>
          <p:spPr>
            <a:xfrm>
              <a:off x="6610793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94" name="Google Shape;8094;p75"/>
            <p:cNvSpPr/>
            <p:nvPr/>
          </p:nvSpPr>
          <p:spPr>
            <a:xfrm>
              <a:off x="7630452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95" name="Google Shape;8095;p75"/>
            <p:cNvSpPr/>
            <p:nvPr/>
          </p:nvSpPr>
          <p:spPr>
            <a:xfrm>
              <a:off x="8650111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096" name="Google Shape;8096;p75"/>
            <p:cNvGrpSpPr/>
            <p:nvPr/>
          </p:nvGrpSpPr>
          <p:grpSpPr>
            <a:xfrm>
              <a:off x="-15975" y="-52"/>
              <a:ext cx="4587484" cy="5143406"/>
              <a:chOff x="-9275" y="-1994782"/>
              <a:chExt cx="4587484" cy="9140583"/>
            </a:xfrm>
          </p:grpSpPr>
          <p:sp>
            <p:nvSpPr>
              <p:cNvPr id="8097" name="Google Shape;8097;p75"/>
              <p:cNvSpPr/>
              <p:nvPr/>
            </p:nvSpPr>
            <p:spPr>
              <a:xfrm>
                <a:off x="50044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98" name="Google Shape;8098;p75"/>
              <p:cNvSpPr/>
              <p:nvPr/>
            </p:nvSpPr>
            <p:spPr>
              <a:xfrm>
                <a:off x="15198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99" name="Google Shape;8099;p75"/>
              <p:cNvSpPr/>
              <p:nvPr/>
            </p:nvSpPr>
            <p:spPr>
              <a:xfrm>
                <a:off x="253930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00" name="Google Shape;8100;p75"/>
              <p:cNvSpPr/>
              <p:nvPr/>
            </p:nvSpPr>
            <p:spPr>
              <a:xfrm>
                <a:off x="355874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01" name="Google Shape;8101;p75"/>
              <p:cNvSpPr/>
              <p:nvPr/>
            </p:nvSpPr>
            <p:spPr>
              <a:xfrm>
                <a:off x="45781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02" name="Google Shape;8102;p75"/>
              <p:cNvSpPr/>
              <p:nvPr/>
            </p:nvSpPr>
            <p:spPr>
              <a:xfrm>
                <a:off x="101015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03" name="Google Shape;8103;p75"/>
              <p:cNvSpPr/>
              <p:nvPr/>
            </p:nvSpPr>
            <p:spPr>
              <a:xfrm>
                <a:off x="2029592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04" name="Google Shape;8104;p75"/>
              <p:cNvSpPr/>
              <p:nvPr/>
            </p:nvSpPr>
            <p:spPr>
              <a:xfrm>
                <a:off x="304902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05" name="Google Shape;8105;p75"/>
              <p:cNvSpPr/>
              <p:nvPr/>
            </p:nvSpPr>
            <p:spPr>
              <a:xfrm>
                <a:off x="4068459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06" name="Google Shape;8106;p75"/>
              <p:cNvSpPr/>
              <p:nvPr/>
            </p:nvSpPr>
            <p:spPr>
              <a:xfrm>
                <a:off x="-9275" y="-1994782"/>
                <a:ext cx="34" cy="9140583"/>
              </a:xfrm>
              <a:custGeom>
                <a:rect b="b" l="l" r="r" t="t"/>
                <a:pathLst>
                  <a:path extrusionOk="0" fill="none" h="160340" w="1">
                    <a:moveTo>
                      <a:pt x="0" y="0"/>
                    </a:moveTo>
                    <a:lnTo>
                      <a:pt x="0" y="160340"/>
                    </a:lnTo>
                  </a:path>
                </a:pathLst>
              </a:custGeom>
              <a:noFill/>
              <a:ln cap="flat" cmpd="sng" w="9525">
                <a:solidFill>
                  <a:schemeClr val="accent6"/>
                </a:solidFill>
                <a:prstDash val="solid"/>
                <a:miter lim="3166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8107" name="Google Shape;8107;p75"/>
            <p:cNvSpPr/>
            <p:nvPr/>
          </p:nvSpPr>
          <p:spPr>
            <a:xfrm>
              <a:off x="9159941" y="-25"/>
              <a:ext cx="34" cy="5143306"/>
            </a:xfrm>
            <a:custGeom>
              <a:rect b="b" l="l" r="r" t="t"/>
              <a:pathLst>
                <a:path extrusionOk="0" fill="none" h="160340" w="1">
                  <a:moveTo>
                    <a:pt x="0" y="0"/>
                  </a:moveTo>
                  <a:lnTo>
                    <a:pt x="0" y="16034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108" name="Google Shape;8108;p75"/>
          <p:cNvSpPr/>
          <p:nvPr/>
        </p:nvSpPr>
        <p:spPr>
          <a:xfrm>
            <a:off x="0" y="-75"/>
            <a:ext cx="9144000" cy="5143500"/>
          </a:xfrm>
          <a:prstGeom prst="rect">
            <a:avLst/>
          </a:prstGeom>
          <a:solidFill>
            <a:srgbClr val="D6E3EA">
              <a:alpha val="398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09" name="Google Shape;8109;p75"/>
          <p:cNvSpPr/>
          <p:nvPr/>
        </p:nvSpPr>
        <p:spPr>
          <a:xfrm>
            <a:off x="8423997" y="230400"/>
            <a:ext cx="627009" cy="570231"/>
          </a:xfrm>
          <a:custGeom>
            <a:rect b="b" l="l" r="r" t="t"/>
            <a:pathLst>
              <a:path extrusionOk="0" h="7129" w="7843">
                <a:moveTo>
                  <a:pt x="3921" y="1"/>
                </a:moveTo>
                <a:cubicBezTo>
                  <a:pt x="3010" y="1"/>
                  <a:pt x="2098" y="343"/>
                  <a:pt x="1399" y="1027"/>
                </a:cubicBezTo>
                <a:cubicBezTo>
                  <a:pt x="0" y="2425"/>
                  <a:pt x="0" y="4705"/>
                  <a:pt x="1399" y="6103"/>
                </a:cubicBezTo>
                <a:cubicBezTo>
                  <a:pt x="2098" y="6787"/>
                  <a:pt x="3010" y="7129"/>
                  <a:pt x="3921" y="7129"/>
                </a:cubicBezTo>
                <a:cubicBezTo>
                  <a:pt x="4833" y="7129"/>
                  <a:pt x="5745" y="6787"/>
                  <a:pt x="6444" y="6103"/>
                </a:cubicBezTo>
                <a:cubicBezTo>
                  <a:pt x="7843" y="4705"/>
                  <a:pt x="7843" y="2425"/>
                  <a:pt x="6444" y="1027"/>
                </a:cubicBezTo>
                <a:cubicBezTo>
                  <a:pt x="5745" y="343"/>
                  <a:pt x="4833" y="1"/>
                  <a:pt x="3921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110" name="Google Shape;8110;p75"/>
          <p:cNvGrpSpPr/>
          <p:nvPr/>
        </p:nvGrpSpPr>
        <p:grpSpPr>
          <a:xfrm>
            <a:off x="7647030" y="3998946"/>
            <a:ext cx="1496970" cy="1108547"/>
            <a:chOff x="7609470" y="3938246"/>
            <a:chExt cx="1496970" cy="1108547"/>
          </a:xfrm>
        </p:grpSpPr>
        <p:sp>
          <p:nvSpPr>
            <p:cNvPr id="8111" name="Google Shape;8111;p75"/>
            <p:cNvSpPr/>
            <p:nvPr/>
          </p:nvSpPr>
          <p:spPr>
            <a:xfrm flipH="1">
              <a:off x="7609470" y="3938246"/>
              <a:ext cx="1494572" cy="1108547"/>
            </a:xfrm>
            <a:custGeom>
              <a:rect b="b" l="l" r="r" t="t"/>
              <a:pathLst>
                <a:path extrusionOk="0" h="13859" w="18695">
                  <a:moveTo>
                    <a:pt x="1447" y="0"/>
                  </a:moveTo>
                  <a:cubicBezTo>
                    <a:pt x="1061" y="0"/>
                    <a:pt x="617" y="130"/>
                    <a:pt x="122" y="424"/>
                  </a:cubicBezTo>
                  <a:cubicBezTo>
                    <a:pt x="92" y="424"/>
                    <a:pt x="61" y="454"/>
                    <a:pt x="1" y="454"/>
                  </a:cubicBezTo>
                  <a:lnTo>
                    <a:pt x="1" y="13858"/>
                  </a:lnTo>
                  <a:lnTo>
                    <a:pt x="18694" y="13858"/>
                  </a:lnTo>
                  <a:cubicBezTo>
                    <a:pt x="18451" y="13038"/>
                    <a:pt x="17752" y="12339"/>
                    <a:pt x="16992" y="12035"/>
                  </a:cubicBezTo>
                  <a:cubicBezTo>
                    <a:pt x="16604" y="11877"/>
                    <a:pt x="16196" y="11814"/>
                    <a:pt x="15780" y="11814"/>
                  </a:cubicBezTo>
                  <a:cubicBezTo>
                    <a:pt x="15320" y="11814"/>
                    <a:pt x="14850" y="11891"/>
                    <a:pt x="14389" y="12002"/>
                  </a:cubicBezTo>
                  <a:lnTo>
                    <a:pt x="14389" y="12002"/>
                  </a:lnTo>
                  <a:cubicBezTo>
                    <a:pt x="14540" y="11959"/>
                    <a:pt x="14746" y="11667"/>
                    <a:pt x="14864" y="11548"/>
                  </a:cubicBezTo>
                  <a:cubicBezTo>
                    <a:pt x="15138" y="11244"/>
                    <a:pt x="15351" y="10940"/>
                    <a:pt x="15411" y="10576"/>
                  </a:cubicBezTo>
                  <a:cubicBezTo>
                    <a:pt x="15472" y="10120"/>
                    <a:pt x="15320" y="9664"/>
                    <a:pt x="15047" y="9299"/>
                  </a:cubicBezTo>
                  <a:cubicBezTo>
                    <a:pt x="14653" y="8827"/>
                    <a:pt x="14011" y="8581"/>
                    <a:pt x="13374" y="8581"/>
                  </a:cubicBezTo>
                  <a:cubicBezTo>
                    <a:pt x="13272" y="8581"/>
                    <a:pt x="13171" y="8588"/>
                    <a:pt x="13071" y="8600"/>
                  </a:cubicBezTo>
                  <a:lnTo>
                    <a:pt x="12980" y="8600"/>
                  </a:lnTo>
                  <a:cubicBezTo>
                    <a:pt x="12828" y="8630"/>
                    <a:pt x="12706" y="8630"/>
                    <a:pt x="12554" y="8691"/>
                  </a:cubicBezTo>
                  <a:cubicBezTo>
                    <a:pt x="12213" y="8835"/>
                    <a:pt x="11894" y="9021"/>
                    <a:pt x="11601" y="9243"/>
                  </a:cubicBezTo>
                  <a:lnTo>
                    <a:pt x="11601" y="9243"/>
                  </a:lnTo>
                  <a:cubicBezTo>
                    <a:pt x="11894" y="8923"/>
                    <a:pt x="12183" y="8555"/>
                    <a:pt x="12311" y="8235"/>
                  </a:cubicBezTo>
                  <a:cubicBezTo>
                    <a:pt x="13246" y="6312"/>
                    <a:pt x="11645" y="3636"/>
                    <a:pt x="9345" y="3636"/>
                  </a:cubicBezTo>
                  <a:cubicBezTo>
                    <a:pt x="9028" y="3636"/>
                    <a:pt x="8698" y="3687"/>
                    <a:pt x="8359" y="3798"/>
                  </a:cubicBezTo>
                  <a:cubicBezTo>
                    <a:pt x="7436" y="4182"/>
                    <a:pt x="6643" y="4956"/>
                    <a:pt x="6052" y="5864"/>
                  </a:cubicBezTo>
                  <a:lnTo>
                    <a:pt x="6052" y="5864"/>
                  </a:lnTo>
                  <a:cubicBezTo>
                    <a:pt x="7044" y="3936"/>
                    <a:pt x="6013" y="2566"/>
                    <a:pt x="4822" y="2566"/>
                  </a:cubicBezTo>
                  <a:cubicBezTo>
                    <a:pt x="4146" y="2566"/>
                    <a:pt x="3418" y="3008"/>
                    <a:pt x="2979" y="4041"/>
                  </a:cubicBezTo>
                  <a:cubicBezTo>
                    <a:pt x="3611" y="2050"/>
                    <a:pt x="2981" y="0"/>
                    <a:pt x="144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12" name="Google Shape;8112;p75"/>
            <p:cNvSpPr/>
            <p:nvPr/>
          </p:nvSpPr>
          <p:spPr>
            <a:xfrm flipH="1">
              <a:off x="8221849" y="4367699"/>
              <a:ext cx="884591" cy="679094"/>
            </a:xfrm>
            <a:custGeom>
              <a:rect b="b" l="l" r="r" t="t"/>
              <a:pathLst>
                <a:path extrusionOk="0" h="8490" w="11065">
                  <a:moveTo>
                    <a:pt x="486" y="1"/>
                  </a:moveTo>
                  <a:cubicBezTo>
                    <a:pt x="321" y="1"/>
                    <a:pt x="157" y="33"/>
                    <a:pt x="0" y="100"/>
                  </a:cubicBezTo>
                  <a:lnTo>
                    <a:pt x="0" y="8489"/>
                  </a:lnTo>
                  <a:lnTo>
                    <a:pt x="11064" y="8489"/>
                  </a:lnTo>
                  <a:cubicBezTo>
                    <a:pt x="10912" y="8003"/>
                    <a:pt x="10487" y="7578"/>
                    <a:pt x="10031" y="7426"/>
                  </a:cubicBezTo>
                  <a:cubicBezTo>
                    <a:pt x="9799" y="7339"/>
                    <a:pt x="9553" y="7300"/>
                    <a:pt x="9303" y="7300"/>
                  </a:cubicBezTo>
                  <a:cubicBezTo>
                    <a:pt x="9029" y="7300"/>
                    <a:pt x="8751" y="7346"/>
                    <a:pt x="8481" y="7426"/>
                  </a:cubicBezTo>
                  <a:cubicBezTo>
                    <a:pt x="8754" y="6939"/>
                    <a:pt x="8389" y="6271"/>
                    <a:pt x="7903" y="6058"/>
                  </a:cubicBezTo>
                  <a:cubicBezTo>
                    <a:pt x="7756" y="6003"/>
                    <a:pt x="7601" y="5978"/>
                    <a:pt x="7444" y="5978"/>
                  </a:cubicBezTo>
                  <a:cubicBezTo>
                    <a:pt x="7152" y="5978"/>
                    <a:pt x="6851" y="6063"/>
                    <a:pt x="6580" y="6195"/>
                  </a:cubicBezTo>
                  <a:lnTo>
                    <a:pt x="6580" y="6195"/>
                  </a:lnTo>
                  <a:cubicBezTo>
                    <a:pt x="6903" y="5981"/>
                    <a:pt x="7137" y="5620"/>
                    <a:pt x="7265" y="5237"/>
                  </a:cubicBezTo>
                  <a:cubicBezTo>
                    <a:pt x="7801" y="4084"/>
                    <a:pt x="6846" y="2504"/>
                    <a:pt x="5507" y="2504"/>
                  </a:cubicBezTo>
                  <a:cubicBezTo>
                    <a:pt x="5329" y="2504"/>
                    <a:pt x="5144" y="2532"/>
                    <a:pt x="4955" y="2593"/>
                  </a:cubicBezTo>
                  <a:cubicBezTo>
                    <a:pt x="4359" y="2836"/>
                    <a:pt x="3885" y="3321"/>
                    <a:pt x="3509" y="3896"/>
                  </a:cubicBezTo>
                  <a:lnTo>
                    <a:pt x="3509" y="3896"/>
                  </a:lnTo>
                  <a:cubicBezTo>
                    <a:pt x="4180" y="2709"/>
                    <a:pt x="3551" y="1867"/>
                    <a:pt x="2823" y="1867"/>
                  </a:cubicBezTo>
                  <a:cubicBezTo>
                    <a:pt x="2423" y="1867"/>
                    <a:pt x="1993" y="2122"/>
                    <a:pt x="1733" y="2714"/>
                  </a:cubicBezTo>
                  <a:cubicBezTo>
                    <a:pt x="2381" y="1081"/>
                    <a:pt x="1437" y="1"/>
                    <a:pt x="4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13" name="Google Shape;8113;p75"/>
            <p:cNvSpPr/>
            <p:nvPr/>
          </p:nvSpPr>
          <p:spPr>
            <a:xfrm flipH="1">
              <a:off x="8165967" y="4144614"/>
              <a:ext cx="82743" cy="75988"/>
            </a:xfrm>
            <a:custGeom>
              <a:rect b="b" l="l" r="r" t="t"/>
              <a:pathLst>
                <a:path extrusionOk="0" h="950" w="1035">
                  <a:moveTo>
                    <a:pt x="998" y="1"/>
                  </a:moveTo>
                  <a:cubicBezTo>
                    <a:pt x="894" y="1"/>
                    <a:pt x="584" y="21"/>
                    <a:pt x="335" y="245"/>
                  </a:cubicBezTo>
                  <a:cubicBezTo>
                    <a:pt x="31" y="488"/>
                    <a:pt x="1" y="944"/>
                    <a:pt x="1" y="944"/>
                  </a:cubicBezTo>
                  <a:cubicBezTo>
                    <a:pt x="1" y="944"/>
                    <a:pt x="38" y="950"/>
                    <a:pt x="99" y="950"/>
                  </a:cubicBezTo>
                  <a:cubicBezTo>
                    <a:pt x="235" y="950"/>
                    <a:pt x="490" y="921"/>
                    <a:pt x="700" y="731"/>
                  </a:cubicBezTo>
                  <a:cubicBezTo>
                    <a:pt x="1004" y="458"/>
                    <a:pt x="1034" y="2"/>
                    <a:pt x="1034" y="2"/>
                  </a:cubicBezTo>
                  <a:cubicBezTo>
                    <a:pt x="1034" y="2"/>
                    <a:pt x="1021" y="1"/>
                    <a:pt x="99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14" name="Google Shape;8114;p75"/>
            <p:cNvSpPr/>
            <p:nvPr/>
          </p:nvSpPr>
          <p:spPr>
            <a:xfrm flipH="1">
              <a:off x="8853654" y="4378097"/>
              <a:ext cx="82743" cy="116782"/>
            </a:xfrm>
            <a:custGeom>
              <a:rect b="b" l="l" r="r" t="t"/>
              <a:pathLst>
                <a:path extrusionOk="0" h="1460" w="1035">
                  <a:moveTo>
                    <a:pt x="913" y="1"/>
                  </a:moveTo>
                  <a:lnTo>
                    <a:pt x="913" y="1"/>
                  </a:lnTo>
                  <a:cubicBezTo>
                    <a:pt x="913" y="1"/>
                    <a:pt x="457" y="153"/>
                    <a:pt x="244" y="548"/>
                  </a:cubicBezTo>
                  <a:cubicBezTo>
                    <a:pt x="1" y="913"/>
                    <a:pt x="123" y="1460"/>
                    <a:pt x="123" y="1460"/>
                  </a:cubicBezTo>
                  <a:cubicBezTo>
                    <a:pt x="123" y="1460"/>
                    <a:pt x="578" y="1308"/>
                    <a:pt x="791" y="913"/>
                  </a:cubicBezTo>
                  <a:cubicBezTo>
                    <a:pt x="1034" y="548"/>
                    <a:pt x="913" y="1"/>
                    <a:pt x="9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15" name="Google Shape;8115;p75"/>
            <p:cNvSpPr/>
            <p:nvPr/>
          </p:nvSpPr>
          <p:spPr>
            <a:xfrm flipH="1">
              <a:off x="8255906" y="4047429"/>
              <a:ext cx="77786" cy="165414"/>
            </a:xfrm>
            <a:custGeom>
              <a:rect b="b" l="l" r="r" t="t"/>
              <a:pathLst>
                <a:path extrusionOk="0" h="2068" w="973">
                  <a:moveTo>
                    <a:pt x="243" y="1"/>
                  </a:moveTo>
                  <a:cubicBezTo>
                    <a:pt x="243" y="1"/>
                    <a:pt x="0" y="578"/>
                    <a:pt x="91" y="1156"/>
                  </a:cubicBezTo>
                  <a:cubicBezTo>
                    <a:pt x="213" y="1703"/>
                    <a:pt x="699" y="2068"/>
                    <a:pt x="699" y="2068"/>
                  </a:cubicBezTo>
                  <a:cubicBezTo>
                    <a:pt x="699" y="2068"/>
                    <a:pt x="973" y="1490"/>
                    <a:pt x="851" y="913"/>
                  </a:cubicBezTo>
                  <a:cubicBezTo>
                    <a:pt x="760" y="335"/>
                    <a:pt x="243" y="1"/>
                    <a:pt x="2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116" name="Google Shape;8116;p75"/>
          <p:cNvGrpSpPr/>
          <p:nvPr/>
        </p:nvGrpSpPr>
        <p:grpSpPr>
          <a:xfrm flipH="1">
            <a:off x="-518902" y="2809772"/>
            <a:ext cx="1496970" cy="2297721"/>
            <a:chOff x="243098" y="2746672"/>
            <a:chExt cx="1496970" cy="2297721"/>
          </a:xfrm>
        </p:grpSpPr>
        <p:sp>
          <p:nvSpPr>
            <p:cNvPr id="8117" name="Google Shape;8117;p75"/>
            <p:cNvSpPr/>
            <p:nvPr/>
          </p:nvSpPr>
          <p:spPr>
            <a:xfrm>
              <a:off x="789842" y="4086383"/>
              <a:ext cx="461762" cy="958010"/>
            </a:xfrm>
            <a:custGeom>
              <a:rect b="b" l="l" r="r" t="t"/>
              <a:pathLst>
                <a:path extrusionOk="0" h="11977" w="5776">
                  <a:moveTo>
                    <a:pt x="2888" y="0"/>
                  </a:moveTo>
                  <a:lnTo>
                    <a:pt x="2797" y="2219"/>
                  </a:lnTo>
                  <a:lnTo>
                    <a:pt x="1611" y="1307"/>
                  </a:lnTo>
                  <a:lnTo>
                    <a:pt x="1520" y="1429"/>
                  </a:lnTo>
                  <a:lnTo>
                    <a:pt x="2645" y="2797"/>
                  </a:lnTo>
                  <a:lnTo>
                    <a:pt x="2432" y="7082"/>
                  </a:lnTo>
                  <a:lnTo>
                    <a:pt x="1885" y="6535"/>
                  </a:lnTo>
                  <a:lnTo>
                    <a:pt x="1915" y="5076"/>
                  </a:lnTo>
                  <a:lnTo>
                    <a:pt x="1703" y="5015"/>
                  </a:lnTo>
                  <a:lnTo>
                    <a:pt x="1520" y="6201"/>
                  </a:lnTo>
                  <a:lnTo>
                    <a:pt x="152" y="5015"/>
                  </a:lnTo>
                  <a:lnTo>
                    <a:pt x="0" y="5137"/>
                  </a:lnTo>
                  <a:lnTo>
                    <a:pt x="2310" y="7812"/>
                  </a:lnTo>
                  <a:lnTo>
                    <a:pt x="2007" y="11976"/>
                  </a:lnTo>
                  <a:lnTo>
                    <a:pt x="3891" y="11976"/>
                  </a:lnTo>
                  <a:lnTo>
                    <a:pt x="3678" y="6748"/>
                  </a:lnTo>
                  <a:lnTo>
                    <a:pt x="4681" y="5107"/>
                  </a:lnTo>
                  <a:lnTo>
                    <a:pt x="5776" y="4955"/>
                  </a:lnTo>
                  <a:lnTo>
                    <a:pt x="5776" y="4772"/>
                  </a:lnTo>
                  <a:lnTo>
                    <a:pt x="4803" y="4803"/>
                  </a:lnTo>
                  <a:lnTo>
                    <a:pt x="5350" y="3921"/>
                  </a:lnTo>
                  <a:lnTo>
                    <a:pt x="5228" y="3800"/>
                  </a:lnTo>
                  <a:lnTo>
                    <a:pt x="3678" y="5471"/>
                  </a:lnTo>
                  <a:lnTo>
                    <a:pt x="3405" y="2736"/>
                  </a:lnTo>
                  <a:lnTo>
                    <a:pt x="319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18" name="Google Shape;8118;p75"/>
            <p:cNvSpPr/>
            <p:nvPr/>
          </p:nvSpPr>
          <p:spPr>
            <a:xfrm>
              <a:off x="274676" y="2746672"/>
              <a:ext cx="1465392" cy="1589112"/>
            </a:xfrm>
            <a:custGeom>
              <a:rect b="b" l="l" r="r" t="t"/>
              <a:pathLst>
                <a:path extrusionOk="0" h="19867" w="18330">
                  <a:moveTo>
                    <a:pt x="9682" y="1"/>
                  </a:moveTo>
                  <a:cubicBezTo>
                    <a:pt x="9666" y="1"/>
                    <a:pt x="9651" y="1"/>
                    <a:pt x="9636" y="1"/>
                  </a:cubicBezTo>
                  <a:cubicBezTo>
                    <a:pt x="8663" y="32"/>
                    <a:pt x="7873" y="731"/>
                    <a:pt x="7265" y="1460"/>
                  </a:cubicBezTo>
                  <a:cubicBezTo>
                    <a:pt x="6019" y="2980"/>
                    <a:pt x="5259" y="4865"/>
                    <a:pt x="5107" y="6840"/>
                  </a:cubicBezTo>
                  <a:cubicBezTo>
                    <a:pt x="4712" y="6354"/>
                    <a:pt x="4377" y="5868"/>
                    <a:pt x="3891" y="5472"/>
                  </a:cubicBezTo>
                  <a:cubicBezTo>
                    <a:pt x="3485" y="5168"/>
                    <a:pt x="2993" y="4926"/>
                    <a:pt x="2488" y="4926"/>
                  </a:cubicBezTo>
                  <a:cubicBezTo>
                    <a:pt x="2389" y="4926"/>
                    <a:pt x="2289" y="4936"/>
                    <a:pt x="2189" y="4956"/>
                  </a:cubicBezTo>
                  <a:cubicBezTo>
                    <a:pt x="1186" y="5108"/>
                    <a:pt x="548" y="6111"/>
                    <a:pt x="274" y="7114"/>
                  </a:cubicBezTo>
                  <a:cubicBezTo>
                    <a:pt x="1" y="8178"/>
                    <a:pt x="61" y="9272"/>
                    <a:pt x="396" y="10305"/>
                  </a:cubicBezTo>
                  <a:cubicBezTo>
                    <a:pt x="912" y="12007"/>
                    <a:pt x="2219" y="13375"/>
                    <a:pt x="3466" y="14622"/>
                  </a:cubicBezTo>
                  <a:cubicBezTo>
                    <a:pt x="3336" y="14567"/>
                    <a:pt x="3199" y="14541"/>
                    <a:pt x="3063" y="14541"/>
                  </a:cubicBezTo>
                  <a:cubicBezTo>
                    <a:pt x="2595" y="14541"/>
                    <a:pt x="2127" y="14843"/>
                    <a:pt x="1915" y="15290"/>
                  </a:cubicBezTo>
                  <a:cubicBezTo>
                    <a:pt x="1520" y="16050"/>
                    <a:pt x="1915" y="16901"/>
                    <a:pt x="2402" y="17509"/>
                  </a:cubicBezTo>
                  <a:cubicBezTo>
                    <a:pt x="2858" y="18026"/>
                    <a:pt x="3435" y="18391"/>
                    <a:pt x="4043" y="18695"/>
                  </a:cubicBezTo>
                  <a:cubicBezTo>
                    <a:pt x="5651" y="19498"/>
                    <a:pt x="7434" y="19866"/>
                    <a:pt x="9228" y="19866"/>
                  </a:cubicBezTo>
                  <a:cubicBezTo>
                    <a:pt x="11164" y="19866"/>
                    <a:pt x="13112" y="19437"/>
                    <a:pt x="14864" y="18664"/>
                  </a:cubicBezTo>
                  <a:cubicBezTo>
                    <a:pt x="16110" y="18117"/>
                    <a:pt x="16992" y="17205"/>
                    <a:pt x="17691" y="15989"/>
                  </a:cubicBezTo>
                  <a:cubicBezTo>
                    <a:pt x="18147" y="15290"/>
                    <a:pt x="18299" y="14439"/>
                    <a:pt x="18329" y="13649"/>
                  </a:cubicBezTo>
                  <a:cubicBezTo>
                    <a:pt x="18329" y="13102"/>
                    <a:pt x="18299" y="12585"/>
                    <a:pt x="18086" y="12129"/>
                  </a:cubicBezTo>
                  <a:cubicBezTo>
                    <a:pt x="17873" y="11673"/>
                    <a:pt x="17448" y="11248"/>
                    <a:pt x="16931" y="11187"/>
                  </a:cubicBezTo>
                  <a:cubicBezTo>
                    <a:pt x="16869" y="11174"/>
                    <a:pt x="16804" y="11168"/>
                    <a:pt x="16739" y="11168"/>
                  </a:cubicBezTo>
                  <a:cubicBezTo>
                    <a:pt x="16511" y="11168"/>
                    <a:pt x="16279" y="11244"/>
                    <a:pt x="16148" y="11384"/>
                  </a:cubicBezTo>
                  <a:lnTo>
                    <a:pt x="16148" y="11384"/>
                  </a:lnTo>
                  <a:cubicBezTo>
                    <a:pt x="16711" y="10695"/>
                    <a:pt x="17239" y="9890"/>
                    <a:pt x="17448" y="8998"/>
                  </a:cubicBezTo>
                  <a:cubicBezTo>
                    <a:pt x="17691" y="8086"/>
                    <a:pt x="17569" y="7083"/>
                    <a:pt x="16961" y="6384"/>
                  </a:cubicBezTo>
                  <a:cubicBezTo>
                    <a:pt x="16487" y="5810"/>
                    <a:pt x="15766" y="5523"/>
                    <a:pt x="15019" y="5523"/>
                  </a:cubicBezTo>
                  <a:cubicBezTo>
                    <a:pt x="14856" y="5523"/>
                    <a:pt x="14692" y="5536"/>
                    <a:pt x="14530" y="5564"/>
                  </a:cubicBezTo>
                  <a:cubicBezTo>
                    <a:pt x="13618" y="5716"/>
                    <a:pt x="12858" y="6202"/>
                    <a:pt x="12250" y="6871"/>
                  </a:cubicBezTo>
                  <a:cubicBezTo>
                    <a:pt x="12311" y="5472"/>
                    <a:pt x="12615" y="4074"/>
                    <a:pt x="12372" y="2706"/>
                  </a:cubicBezTo>
                  <a:cubicBezTo>
                    <a:pt x="12101" y="1354"/>
                    <a:pt x="11057" y="1"/>
                    <a:pt x="968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19" name="Google Shape;8119;p75"/>
            <p:cNvSpPr/>
            <p:nvPr/>
          </p:nvSpPr>
          <p:spPr>
            <a:xfrm>
              <a:off x="635228" y="4360980"/>
              <a:ext cx="324817" cy="282356"/>
            </a:xfrm>
            <a:custGeom>
              <a:rect b="b" l="l" r="r" t="t"/>
              <a:pathLst>
                <a:path extrusionOk="0" h="3530" w="4063">
                  <a:moveTo>
                    <a:pt x="1850" y="0"/>
                  </a:moveTo>
                  <a:cubicBezTo>
                    <a:pt x="1502" y="0"/>
                    <a:pt x="1195" y="373"/>
                    <a:pt x="1570" y="944"/>
                  </a:cubicBezTo>
                  <a:cubicBezTo>
                    <a:pt x="1296" y="663"/>
                    <a:pt x="1033" y="551"/>
                    <a:pt x="819" y="551"/>
                  </a:cubicBezTo>
                  <a:cubicBezTo>
                    <a:pt x="223" y="551"/>
                    <a:pt x="1" y="1409"/>
                    <a:pt x="962" y="1856"/>
                  </a:cubicBezTo>
                  <a:cubicBezTo>
                    <a:pt x="37" y="1881"/>
                    <a:pt x="304" y="2974"/>
                    <a:pt x="969" y="2974"/>
                  </a:cubicBezTo>
                  <a:cubicBezTo>
                    <a:pt x="1100" y="2974"/>
                    <a:pt x="1247" y="2931"/>
                    <a:pt x="1403" y="2829"/>
                  </a:cubicBezTo>
                  <a:lnTo>
                    <a:pt x="1403" y="2829"/>
                  </a:lnTo>
                  <a:cubicBezTo>
                    <a:pt x="1083" y="3075"/>
                    <a:pt x="1301" y="3529"/>
                    <a:pt x="1714" y="3529"/>
                  </a:cubicBezTo>
                  <a:cubicBezTo>
                    <a:pt x="1726" y="3529"/>
                    <a:pt x="1739" y="3529"/>
                    <a:pt x="1752" y="3528"/>
                  </a:cubicBezTo>
                  <a:cubicBezTo>
                    <a:pt x="2877" y="3315"/>
                    <a:pt x="4062" y="1491"/>
                    <a:pt x="3029" y="519"/>
                  </a:cubicBezTo>
                  <a:cubicBezTo>
                    <a:pt x="2955" y="430"/>
                    <a:pt x="2810" y="370"/>
                    <a:pt x="2680" y="370"/>
                  </a:cubicBezTo>
                  <a:cubicBezTo>
                    <a:pt x="2542" y="370"/>
                    <a:pt x="2421" y="438"/>
                    <a:pt x="2421" y="610"/>
                  </a:cubicBezTo>
                  <a:cubicBezTo>
                    <a:pt x="2358" y="184"/>
                    <a:pt x="2094" y="0"/>
                    <a:pt x="185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20" name="Google Shape;8120;p75"/>
            <p:cNvSpPr/>
            <p:nvPr/>
          </p:nvSpPr>
          <p:spPr>
            <a:xfrm>
              <a:off x="663449" y="3468479"/>
              <a:ext cx="794733" cy="858426"/>
            </a:xfrm>
            <a:custGeom>
              <a:rect b="b" l="l" r="r" t="t"/>
              <a:pathLst>
                <a:path extrusionOk="0" h="10732" w="9941">
                  <a:moveTo>
                    <a:pt x="3393" y="0"/>
                  </a:moveTo>
                  <a:cubicBezTo>
                    <a:pt x="3295" y="0"/>
                    <a:pt x="3197" y="11"/>
                    <a:pt x="3101" y="35"/>
                  </a:cubicBezTo>
                  <a:cubicBezTo>
                    <a:pt x="2341" y="217"/>
                    <a:pt x="1977" y="1129"/>
                    <a:pt x="2068" y="1889"/>
                  </a:cubicBezTo>
                  <a:cubicBezTo>
                    <a:pt x="2129" y="2649"/>
                    <a:pt x="2524" y="3379"/>
                    <a:pt x="2797" y="4078"/>
                  </a:cubicBezTo>
                  <a:cubicBezTo>
                    <a:pt x="2435" y="3871"/>
                    <a:pt x="2029" y="3730"/>
                    <a:pt x="1598" y="3730"/>
                  </a:cubicBezTo>
                  <a:cubicBezTo>
                    <a:pt x="1522" y="3730"/>
                    <a:pt x="1446" y="3734"/>
                    <a:pt x="1369" y="3743"/>
                  </a:cubicBezTo>
                  <a:cubicBezTo>
                    <a:pt x="882" y="3835"/>
                    <a:pt x="426" y="4139"/>
                    <a:pt x="244" y="4594"/>
                  </a:cubicBezTo>
                  <a:cubicBezTo>
                    <a:pt x="1" y="5081"/>
                    <a:pt x="122" y="5598"/>
                    <a:pt x="396" y="6053"/>
                  </a:cubicBezTo>
                  <a:cubicBezTo>
                    <a:pt x="670" y="6479"/>
                    <a:pt x="1065" y="6813"/>
                    <a:pt x="1490" y="7117"/>
                  </a:cubicBezTo>
                  <a:cubicBezTo>
                    <a:pt x="1414" y="7087"/>
                    <a:pt x="1331" y="7072"/>
                    <a:pt x="1247" y="7072"/>
                  </a:cubicBezTo>
                  <a:cubicBezTo>
                    <a:pt x="1163" y="7072"/>
                    <a:pt x="1080" y="7087"/>
                    <a:pt x="1004" y="7117"/>
                  </a:cubicBezTo>
                  <a:cubicBezTo>
                    <a:pt x="730" y="7239"/>
                    <a:pt x="578" y="7512"/>
                    <a:pt x="548" y="7816"/>
                  </a:cubicBezTo>
                  <a:cubicBezTo>
                    <a:pt x="518" y="8090"/>
                    <a:pt x="578" y="8394"/>
                    <a:pt x="670" y="8637"/>
                  </a:cubicBezTo>
                  <a:cubicBezTo>
                    <a:pt x="822" y="9093"/>
                    <a:pt x="1034" y="9519"/>
                    <a:pt x="1338" y="9701"/>
                  </a:cubicBezTo>
                  <a:cubicBezTo>
                    <a:pt x="1885" y="10248"/>
                    <a:pt x="2493" y="10582"/>
                    <a:pt x="3253" y="10674"/>
                  </a:cubicBezTo>
                  <a:cubicBezTo>
                    <a:pt x="3573" y="10712"/>
                    <a:pt x="3897" y="10731"/>
                    <a:pt x="4223" y="10731"/>
                  </a:cubicBezTo>
                  <a:cubicBezTo>
                    <a:pt x="5969" y="10731"/>
                    <a:pt x="7747" y="10171"/>
                    <a:pt x="9028" y="8941"/>
                  </a:cubicBezTo>
                  <a:cubicBezTo>
                    <a:pt x="9272" y="8728"/>
                    <a:pt x="9545" y="8424"/>
                    <a:pt x="9697" y="8060"/>
                  </a:cubicBezTo>
                  <a:cubicBezTo>
                    <a:pt x="9879" y="7695"/>
                    <a:pt x="9940" y="7148"/>
                    <a:pt x="9636" y="6813"/>
                  </a:cubicBezTo>
                  <a:cubicBezTo>
                    <a:pt x="9478" y="6690"/>
                    <a:pt x="9268" y="6607"/>
                    <a:pt x="9066" y="6607"/>
                  </a:cubicBezTo>
                  <a:cubicBezTo>
                    <a:pt x="8920" y="6607"/>
                    <a:pt x="8778" y="6650"/>
                    <a:pt x="8664" y="6753"/>
                  </a:cubicBezTo>
                  <a:cubicBezTo>
                    <a:pt x="9120" y="5841"/>
                    <a:pt x="9636" y="4929"/>
                    <a:pt x="9636" y="3926"/>
                  </a:cubicBezTo>
                  <a:cubicBezTo>
                    <a:pt x="9636" y="3348"/>
                    <a:pt x="9484" y="2740"/>
                    <a:pt x="9180" y="2224"/>
                  </a:cubicBezTo>
                  <a:cubicBezTo>
                    <a:pt x="8931" y="1807"/>
                    <a:pt x="8504" y="1391"/>
                    <a:pt x="7992" y="1391"/>
                  </a:cubicBezTo>
                  <a:cubicBezTo>
                    <a:pt x="7943" y="1391"/>
                    <a:pt x="7893" y="1395"/>
                    <a:pt x="7843" y="1403"/>
                  </a:cubicBezTo>
                  <a:cubicBezTo>
                    <a:pt x="7509" y="1464"/>
                    <a:pt x="7205" y="1707"/>
                    <a:pt x="6992" y="1950"/>
                  </a:cubicBezTo>
                  <a:cubicBezTo>
                    <a:pt x="6809" y="2254"/>
                    <a:pt x="6688" y="2558"/>
                    <a:pt x="6597" y="2923"/>
                  </a:cubicBezTo>
                  <a:cubicBezTo>
                    <a:pt x="6202" y="1889"/>
                    <a:pt x="5472" y="1008"/>
                    <a:pt x="4560" y="400"/>
                  </a:cubicBezTo>
                  <a:cubicBezTo>
                    <a:pt x="4194" y="180"/>
                    <a:pt x="3790" y="0"/>
                    <a:pt x="339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21" name="Google Shape;8121;p75"/>
            <p:cNvSpPr/>
            <p:nvPr/>
          </p:nvSpPr>
          <p:spPr>
            <a:xfrm>
              <a:off x="354861" y="3840821"/>
              <a:ext cx="72990" cy="104624"/>
            </a:xfrm>
            <a:custGeom>
              <a:rect b="b" l="l" r="r" t="t"/>
              <a:pathLst>
                <a:path extrusionOk="0" h="1308" w="913">
                  <a:moveTo>
                    <a:pt x="92" y="0"/>
                  </a:moveTo>
                  <a:cubicBezTo>
                    <a:pt x="92" y="0"/>
                    <a:pt x="1" y="456"/>
                    <a:pt x="183" y="791"/>
                  </a:cubicBezTo>
                  <a:cubicBezTo>
                    <a:pt x="365" y="1125"/>
                    <a:pt x="791" y="1307"/>
                    <a:pt x="791" y="1307"/>
                  </a:cubicBezTo>
                  <a:cubicBezTo>
                    <a:pt x="791" y="1307"/>
                    <a:pt x="912" y="851"/>
                    <a:pt x="700" y="487"/>
                  </a:cubicBezTo>
                  <a:cubicBezTo>
                    <a:pt x="487" y="152"/>
                    <a:pt x="92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22" name="Google Shape;8122;p75"/>
            <p:cNvSpPr/>
            <p:nvPr/>
          </p:nvSpPr>
          <p:spPr>
            <a:xfrm>
              <a:off x="243098" y="3940326"/>
              <a:ext cx="158051" cy="70869"/>
            </a:xfrm>
            <a:custGeom>
              <a:rect b="b" l="l" r="r" t="t"/>
              <a:pathLst>
                <a:path extrusionOk="0" h="886" w="1977">
                  <a:moveTo>
                    <a:pt x="996" y="1"/>
                  </a:moveTo>
                  <a:cubicBezTo>
                    <a:pt x="978" y="1"/>
                    <a:pt x="960" y="1"/>
                    <a:pt x="943" y="2"/>
                  </a:cubicBezTo>
                  <a:cubicBezTo>
                    <a:pt x="396" y="2"/>
                    <a:pt x="0" y="519"/>
                    <a:pt x="0" y="519"/>
                  </a:cubicBezTo>
                  <a:cubicBezTo>
                    <a:pt x="0" y="519"/>
                    <a:pt x="451" y="886"/>
                    <a:pt x="946" y="886"/>
                  </a:cubicBezTo>
                  <a:cubicBezTo>
                    <a:pt x="965" y="886"/>
                    <a:pt x="984" y="885"/>
                    <a:pt x="1003" y="884"/>
                  </a:cubicBezTo>
                  <a:cubicBezTo>
                    <a:pt x="1551" y="854"/>
                    <a:pt x="1976" y="398"/>
                    <a:pt x="1976" y="398"/>
                  </a:cubicBezTo>
                  <a:cubicBezTo>
                    <a:pt x="1976" y="398"/>
                    <a:pt x="1494" y="1"/>
                    <a:pt x="99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23" name="Google Shape;8123;p75"/>
            <p:cNvSpPr/>
            <p:nvPr/>
          </p:nvSpPr>
          <p:spPr>
            <a:xfrm>
              <a:off x="1256401" y="4479441"/>
              <a:ext cx="58360" cy="29755"/>
            </a:xfrm>
            <a:custGeom>
              <a:rect b="b" l="l" r="r" t="t"/>
              <a:pathLst>
                <a:path extrusionOk="0" h="372" w="730">
                  <a:moveTo>
                    <a:pt x="235" y="0"/>
                  </a:moveTo>
                  <a:cubicBezTo>
                    <a:pt x="108" y="0"/>
                    <a:pt x="0" y="41"/>
                    <a:pt x="0" y="41"/>
                  </a:cubicBezTo>
                  <a:cubicBezTo>
                    <a:pt x="0" y="41"/>
                    <a:pt x="122" y="253"/>
                    <a:pt x="304" y="345"/>
                  </a:cubicBezTo>
                  <a:cubicBezTo>
                    <a:pt x="365" y="365"/>
                    <a:pt x="433" y="372"/>
                    <a:pt x="496" y="372"/>
                  </a:cubicBezTo>
                  <a:cubicBezTo>
                    <a:pt x="622" y="372"/>
                    <a:pt x="730" y="345"/>
                    <a:pt x="730" y="345"/>
                  </a:cubicBezTo>
                  <a:cubicBezTo>
                    <a:pt x="730" y="345"/>
                    <a:pt x="608" y="101"/>
                    <a:pt x="426" y="41"/>
                  </a:cubicBezTo>
                  <a:cubicBezTo>
                    <a:pt x="365" y="10"/>
                    <a:pt x="298" y="0"/>
                    <a:pt x="23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24" name="Google Shape;8124;p75"/>
            <p:cNvSpPr/>
            <p:nvPr/>
          </p:nvSpPr>
          <p:spPr>
            <a:xfrm>
              <a:off x="1256401" y="4409692"/>
              <a:ext cx="60838" cy="58471"/>
            </a:xfrm>
            <a:custGeom>
              <a:rect b="b" l="l" r="r" t="t"/>
              <a:pathLst>
                <a:path extrusionOk="0" h="731" w="761">
                  <a:moveTo>
                    <a:pt x="760" y="1"/>
                  </a:moveTo>
                  <a:cubicBezTo>
                    <a:pt x="760" y="1"/>
                    <a:pt x="456" y="1"/>
                    <a:pt x="213" y="183"/>
                  </a:cubicBezTo>
                  <a:cubicBezTo>
                    <a:pt x="31" y="366"/>
                    <a:pt x="0" y="730"/>
                    <a:pt x="0" y="730"/>
                  </a:cubicBezTo>
                  <a:cubicBezTo>
                    <a:pt x="0" y="730"/>
                    <a:pt x="304" y="730"/>
                    <a:pt x="547" y="518"/>
                  </a:cubicBezTo>
                  <a:cubicBezTo>
                    <a:pt x="760" y="335"/>
                    <a:pt x="760" y="1"/>
                    <a:pt x="76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25" name="Google Shape;8125;p75"/>
            <p:cNvSpPr/>
            <p:nvPr/>
          </p:nvSpPr>
          <p:spPr>
            <a:xfrm>
              <a:off x="1217548" y="3476078"/>
              <a:ext cx="82663" cy="82787"/>
            </a:xfrm>
            <a:custGeom>
              <a:rect b="b" l="l" r="r" t="t"/>
              <a:pathLst>
                <a:path extrusionOk="0" h="1035" w="1034">
                  <a:moveTo>
                    <a:pt x="973" y="1"/>
                  </a:moveTo>
                  <a:lnTo>
                    <a:pt x="973" y="1"/>
                  </a:lnTo>
                  <a:cubicBezTo>
                    <a:pt x="973" y="1"/>
                    <a:pt x="517" y="1"/>
                    <a:pt x="274" y="305"/>
                  </a:cubicBezTo>
                  <a:cubicBezTo>
                    <a:pt x="0" y="578"/>
                    <a:pt x="0" y="1034"/>
                    <a:pt x="0" y="1034"/>
                  </a:cubicBezTo>
                  <a:cubicBezTo>
                    <a:pt x="0" y="1034"/>
                    <a:pt x="456" y="1034"/>
                    <a:pt x="730" y="730"/>
                  </a:cubicBezTo>
                  <a:cubicBezTo>
                    <a:pt x="1033" y="426"/>
                    <a:pt x="973" y="1"/>
                    <a:pt x="97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26" name="Google Shape;8126;p75"/>
            <p:cNvSpPr/>
            <p:nvPr/>
          </p:nvSpPr>
          <p:spPr>
            <a:xfrm>
              <a:off x="695027" y="3711641"/>
              <a:ext cx="72990" cy="37114"/>
            </a:xfrm>
            <a:custGeom>
              <a:rect b="b" l="l" r="r" t="t"/>
              <a:pathLst>
                <a:path extrusionOk="0" h="464" w="913">
                  <a:moveTo>
                    <a:pt x="318" y="1"/>
                  </a:moveTo>
                  <a:cubicBezTo>
                    <a:pt x="146" y="1"/>
                    <a:pt x="1" y="65"/>
                    <a:pt x="1" y="65"/>
                  </a:cubicBezTo>
                  <a:cubicBezTo>
                    <a:pt x="1" y="65"/>
                    <a:pt x="123" y="308"/>
                    <a:pt x="366" y="430"/>
                  </a:cubicBezTo>
                  <a:cubicBezTo>
                    <a:pt x="432" y="455"/>
                    <a:pt x="503" y="464"/>
                    <a:pt x="571" y="464"/>
                  </a:cubicBezTo>
                  <a:cubicBezTo>
                    <a:pt x="752" y="464"/>
                    <a:pt x="913" y="399"/>
                    <a:pt x="913" y="399"/>
                  </a:cubicBezTo>
                  <a:cubicBezTo>
                    <a:pt x="913" y="399"/>
                    <a:pt x="791" y="126"/>
                    <a:pt x="518" y="35"/>
                  </a:cubicBezTo>
                  <a:cubicBezTo>
                    <a:pt x="451" y="10"/>
                    <a:pt x="383" y="1"/>
                    <a:pt x="3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27" name="Google Shape;8127;p75"/>
            <p:cNvSpPr/>
            <p:nvPr/>
          </p:nvSpPr>
          <p:spPr>
            <a:xfrm>
              <a:off x="1113060" y="3398330"/>
              <a:ext cx="94815" cy="148377"/>
            </a:xfrm>
            <a:custGeom>
              <a:rect b="b" l="l" r="r" t="t"/>
              <a:pathLst>
                <a:path extrusionOk="0" h="1855" w="1186">
                  <a:moveTo>
                    <a:pt x="243" y="0"/>
                  </a:moveTo>
                  <a:cubicBezTo>
                    <a:pt x="243" y="0"/>
                    <a:pt x="0" y="517"/>
                    <a:pt x="213" y="1064"/>
                  </a:cubicBezTo>
                  <a:cubicBezTo>
                    <a:pt x="395" y="1581"/>
                    <a:pt x="973" y="1854"/>
                    <a:pt x="973" y="1854"/>
                  </a:cubicBezTo>
                  <a:cubicBezTo>
                    <a:pt x="973" y="1854"/>
                    <a:pt x="1185" y="1307"/>
                    <a:pt x="1003" y="791"/>
                  </a:cubicBezTo>
                  <a:cubicBezTo>
                    <a:pt x="821" y="304"/>
                    <a:pt x="243" y="0"/>
                    <a:pt x="24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28" name="Google Shape;8128;p75"/>
            <p:cNvSpPr/>
            <p:nvPr/>
          </p:nvSpPr>
          <p:spPr>
            <a:xfrm>
              <a:off x="758264" y="4468083"/>
              <a:ext cx="136146" cy="124061"/>
            </a:xfrm>
            <a:custGeom>
              <a:rect b="b" l="l" r="r" t="t"/>
              <a:pathLst>
                <a:path extrusionOk="0" h="1551" w="1703">
                  <a:moveTo>
                    <a:pt x="1277" y="0"/>
                  </a:moveTo>
                  <a:cubicBezTo>
                    <a:pt x="1094" y="0"/>
                    <a:pt x="1064" y="213"/>
                    <a:pt x="912" y="213"/>
                  </a:cubicBezTo>
                  <a:cubicBezTo>
                    <a:pt x="882" y="213"/>
                    <a:pt x="851" y="213"/>
                    <a:pt x="791" y="183"/>
                  </a:cubicBezTo>
                  <a:cubicBezTo>
                    <a:pt x="760" y="152"/>
                    <a:pt x="730" y="61"/>
                    <a:pt x="639" y="61"/>
                  </a:cubicBezTo>
                  <a:cubicBezTo>
                    <a:pt x="578" y="61"/>
                    <a:pt x="487" y="152"/>
                    <a:pt x="456" y="213"/>
                  </a:cubicBezTo>
                  <a:cubicBezTo>
                    <a:pt x="426" y="304"/>
                    <a:pt x="456" y="395"/>
                    <a:pt x="456" y="487"/>
                  </a:cubicBezTo>
                  <a:cubicBezTo>
                    <a:pt x="456" y="608"/>
                    <a:pt x="456" y="669"/>
                    <a:pt x="426" y="760"/>
                  </a:cubicBezTo>
                  <a:cubicBezTo>
                    <a:pt x="304" y="882"/>
                    <a:pt x="122" y="851"/>
                    <a:pt x="31" y="1003"/>
                  </a:cubicBezTo>
                  <a:cubicBezTo>
                    <a:pt x="0" y="1125"/>
                    <a:pt x="31" y="1277"/>
                    <a:pt x="122" y="1368"/>
                  </a:cubicBezTo>
                  <a:cubicBezTo>
                    <a:pt x="243" y="1459"/>
                    <a:pt x="335" y="1550"/>
                    <a:pt x="487" y="1550"/>
                  </a:cubicBezTo>
                  <a:lnTo>
                    <a:pt x="791" y="1550"/>
                  </a:lnTo>
                  <a:cubicBezTo>
                    <a:pt x="1064" y="1520"/>
                    <a:pt x="1307" y="1429"/>
                    <a:pt x="1490" y="1155"/>
                  </a:cubicBezTo>
                  <a:cubicBezTo>
                    <a:pt x="1672" y="943"/>
                    <a:pt x="1702" y="639"/>
                    <a:pt x="1642" y="365"/>
                  </a:cubicBezTo>
                  <a:cubicBezTo>
                    <a:pt x="1550" y="213"/>
                    <a:pt x="1490" y="31"/>
                    <a:pt x="127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129" name="Google Shape;8129;p75"/>
          <p:cNvSpPr/>
          <p:nvPr/>
        </p:nvSpPr>
        <p:spPr>
          <a:xfrm>
            <a:off x="0" y="5107500"/>
            <a:ext cx="9144000" cy="36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130" name="Google Shape;8130;p75"/>
          <p:cNvGrpSpPr/>
          <p:nvPr/>
        </p:nvGrpSpPr>
        <p:grpSpPr>
          <a:xfrm>
            <a:off x="0" y="4752988"/>
            <a:ext cx="9144000" cy="354505"/>
            <a:chOff x="0" y="4689888"/>
            <a:chExt cx="9144000" cy="354505"/>
          </a:xfrm>
        </p:grpSpPr>
        <p:grpSp>
          <p:nvGrpSpPr>
            <p:cNvPr id="8131" name="Google Shape;8131;p75"/>
            <p:cNvGrpSpPr/>
            <p:nvPr/>
          </p:nvGrpSpPr>
          <p:grpSpPr>
            <a:xfrm>
              <a:off x="0" y="4793425"/>
              <a:ext cx="9144000" cy="194975"/>
              <a:chOff x="0" y="4789550"/>
              <a:chExt cx="9144000" cy="194975"/>
            </a:xfrm>
          </p:grpSpPr>
          <p:sp>
            <p:nvSpPr>
              <p:cNvPr id="8132" name="Google Shape;8132;p75"/>
              <p:cNvSpPr/>
              <p:nvPr/>
            </p:nvSpPr>
            <p:spPr>
              <a:xfrm>
                <a:off x="0" y="4789550"/>
                <a:ext cx="9144000" cy="360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33" name="Google Shape;8133;p75"/>
              <p:cNvSpPr/>
              <p:nvPr/>
            </p:nvSpPr>
            <p:spPr>
              <a:xfrm>
                <a:off x="0" y="4948525"/>
                <a:ext cx="9144000" cy="360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134" name="Google Shape;8134;p75"/>
            <p:cNvGrpSpPr/>
            <p:nvPr/>
          </p:nvGrpSpPr>
          <p:grpSpPr>
            <a:xfrm>
              <a:off x="28483" y="4689888"/>
              <a:ext cx="9087034" cy="354505"/>
              <a:chOff x="28483" y="4689888"/>
              <a:chExt cx="9087034" cy="354505"/>
            </a:xfrm>
          </p:grpSpPr>
          <p:sp>
            <p:nvSpPr>
              <p:cNvPr id="8135" name="Google Shape;8135;p75"/>
              <p:cNvSpPr/>
              <p:nvPr/>
            </p:nvSpPr>
            <p:spPr>
              <a:xfrm>
                <a:off x="64010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6" y="1"/>
                      <a:pt x="533" y="8"/>
                      <a:pt x="518" y="24"/>
                    </a:cubicBezTo>
                    <a:lnTo>
                      <a:pt x="62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34" y="4431"/>
                      <a:pt x="1065" y="4401"/>
                      <a:pt x="1156" y="4370"/>
                    </a:cubicBezTo>
                    <a:lnTo>
                      <a:pt x="1156" y="601"/>
                    </a:lnTo>
                    <a:lnTo>
                      <a:pt x="1126" y="571"/>
                    </a:lnTo>
                    <a:lnTo>
                      <a:pt x="670" y="24"/>
                    </a:lnTo>
                    <a:cubicBezTo>
                      <a:pt x="639" y="8"/>
                      <a:pt x="609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36" name="Google Shape;8136;p75"/>
              <p:cNvSpPr/>
              <p:nvPr/>
            </p:nvSpPr>
            <p:spPr>
              <a:xfrm>
                <a:off x="79301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3" y="8"/>
                      <a:pt x="517" y="24"/>
                    </a:cubicBezTo>
                    <a:lnTo>
                      <a:pt x="6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34" y="4431"/>
                      <a:pt x="1064" y="4401"/>
                      <a:pt x="1156" y="4370"/>
                    </a:cubicBezTo>
                    <a:lnTo>
                      <a:pt x="1156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9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37" name="Google Shape;8137;p75"/>
              <p:cNvSpPr/>
              <p:nvPr/>
            </p:nvSpPr>
            <p:spPr>
              <a:xfrm>
                <a:off x="94592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2" y="4431"/>
                      <a:pt x="122" y="4431"/>
                    </a:cubicBezTo>
                    <a:lnTo>
                      <a:pt x="1003" y="4431"/>
                    </a:lnTo>
                    <a:cubicBezTo>
                      <a:pt x="103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8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38" name="Google Shape;8138;p75"/>
              <p:cNvSpPr/>
              <p:nvPr/>
            </p:nvSpPr>
            <p:spPr>
              <a:xfrm>
                <a:off x="109882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1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1" y="4431"/>
                      <a:pt x="122" y="4431"/>
                    </a:cubicBezTo>
                    <a:lnTo>
                      <a:pt x="1003" y="4431"/>
                    </a:lnTo>
                    <a:cubicBezTo>
                      <a:pt x="106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8" y="8"/>
                      <a:pt x="608" y="1"/>
                      <a:pt x="58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39" name="Google Shape;8139;p75"/>
              <p:cNvSpPr/>
              <p:nvPr/>
            </p:nvSpPr>
            <p:spPr>
              <a:xfrm>
                <a:off x="1251735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04" y="4431"/>
                      <a:pt x="103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40" name="Google Shape;8140;p75"/>
              <p:cNvSpPr/>
              <p:nvPr/>
            </p:nvSpPr>
            <p:spPr>
              <a:xfrm>
                <a:off x="1402243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41" name="Google Shape;8141;p75"/>
              <p:cNvSpPr/>
              <p:nvPr/>
            </p:nvSpPr>
            <p:spPr>
              <a:xfrm>
                <a:off x="1552751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64" y="4431"/>
                      <a:pt x="109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42" name="Google Shape;8142;p75"/>
              <p:cNvSpPr/>
              <p:nvPr/>
            </p:nvSpPr>
            <p:spPr>
              <a:xfrm>
                <a:off x="751362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43" name="Google Shape;8143;p75"/>
              <p:cNvSpPr/>
              <p:nvPr/>
            </p:nvSpPr>
            <p:spPr>
              <a:xfrm>
                <a:off x="7666529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3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44" name="Google Shape;8144;p75"/>
              <p:cNvSpPr/>
              <p:nvPr/>
            </p:nvSpPr>
            <p:spPr>
              <a:xfrm>
                <a:off x="7816957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0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45" name="Google Shape;8145;p75"/>
              <p:cNvSpPr/>
              <p:nvPr/>
            </p:nvSpPr>
            <p:spPr>
              <a:xfrm>
                <a:off x="796738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82" y="1"/>
                    </a:moveTo>
                    <a:cubicBezTo>
                      <a:pt x="555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2" y="4431"/>
                      <a:pt x="122" y="4431"/>
                    </a:cubicBezTo>
                    <a:lnTo>
                      <a:pt x="1003" y="4431"/>
                    </a:lnTo>
                    <a:cubicBezTo>
                      <a:pt x="103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39" y="8"/>
                      <a:pt x="608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46" name="Google Shape;8146;p75"/>
              <p:cNvSpPr/>
              <p:nvPr/>
            </p:nvSpPr>
            <p:spPr>
              <a:xfrm>
                <a:off x="812029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93" y="1"/>
                    </a:moveTo>
                    <a:cubicBezTo>
                      <a:pt x="562" y="1"/>
                      <a:pt x="532" y="8"/>
                      <a:pt x="517" y="24"/>
                    </a:cubicBezTo>
                    <a:lnTo>
                      <a:pt x="6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91" y="4431"/>
                      <a:pt x="122" y="4431"/>
                    </a:cubicBezTo>
                    <a:lnTo>
                      <a:pt x="1003" y="4431"/>
                    </a:lnTo>
                    <a:cubicBezTo>
                      <a:pt x="1064" y="4431"/>
                      <a:pt x="1125" y="4401"/>
                      <a:pt x="1155" y="4370"/>
                    </a:cubicBezTo>
                    <a:lnTo>
                      <a:pt x="1155" y="601"/>
                    </a:lnTo>
                    <a:lnTo>
                      <a:pt x="1125" y="571"/>
                    </a:lnTo>
                    <a:lnTo>
                      <a:pt x="669" y="24"/>
                    </a:lnTo>
                    <a:cubicBezTo>
                      <a:pt x="654" y="8"/>
                      <a:pt x="623" y="1"/>
                      <a:pt x="59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47" name="Google Shape;8147;p75"/>
              <p:cNvSpPr/>
              <p:nvPr/>
            </p:nvSpPr>
            <p:spPr>
              <a:xfrm>
                <a:off x="8273198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1" y="4431"/>
                      <a:pt x="122" y="4431"/>
                    </a:cubicBezTo>
                    <a:lnTo>
                      <a:pt x="973" y="4431"/>
                    </a:lnTo>
                    <a:cubicBezTo>
                      <a:pt x="1034" y="4431"/>
                      <a:pt x="1065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48" name="Google Shape;8148;p75"/>
              <p:cNvSpPr/>
              <p:nvPr/>
            </p:nvSpPr>
            <p:spPr>
              <a:xfrm>
                <a:off x="8423706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2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2" y="4431"/>
                    </a:cubicBezTo>
                    <a:lnTo>
                      <a:pt x="973" y="4431"/>
                    </a:lnTo>
                    <a:cubicBezTo>
                      <a:pt x="1034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3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49" name="Google Shape;8149;p75"/>
              <p:cNvSpPr/>
              <p:nvPr/>
            </p:nvSpPr>
            <p:spPr>
              <a:xfrm>
                <a:off x="8574214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62" y="1"/>
                    </a:moveTo>
                    <a:cubicBezTo>
                      <a:pt x="532" y="1"/>
                      <a:pt x="502" y="8"/>
                      <a:pt x="486" y="24"/>
                    </a:cubicBezTo>
                    <a:lnTo>
                      <a:pt x="31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91" y="4431"/>
                    </a:cubicBezTo>
                    <a:lnTo>
                      <a:pt x="973" y="4431"/>
                    </a:lnTo>
                    <a:cubicBezTo>
                      <a:pt x="1064" y="4431"/>
                      <a:pt x="109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593" y="1"/>
                      <a:pt x="5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50" name="Google Shape;8150;p75"/>
              <p:cNvSpPr/>
              <p:nvPr/>
            </p:nvSpPr>
            <p:spPr>
              <a:xfrm>
                <a:off x="8724643" y="4689888"/>
                <a:ext cx="90018" cy="354505"/>
              </a:xfrm>
              <a:custGeom>
                <a:rect b="b" l="l" r="r" t="t"/>
                <a:pathLst>
                  <a:path extrusionOk="0" h="4432" w="1126">
                    <a:moveTo>
                      <a:pt x="563" y="1"/>
                    </a:moveTo>
                    <a:cubicBezTo>
                      <a:pt x="533" y="1"/>
                      <a:pt x="502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62" y="4431"/>
                      <a:pt x="122" y="4431"/>
                    </a:cubicBezTo>
                    <a:lnTo>
                      <a:pt x="974" y="4431"/>
                    </a:lnTo>
                    <a:cubicBezTo>
                      <a:pt x="1065" y="4431"/>
                      <a:pt x="1095" y="4401"/>
                      <a:pt x="1126" y="4370"/>
                    </a:cubicBezTo>
                    <a:lnTo>
                      <a:pt x="112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594" y="1"/>
                      <a:pt x="5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51" name="Google Shape;8151;p75"/>
              <p:cNvSpPr/>
              <p:nvPr/>
            </p:nvSpPr>
            <p:spPr>
              <a:xfrm>
                <a:off x="8875151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74" y="1"/>
                    </a:moveTo>
                    <a:cubicBezTo>
                      <a:pt x="547" y="1"/>
                      <a:pt x="517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122" y="4431"/>
                    </a:cubicBezTo>
                    <a:lnTo>
                      <a:pt x="1003" y="4431"/>
                    </a:lnTo>
                    <a:cubicBezTo>
                      <a:pt x="103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600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52" name="Google Shape;8152;p75"/>
              <p:cNvSpPr/>
              <p:nvPr/>
            </p:nvSpPr>
            <p:spPr>
              <a:xfrm>
                <a:off x="736071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53" name="Google Shape;8153;p75"/>
              <p:cNvSpPr/>
              <p:nvPr/>
            </p:nvSpPr>
            <p:spPr>
              <a:xfrm>
                <a:off x="720781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54" name="Google Shape;8154;p75"/>
              <p:cNvSpPr/>
              <p:nvPr/>
            </p:nvSpPr>
            <p:spPr>
              <a:xfrm>
                <a:off x="705490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55" name="Google Shape;8155;p75"/>
              <p:cNvSpPr/>
              <p:nvPr/>
            </p:nvSpPr>
            <p:spPr>
              <a:xfrm>
                <a:off x="690199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56" name="Google Shape;8156;p75"/>
              <p:cNvSpPr/>
              <p:nvPr/>
            </p:nvSpPr>
            <p:spPr>
              <a:xfrm>
                <a:off x="674909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57" name="Google Shape;8157;p75"/>
              <p:cNvSpPr/>
              <p:nvPr/>
            </p:nvSpPr>
            <p:spPr>
              <a:xfrm>
                <a:off x="659618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58" name="Google Shape;8158;p75"/>
              <p:cNvSpPr/>
              <p:nvPr/>
            </p:nvSpPr>
            <p:spPr>
              <a:xfrm>
                <a:off x="644327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59" name="Google Shape;8159;p75"/>
              <p:cNvSpPr/>
              <p:nvPr/>
            </p:nvSpPr>
            <p:spPr>
              <a:xfrm>
                <a:off x="629037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60" name="Google Shape;8160;p75"/>
              <p:cNvSpPr/>
              <p:nvPr/>
            </p:nvSpPr>
            <p:spPr>
              <a:xfrm>
                <a:off x="613746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61" name="Google Shape;8161;p75"/>
              <p:cNvSpPr/>
              <p:nvPr/>
            </p:nvSpPr>
            <p:spPr>
              <a:xfrm>
                <a:off x="598455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62" name="Google Shape;8162;p75"/>
              <p:cNvSpPr/>
              <p:nvPr/>
            </p:nvSpPr>
            <p:spPr>
              <a:xfrm>
                <a:off x="583165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63" name="Google Shape;8163;p75"/>
              <p:cNvSpPr/>
              <p:nvPr/>
            </p:nvSpPr>
            <p:spPr>
              <a:xfrm>
                <a:off x="567874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64" name="Google Shape;8164;p75"/>
              <p:cNvSpPr/>
              <p:nvPr/>
            </p:nvSpPr>
            <p:spPr>
              <a:xfrm>
                <a:off x="552583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65" name="Google Shape;8165;p75"/>
              <p:cNvSpPr/>
              <p:nvPr/>
            </p:nvSpPr>
            <p:spPr>
              <a:xfrm>
                <a:off x="537293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66" name="Google Shape;8166;p75"/>
              <p:cNvSpPr/>
              <p:nvPr/>
            </p:nvSpPr>
            <p:spPr>
              <a:xfrm>
                <a:off x="522002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67" name="Google Shape;8167;p75"/>
              <p:cNvSpPr/>
              <p:nvPr/>
            </p:nvSpPr>
            <p:spPr>
              <a:xfrm>
                <a:off x="506712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68" name="Google Shape;8168;p75"/>
              <p:cNvSpPr/>
              <p:nvPr/>
            </p:nvSpPr>
            <p:spPr>
              <a:xfrm>
                <a:off x="491421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69" name="Google Shape;8169;p75"/>
              <p:cNvSpPr/>
              <p:nvPr/>
            </p:nvSpPr>
            <p:spPr>
              <a:xfrm>
                <a:off x="476130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70" name="Google Shape;8170;p75"/>
              <p:cNvSpPr/>
              <p:nvPr/>
            </p:nvSpPr>
            <p:spPr>
              <a:xfrm>
                <a:off x="460840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71" name="Google Shape;8171;p75"/>
              <p:cNvSpPr/>
              <p:nvPr/>
            </p:nvSpPr>
            <p:spPr>
              <a:xfrm>
                <a:off x="445549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72" name="Google Shape;8172;p75"/>
              <p:cNvSpPr/>
              <p:nvPr/>
            </p:nvSpPr>
            <p:spPr>
              <a:xfrm>
                <a:off x="430258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73" name="Google Shape;8173;p75"/>
              <p:cNvSpPr/>
              <p:nvPr/>
            </p:nvSpPr>
            <p:spPr>
              <a:xfrm>
                <a:off x="414968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74" name="Google Shape;8174;p75"/>
              <p:cNvSpPr/>
              <p:nvPr/>
            </p:nvSpPr>
            <p:spPr>
              <a:xfrm>
                <a:off x="399677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75" name="Google Shape;8175;p75"/>
              <p:cNvSpPr/>
              <p:nvPr/>
            </p:nvSpPr>
            <p:spPr>
              <a:xfrm>
                <a:off x="384386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76" name="Google Shape;8176;p75"/>
              <p:cNvSpPr/>
              <p:nvPr/>
            </p:nvSpPr>
            <p:spPr>
              <a:xfrm>
                <a:off x="369096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77" name="Google Shape;8177;p75"/>
              <p:cNvSpPr/>
              <p:nvPr/>
            </p:nvSpPr>
            <p:spPr>
              <a:xfrm>
                <a:off x="353805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78" name="Google Shape;8178;p75"/>
              <p:cNvSpPr/>
              <p:nvPr/>
            </p:nvSpPr>
            <p:spPr>
              <a:xfrm>
                <a:off x="338514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79" name="Google Shape;8179;p75"/>
              <p:cNvSpPr/>
              <p:nvPr/>
            </p:nvSpPr>
            <p:spPr>
              <a:xfrm>
                <a:off x="323224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80" name="Google Shape;8180;p75"/>
              <p:cNvSpPr/>
              <p:nvPr/>
            </p:nvSpPr>
            <p:spPr>
              <a:xfrm>
                <a:off x="307933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81" name="Google Shape;8181;p75"/>
              <p:cNvSpPr/>
              <p:nvPr/>
            </p:nvSpPr>
            <p:spPr>
              <a:xfrm>
                <a:off x="292643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82" name="Google Shape;8182;p75"/>
              <p:cNvSpPr/>
              <p:nvPr/>
            </p:nvSpPr>
            <p:spPr>
              <a:xfrm>
                <a:off x="277352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83" name="Google Shape;8183;p75"/>
              <p:cNvSpPr/>
              <p:nvPr/>
            </p:nvSpPr>
            <p:spPr>
              <a:xfrm>
                <a:off x="2620617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84" name="Google Shape;8184;p75"/>
              <p:cNvSpPr/>
              <p:nvPr/>
            </p:nvSpPr>
            <p:spPr>
              <a:xfrm>
                <a:off x="2467711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85" name="Google Shape;8185;p75"/>
              <p:cNvSpPr/>
              <p:nvPr/>
            </p:nvSpPr>
            <p:spPr>
              <a:xfrm>
                <a:off x="2314804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86" name="Google Shape;8186;p75"/>
              <p:cNvSpPr/>
              <p:nvPr/>
            </p:nvSpPr>
            <p:spPr>
              <a:xfrm>
                <a:off x="2161898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87" name="Google Shape;8187;p75"/>
              <p:cNvSpPr/>
              <p:nvPr/>
            </p:nvSpPr>
            <p:spPr>
              <a:xfrm>
                <a:off x="200899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88" name="Google Shape;8188;p75"/>
              <p:cNvSpPr/>
              <p:nvPr/>
            </p:nvSpPr>
            <p:spPr>
              <a:xfrm>
                <a:off x="1856085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89" name="Google Shape;8189;p75"/>
              <p:cNvSpPr/>
              <p:nvPr/>
            </p:nvSpPr>
            <p:spPr>
              <a:xfrm>
                <a:off x="1703179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90" name="Google Shape;8190;p75"/>
              <p:cNvSpPr/>
              <p:nvPr/>
            </p:nvSpPr>
            <p:spPr>
              <a:xfrm>
                <a:off x="487202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91" name="Google Shape;8191;p75"/>
              <p:cNvSpPr/>
              <p:nvPr/>
            </p:nvSpPr>
            <p:spPr>
              <a:xfrm>
                <a:off x="334296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92" name="Google Shape;8192;p75"/>
              <p:cNvSpPr/>
              <p:nvPr/>
            </p:nvSpPr>
            <p:spPr>
              <a:xfrm>
                <a:off x="181390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93" name="Google Shape;8193;p75"/>
              <p:cNvSpPr/>
              <p:nvPr/>
            </p:nvSpPr>
            <p:spPr>
              <a:xfrm>
                <a:off x="28483" y="4689888"/>
                <a:ext cx="92416" cy="354505"/>
              </a:xfrm>
              <a:custGeom>
                <a:rect b="b" l="l" r="r" t="t"/>
                <a:pathLst>
                  <a:path extrusionOk="0" h="4432" w="1156">
                    <a:moveTo>
                      <a:pt x="574" y="1"/>
                    </a:moveTo>
                    <a:cubicBezTo>
                      <a:pt x="548" y="1"/>
                      <a:pt x="517" y="8"/>
                      <a:pt x="487" y="24"/>
                    </a:cubicBezTo>
                    <a:lnTo>
                      <a:pt x="31" y="571"/>
                    </a:lnTo>
                    <a:cubicBezTo>
                      <a:pt x="1" y="571"/>
                      <a:pt x="1" y="571"/>
                      <a:pt x="1" y="601"/>
                    </a:cubicBezTo>
                    <a:lnTo>
                      <a:pt x="1" y="4370"/>
                    </a:lnTo>
                    <a:cubicBezTo>
                      <a:pt x="1" y="4401"/>
                      <a:pt x="92" y="4431"/>
                      <a:pt x="122" y="4431"/>
                    </a:cubicBezTo>
                    <a:lnTo>
                      <a:pt x="1004" y="4431"/>
                    </a:lnTo>
                    <a:cubicBezTo>
                      <a:pt x="1065" y="4431"/>
                      <a:pt x="1125" y="4401"/>
                      <a:pt x="1156" y="4370"/>
                    </a:cubicBezTo>
                    <a:lnTo>
                      <a:pt x="1156" y="601"/>
                    </a:lnTo>
                    <a:lnTo>
                      <a:pt x="1095" y="571"/>
                    </a:lnTo>
                    <a:lnTo>
                      <a:pt x="639" y="24"/>
                    </a:lnTo>
                    <a:cubicBezTo>
                      <a:pt x="624" y="8"/>
                      <a:pt x="601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94" name="Google Shape;8194;p75"/>
              <p:cNvSpPr/>
              <p:nvPr/>
            </p:nvSpPr>
            <p:spPr>
              <a:xfrm>
                <a:off x="9025579" y="4689888"/>
                <a:ext cx="89938" cy="354505"/>
              </a:xfrm>
              <a:custGeom>
                <a:rect b="b" l="l" r="r" t="t"/>
                <a:pathLst>
                  <a:path extrusionOk="0" h="4432" w="1125">
                    <a:moveTo>
                      <a:pt x="574" y="1"/>
                    </a:moveTo>
                    <a:cubicBezTo>
                      <a:pt x="547" y="1"/>
                      <a:pt x="517" y="8"/>
                      <a:pt x="486" y="24"/>
                    </a:cubicBezTo>
                    <a:lnTo>
                      <a:pt x="30" y="571"/>
                    </a:lnTo>
                    <a:cubicBezTo>
                      <a:pt x="0" y="571"/>
                      <a:pt x="0" y="571"/>
                      <a:pt x="0" y="601"/>
                    </a:cubicBezTo>
                    <a:lnTo>
                      <a:pt x="0" y="4370"/>
                    </a:lnTo>
                    <a:cubicBezTo>
                      <a:pt x="0" y="4401"/>
                      <a:pt x="61" y="4431"/>
                      <a:pt x="122" y="4431"/>
                    </a:cubicBezTo>
                    <a:lnTo>
                      <a:pt x="1003" y="4431"/>
                    </a:lnTo>
                    <a:cubicBezTo>
                      <a:pt x="1033" y="4431"/>
                      <a:pt x="1064" y="4401"/>
                      <a:pt x="1125" y="4370"/>
                    </a:cubicBezTo>
                    <a:lnTo>
                      <a:pt x="1125" y="601"/>
                    </a:lnTo>
                    <a:lnTo>
                      <a:pt x="1094" y="571"/>
                    </a:lnTo>
                    <a:lnTo>
                      <a:pt x="638" y="24"/>
                    </a:lnTo>
                    <a:cubicBezTo>
                      <a:pt x="623" y="8"/>
                      <a:pt x="600" y="1"/>
                      <a:pt x="5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5" Type="http://schemas.openxmlformats.org/officeDocument/2006/relationships/theme" Target="../theme/theme3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44.xml"/><Relationship Id="rId22" Type="http://schemas.openxmlformats.org/officeDocument/2006/relationships/slideLayout" Target="../slideLayouts/slideLayout46.xml"/><Relationship Id="rId21" Type="http://schemas.openxmlformats.org/officeDocument/2006/relationships/slideLayout" Target="../slideLayouts/slideLayout45.xml"/><Relationship Id="rId24" Type="http://schemas.openxmlformats.org/officeDocument/2006/relationships/slideLayout" Target="../slideLayouts/slideLayout48.xml"/><Relationship Id="rId23" Type="http://schemas.openxmlformats.org/officeDocument/2006/relationships/slideLayout" Target="../slideLayouts/slideLayout47.xml"/><Relationship Id="rId1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25" Type="http://schemas.openxmlformats.org/officeDocument/2006/relationships/theme" Target="../theme/theme4.xml"/><Relationship Id="rId5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34.xml"/><Relationship Id="rId13" Type="http://schemas.openxmlformats.org/officeDocument/2006/relationships/slideLayout" Target="../slideLayouts/slideLayout37.xml"/><Relationship Id="rId12" Type="http://schemas.openxmlformats.org/officeDocument/2006/relationships/slideLayout" Target="../slideLayouts/slideLayout36.xml"/><Relationship Id="rId15" Type="http://schemas.openxmlformats.org/officeDocument/2006/relationships/slideLayout" Target="../slideLayouts/slideLayout39.xml"/><Relationship Id="rId14" Type="http://schemas.openxmlformats.org/officeDocument/2006/relationships/slideLayout" Target="../slideLayouts/slideLayout38.xml"/><Relationship Id="rId17" Type="http://schemas.openxmlformats.org/officeDocument/2006/relationships/slideLayout" Target="../slideLayouts/slideLayout41.xml"/><Relationship Id="rId16" Type="http://schemas.openxmlformats.org/officeDocument/2006/relationships/slideLayout" Target="../slideLayouts/slideLayout40.xml"/><Relationship Id="rId19" Type="http://schemas.openxmlformats.org/officeDocument/2006/relationships/slideLayout" Target="../slideLayouts/slideLayout43.xml"/><Relationship Id="rId18" Type="http://schemas.openxmlformats.org/officeDocument/2006/relationships/slideLayout" Target="../slideLayouts/slideLayout42.xml"/></Relationships>
</file>

<file path=ppt/slideMasters/_rels/slideMaster3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68.xml"/><Relationship Id="rId22" Type="http://schemas.openxmlformats.org/officeDocument/2006/relationships/slideLayout" Target="../slideLayouts/slideLayout70.xml"/><Relationship Id="rId21" Type="http://schemas.openxmlformats.org/officeDocument/2006/relationships/slideLayout" Target="../slideLayouts/slideLayout69.xml"/><Relationship Id="rId24" Type="http://schemas.openxmlformats.org/officeDocument/2006/relationships/slideLayout" Target="../slideLayouts/slideLayout72.xml"/><Relationship Id="rId23" Type="http://schemas.openxmlformats.org/officeDocument/2006/relationships/slideLayout" Target="../slideLayouts/slideLayout71.xml"/><Relationship Id="rId1" Type="http://schemas.openxmlformats.org/officeDocument/2006/relationships/slideLayout" Target="../slideLayouts/slideLayout49.xml"/><Relationship Id="rId2" Type="http://schemas.openxmlformats.org/officeDocument/2006/relationships/slideLayout" Target="../slideLayouts/slideLayout50.xml"/><Relationship Id="rId3" Type="http://schemas.openxmlformats.org/officeDocument/2006/relationships/slideLayout" Target="../slideLayouts/slideLayout51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Relationship Id="rId25" Type="http://schemas.openxmlformats.org/officeDocument/2006/relationships/theme" Target="../theme/theme2.xml"/><Relationship Id="rId5" Type="http://schemas.openxmlformats.org/officeDocument/2006/relationships/slideLayout" Target="../slideLayouts/slideLayout53.xml"/><Relationship Id="rId6" Type="http://schemas.openxmlformats.org/officeDocument/2006/relationships/slideLayout" Target="../slideLayouts/slideLayout54.xml"/><Relationship Id="rId7" Type="http://schemas.openxmlformats.org/officeDocument/2006/relationships/slideLayout" Target="../slideLayouts/slideLayout55.xml"/><Relationship Id="rId8" Type="http://schemas.openxmlformats.org/officeDocument/2006/relationships/slideLayout" Target="../slideLayouts/slideLayout56.xml"/><Relationship Id="rId11" Type="http://schemas.openxmlformats.org/officeDocument/2006/relationships/slideLayout" Target="../slideLayouts/slideLayout59.xml"/><Relationship Id="rId10" Type="http://schemas.openxmlformats.org/officeDocument/2006/relationships/slideLayout" Target="../slideLayouts/slideLayout58.xml"/><Relationship Id="rId13" Type="http://schemas.openxmlformats.org/officeDocument/2006/relationships/slideLayout" Target="../slideLayouts/slideLayout61.xml"/><Relationship Id="rId12" Type="http://schemas.openxmlformats.org/officeDocument/2006/relationships/slideLayout" Target="../slideLayouts/slideLayout60.xml"/><Relationship Id="rId15" Type="http://schemas.openxmlformats.org/officeDocument/2006/relationships/slideLayout" Target="../slideLayouts/slideLayout63.xml"/><Relationship Id="rId14" Type="http://schemas.openxmlformats.org/officeDocument/2006/relationships/slideLayout" Target="../slideLayouts/slideLayout62.xml"/><Relationship Id="rId17" Type="http://schemas.openxmlformats.org/officeDocument/2006/relationships/slideLayout" Target="../slideLayouts/slideLayout65.xml"/><Relationship Id="rId16" Type="http://schemas.openxmlformats.org/officeDocument/2006/relationships/slideLayout" Target="../slideLayouts/slideLayout64.xml"/><Relationship Id="rId19" Type="http://schemas.openxmlformats.org/officeDocument/2006/relationships/slideLayout" Target="../slideLayouts/slideLayout67.xml"/><Relationship Id="rId18" Type="http://schemas.openxmlformats.org/officeDocument/2006/relationships/slideLayout" Target="../slideLayouts/slideLayout6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20000" y="540000"/>
            <a:ext cx="7704000" cy="6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500"/>
              <a:buFont typeface="Rubik ExtraBold"/>
              <a:buNone/>
              <a:defRPr sz="3500">
                <a:solidFill>
                  <a:schemeClr val="accent6"/>
                </a:solidFill>
                <a:latin typeface="Rubik ExtraBold"/>
                <a:ea typeface="Rubik ExtraBold"/>
                <a:cs typeface="Rubik ExtraBold"/>
                <a:sym typeface="Rubik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20000" y="1216800"/>
            <a:ext cx="7704000" cy="33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■"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■"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Montserrat Medium"/>
              <a:buChar char="■"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2735" name="Shape 2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6" name="Google Shape;2736;p26"/>
          <p:cNvSpPr txBox="1"/>
          <p:nvPr>
            <p:ph type="title"/>
          </p:nvPr>
        </p:nvSpPr>
        <p:spPr>
          <a:xfrm>
            <a:off x="720000" y="540000"/>
            <a:ext cx="7704000" cy="6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500"/>
              <a:buFont typeface="Rubik ExtraBold"/>
              <a:buNone/>
              <a:defRPr sz="3500">
                <a:solidFill>
                  <a:schemeClr val="accent6"/>
                </a:solidFill>
                <a:latin typeface="Rubik ExtraBold"/>
                <a:ea typeface="Rubik ExtraBold"/>
                <a:cs typeface="Rubik ExtraBold"/>
                <a:sym typeface="Rubik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737" name="Google Shape;2737;p26"/>
          <p:cNvSpPr txBox="1"/>
          <p:nvPr>
            <p:ph idx="1" type="body"/>
          </p:nvPr>
        </p:nvSpPr>
        <p:spPr>
          <a:xfrm>
            <a:off x="720000" y="1216800"/>
            <a:ext cx="7704000" cy="33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■"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■"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Montserrat Medium"/>
              <a:buChar char="■"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  <p:sldLayoutId id="2147483684" r:id="rId13"/>
    <p:sldLayoutId id="2147483685" r:id="rId14"/>
    <p:sldLayoutId id="2147483686" r:id="rId15"/>
    <p:sldLayoutId id="2147483687" r:id="rId16"/>
    <p:sldLayoutId id="2147483688" r:id="rId17"/>
    <p:sldLayoutId id="2147483689" r:id="rId18"/>
    <p:sldLayoutId id="2147483690" r:id="rId19"/>
    <p:sldLayoutId id="2147483691" r:id="rId20"/>
    <p:sldLayoutId id="2147483692" r:id="rId21"/>
    <p:sldLayoutId id="2147483693" r:id="rId22"/>
    <p:sldLayoutId id="2147483694" r:id="rId23"/>
    <p:sldLayoutId id="2147483695" r:id="rId2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5465" name="Shape 5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6" name="Google Shape;5466;p51"/>
          <p:cNvSpPr txBox="1"/>
          <p:nvPr>
            <p:ph type="title"/>
          </p:nvPr>
        </p:nvSpPr>
        <p:spPr>
          <a:xfrm>
            <a:off x="720000" y="540000"/>
            <a:ext cx="7704000" cy="6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500"/>
              <a:buFont typeface="Rubik ExtraBold"/>
              <a:buNone/>
              <a:defRPr sz="3500">
                <a:solidFill>
                  <a:schemeClr val="accent6"/>
                </a:solidFill>
                <a:latin typeface="Rubik ExtraBold"/>
                <a:ea typeface="Rubik ExtraBold"/>
                <a:cs typeface="Rubik ExtraBold"/>
                <a:sym typeface="Rubik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5467" name="Google Shape;5467;p51"/>
          <p:cNvSpPr txBox="1"/>
          <p:nvPr>
            <p:ph idx="1" type="body"/>
          </p:nvPr>
        </p:nvSpPr>
        <p:spPr>
          <a:xfrm>
            <a:off x="720000" y="1216800"/>
            <a:ext cx="7704000" cy="33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■"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■"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Montserrat Medium"/>
              <a:buChar char="■"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7" r:id="rId12"/>
    <p:sldLayoutId id="2147483708" r:id="rId13"/>
    <p:sldLayoutId id="2147483709" r:id="rId14"/>
    <p:sldLayoutId id="2147483710" r:id="rId15"/>
    <p:sldLayoutId id="2147483711" r:id="rId16"/>
    <p:sldLayoutId id="2147483712" r:id="rId17"/>
    <p:sldLayoutId id="2147483713" r:id="rId18"/>
    <p:sldLayoutId id="2147483714" r:id="rId19"/>
    <p:sldLayoutId id="2147483715" r:id="rId20"/>
    <p:sldLayoutId id="2147483716" r:id="rId21"/>
    <p:sldLayoutId id="2147483717" r:id="rId22"/>
    <p:sldLayoutId id="2147483718" r:id="rId23"/>
    <p:sldLayoutId id="2147483719" r:id="rId2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2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www.zillow.com/research/data/" TargetMode="External"/><Relationship Id="rId4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Relationship Id="rId4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8.jpg"/><Relationship Id="rId4" Type="http://schemas.openxmlformats.org/officeDocument/2006/relationships/image" Target="../media/image11.png"/><Relationship Id="rId5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0.png"/><Relationship Id="rId4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9.png"/><Relationship Id="rId4" Type="http://schemas.openxmlformats.org/officeDocument/2006/relationships/image" Target="../media/image2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6.png"/><Relationship Id="rId4" Type="http://schemas.openxmlformats.org/officeDocument/2006/relationships/image" Target="../media/image2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98" name="Shape 8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9" name="Google Shape;8199;p76"/>
          <p:cNvSpPr/>
          <p:nvPr/>
        </p:nvSpPr>
        <p:spPr>
          <a:xfrm>
            <a:off x="228600" y="395563"/>
            <a:ext cx="1574757" cy="438811"/>
          </a:xfrm>
          <a:custGeom>
            <a:rect b="b" l="l" r="r" t="t"/>
            <a:pathLst>
              <a:path extrusionOk="0" h="5486" w="19698">
                <a:moveTo>
                  <a:pt x="12063" y="1"/>
                </a:moveTo>
                <a:cubicBezTo>
                  <a:pt x="10934" y="1"/>
                  <a:pt x="9754" y="807"/>
                  <a:pt x="9727" y="2750"/>
                </a:cubicBezTo>
                <a:cubicBezTo>
                  <a:pt x="9727" y="2750"/>
                  <a:pt x="9077" y="1543"/>
                  <a:pt x="8244" y="1543"/>
                </a:cubicBezTo>
                <a:cubicBezTo>
                  <a:pt x="8124" y="1543"/>
                  <a:pt x="8000" y="1568"/>
                  <a:pt x="7873" y="1625"/>
                </a:cubicBezTo>
                <a:cubicBezTo>
                  <a:pt x="7508" y="1838"/>
                  <a:pt x="7721" y="2537"/>
                  <a:pt x="7904" y="2841"/>
                </a:cubicBezTo>
                <a:cubicBezTo>
                  <a:pt x="6905" y="2358"/>
                  <a:pt x="5937" y="2148"/>
                  <a:pt x="5156" y="2148"/>
                </a:cubicBezTo>
                <a:cubicBezTo>
                  <a:pt x="3726" y="2148"/>
                  <a:pt x="2923" y="2852"/>
                  <a:pt x="3709" y="3875"/>
                </a:cubicBezTo>
                <a:cubicBezTo>
                  <a:pt x="821" y="3875"/>
                  <a:pt x="1" y="5486"/>
                  <a:pt x="1" y="5486"/>
                </a:cubicBezTo>
                <a:lnTo>
                  <a:pt x="19697" y="5486"/>
                </a:lnTo>
                <a:cubicBezTo>
                  <a:pt x="19620" y="5204"/>
                  <a:pt x="19242" y="4319"/>
                  <a:pt x="17562" y="4319"/>
                </a:cubicBezTo>
                <a:cubicBezTo>
                  <a:pt x="17248" y="4319"/>
                  <a:pt x="16888" y="4350"/>
                  <a:pt x="16475" y="4422"/>
                </a:cubicBezTo>
                <a:cubicBezTo>
                  <a:pt x="16870" y="4057"/>
                  <a:pt x="17174" y="3479"/>
                  <a:pt x="17083" y="2902"/>
                </a:cubicBezTo>
                <a:cubicBezTo>
                  <a:pt x="17022" y="2750"/>
                  <a:pt x="16961" y="2568"/>
                  <a:pt x="16840" y="2446"/>
                </a:cubicBezTo>
                <a:cubicBezTo>
                  <a:pt x="16718" y="2355"/>
                  <a:pt x="16566" y="2264"/>
                  <a:pt x="16475" y="2233"/>
                </a:cubicBezTo>
                <a:cubicBezTo>
                  <a:pt x="16352" y="2186"/>
                  <a:pt x="16217" y="2165"/>
                  <a:pt x="16076" y="2165"/>
                </a:cubicBezTo>
                <a:cubicBezTo>
                  <a:pt x="15033" y="2165"/>
                  <a:pt x="13618" y="3297"/>
                  <a:pt x="13618" y="3297"/>
                </a:cubicBezTo>
                <a:cubicBezTo>
                  <a:pt x="14883" y="1332"/>
                  <a:pt x="13514" y="1"/>
                  <a:pt x="12063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00" name="Google Shape;8200;p76"/>
          <p:cNvSpPr/>
          <p:nvPr/>
        </p:nvSpPr>
        <p:spPr>
          <a:xfrm>
            <a:off x="719700" y="1183950"/>
            <a:ext cx="7704300" cy="2775600"/>
          </a:xfrm>
          <a:prstGeom prst="roundRect">
            <a:avLst>
              <a:gd fmla="val 4313" name="adj"/>
            </a:avLst>
          </a:prstGeom>
          <a:solidFill>
            <a:schemeClr val="lt1"/>
          </a:solidFill>
          <a:ln cap="flat" cmpd="sng" w="762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01" name="Google Shape;8201;p76"/>
          <p:cNvSpPr txBox="1"/>
          <p:nvPr>
            <p:ph type="ctrTitle"/>
          </p:nvPr>
        </p:nvSpPr>
        <p:spPr>
          <a:xfrm>
            <a:off x="840675" y="1552750"/>
            <a:ext cx="6089100" cy="1199700"/>
          </a:xfrm>
          <a:prstGeom prst="rect">
            <a:avLst/>
          </a:prstGeom>
        </p:spPr>
        <p:txBody>
          <a:bodyPr anchorCtr="0" anchor="t" bIns="91425" lIns="90000" spcFirstLastPara="1" rIns="900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latin typeface="Rubik"/>
                <a:ea typeface="Rubik"/>
                <a:cs typeface="Rubik"/>
                <a:sym typeface="Rubik"/>
              </a:rPr>
              <a:t>Data-Driven Insights</a:t>
            </a:r>
            <a:endParaRPr b="1" sz="2800">
              <a:latin typeface="Rubik"/>
              <a:ea typeface="Rubik"/>
              <a:cs typeface="Rubik"/>
              <a:sym typeface="Rubi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latin typeface="Rubik"/>
                <a:ea typeface="Rubik"/>
                <a:cs typeface="Rubik"/>
                <a:sym typeface="Rubik"/>
              </a:rPr>
              <a:t>into U.S. Urban Housing</a:t>
            </a:r>
            <a:endParaRPr b="1" sz="2800">
              <a:latin typeface="Rubik"/>
              <a:ea typeface="Rubik"/>
              <a:cs typeface="Rubik"/>
              <a:sym typeface="Rubi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latin typeface="Rubik"/>
                <a:ea typeface="Rubik"/>
                <a:cs typeface="Rubik"/>
                <a:sym typeface="Rubik"/>
              </a:rPr>
              <a:t>for Sustainable Smart Cities</a:t>
            </a:r>
            <a:endParaRPr b="1" sz="2800">
              <a:solidFill>
                <a:schemeClr val="accent6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8202" name="Google Shape;8202;p76"/>
          <p:cNvSpPr txBox="1"/>
          <p:nvPr>
            <p:ph idx="1" type="subTitle"/>
          </p:nvPr>
        </p:nvSpPr>
        <p:spPr>
          <a:xfrm>
            <a:off x="840725" y="3020375"/>
            <a:ext cx="6089100" cy="728700"/>
          </a:xfrm>
          <a:prstGeom prst="rect">
            <a:avLst/>
          </a:prstGeom>
        </p:spPr>
        <p:txBody>
          <a:bodyPr anchorCtr="0" anchor="t" bIns="91425" lIns="90000" spcFirstLastPara="1" rIns="900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Thesis Project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Merve Pakcan</a:t>
            </a:r>
            <a:endParaRPr sz="1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>Advanced Analytics for Business Master Program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>Advisor: Prof. Monica Drăgoicea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grpSp>
        <p:nvGrpSpPr>
          <p:cNvPr id="8203" name="Google Shape;8203;p76"/>
          <p:cNvGrpSpPr/>
          <p:nvPr/>
        </p:nvGrpSpPr>
        <p:grpSpPr>
          <a:xfrm>
            <a:off x="7966807" y="2809772"/>
            <a:ext cx="1496970" cy="2297721"/>
            <a:chOff x="243098" y="2746672"/>
            <a:chExt cx="1496970" cy="2297721"/>
          </a:xfrm>
        </p:grpSpPr>
        <p:sp>
          <p:nvSpPr>
            <p:cNvPr id="8204" name="Google Shape;8204;p76"/>
            <p:cNvSpPr/>
            <p:nvPr/>
          </p:nvSpPr>
          <p:spPr>
            <a:xfrm>
              <a:off x="789842" y="4086383"/>
              <a:ext cx="461762" cy="958010"/>
            </a:xfrm>
            <a:custGeom>
              <a:rect b="b" l="l" r="r" t="t"/>
              <a:pathLst>
                <a:path extrusionOk="0" h="11977" w="5776">
                  <a:moveTo>
                    <a:pt x="2888" y="0"/>
                  </a:moveTo>
                  <a:lnTo>
                    <a:pt x="2797" y="2219"/>
                  </a:lnTo>
                  <a:lnTo>
                    <a:pt x="1611" y="1307"/>
                  </a:lnTo>
                  <a:lnTo>
                    <a:pt x="1520" y="1429"/>
                  </a:lnTo>
                  <a:lnTo>
                    <a:pt x="2645" y="2797"/>
                  </a:lnTo>
                  <a:lnTo>
                    <a:pt x="2432" y="7082"/>
                  </a:lnTo>
                  <a:lnTo>
                    <a:pt x="1885" y="6535"/>
                  </a:lnTo>
                  <a:lnTo>
                    <a:pt x="1915" y="5076"/>
                  </a:lnTo>
                  <a:lnTo>
                    <a:pt x="1703" y="5015"/>
                  </a:lnTo>
                  <a:lnTo>
                    <a:pt x="1520" y="6201"/>
                  </a:lnTo>
                  <a:lnTo>
                    <a:pt x="152" y="5015"/>
                  </a:lnTo>
                  <a:lnTo>
                    <a:pt x="0" y="5137"/>
                  </a:lnTo>
                  <a:lnTo>
                    <a:pt x="2310" y="7812"/>
                  </a:lnTo>
                  <a:lnTo>
                    <a:pt x="2007" y="11976"/>
                  </a:lnTo>
                  <a:lnTo>
                    <a:pt x="3891" y="11976"/>
                  </a:lnTo>
                  <a:lnTo>
                    <a:pt x="3678" y="6748"/>
                  </a:lnTo>
                  <a:lnTo>
                    <a:pt x="4681" y="5107"/>
                  </a:lnTo>
                  <a:lnTo>
                    <a:pt x="5776" y="4955"/>
                  </a:lnTo>
                  <a:lnTo>
                    <a:pt x="5776" y="4772"/>
                  </a:lnTo>
                  <a:lnTo>
                    <a:pt x="4803" y="4803"/>
                  </a:lnTo>
                  <a:lnTo>
                    <a:pt x="5350" y="3921"/>
                  </a:lnTo>
                  <a:lnTo>
                    <a:pt x="5228" y="3800"/>
                  </a:lnTo>
                  <a:lnTo>
                    <a:pt x="3678" y="5471"/>
                  </a:lnTo>
                  <a:lnTo>
                    <a:pt x="3405" y="2736"/>
                  </a:lnTo>
                  <a:lnTo>
                    <a:pt x="319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05" name="Google Shape;8205;p76"/>
            <p:cNvSpPr/>
            <p:nvPr/>
          </p:nvSpPr>
          <p:spPr>
            <a:xfrm>
              <a:off x="274676" y="2746672"/>
              <a:ext cx="1465392" cy="1589112"/>
            </a:xfrm>
            <a:custGeom>
              <a:rect b="b" l="l" r="r" t="t"/>
              <a:pathLst>
                <a:path extrusionOk="0" h="19867" w="18330">
                  <a:moveTo>
                    <a:pt x="9682" y="1"/>
                  </a:moveTo>
                  <a:cubicBezTo>
                    <a:pt x="9666" y="1"/>
                    <a:pt x="9651" y="1"/>
                    <a:pt x="9636" y="1"/>
                  </a:cubicBezTo>
                  <a:cubicBezTo>
                    <a:pt x="8663" y="32"/>
                    <a:pt x="7873" y="731"/>
                    <a:pt x="7265" y="1460"/>
                  </a:cubicBezTo>
                  <a:cubicBezTo>
                    <a:pt x="6019" y="2980"/>
                    <a:pt x="5259" y="4865"/>
                    <a:pt x="5107" y="6840"/>
                  </a:cubicBezTo>
                  <a:cubicBezTo>
                    <a:pt x="4712" y="6354"/>
                    <a:pt x="4377" y="5868"/>
                    <a:pt x="3891" y="5472"/>
                  </a:cubicBezTo>
                  <a:cubicBezTo>
                    <a:pt x="3485" y="5168"/>
                    <a:pt x="2993" y="4926"/>
                    <a:pt x="2488" y="4926"/>
                  </a:cubicBezTo>
                  <a:cubicBezTo>
                    <a:pt x="2389" y="4926"/>
                    <a:pt x="2289" y="4936"/>
                    <a:pt x="2189" y="4956"/>
                  </a:cubicBezTo>
                  <a:cubicBezTo>
                    <a:pt x="1186" y="5108"/>
                    <a:pt x="548" y="6111"/>
                    <a:pt x="274" y="7114"/>
                  </a:cubicBezTo>
                  <a:cubicBezTo>
                    <a:pt x="1" y="8178"/>
                    <a:pt x="61" y="9272"/>
                    <a:pt x="396" y="10305"/>
                  </a:cubicBezTo>
                  <a:cubicBezTo>
                    <a:pt x="912" y="12007"/>
                    <a:pt x="2219" y="13375"/>
                    <a:pt x="3466" y="14622"/>
                  </a:cubicBezTo>
                  <a:cubicBezTo>
                    <a:pt x="3336" y="14567"/>
                    <a:pt x="3199" y="14541"/>
                    <a:pt x="3063" y="14541"/>
                  </a:cubicBezTo>
                  <a:cubicBezTo>
                    <a:pt x="2595" y="14541"/>
                    <a:pt x="2127" y="14843"/>
                    <a:pt x="1915" y="15290"/>
                  </a:cubicBezTo>
                  <a:cubicBezTo>
                    <a:pt x="1520" y="16050"/>
                    <a:pt x="1915" y="16901"/>
                    <a:pt x="2402" y="17509"/>
                  </a:cubicBezTo>
                  <a:cubicBezTo>
                    <a:pt x="2858" y="18026"/>
                    <a:pt x="3435" y="18391"/>
                    <a:pt x="4043" y="18695"/>
                  </a:cubicBezTo>
                  <a:cubicBezTo>
                    <a:pt x="5651" y="19498"/>
                    <a:pt x="7434" y="19866"/>
                    <a:pt x="9228" y="19866"/>
                  </a:cubicBezTo>
                  <a:cubicBezTo>
                    <a:pt x="11164" y="19866"/>
                    <a:pt x="13112" y="19437"/>
                    <a:pt x="14864" y="18664"/>
                  </a:cubicBezTo>
                  <a:cubicBezTo>
                    <a:pt x="16110" y="18117"/>
                    <a:pt x="16992" y="17205"/>
                    <a:pt x="17691" y="15989"/>
                  </a:cubicBezTo>
                  <a:cubicBezTo>
                    <a:pt x="18147" y="15290"/>
                    <a:pt x="18299" y="14439"/>
                    <a:pt x="18329" y="13649"/>
                  </a:cubicBezTo>
                  <a:cubicBezTo>
                    <a:pt x="18329" y="13102"/>
                    <a:pt x="18299" y="12585"/>
                    <a:pt x="18086" y="12129"/>
                  </a:cubicBezTo>
                  <a:cubicBezTo>
                    <a:pt x="17873" y="11673"/>
                    <a:pt x="17448" y="11248"/>
                    <a:pt x="16931" y="11187"/>
                  </a:cubicBezTo>
                  <a:cubicBezTo>
                    <a:pt x="16869" y="11174"/>
                    <a:pt x="16804" y="11168"/>
                    <a:pt x="16739" y="11168"/>
                  </a:cubicBezTo>
                  <a:cubicBezTo>
                    <a:pt x="16511" y="11168"/>
                    <a:pt x="16279" y="11244"/>
                    <a:pt x="16148" y="11384"/>
                  </a:cubicBezTo>
                  <a:lnTo>
                    <a:pt x="16148" y="11384"/>
                  </a:lnTo>
                  <a:cubicBezTo>
                    <a:pt x="16711" y="10695"/>
                    <a:pt x="17239" y="9890"/>
                    <a:pt x="17448" y="8998"/>
                  </a:cubicBezTo>
                  <a:cubicBezTo>
                    <a:pt x="17691" y="8086"/>
                    <a:pt x="17569" y="7083"/>
                    <a:pt x="16961" y="6384"/>
                  </a:cubicBezTo>
                  <a:cubicBezTo>
                    <a:pt x="16487" y="5810"/>
                    <a:pt x="15766" y="5523"/>
                    <a:pt x="15019" y="5523"/>
                  </a:cubicBezTo>
                  <a:cubicBezTo>
                    <a:pt x="14856" y="5523"/>
                    <a:pt x="14692" y="5536"/>
                    <a:pt x="14530" y="5564"/>
                  </a:cubicBezTo>
                  <a:cubicBezTo>
                    <a:pt x="13618" y="5716"/>
                    <a:pt x="12858" y="6202"/>
                    <a:pt x="12250" y="6871"/>
                  </a:cubicBezTo>
                  <a:cubicBezTo>
                    <a:pt x="12311" y="5472"/>
                    <a:pt x="12615" y="4074"/>
                    <a:pt x="12372" y="2706"/>
                  </a:cubicBezTo>
                  <a:cubicBezTo>
                    <a:pt x="12101" y="1354"/>
                    <a:pt x="11057" y="1"/>
                    <a:pt x="968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06" name="Google Shape;8206;p76"/>
            <p:cNvSpPr/>
            <p:nvPr/>
          </p:nvSpPr>
          <p:spPr>
            <a:xfrm>
              <a:off x="635228" y="4360980"/>
              <a:ext cx="324817" cy="282356"/>
            </a:xfrm>
            <a:custGeom>
              <a:rect b="b" l="l" r="r" t="t"/>
              <a:pathLst>
                <a:path extrusionOk="0" h="3530" w="4063">
                  <a:moveTo>
                    <a:pt x="1850" y="0"/>
                  </a:moveTo>
                  <a:cubicBezTo>
                    <a:pt x="1502" y="0"/>
                    <a:pt x="1195" y="373"/>
                    <a:pt x="1570" y="944"/>
                  </a:cubicBezTo>
                  <a:cubicBezTo>
                    <a:pt x="1296" y="663"/>
                    <a:pt x="1033" y="551"/>
                    <a:pt x="819" y="551"/>
                  </a:cubicBezTo>
                  <a:cubicBezTo>
                    <a:pt x="223" y="551"/>
                    <a:pt x="1" y="1409"/>
                    <a:pt x="962" y="1856"/>
                  </a:cubicBezTo>
                  <a:cubicBezTo>
                    <a:pt x="37" y="1881"/>
                    <a:pt x="304" y="2974"/>
                    <a:pt x="969" y="2974"/>
                  </a:cubicBezTo>
                  <a:cubicBezTo>
                    <a:pt x="1100" y="2974"/>
                    <a:pt x="1247" y="2931"/>
                    <a:pt x="1403" y="2829"/>
                  </a:cubicBezTo>
                  <a:lnTo>
                    <a:pt x="1403" y="2829"/>
                  </a:lnTo>
                  <a:cubicBezTo>
                    <a:pt x="1083" y="3075"/>
                    <a:pt x="1301" y="3529"/>
                    <a:pt x="1714" y="3529"/>
                  </a:cubicBezTo>
                  <a:cubicBezTo>
                    <a:pt x="1726" y="3529"/>
                    <a:pt x="1739" y="3529"/>
                    <a:pt x="1752" y="3528"/>
                  </a:cubicBezTo>
                  <a:cubicBezTo>
                    <a:pt x="2877" y="3315"/>
                    <a:pt x="4062" y="1491"/>
                    <a:pt x="3029" y="519"/>
                  </a:cubicBezTo>
                  <a:cubicBezTo>
                    <a:pt x="2955" y="430"/>
                    <a:pt x="2810" y="370"/>
                    <a:pt x="2680" y="370"/>
                  </a:cubicBezTo>
                  <a:cubicBezTo>
                    <a:pt x="2542" y="370"/>
                    <a:pt x="2421" y="438"/>
                    <a:pt x="2421" y="610"/>
                  </a:cubicBezTo>
                  <a:cubicBezTo>
                    <a:pt x="2358" y="184"/>
                    <a:pt x="2094" y="0"/>
                    <a:pt x="185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07" name="Google Shape;8207;p76"/>
            <p:cNvSpPr/>
            <p:nvPr/>
          </p:nvSpPr>
          <p:spPr>
            <a:xfrm>
              <a:off x="663449" y="3468479"/>
              <a:ext cx="794733" cy="858426"/>
            </a:xfrm>
            <a:custGeom>
              <a:rect b="b" l="l" r="r" t="t"/>
              <a:pathLst>
                <a:path extrusionOk="0" h="10732" w="9941">
                  <a:moveTo>
                    <a:pt x="3393" y="0"/>
                  </a:moveTo>
                  <a:cubicBezTo>
                    <a:pt x="3295" y="0"/>
                    <a:pt x="3197" y="11"/>
                    <a:pt x="3101" y="35"/>
                  </a:cubicBezTo>
                  <a:cubicBezTo>
                    <a:pt x="2341" y="217"/>
                    <a:pt x="1977" y="1129"/>
                    <a:pt x="2068" y="1889"/>
                  </a:cubicBezTo>
                  <a:cubicBezTo>
                    <a:pt x="2129" y="2649"/>
                    <a:pt x="2524" y="3379"/>
                    <a:pt x="2797" y="4078"/>
                  </a:cubicBezTo>
                  <a:cubicBezTo>
                    <a:pt x="2435" y="3871"/>
                    <a:pt x="2029" y="3730"/>
                    <a:pt x="1598" y="3730"/>
                  </a:cubicBezTo>
                  <a:cubicBezTo>
                    <a:pt x="1522" y="3730"/>
                    <a:pt x="1446" y="3734"/>
                    <a:pt x="1369" y="3743"/>
                  </a:cubicBezTo>
                  <a:cubicBezTo>
                    <a:pt x="882" y="3835"/>
                    <a:pt x="426" y="4139"/>
                    <a:pt x="244" y="4594"/>
                  </a:cubicBezTo>
                  <a:cubicBezTo>
                    <a:pt x="1" y="5081"/>
                    <a:pt x="122" y="5598"/>
                    <a:pt x="396" y="6053"/>
                  </a:cubicBezTo>
                  <a:cubicBezTo>
                    <a:pt x="670" y="6479"/>
                    <a:pt x="1065" y="6813"/>
                    <a:pt x="1490" y="7117"/>
                  </a:cubicBezTo>
                  <a:cubicBezTo>
                    <a:pt x="1414" y="7087"/>
                    <a:pt x="1331" y="7072"/>
                    <a:pt x="1247" y="7072"/>
                  </a:cubicBezTo>
                  <a:cubicBezTo>
                    <a:pt x="1163" y="7072"/>
                    <a:pt x="1080" y="7087"/>
                    <a:pt x="1004" y="7117"/>
                  </a:cubicBezTo>
                  <a:cubicBezTo>
                    <a:pt x="730" y="7239"/>
                    <a:pt x="578" y="7512"/>
                    <a:pt x="548" y="7816"/>
                  </a:cubicBezTo>
                  <a:cubicBezTo>
                    <a:pt x="518" y="8090"/>
                    <a:pt x="578" y="8394"/>
                    <a:pt x="670" y="8637"/>
                  </a:cubicBezTo>
                  <a:cubicBezTo>
                    <a:pt x="822" y="9093"/>
                    <a:pt x="1034" y="9519"/>
                    <a:pt x="1338" y="9701"/>
                  </a:cubicBezTo>
                  <a:cubicBezTo>
                    <a:pt x="1885" y="10248"/>
                    <a:pt x="2493" y="10582"/>
                    <a:pt x="3253" y="10674"/>
                  </a:cubicBezTo>
                  <a:cubicBezTo>
                    <a:pt x="3573" y="10712"/>
                    <a:pt x="3897" y="10731"/>
                    <a:pt x="4223" y="10731"/>
                  </a:cubicBezTo>
                  <a:cubicBezTo>
                    <a:pt x="5969" y="10731"/>
                    <a:pt x="7747" y="10171"/>
                    <a:pt x="9028" y="8941"/>
                  </a:cubicBezTo>
                  <a:cubicBezTo>
                    <a:pt x="9272" y="8728"/>
                    <a:pt x="9545" y="8424"/>
                    <a:pt x="9697" y="8060"/>
                  </a:cubicBezTo>
                  <a:cubicBezTo>
                    <a:pt x="9879" y="7695"/>
                    <a:pt x="9940" y="7148"/>
                    <a:pt x="9636" y="6813"/>
                  </a:cubicBezTo>
                  <a:cubicBezTo>
                    <a:pt x="9478" y="6690"/>
                    <a:pt x="9268" y="6607"/>
                    <a:pt x="9066" y="6607"/>
                  </a:cubicBezTo>
                  <a:cubicBezTo>
                    <a:pt x="8920" y="6607"/>
                    <a:pt x="8778" y="6650"/>
                    <a:pt x="8664" y="6753"/>
                  </a:cubicBezTo>
                  <a:cubicBezTo>
                    <a:pt x="9120" y="5841"/>
                    <a:pt x="9636" y="4929"/>
                    <a:pt x="9636" y="3926"/>
                  </a:cubicBezTo>
                  <a:cubicBezTo>
                    <a:pt x="9636" y="3348"/>
                    <a:pt x="9484" y="2740"/>
                    <a:pt x="9180" y="2224"/>
                  </a:cubicBezTo>
                  <a:cubicBezTo>
                    <a:pt x="8931" y="1807"/>
                    <a:pt x="8504" y="1391"/>
                    <a:pt x="7992" y="1391"/>
                  </a:cubicBezTo>
                  <a:cubicBezTo>
                    <a:pt x="7943" y="1391"/>
                    <a:pt x="7893" y="1395"/>
                    <a:pt x="7843" y="1403"/>
                  </a:cubicBezTo>
                  <a:cubicBezTo>
                    <a:pt x="7509" y="1464"/>
                    <a:pt x="7205" y="1707"/>
                    <a:pt x="6992" y="1950"/>
                  </a:cubicBezTo>
                  <a:cubicBezTo>
                    <a:pt x="6809" y="2254"/>
                    <a:pt x="6688" y="2558"/>
                    <a:pt x="6597" y="2923"/>
                  </a:cubicBezTo>
                  <a:cubicBezTo>
                    <a:pt x="6202" y="1889"/>
                    <a:pt x="5472" y="1008"/>
                    <a:pt x="4560" y="400"/>
                  </a:cubicBezTo>
                  <a:cubicBezTo>
                    <a:pt x="4194" y="180"/>
                    <a:pt x="3790" y="0"/>
                    <a:pt x="339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08" name="Google Shape;8208;p76"/>
            <p:cNvSpPr/>
            <p:nvPr/>
          </p:nvSpPr>
          <p:spPr>
            <a:xfrm>
              <a:off x="354861" y="3840821"/>
              <a:ext cx="72990" cy="104624"/>
            </a:xfrm>
            <a:custGeom>
              <a:rect b="b" l="l" r="r" t="t"/>
              <a:pathLst>
                <a:path extrusionOk="0" h="1308" w="913">
                  <a:moveTo>
                    <a:pt x="92" y="0"/>
                  </a:moveTo>
                  <a:cubicBezTo>
                    <a:pt x="92" y="0"/>
                    <a:pt x="1" y="456"/>
                    <a:pt x="183" y="791"/>
                  </a:cubicBezTo>
                  <a:cubicBezTo>
                    <a:pt x="365" y="1125"/>
                    <a:pt x="791" y="1307"/>
                    <a:pt x="791" y="1307"/>
                  </a:cubicBezTo>
                  <a:cubicBezTo>
                    <a:pt x="791" y="1307"/>
                    <a:pt x="912" y="851"/>
                    <a:pt x="700" y="487"/>
                  </a:cubicBezTo>
                  <a:cubicBezTo>
                    <a:pt x="487" y="152"/>
                    <a:pt x="92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09" name="Google Shape;8209;p76"/>
            <p:cNvSpPr/>
            <p:nvPr/>
          </p:nvSpPr>
          <p:spPr>
            <a:xfrm>
              <a:off x="243098" y="3940326"/>
              <a:ext cx="158051" cy="70869"/>
            </a:xfrm>
            <a:custGeom>
              <a:rect b="b" l="l" r="r" t="t"/>
              <a:pathLst>
                <a:path extrusionOk="0" h="886" w="1977">
                  <a:moveTo>
                    <a:pt x="996" y="1"/>
                  </a:moveTo>
                  <a:cubicBezTo>
                    <a:pt x="978" y="1"/>
                    <a:pt x="960" y="1"/>
                    <a:pt x="943" y="2"/>
                  </a:cubicBezTo>
                  <a:cubicBezTo>
                    <a:pt x="396" y="2"/>
                    <a:pt x="0" y="519"/>
                    <a:pt x="0" y="519"/>
                  </a:cubicBezTo>
                  <a:cubicBezTo>
                    <a:pt x="0" y="519"/>
                    <a:pt x="451" y="886"/>
                    <a:pt x="946" y="886"/>
                  </a:cubicBezTo>
                  <a:cubicBezTo>
                    <a:pt x="965" y="886"/>
                    <a:pt x="984" y="885"/>
                    <a:pt x="1003" y="884"/>
                  </a:cubicBezTo>
                  <a:cubicBezTo>
                    <a:pt x="1551" y="854"/>
                    <a:pt x="1976" y="398"/>
                    <a:pt x="1976" y="398"/>
                  </a:cubicBezTo>
                  <a:cubicBezTo>
                    <a:pt x="1976" y="398"/>
                    <a:pt x="1494" y="1"/>
                    <a:pt x="99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10" name="Google Shape;8210;p76"/>
            <p:cNvSpPr/>
            <p:nvPr/>
          </p:nvSpPr>
          <p:spPr>
            <a:xfrm>
              <a:off x="1256401" y="4479441"/>
              <a:ext cx="58360" cy="29755"/>
            </a:xfrm>
            <a:custGeom>
              <a:rect b="b" l="l" r="r" t="t"/>
              <a:pathLst>
                <a:path extrusionOk="0" h="372" w="730">
                  <a:moveTo>
                    <a:pt x="235" y="0"/>
                  </a:moveTo>
                  <a:cubicBezTo>
                    <a:pt x="108" y="0"/>
                    <a:pt x="0" y="41"/>
                    <a:pt x="0" y="41"/>
                  </a:cubicBezTo>
                  <a:cubicBezTo>
                    <a:pt x="0" y="41"/>
                    <a:pt x="122" y="253"/>
                    <a:pt x="304" y="345"/>
                  </a:cubicBezTo>
                  <a:cubicBezTo>
                    <a:pt x="365" y="365"/>
                    <a:pt x="433" y="372"/>
                    <a:pt x="496" y="372"/>
                  </a:cubicBezTo>
                  <a:cubicBezTo>
                    <a:pt x="622" y="372"/>
                    <a:pt x="730" y="345"/>
                    <a:pt x="730" y="345"/>
                  </a:cubicBezTo>
                  <a:cubicBezTo>
                    <a:pt x="730" y="345"/>
                    <a:pt x="608" y="101"/>
                    <a:pt x="426" y="41"/>
                  </a:cubicBezTo>
                  <a:cubicBezTo>
                    <a:pt x="365" y="10"/>
                    <a:pt x="298" y="0"/>
                    <a:pt x="23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11" name="Google Shape;8211;p76"/>
            <p:cNvSpPr/>
            <p:nvPr/>
          </p:nvSpPr>
          <p:spPr>
            <a:xfrm>
              <a:off x="1256401" y="4409692"/>
              <a:ext cx="60838" cy="58471"/>
            </a:xfrm>
            <a:custGeom>
              <a:rect b="b" l="l" r="r" t="t"/>
              <a:pathLst>
                <a:path extrusionOk="0" h="731" w="761">
                  <a:moveTo>
                    <a:pt x="760" y="1"/>
                  </a:moveTo>
                  <a:cubicBezTo>
                    <a:pt x="760" y="1"/>
                    <a:pt x="456" y="1"/>
                    <a:pt x="213" y="183"/>
                  </a:cubicBezTo>
                  <a:cubicBezTo>
                    <a:pt x="31" y="366"/>
                    <a:pt x="0" y="730"/>
                    <a:pt x="0" y="730"/>
                  </a:cubicBezTo>
                  <a:cubicBezTo>
                    <a:pt x="0" y="730"/>
                    <a:pt x="304" y="730"/>
                    <a:pt x="547" y="518"/>
                  </a:cubicBezTo>
                  <a:cubicBezTo>
                    <a:pt x="760" y="335"/>
                    <a:pt x="760" y="1"/>
                    <a:pt x="76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12" name="Google Shape;8212;p76"/>
            <p:cNvSpPr/>
            <p:nvPr/>
          </p:nvSpPr>
          <p:spPr>
            <a:xfrm>
              <a:off x="1217548" y="3476078"/>
              <a:ext cx="82663" cy="82787"/>
            </a:xfrm>
            <a:custGeom>
              <a:rect b="b" l="l" r="r" t="t"/>
              <a:pathLst>
                <a:path extrusionOk="0" h="1035" w="1034">
                  <a:moveTo>
                    <a:pt x="973" y="1"/>
                  </a:moveTo>
                  <a:lnTo>
                    <a:pt x="973" y="1"/>
                  </a:lnTo>
                  <a:cubicBezTo>
                    <a:pt x="973" y="1"/>
                    <a:pt x="517" y="1"/>
                    <a:pt x="274" y="305"/>
                  </a:cubicBezTo>
                  <a:cubicBezTo>
                    <a:pt x="0" y="578"/>
                    <a:pt x="0" y="1034"/>
                    <a:pt x="0" y="1034"/>
                  </a:cubicBezTo>
                  <a:cubicBezTo>
                    <a:pt x="0" y="1034"/>
                    <a:pt x="456" y="1034"/>
                    <a:pt x="730" y="730"/>
                  </a:cubicBezTo>
                  <a:cubicBezTo>
                    <a:pt x="1033" y="426"/>
                    <a:pt x="973" y="1"/>
                    <a:pt x="97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13" name="Google Shape;8213;p76"/>
            <p:cNvSpPr/>
            <p:nvPr/>
          </p:nvSpPr>
          <p:spPr>
            <a:xfrm>
              <a:off x="695027" y="3711641"/>
              <a:ext cx="72990" cy="37114"/>
            </a:xfrm>
            <a:custGeom>
              <a:rect b="b" l="l" r="r" t="t"/>
              <a:pathLst>
                <a:path extrusionOk="0" h="464" w="913">
                  <a:moveTo>
                    <a:pt x="318" y="1"/>
                  </a:moveTo>
                  <a:cubicBezTo>
                    <a:pt x="146" y="1"/>
                    <a:pt x="1" y="65"/>
                    <a:pt x="1" y="65"/>
                  </a:cubicBezTo>
                  <a:cubicBezTo>
                    <a:pt x="1" y="65"/>
                    <a:pt x="123" y="308"/>
                    <a:pt x="366" y="430"/>
                  </a:cubicBezTo>
                  <a:cubicBezTo>
                    <a:pt x="432" y="455"/>
                    <a:pt x="503" y="464"/>
                    <a:pt x="571" y="464"/>
                  </a:cubicBezTo>
                  <a:cubicBezTo>
                    <a:pt x="752" y="464"/>
                    <a:pt x="913" y="399"/>
                    <a:pt x="913" y="399"/>
                  </a:cubicBezTo>
                  <a:cubicBezTo>
                    <a:pt x="913" y="399"/>
                    <a:pt x="791" y="126"/>
                    <a:pt x="518" y="35"/>
                  </a:cubicBezTo>
                  <a:cubicBezTo>
                    <a:pt x="451" y="10"/>
                    <a:pt x="383" y="1"/>
                    <a:pt x="3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14" name="Google Shape;8214;p76"/>
            <p:cNvSpPr/>
            <p:nvPr/>
          </p:nvSpPr>
          <p:spPr>
            <a:xfrm>
              <a:off x="1113060" y="3398330"/>
              <a:ext cx="94815" cy="148377"/>
            </a:xfrm>
            <a:custGeom>
              <a:rect b="b" l="l" r="r" t="t"/>
              <a:pathLst>
                <a:path extrusionOk="0" h="1855" w="1186">
                  <a:moveTo>
                    <a:pt x="243" y="0"/>
                  </a:moveTo>
                  <a:cubicBezTo>
                    <a:pt x="243" y="0"/>
                    <a:pt x="0" y="517"/>
                    <a:pt x="213" y="1064"/>
                  </a:cubicBezTo>
                  <a:cubicBezTo>
                    <a:pt x="395" y="1581"/>
                    <a:pt x="973" y="1854"/>
                    <a:pt x="973" y="1854"/>
                  </a:cubicBezTo>
                  <a:cubicBezTo>
                    <a:pt x="973" y="1854"/>
                    <a:pt x="1185" y="1307"/>
                    <a:pt x="1003" y="791"/>
                  </a:cubicBezTo>
                  <a:cubicBezTo>
                    <a:pt x="821" y="304"/>
                    <a:pt x="243" y="0"/>
                    <a:pt x="24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15" name="Google Shape;8215;p76"/>
            <p:cNvSpPr/>
            <p:nvPr/>
          </p:nvSpPr>
          <p:spPr>
            <a:xfrm>
              <a:off x="758264" y="4468083"/>
              <a:ext cx="136146" cy="124061"/>
            </a:xfrm>
            <a:custGeom>
              <a:rect b="b" l="l" r="r" t="t"/>
              <a:pathLst>
                <a:path extrusionOk="0" h="1551" w="1703">
                  <a:moveTo>
                    <a:pt x="1277" y="0"/>
                  </a:moveTo>
                  <a:cubicBezTo>
                    <a:pt x="1094" y="0"/>
                    <a:pt x="1064" y="213"/>
                    <a:pt x="912" y="213"/>
                  </a:cubicBezTo>
                  <a:cubicBezTo>
                    <a:pt x="882" y="213"/>
                    <a:pt x="851" y="213"/>
                    <a:pt x="791" y="183"/>
                  </a:cubicBezTo>
                  <a:cubicBezTo>
                    <a:pt x="760" y="152"/>
                    <a:pt x="730" y="61"/>
                    <a:pt x="639" y="61"/>
                  </a:cubicBezTo>
                  <a:cubicBezTo>
                    <a:pt x="578" y="61"/>
                    <a:pt x="487" y="152"/>
                    <a:pt x="456" y="213"/>
                  </a:cubicBezTo>
                  <a:cubicBezTo>
                    <a:pt x="426" y="304"/>
                    <a:pt x="456" y="395"/>
                    <a:pt x="456" y="487"/>
                  </a:cubicBezTo>
                  <a:cubicBezTo>
                    <a:pt x="456" y="608"/>
                    <a:pt x="456" y="669"/>
                    <a:pt x="426" y="760"/>
                  </a:cubicBezTo>
                  <a:cubicBezTo>
                    <a:pt x="304" y="882"/>
                    <a:pt x="122" y="851"/>
                    <a:pt x="31" y="1003"/>
                  </a:cubicBezTo>
                  <a:cubicBezTo>
                    <a:pt x="0" y="1125"/>
                    <a:pt x="31" y="1277"/>
                    <a:pt x="122" y="1368"/>
                  </a:cubicBezTo>
                  <a:cubicBezTo>
                    <a:pt x="243" y="1459"/>
                    <a:pt x="335" y="1550"/>
                    <a:pt x="487" y="1550"/>
                  </a:cubicBezTo>
                  <a:lnTo>
                    <a:pt x="791" y="1550"/>
                  </a:lnTo>
                  <a:cubicBezTo>
                    <a:pt x="1064" y="1520"/>
                    <a:pt x="1307" y="1429"/>
                    <a:pt x="1490" y="1155"/>
                  </a:cubicBezTo>
                  <a:cubicBezTo>
                    <a:pt x="1672" y="943"/>
                    <a:pt x="1702" y="639"/>
                    <a:pt x="1642" y="365"/>
                  </a:cubicBezTo>
                  <a:cubicBezTo>
                    <a:pt x="1550" y="213"/>
                    <a:pt x="1490" y="31"/>
                    <a:pt x="127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216" name="Google Shape;8216;p76"/>
          <p:cNvGrpSpPr/>
          <p:nvPr/>
        </p:nvGrpSpPr>
        <p:grpSpPr>
          <a:xfrm rot="-300150">
            <a:off x="5998240" y="1560391"/>
            <a:ext cx="2221120" cy="2022718"/>
            <a:chOff x="5670291" y="1490500"/>
            <a:chExt cx="2221100" cy="2022700"/>
          </a:xfrm>
        </p:grpSpPr>
        <p:sp>
          <p:nvSpPr>
            <p:cNvPr id="8217" name="Google Shape;8217;p76"/>
            <p:cNvSpPr/>
            <p:nvPr/>
          </p:nvSpPr>
          <p:spPr>
            <a:xfrm>
              <a:off x="5670291" y="1490500"/>
              <a:ext cx="2221100" cy="2022700"/>
            </a:xfrm>
            <a:custGeom>
              <a:rect b="b" l="l" r="r" t="t"/>
              <a:pathLst>
                <a:path extrusionOk="0" h="20227" w="22211">
                  <a:moveTo>
                    <a:pt x="9843" y="1"/>
                  </a:moveTo>
                  <a:cubicBezTo>
                    <a:pt x="9475" y="1"/>
                    <a:pt x="9137" y="144"/>
                    <a:pt x="8874" y="406"/>
                  </a:cubicBezTo>
                  <a:lnTo>
                    <a:pt x="452" y="8829"/>
                  </a:lnTo>
                  <a:cubicBezTo>
                    <a:pt x="1" y="9280"/>
                    <a:pt x="1" y="10016"/>
                    <a:pt x="452" y="10467"/>
                  </a:cubicBezTo>
                  <a:lnTo>
                    <a:pt x="805" y="10820"/>
                  </a:lnTo>
                  <a:cubicBezTo>
                    <a:pt x="1029" y="11044"/>
                    <a:pt x="1328" y="11162"/>
                    <a:pt x="1620" y="11162"/>
                  </a:cubicBezTo>
                  <a:cubicBezTo>
                    <a:pt x="1700" y="11162"/>
                    <a:pt x="1779" y="11153"/>
                    <a:pt x="1857" y="11136"/>
                  </a:cubicBezTo>
                  <a:lnTo>
                    <a:pt x="1857" y="16057"/>
                  </a:lnTo>
                  <a:cubicBezTo>
                    <a:pt x="1143" y="16357"/>
                    <a:pt x="572" y="16936"/>
                    <a:pt x="301" y="17672"/>
                  </a:cubicBezTo>
                  <a:cubicBezTo>
                    <a:pt x="181" y="17995"/>
                    <a:pt x="113" y="18348"/>
                    <a:pt x="113" y="18694"/>
                  </a:cubicBezTo>
                  <a:cubicBezTo>
                    <a:pt x="113" y="19062"/>
                    <a:pt x="181" y="19408"/>
                    <a:pt x="309" y="19746"/>
                  </a:cubicBezTo>
                  <a:cubicBezTo>
                    <a:pt x="421" y="20039"/>
                    <a:pt x="707" y="20227"/>
                    <a:pt x="1008" y="20227"/>
                  </a:cubicBezTo>
                  <a:lnTo>
                    <a:pt x="21121" y="20227"/>
                  </a:lnTo>
                  <a:cubicBezTo>
                    <a:pt x="21429" y="20227"/>
                    <a:pt x="21699" y="20039"/>
                    <a:pt x="21820" y="19746"/>
                  </a:cubicBezTo>
                  <a:cubicBezTo>
                    <a:pt x="21970" y="19370"/>
                    <a:pt x="22045" y="18965"/>
                    <a:pt x="22045" y="18559"/>
                  </a:cubicBezTo>
                  <a:cubicBezTo>
                    <a:pt x="22060" y="18161"/>
                    <a:pt x="21992" y="17770"/>
                    <a:pt x="21842" y="17409"/>
                  </a:cubicBezTo>
                  <a:cubicBezTo>
                    <a:pt x="21572" y="16695"/>
                    <a:pt x="21068" y="16109"/>
                    <a:pt x="20430" y="15741"/>
                  </a:cubicBezTo>
                  <a:cubicBezTo>
                    <a:pt x="20663" y="15666"/>
                    <a:pt x="20880" y="15546"/>
                    <a:pt x="21053" y="15366"/>
                  </a:cubicBezTo>
                  <a:lnTo>
                    <a:pt x="21617" y="14802"/>
                  </a:lnTo>
                  <a:cubicBezTo>
                    <a:pt x="22210" y="14216"/>
                    <a:pt x="22210" y="13254"/>
                    <a:pt x="21617" y="12661"/>
                  </a:cubicBezTo>
                  <a:lnTo>
                    <a:pt x="19836" y="10880"/>
                  </a:lnTo>
                  <a:cubicBezTo>
                    <a:pt x="19648" y="10692"/>
                    <a:pt x="19430" y="10572"/>
                    <a:pt x="19190" y="10497"/>
                  </a:cubicBezTo>
                  <a:lnTo>
                    <a:pt x="19228" y="10459"/>
                  </a:lnTo>
                  <a:cubicBezTo>
                    <a:pt x="19678" y="10009"/>
                    <a:pt x="19678" y="9272"/>
                    <a:pt x="19228" y="8821"/>
                  </a:cubicBezTo>
                  <a:lnTo>
                    <a:pt x="18912" y="8513"/>
                  </a:lnTo>
                  <a:cubicBezTo>
                    <a:pt x="19017" y="8070"/>
                    <a:pt x="19070" y="7627"/>
                    <a:pt x="19070" y="7176"/>
                  </a:cubicBezTo>
                  <a:cubicBezTo>
                    <a:pt x="19070" y="4058"/>
                    <a:pt x="16538" y="1534"/>
                    <a:pt x="13427" y="1534"/>
                  </a:cubicBezTo>
                  <a:cubicBezTo>
                    <a:pt x="12976" y="1534"/>
                    <a:pt x="12526" y="1594"/>
                    <a:pt x="12097" y="1691"/>
                  </a:cubicBezTo>
                  <a:lnTo>
                    <a:pt x="10813" y="406"/>
                  </a:lnTo>
                  <a:cubicBezTo>
                    <a:pt x="10557" y="151"/>
                    <a:pt x="10211" y="1"/>
                    <a:pt x="984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>
                <a:schemeClr val="dk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218" name="Google Shape;8218;p76"/>
            <p:cNvGrpSpPr/>
            <p:nvPr/>
          </p:nvGrpSpPr>
          <p:grpSpPr>
            <a:xfrm>
              <a:off x="5754847" y="1565838"/>
              <a:ext cx="2051989" cy="1872025"/>
              <a:chOff x="6198875" y="2667025"/>
              <a:chExt cx="410825" cy="374375"/>
            </a:xfrm>
          </p:grpSpPr>
          <p:sp>
            <p:nvSpPr>
              <p:cNvPr id="8219" name="Google Shape;8219;p76"/>
              <p:cNvSpPr/>
              <p:nvPr/>
            </p:nvSpPr>
            <p:spPr>
              <a:xfrm>
                <a:off x="6475175" y="2939750"/>
                <a:ext cx="86425" cy="86425"/>
              </a:xfrm>
              <a:custGeom>
                <a:rect b="b" l="l" r="r" t="t"/>
                <a:pathLst>
                  <a:path extrusionOk="0" h="3457" w="3457">
                    <a:moveTo>
                      <a:pt x="1729" y="1"/>
                    </a:moveTo>
                    <a:cubicBezTo>
                      <a:pt x="775" y="1"/>
                      <a:pt x="1" y="775"/>
                      <a:pt x="1" y="1729"/>
                    </a:cubicBezTo>
                    <a:cubicBezTo>
                      <a:pt x="1" y="2683"/>
                      <a:pt x="775" y="3457"/>
                      <a:pt x="1729" y="3457"/>
                    </a:cubicBezTo>
                    <a:cubicBezTo>
                      <a:pt x="2691" y="3457"/>
                      <a:pt x="3457" y="2683"/>
                      <a:pt x="3457" y="1729"/>
                    </a:cubicBezTo>
                    <a:cubicBezTo>
                      <a:pt x="3457" y="767"/>
                      <a:pt x="2691" y="1"/>
                      <a:pt x="172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20" name="Google Shape;8220;p76"/>
              <p:cNvSpPr/>
              <p:nvPr/>
            </p:nvSpPr>
            <p:spPr>
              <a:xfrm>
                <a:off x="6508625" y="2973000"/>
                <a:ext cx="99750" cy="68400"/>
              </a:xfrm>
              <a:custGeom>
                <a:rect b="b" l="l" r="r" t="t"/>
                <a:pathLst>
                  <a:path extrusionOk="0" h="2736" w="3990">
                    <a:moveTo>
                      <a:pt x="1991" y="1"/>
                    </a:moveTo>
                    <a:cubicBezTo>
                      <a:pt x="1142" y="1"/>
                      <a:pt x="421" y="534"/>
                      <a:pt x="128" y="1286"/>
                    </a:cubicBezTo>
                    <a:cubicBezTo>
                      <a:pt x="45" y="1511"/>
                      <a:pt x="0" y="1751"/>
                      <a:pt x="0" y="1999"/>
                    </a:cubicBezTo>
                    <a:cubicBezTo>
                      <a:pt x="0" y="2262"/>
                      <a:pt x="53" y="2510"/>
                      <a:pt x="135" y="2736"/>
                    </a:cubicBezTo>
                    <a:lnTo>
                      <a:pt x="3847" y="2736"/>
                    </a:lnTo>
                    <a:cubicBezTo>
                      <a:pt x="3945" y="2510"/>
                      <a:pt x="3990" y="2255"/>
                      <a:pt x="3990" y="1999"/>
                    </a:cubicBezTo>
                    <a:cubicBezTo>
                      <a:pt x="3990" y="1751"/>
                      <a:pt x="3945" y="1511"/>
                      <a:pt x="3847" y="1286"/>
                    </a:cubicBezTo>
                    <a:cubicBezTo>
                      <a:pt x="3569" y="534"/>
                      <a:pt x="2840" y="1"/>
                      <a:pt x="199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21" name="Google Shape;8221;p76"/>
              <p:cNvSpPr/>
              <p:nvPr/>
            </p:nvSpPr>
            <p:spPr>
              <a:xfrm>
                <a:off x="6234575" y="2673600"/>
                <a:ext cx="288725" cy="367800"/>
              </a:xfrm>
              <a:custGeom>
                <a:rect b="b" l="l" r="r" t="t"/>
                <a:pathLst>
                  <a:path extrusionOk="0" h="14712" w="11549">
                    <a:moveTo>
                      <a:pt x="5778" y="0"/>
                    </a:moveTo>
                    <a:lnTo>
                      <a:pt x="0" y="5816"/>
                    </a:lnTo>
                    <a:lnTo>
                      <a:pt x="0" y="14712"/>
                    </a:lnTo>
                    <a:lnTo>
                      <a:pt x="11548" y="14712"/>
                    </a:lnTo>
                    <a:lnTo>
                      <a:pt x="11548" y="5816"/>
                    </a:lnTo>
                    <a:lnTo>
                      <a:pt x="577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22" name="Google Shape;8222;p76"/>
              <p:cNvSpPr/>
              <p:nvPr/>
            </p:nvSpPr>
            <p:spPr>
              <a:xfrm>
                <a:off x="6234575" y="2673600"/>
                <a:ext cx="288725" cy="367800"/>
              </a:xfrm>
              <a:custGeom>
                <a:rect b="b" l="l" r="r" t="t"/>
                <a:pathLst>
                  <a:path extrusionOk="0" h="14712" w="11549">
                    <a:moveTo>
                      <a:pt x="5778" y="0"/>
                    </a:moveTo>
                    <a:lnTo>
                      <a:pt x="0" y="5816"/>
                    </a:lnTo>
                    <a:lnTo>
                      <a:pt x="0" y="6800"/>
                    </a:lnTo>
                    <a:lnTo>
                      <a:pt x="7904" y="14712"/>
                    </a:lnTo>
                    <a:lnTo>
                      <a:pt x="11548" y="14712"/>
                    </a:lnTo>
                    <a:lnTo>
                      <a:pt x="11548" y="5816"/>
                    </a:lnTo>
                    <a:lnTo>
                      <a:pt x="5778" y="0"/>
                    </a:lnTo>
                    <a:close/>
                  </a:path>
                </a:pathLst>
              </a:custGeom>
              <a:solidFill>
                <a:srgbClr val="000000">
                  <a:alpha val="148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23" name="Google Shape;8223;p76"/>
              <p:cNvSpPr/>
              <p:nvPr/>
            </p:nvSpPr>
            <p:spPr>
              <a:xfrm>
                <a:off x="6254100" y="2878325"/>
                <a:ext cx="224675" cy="163075"/>
              </a:xfrm>
              <a:custGeom>
                <a:rect b="b" l="l" r="r" t="t"/>
                <a:pathLst>
                  <a:path extrusionOk="0" h="6523" w="8987">
                    <a:moveTo>
                      <a:pt x="496" y="1"/>
                    </a:moveTo>
                    <a:cubicBezTo>
                      <a:pt x="226" y="1"/>
                      <a:pt x="0" y="226"/>
                      <a:pt x="0" y="504"/>
                    </a:cubicBezTo>
                    <a:lnTo>
                      <a:pt x="0" y="2999"/>
                    </a:lnTo>
                    <a:cubicBezTo>
                      <a:pt x="0" y="3164"/>
                      <a:pt x="83" y="3329"/>
                      <a:pt x="226" y="3412"/>
                    </a:cubicBezTo>
                    <a:lnTo>
                      <a:pt x="3329" y="6523"/>
                    </a:lnTo>
                    <a:lnTo>
                      <a:pt x="8987" y="6523"/>
                    </a:lnTo>
                    <a:lnTo>
                      <a:pt x="2705" y="241"/>
                    </a:lnTo>
                    <a:lnTo>
                      <a:pt x="2713" y="226"/>
                    </a:lnTo>
                    <a:cubicBezTo>
                      <a:pt x="2630" y="99"/>
                      <a:pt x="2480" y="1"/>
                      <a:pt x="2300" y="1"/>
                    </a:cubicBezTo>
                    <a:close/>
                  </a:path>
                </a:pathLst>
              </a:custGeom>
              <a:solidFill>
                <a:srgbClr val="000000">
                  <a:alpha val="148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24" name="Google Shape;8224;p76"/>
              <p:cNvSpPr/>
              <p:nvPr/>
            </p:nvSpPr>
            <p:spPr>
              <a:xfrm>
                <a:off x="6261625" y="2885675"/>
                <a:ext cx="55425" cy="72900"/>
              </a:xfrm>
              <a:custGeom>
                <a:rect b="b" l="l" r="r" t="t"/>
                <a:pathLst>
                  <a:path extrusionOk="0" h="2916" w="2217">
                    <a:moveTo>
                      <a:pt x="203" y="0"/>
                    </a:moveTo>
                    <a:cubicBezTo>
                      <a:pt x="90" y="0"/>
                      <a:pt x="0" y="90"/>
                      <a:pt x="0" y="210"/>
                    </a:cubicBezTo>
                    <a:lnTo>
                      <a:pt x="0" y="2705"/>
                    </a:lnTo>
                    <a:cubicBezTo>
                      <a:pt x="0" y="2818"/>
                      <a:pt x="90" y="2915"/>
                      <a:pt x="203" y="2915"/>
                    </a:cubicBezTo>
                    <a:lnTo>
                      <a:pt x="2006" y="2915"/>
                    </a:lnTo>
                    <a:cubicBezTo>
                      <a:pt x="2119" y="2915"/>
                      <a:pt x="2201" y="2818"/>
                      <a:pt x="2216" y="2705"/>
                    </a:cubicBezTo>
                    <a:lnTo>
                      <a:pt x="2216" y="210"/>
                    </a:lnTo>
                    <a:cubicBezTo>
                      <a:pt x="2216" y="90"/>
                      <a:pt x="2119" y="0"/>
                      <a:pt x="200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25" name="Google Shape;8225;p76"/>
              <p:cNvSpPr/>
              <p:nvPr/>
            </p:nvSpPr>
            <p:spPr>
              <a:xfrm>
                <a:off x="6254300" y="2878325"/>
                <a:ext cx="69875" cy="87375"/>
              </a:xfrm>
              <a:custGeom>
                <a:rect b="b" l="l" r="r" t="t"/>
                <a:pathLst>
                  <a:path extrusionOk="0" h="3495" w="2795">
                    <a:moveTo>
                      <a:pt x="2216" y="587"/>
                    </a:moveTo>
                    <a:lnTo>
                      <a:pt x="2216" y="2916"/>
                    </a:lnTo>
                    <a:lnTo>
                      <a:pt x="579" y="2916"/>
                    </a:lnTo>
                    <a:lnTo>
                      <a:pt x="579" y="587"/>
                    </a:lnTo>
                    <a:close/>
                    <a:moveTo>
                      <a:pt x="496" y="1"/>
                    </a:moveTo>
                    <a:cubicBezTo>
                      <a:pt x="225" y="1"/>
                      <a:pt x="0" y="226"/>
                      <a:pt x="0" y="504"/>
                    </a:cubicBezTo>
                    <a:lnTo>
                      <a:pt x="0" y="2999"/>
                    </a:lnTo>
                    <a:cubicBezTo>
                      <a:pt x="0" y="3269"/>
                      <a:pt x="225" y="3495"/>
                      <a:pt x="496" y="3495"/>
                    </a:cubicBezTo>
                    <a:lnTo>
                      <a:pt x="2299" y="3495"/>
                    </a:lnTo>
                    <a:cubicBezTo>
                      <a:pt x="2570" y="3495"/>
                      <a:pt x="2787" y="3269"/>
                      <a:pt x="2795" y="2999"/>
                    </a:cubicBezTo>
                    <a:lnTo>
                      <a:pt x="2795" y="504"/>
                    </a:lnTo>
                    <a:cubicBezTo>
                      <a:pt x="2795" y="226"/>
                      <a:pt x="2570" y="1"/>
                      <a:pt x="229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26" name="Google Shape;8226;p76"/>
              <p:cNvSpPr/>
              <p:nvPr/>
            </p:nvSpPr>
            <p:spPr>
              <a:xfrm>
                <a:off x="6435550" y="2878325"/>
                <a:ext cx="87750" cy="163075"/>
              </a:xfrm>
              <a:custGeom>
                <a:rect b="b" l="l" r="r" t="t"/>
                <a:pathLst>
                  <a:path extrusionOk="0" h="6523" w="3510">
                    <a:moveTo>
                      <a:pt x="496" y="1"/>
                    </a:moveTo>
                    <a:cubicBezTo>
                      <a:pt x="226" y="1"/>
                      <a:pt x="0" y="226"/>
                      <a:pt x="0" y="504"/>
                    </a:cubicBezTo>
                    <a:lnTo>
                      <a:pt x="0" y="2999"/>
                    </a:lnTo>
                    <a:cubicBezTo>
                      <a:pt x="0" y="3164"/>
                      <a:pt x="83" y="3329"/>
                      <a:pt x="226" y="3412"/>
                    </a:cubicBezTo>
                    <a:lnTo>
                      <a:pt x="3336" y="6523"/>
                    </a:lnTo>
                    <a:lnTo>
                      <a:pt x="3509" y="6523"/>
                    </a:lnTo>
                    <a:lnTo>
                      <a:pt x="3509" y="1038"/>
                    </a:lnTo>
                    <a:lnTo>
                      <a:pt x="2713" y="249"/>
                    </a:lnTo>
                    <a:lnTo>
                      <a:pt x="2720" y="241"/>
                    </a:lnTo>
                    <a:lnTo>
                      <a:pt x="2713" y="226"/>
                    </a:lnTo>
                    <a:cubicBezTo>
                      <a:pt x="2630" y="99"/>
                      <a:pt x="2480" y="1"/>
                      <a:pt x="2300" y="1"/>
                    </a:cubicBezTo>
                    <a:close/>
                  </a:path>
                </a:pathLst>
              </a:custGeom>
              <a:solidFill>
                <a:srgbClr val="000000">
                  <a:alpha val="148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27" name="Google Shape;8227;p76"/>
              <p:cNvSpPr/>
              <p:nvPr/>
            </p:nvSpPr>
            <p:spPr>
              <a:xfrm>
                <a:off x="6442875" y="2885675"/>
                <a:ext cx="55425" cy="72900"/>
              </a:xfrm>
              <a:custGeom>
                <a:rect b="b" l="l" r="r" t="t"/>
                <a:pathLst>
                  <a:path extrusionOk="0" h="2916" w="2217">
                    <a:moveTo>
                      <a:pt x="203" y="0"/>
                    </a:moveTo>
                    <a:cubicBezTo>
                      <a:pt x="91" y="0"/>
                      <a:pt x="0" y="90"/>
                      <a:pt x="0" y="210"/>
                    </a:cubicBezTo>
                    <a:lnTo>
                      <a:pt x="0" y="2705"/>
                    </a:lnTo>
                    <a:cubicBezTo>
                      <a:pt x="0" y="2818"/>
                      <a:pt x="91" y="2915"/>
                      <a:pt x="203" y="2915"/>
                    </a:cubicBezTo>
                    <a:lnTo>
                      <a:pt x="2007" y="2915"/>
                    </a:lnTo>
                    <a:cubicBezTo>
                      <a:pt x="2119" y="2915"/>
                      <a:pt x="2217" y="2818"/>
                      <a:pt x="2217" y="2705"/>
                    </a:cubicBezTo>
                    <a:lnTo>
                      <a:pt x="2217" y="210"/>
                    </a:lnTo>
                    <a:cubicBezTo>
                      <a:pt x="2217" y="90"/>
                      <a:pt x="2119" y="0"/>
                      <a:pt x="200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28" name="Google Shape;8228;p76"/>
              <p:cNvSpPr/>
              <p:nvPr/>
            </p:nvSpPr>
            <p:spPr>
              <a:xfrm>
                <a:off x="6435550" y="2878325"/>
                <a:ext cx="69900" cy="87375"/>
              </a:xfrm>
              <a:custGeom>
                <a:rect b="b" l="l" r="r" t="t"/>
                <a:pathLst>
                  <a:path extrusionOk="0" h="3495" w="2796">
                    <a:moveTo>
                      <a:pt x="2217" y="587"/>
                    </a:moveTo>
                    <a:lnTo>
                      <a:pt x="2217" y="2916"/>
                    </a:lnTo>
                    <a:lnTo>
                      <a:pt x="579" y="2916"/>
                    </a:lnTo>
                    <a:lnTo>
                      <a:pt x="579" y="587"/>
                    </a:lnTo>
                    <a:close/>
                    <a:moveTo>
                      <a:pt x="496" y="1"/>
                    </a:moveTo>
                    <a:cubicBezTo>
                      <a:pt x="226" y="1"/>
                      <a:pt x="0" y="226"/>
                      <a:pt x="0" y="504"/>
                    </a:cubicBezTo>
                    <a:lnTo>
                      <a:pt x="0" y="2999"/>
                    </a:lnTo>
                    <a:cubicBezTo>
                      <a:pt x="0" y="3269"/>
                      <a:pt x="226" y="3495"/>
                      <a:pt x="496" y="3495"/>
                    </a:cubicBezTo>
                    <a:lnTo>
                      <a:pt x="2300" y="3495"/>
                    </a:lnTo>
                    <a:cubicBezTo>
                      <a:pt x="2570" y="3495"/>
                      <a:pt x="2795" y="3269"/>
                      <a:pt x="2795" y="2999"/>
                    </a:cubicBezTo>
                    <a:lnTo>
                      <a:pt x="2795" y="504"/>
                    </a:lnTo>
                    <a:cubicBezTo>
                      <a:pt x="2795" y="226"/>
                      <a:pt x="2570" y="1"/>
                      <a:pt x="23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29" name="Google Shape;8229;p76"/>
              <p:cNvSpPr/>
              <p:nvPr/>
            </p:nvSpPr>
            <p:spPr>
              <a:xfrm>
                <a:off x="6435550" y="2892050"/>
                <a:ext cx="14475" cy="41150"/>
              </a:xfrm>
              <a:custGeom>
                <a:rect b="b" l="l" r="r" t="t"/>
                <a:pathLst>
                  <a:path extrusionOk="0" h="1646" w="579">
                    <a:moveTo>
                      <a:pt x="0" y="0"/>
                    </a:moveTo>
                    <a:lnTo>
                      <a:pt x="0" y="1060"/>
                    </a:lnTo>
                    <a:lnTo>
                      <a:pt x="579" y="1646"/>
                    </a:lnTo>
                    <a:lnTo>
                      <a:pt x="579" y="46"/>
                    </a:lnTo>
                    <a:cubicBezTo>
                      <a:pt x="384" y="46"/>
                      <a:pt x="188" y="31"/>
                      <a:pt x="0" y="0"/>
                    </a:cubicBezTo>
                    <a:close/>
                  </a:path>
                </a:pathLst>
              </a:custGeom>
              <a:solidFill>
                <a:srgbClr val="000000">
                  <a:alpha val="148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30" name="Google Shape;8230;p76"/>
              <p:cNvSpPr/>
              <p:nvPr/>
            </p:nvSpPr>
            <p:spPr>
              <a:xfrm>
                <a:off x="6460150" y="2880225"/>
                <a:ext cx="45300" cy="85475"/>
              </a:xfrm>
              <a:custGeom>
                <a:rect b="b" l="l" r="r" t="t"/>
                <a:pathLst>
                  <a:path extrusionOk="0" h="3419" w="1812">
                    <a:moveTo>
                      <a:pt x="1579" y="0"/>
                    </a:moveTo>
                    <a:cubicBezTo>
                      <a:pt x="1113" y="271"/>
                      <a:pt x="572" y="451"/>
                      <a:pt x="1" y="511"/>
                    </a:cubicBezTo>
                    <a:lnTo>
                      <a:pt x="1233" y="511"/>
                    </a:lnTo>
                    <a:lnTo>
                      <a:pt x="1233" y="2840"/>
                    </a:lnTo>
                    <a:lnTo>
                      <a:pt x="324" y="2840"/>
                    </a:lnTo>
                    <a:lnTo>
                      <a:pt x="902" y="3419"/>
                    </a:lnTo>
                    <a:lnTo>
                      <a:pt x="1316" y="3419"/>
                    </a:lnTo>
                    <a:cubicBezTo>
                      <a:pt x="1586" y="3419"/>
                      <a:pt x="1811" y="3193"/>
                      <a:pt x="1811" y="2923"/>
                    </a:cubicBezTo>
                    <a:lnTo>
                      <a:pt x="1811" y="428"/>
                    </a:lnTo>
                    <a:cubicBezTo>
                      <a:pt x="1811" y="248"/>
                      <a:pt x="1721" y="98"/>
                      <a:pt x="1579" y="0"/>
                    </a:cubicBezTo>
                    <a:close/>
                  </a:path>
                </a:pathLst>
              </a:custGeom>
              <a:solidFill>
                <a:srgbClr val="000000">
                  <a:alpha val="148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31" name="Google Shape;8231;p76"/>
              <p:cNvSpPr/>
              <p:nvPr/>
            </p:nvSpPr>
            <p:spPr>
              <a:xfrm>
                <a:off x="6198875" y="2667075"/>
                <a:ext cx="360475" cy="192700"/>
              </a:xfrm>
              <a:custGeom>
                <a:rect b="b" l="l" r="r" t="t"/>
                <a:pathLst>
                  <a:path extrusionOk="0" h="7708" w="14419">
                    <a:moveTo>
                      <a:pt x="7202" y="0"/>
                    </a:moveTo>
                    <a:cubicBezTo>
                      <a:pt x="7074" y="0"/>
                      <a:pt x="6947" y="47"/>
                      <a:pt x="6853" y="141"/>
                    </a:cubicBezTo>
                    <a:lnTo>
                      <a:pt x="121" y="6873"/>
                    </a:lnTo>
                    <a:cubicBezTo>
                      <a:pt x="1" y="7001"/>
                      <a:pt x="1" y="7204"/>
                      <a:pt x="121" y="7324"/>
                    </a:cubicBezTo>
                    <a:lnTo>
                      <a:pt x="414" y="7617"/>
                    </a:lnTo>
                    <a:cubicBezTo>
                      <a:pt x="474" y="7677"/>
                      <a:pt x="557" y="7707"/>
                      <a:pt x="639" y="7707"/>
                    </a:cubicBezTo>
                    <a:cubicBezTo>
                      <a:pt x="722" y="7707"/>
                      <a:pt x="804" y="7677"/>
                      <a:pt x="865" y="7617"/>
                    </a:cubicBezTo>
                    <a:lnTo>
                      <a:pt x="7116" y="1366"/>
                    </a:lnTo>
                    <a:cubicBezTo>
                      <a:pt x="7142" y="1340"/>
                      <a:pt x="7176" y="1326"/>
                      <a:pt x="7210" y="1326"/>
                    </a:cubicBezTo>
                    <a:cubicBezTo>
                      <a:pt x="7243" y="1326"/>
                      <a:pt x="7277" y="1340"/>
                      <a:pt x="7304" y="1366"/>
                    </a:cubicBezTo>
                    <a:lnTo>
                      <a:pt x="13555" y="7617"/>
                    </a:lnTo>
                    <a:cubicBezTo>
                      <a:pt x="13615" y="7677"/>
                      <a:pt x="13696" y="7707"/>
                      <a:pt x="13777" y="7707"/>
                    </a:cubicBezTo>
                    <a:cubicBezTo>
                      <a:pt x="13859" y="7707"/>
                      <a:pt x="13942" y="7677"/>
                      <a:pt x="14006" y="7617"/>
                    </a:cubicBezTo>
                    <a:lnTo>
                      <a:pt x="14291" y="7324"/>
                    </a:lnTo>
                    <a:cubicBezTo>
                      <a:pt x="14419" y="7211"/>
                      <a:pt x="14419" y="7008"/>
                      <a:pt x="14284" y="6873"/>
                    </a:cubicBezTo>
                    <a:lnTo>
                      <a:pt x="7552" y="141"/>
                    </a:lnTo>
                    <a:cubicBezTo>
                      <a:pt x="7458" y="47"/>
                      <a:pt x="7330" y="0"/>
                      <a:pt x="720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32" name="Google Shape;8232;p76"/>
              <p:cNvSpPr/>
              <p:nvPr/>
            </p:nvSpPr>
            <p:spPr>
              <a:xfrm>
                <a:off x="6379000" y="2667025"/>
                <a:ext cx="179975" cy="193075"/>
              </a:xfrm>
              <a:custGeom>
                <a:rect b="b" l="l" r="r" t="t"/>
                <a:pathLst>
                  <a:path extrusionOk="0" h="7723" w="7199">
                    <a:moveTo>
                      <a:pt x="1" y="0"/>
                    </a:moveTo>
                    <a:lnTo>
                      <a:pt x="1" y="1338"/>
                    </a:lnTo>
                    <a:cubicBezTo>
                      <a:pt x="38" y="1338"/>
                      <a:pt x="61" y="1345"/>
                      <a:pt x="91" y="1375"/>
                    </a:cubicBezTo>
                    <a:lnTo>
                      <a:pt x="6335" y="7627"/>
                    </a:lnTo>
                    <a:cubicBezTo>
                      <a:pt x="6399" y="7690"/>
                      <a:pt x="6481" y="7722"/>
                      <a:pt x="6563" y="7722"/>
                    </a:cubicBezTo>
                    <a:cubicBezTo>
                      <a:pt x="6645" y="7722"/>
                      <a:pt x="6725" y="7690"/>
                      <a:pt x="6786" y="7627"/>
                    </a:cubicBezTo>
                    <a:lnTo>
                      <a:pt x="7079" y="7341"/>
                    </a:lnTo>
                    <a:cubicBezTo>
                      <a:pt x="7199" y="7213"/>
                      <a:pt x="7199" y="7010"/>
                      <a:pt x="7079" y="6890"/>
                    </a:cubicBezTo>
                    <a:lnTo>
                      <a:pt x="347" y="143"/>
                    </a:lnTo>
                    <a:cubicBezTo>
                      <a:pt x="249" y="53"/>
                      <a:pt x="121" y="0"/>
                      <a:pt x="1" y="0"/>
                    </a:cubicBezTo>
                    <a:close/>
                  </a:path>
                </a:pathLst>
              </a:custGeom>
              <a:solidFill>
                <a:srgbClr val="000000">
                  <a:alpha val="148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33" name="Google Shape;8233;p76"/>
              <p:cNvSpPr/>
              <p:nvPr/>
            </p:nvSpPr>
            <p:spPr>
              <a:xfrm>
                <a:off x="6348950" y="2870825"/>
                <a:ext cx="60325" cy="170575"/>
              </a:xfrm>
              <a:custGeom>
                <a:rect b="b" l="l" r="r" t="t"/>
                <a:pathLst>
                  <a:path extrusionOk="0" h="6823" w="2413">
                    <a:moveTo>
                      <a:pt x="504" y="0"/>
                    </a:moveTo>
                    <a:cubicBezTo>
                      <a:pt x="226" y="0"/>
                      <a:pt x="1" y="226"/>
                      <a:pt x="1" y="511"/>
                    </a:cubicBezTo>
                    <a:lnTo>
                      <a:pt x="1" y="6823"/>
                    </a:lnTo>
                    <a:lnTo>
                      <a:pt x="2413" y="6823"/>
                    </a:lnTo>
                    <a:lnTo>
                      <a:pt x="2413" y="511"/>
                    </a:lnTo>
                    <a:cubicBezTo>
                      <a:pt x="2413" y="226"/>
                      <a:pt x="2187" y="0"/>
                      <a:pt x="19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34" name="Google Shape;8234;p76"/>
              <p:cNvSpPr/>
              <p:nvPr/>
            </p:nvSpPr>
            <p:spPr>
              <a:xfrm>
                <a:off x="6341625" y="2863300"/>
                <a:ext cx="75175" cy="178100"/>
              </a:xfrm>
              <a:custGeom>
                <a:rect b="b" l="l" r="r" t="t"/>
                <a:pathLst>
                  <a:path extrusionOk="0" h="7124" w="3007">
                    <a:moveTo>
                      <a:pt x="579" y="1"/>
                    </a:moveTo>
                    <a:cubicBezTo>
                      <a:pt x="264" y="1"/>
                      <a:pt x="1" y="264"/>
                      <a:pt x="1" y="587"/>
                    </a:cubicBezTo>
                    <a:lnTo>
                      <a:pt x="1" y="7124"/>
                    </a:lnTo>
                    <a:lnTo>
                      <a:pt x="602" y="7124"/>
                    </a:lnTo>
                    <a:lnTo>
                      <a:pt x="602" y="978"/>
                    </a:lnTo>
                    <a:cubicBezTo>
                      <a:pt x="602" y="775"/>
                      <a:pt x="767" y="602"/>
                      <a:pt x="977" y="602"/>
                    </a:cubicBezTo>
                    <a:lnTo>
                      <a:pt x="2029" y="602"/>
                    </a:lnTo>
                    <a:cubicBezTo>
                      <a:pt x="2232" y="602"/>
                      <a:pt x="2405" y="775"/>
                      <a:pt x="2405" y="978"/>
                    </a:cubicBezTo>
                    <a:lnTo>
                      <a:pt x="2405" y="7124"/>
                    </a:lnTo>
                    <a:lnTo>
                      <a:pt x="3006" y="7124"/>
                    </a:lnTo>
                    <a:lnTo>
                      <a:pt x="3006" y="587"/>
                    </a:lnTo>
                    <a:cubicBezTo>
                      <a:pt x="3006" y="264"/>
                      <a:pt x="2743" y="1"/>
                      <a:pt x="242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35" name="Google Shape;8235;p76"/>
              <p:cNvSpPr/>
              <p:nvPr/>
            </p:nvSpPr>
            <p:spPr>
              <a:xfrm>
                <a:off x="6361550" y="2923425"/>
                <a:ext cx="13725" cy="13725"/>
              </a:xfrm>
              <a:custGeom>
                <a:rect b="b" l="l" r="r" t="t"/>
                <a:pathLst>
                  <a:path extrusionOk="0" h="549" w="549">
                    <a:moveTo>
                      <a:pt x="271" y="0"/>
                    </a:moveTo>
                    <a:cubicBezTo>
                      <a:pt x="120" y="0"/>
                      <a:pt x="0" y="113"/>
                      <a:pt x="0" y="278"/>
                    </a:cubicBezTo>
                    <a:cubicBezTo>
                      <a:pt x="0" y="428"/>
                      <a:pt x="120" y="549"/>
                      <a:pt x="271" y="549"/>
                    </a:cubicBezTo>
                    <a:cubicBezTo>
                      <a:pt x="421" y="549"/>
                      <a:pt x="549" y="428"/>
                      <a:pt x="549" y="278"/>
                    </a:cubicBezTo>
                    <a:cubicBezTo>
                      <a:pt x="549" y="128"/>
                      <a:pt x="421" y="0"/>
                      <a:pt x="27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36" name="Google Shape;8236;p76"/>
              <p:cNvSpPr/>
              <p:nvPr/>
            </p:nvSpPr>
            <p:spPr>
              <a:xfrm>
                <a:off x="6234575" y="3001750"/>
                <a:ext cx="288725" cy="39650"/>
              </a:xfrm>
              <a:custGeom>
                <a:rect b="b" l="l" r="r" t="t"/>
                <a:pathLst>
                  <a:path extrusionOk="0" h="1586" w="11549">
                    <a:moveTo>
                      <a:pt x="0" y="0"/>
                    </a:moveTo>
                    <a:lnTo>
                      <a:pt x="0" y="1586"/>
                    </a:lnTo>
                    <a:lnTo>
                      <a:pt x="11548" y="1586"/>
                    </a:lnTo>
                    <a:lnTo>
                      <a:pt x="1154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37" name="Google Shape;8237;p76"/>
              <p:cNvSpPr/>
              <p:nvPr/>
            </p:nvSpPr>
            <p:spPr>
              <a:xfrm>
                <a:off x="6199075" y="2983325"/>
                <a:ext cx="85300" cy="58075"/>
              </a:xfrm>
              <a:custGeom>
                <a:rect b="b" l="l" r="r" t="t"/>
                <a:pathLst>
                  <a:path extrusionOk="0" h="2323" w="3412">
                    <a:moveTo>
                      <a:pt x="1698" y="1"/>
                    </a:moveTo>
                    <a:cubicBezTo>
                      <a:pt x="977" y="1"/>
                      <a:pt x="353" y="452"/>
                      <a:pt x="113" y="1090"/>
                    </a:cubicBezTo>
                    <a:cubicBezTo>
                      <a:pt x="38" y="1278"/>
                      <a:pt x="0" y="1489"/>
                      <a:pt x="0" y="1699"/>
                    </a:cubicBezTo>
                    <a:cubicBezTo>
                      <a:pt x="0" y="1917"/>
                      <a:pt x="45" y="2135"/>
                      <a:pt x="120" y="2323"/>
                    </a:cubicBezTo>
                    <a:lnTo>
                      <a:pt x="3283" y="2323"/>
                    </a:lnTo>
                    <a:cubicBezTo>
                      <a:pt x="3374" y="2135"/>
                      <a:pt x="3411" y="1917"/>
                      <a:pt x="3411" y="1699"/>
                    </a:cubicBezTo>
                    <a:cubicBezTo>
                      <a:pt x="3411" y="1489"/>
                      <a:pt x="3374" y="1278"/>
                      <a:pt x="3283" y="1090"/>
                    </a:cubicBezTo>
                    <a:cubicBezTo>
                      <a:pt x="3043" y="452"/>
                      <a:pt x="2419" y="1"/>
                      <a:pt x="169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38" name="Google Shape;8238;p76"/>
              <p:cNvSpPr/>
              <p:nvPr/>
            </p:nvSpPr>
            <p:spPr>
              <a:xfrm>
                <a:off x="6250350" y="2999300"/>
                <a:ext cx="61450" cy="42100"/>
              </a:xfrm>
              <a:custGeom>
                <a:rect b="b" l="l" r="r" t="t"/>
                <a:pathLst>
                  <a:path extrusionOk="0" h="1684" w="2458">
                    <a:moveTo>
                      <a:pt x="1225" y="1"/>
                    </a:moveTo>
                    <a:cubicBezTo>
                      <a:pt x="706" y="1"/>
                      <a:pt x="263" y="331"/>
                      <a:pt x="83" y="789"/>
                    </a:cubicBezTo>
                    <a:cubicBezTo>
                      <a:pt x="23" y="932"/>
                      <a:pt x="0" y="1075"/>
                      <a:pt x="0" y="1233"/>
                    </a:cubicBezTo>
                    <a:cubicBezTo>
                      <a:pt x="0" y="1391"/>
                      <a:pt x="23" y="1541"/>
                      <a:pt x="83" y="1684"/>
                    </a:cubicBezTo>
                    <a:lnTo>
                      <a:pt x="2374" y="1684"/>
                    </a:lnTo>
                    <a:cubicBezTo>
                      <a:pt x="2427" y="1541"/>
                      <a:pt x="2457" y="1391"/>
                      <a:pt x="2457" y="1233"/>
                    </a:cubicBezTo>
                    <a:cubicBezTo>
                      <a:pt x="2457" y="1075"/>
                      <a:pt x="2427" y="932"/>
                      <a:pt x="2382" y="789"/>
                    </a:cubicBezTo>
                    <a:cubicBezTo>
                      <a:pt x="2202" y="331"/>
                      <a:pt x="1751" y="1"/>
                      <a:pt x="122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39" name="Google Shape;8239;p76"/>
              <p:cNvSpPr/>
              <p:nvPr/>
            </p:nvSpPr>
            <p:spPr>
              <a:xfrm>
                <a:off x="6499600" y="2844150"/>
                <a:ext cx="54500" cy="54500"/>
              </a:xfrm>
              <a:custGeom>
                <a:rect b="b" l="l" r="r" t="t"/>
                <a:pathLst>
                  <a:path extrusionOk="0" h="2180" w="2180">
                    <a:moveTo>
                      <a:pt x="774" y="1"/>
                    </a:moveTo>
                    <a:lnTo>
                      <a:pt x="1" y="782"/>
                    </a:lnTo>
                    <a:lnTo>
                      <a:pt x="1398" y="2179"/>
                    </a:lnTo>
                    <a:lnTo>
                      <a:pt x="2179" y="1406"/>
                    </a:lnTo>
                    <a:lnTo>
                      <a:pt x="774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40" name="Google Shape;8240;p76"/>
              <p:cNvSpPr/>
              <p:nvPr/>
            </p:nvSpPr>
            <p:spPr>
              <a:xfrm>
                <a:off x="6529475" y="2875650"/>
                <a:ext cx="80225" cy="77325"/>
              </a:xfrm>
              <a:custGeom>
                <a:rect b="b" l="l" r="r" t="t"/>
                <a:pathLst>
                  <a:path extrusionOk="0" h="3093" w="3209">
                    <a:moveTo>
                      <a:pt x="1116" y="1"/>
                    </a:moveTo>
                    <a:cubicBezTo>
                      <a:pt x="958" y="1"/>
                      <a:pt x="800" y="59"/>
                      <a:pt x="684" y="176"/>
                    </a:cubicBezTo>
                    <a:lnTo>
                      <a:pt x="233" y="626"/>
                    </a:lnTo>
                    <a:cubicBezTo>
                      <a:pt x="0" y="859"/>
                      <a:pt x="0" y="1258"/>
                      <a:pt x="233" y="1490"/>
                    </a:cubicBezTo>
                    <a:lnTo>
                      <a:pt x="1661" y="2918"/>
                    </a:lnTo>
                    <a:cubicBezTo>
                      <a:pt x="1777" y="3034"/>
                      <a:pt x="1935" y="3093"/>
                      <a:pt x="2093" y="3093"/>
                    </a:cubicBezTo>
                    <a:cubicBezTo>
                      <a:pt x="2250" y="3093"/>
                      <a:pt x="2408" y="3034"/>
                      <a:pt x="2525" y="2918"/>
                    </a:cubicBezTo>
                    <a:lnTo>
                      <a:pt x="2975" y="2467"/>
                    </a:lnTo>
                    <a:cubicBezTo>
                      <a:pt x="3208" y="2234"/>
                      <a:pt x="3208" y="1836"/>
                      <a:pt x="2975" y="1603"/>
                    </a:cubicBezTo>
                    <a:lnTo>
                      <a:pt x="1548" y="176"/>
                    </a:lnTo>
                    <a:cubicBezTo>
                      <a:pt x="1431" y="59"/>
                      <a:pt x="1274" y="1"/>
                      <a:pt x="1116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41" name="Google Shape;8241;p76"/>
              <p:cNvSpPr/>
              <p:nvPr/>
            </p:nvSpPr>
            <p:spPr>
              <a:xfrm>
                <a:off x="6363975" y="2708350"/>
                <a:ext cx="173775" cy="173775"/>
              </a:xfrm>
              <a:custGeom>
                <a:rect b="b" l="l" r="r" t="t"/>
                <a:pathLst>
                  <a:path extrusionOk="0" h="6951" w="6951">
                    <a:moveTo>
                      <a:pt x="3472" y="0"/>
                    </a:moveTo>
                    <a:cubicBezTo>
                      <a:pt x="1549" y="0"/>
                      <a:pt x="1" y="1563"/>
                      <a:pt x="1" y="3479"/>
                    </a:cubicBezTo>
                    <a:cubicBezTo>
                      <a:pt x="1" y="5395"/>
                      <a:pt x="1556" y="6950"/>
                      <a:pt x="3472" y="6950"/>
                    </a:cubicBezTo>
                    <a:cubicBezTo>
                      <a:pt x="5388" y="6950"/>
                      <a:pt x="6951" y="5403"/>
                      <a:pt x="6951" y="3479"/>
                    </a:cubicBezTo>
                    <a:cubicBezTo>
                      <a:pt x="6951" y="1563"/>
                      <a:pt x="5395" y="0"/>
                      <a:pt x="3472" y="0"/>
                    </a:cubicBezTo>
                    <a:close/>
                  </a:path>
                </a:pathLst>
              </a:custGeom>
              <a:solidFill>
                <a:srgbClr val="FFFFFF">
                  <a:alpha val="398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42" name="Google Shape;8242;p76"/>
              <p:cNvSpPr/>
              <p:nvPr/>
            </p:nvSpPr>
            <p:spPr>
              <a:xfrm>
                <a:off x="6364350" y="2709100"/>
                <a:ext cx="172850" cy="172825"/>
              </a:xfrm>
              <a:custGeom>
                <a:rect b="b" l="l" r="r" t="t"/>
                <a:pathLst>
                  <a:path extrusionOk="0" h="6913" w="6914">
                    <a:moveTo>
                      <a:pt x="3457" y="774"/>
                    </a:moveTo>
                    <a:cubicBezTo>
                      <a:pt x="4945" y="774"/>
                      <a:pt x="6147" y="1976"/>
                      <a:pt x="6147" y="3457"/>
                    </a:cubicBezTo>
                    <a:cubicBezTo>
                      <a:pt x="6147" y="4944"/>
                      <a:pt x="4945" y="6146"/>
                      <a:pt x="3457" y="6146"/>
                    </a:cubicBezTo>
                    <a:cubicBezTo>
                      <a:pt x="1977" y="6146"/>
                      <a:pt x="775" y="4944"/>
                      <a:pt x="775" y="3457"/>
                    </a:cubicBezTo>
                    <a:cubicBezTo>
                      <a:pt x="775" y="1976"/>
                      <a:pt x="1977" y="774"/>
                      <a:pt x="3457" y="774"/>
                    </a:cubicBezTo>
                    <a:close/>
                    <a:moveTo>
                      <a:pt x="3457" y="0"/>
                    </a:moveTo>
                    <a:cubicBezTo>
                      <a:pt x="1549" y="0"/>
                      <a:pt x="1" y="1548"/>
                      <a:pt x="1" y="3457"/>
                    </a:cubicBezTo>
                    <a:cubicBezTo>
                      <a:pt x="1" y="5365"/>
                      <a:pt x="1549" y="6913"/>
                      <a:pt x="3457" y="6913"/>
                    </a:cubicBezTo>
                    <a:cubicBezTo>
                      <a:pt x="5365" y="6913"/>
                      <a:pt x="6913" y="5365"/>
                      <a:pt x="6913" y="3457"/>
                    </a:cubicBezTo>
                    <a:cubicBezTo>
                      <a:pt x="6913" y="1548"/>
                      <a:pt x="5365" y="0"/>
                      <a:pt x="3457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43" name="Google Shape;8243;p76"/>
              <p:cNvSpPr/>
              <p:nvPr/>
            </p:nvSpPr>
            <p:spPr>
              <a:xfrm>
                <a:off x="6352900" y="2697650"/>
                <a:ext cx="195750" cy="195750"/>
              </a:xfrm>
              <a:custGeom>
                <a:rect b="b" l="l" r="r" t="t"/>
                <a:pathLst>
                  <a:path extrusionOk="0" h="7830" w="7830">
                    <a:moveTo>
                      <a:pt x="3915" y="872"/>
                    </a:moveTo>
                    <a:cubicBezTo>
                      <a:pt x="5598" y="872"/>
                      <a:pt x="6958" y="2232"/>
                      <a:pt x="6958" y="3915"/>
                    </a:cubicBezTo>
                    <a:cubicBezTo>
                      <a:pt x="6958" y="5598"/>
                      <a:pt x="5598" y="6958"/>
                      <a:pt x="3915" y="6958"/>
                    </a:cubicBezTo>
                    <a:cubicBezTo>
                      <a:pt x="2232" y="6958"/>
                      <a:pt x="872" y="5598"/>
                      <a:pt x="872" y="3915"/>
                    </a:cubicBezTo>
                    <a:cubicBezTo>
                      <a:pt x="872" y="2232"/>
                      <a:pt x="2232" y="872"/>
                      <a:pt x="3915" y="872"/>
                    </a:cubicBezTo>
                    <a:close/>
                    <a:moveTo>
                      <a:pt x="3915" y="0"/>
                    </a:moveTo>
                    <a:cubicBezTo>
                      <a:pt x="1759" y="0"/>
                      <a:pt x="1" y="1751"/>
                      <a:pt x="1" y="3915"/>
                    </a:cubicBezTo>
                    <a:cubicBezTo>
                      <a:pt x="1" y="6071"/>
                      <a:pt x="1759" y="7829"/>
                      <a:pt x="3915" y="7829"/>
                    </a:cubicBezTo>
                    <a:cubicBezTo>
                      <a:pt x="6079" y="7829"/>
                      <a:pt x="7830" y="6078"/>
                      <a:pt x="7830" y="3915"/>
                    </a:cubicBezTo>
                    <a:cubicBezTo>
                      <a:pt x="7830" y="1751"/>
                      <a:pt x="6079" y="0"/>
                      <a:pt x="391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44" name="Google Shape;8244;p76"/>
          <p:cNvSpPr/>
          <p:nvPr/>
        </p:nvSpPr>
        <p:spPr>
          <a:xfrm>
            <a:off x="7104272" y="223200"/>
            <a:ext cx="627009" cy="570231"/>
          </a:xfrm>
          <a:custGeom>
            <a:rect b="b" l="l" r="r" t="t"/>
            <a:pathLst>
              <a:path extrusionOk="0" h="7129" w="7843">
                <a:moveTo>
                  <a:pt x="3921" y="1"/>
                </a:moveTo>
                <a:cubicBezTo>
                  <a:pt x="3010" y="1"/>
                  <a:pt x="2098" y="343"/>
                  <a:pt x="1399" y="1027"/>
                </a:cubicBezTo>
                <a:cubicBezTo>
                  <a:pt x="0" y="2425"/>
                  <a:pt x="0" y="4705"/>
                  <a:pt x="1399" y="6103"/>
                </a:cubicBezTo>
                <a:cubicBezTo>
                  <a:pt x="2098" y="6787"/>
                  <a:pt x="3010" y="7129"/>
                  <a:pt x="3921" y="7129"/>
                </a:cubicBezTo>
                <a:cubicBezTo>
                  <a:pt x="4833" y="7129"/>
                  <a:pt x="5745" y="6787"/>
                  <a:pt x="6444" y="6103"/>
                </a:cubicBezTo>
                <a:cubicBezTo>
                  <a:pt x="7843" y="4705"/>
                  <a:pt x="7843" y="2425"/>
                  <a:pt x="6444" y="1027"/>
                </a:cubicBezTo>
                <a:cubicBezTo>
                  <a:pt x="5745" y="343"/>
                  <a:pt x="4833" y="1"/>
                  <a:pt x="3921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45" name="Google Shape;8245;p76"/>
          <p:cNvSpPr/>
          <p:nvPr/>
        </p:nvSpPr>
        <p:spPr>
          <a:xfrm>
            <a:off x="6969267" y="278707"/>
            <a:ext cx="2597733" cy="728606"/>
          </a:xfrm>
          <a:custGeom>
            <a:rect b="b" l="l" r="r" t="t"/>
            <a:pathLst>
              <a:path extrusionOk="0" h="9109" w="32494">
                <a:moveTo>
                  <a:pt x="19825" y="0"/>
                </a:moveTo>
                <a:cubicBezTo>
                  <a:pt x="17960" y="0"/>
                  <a:pt x="16015" y="1336"/>
                  <a:pt x="15988" y="4549"/>
                </a:cubicBezTo>
                <a:cubicBezTo>
                  <a:pt x="15988" y="4549"/>
                  <a:pt x="14841" y="2536"/>
                  <a:pt x="13492" y="2536"/>
                </a:cubicBezTo>
                <a:cubicBezTo>
                  <a:pt x="13304" y="2536"/>
                  <a:pt x="13112" y="2575"/>
                  <a:pt x="12918" y="2665"/>
                </a:cubicBezTo>
                <a:cubicBezTo>
                  <a:pt x="12250" y="3029"/>
                  <a:pt x="12645" y="4154"/>
                  <a:pt x="12949" y="4640"/>
                </a:cubicBezTo>
                <a:cubicBezTo>
                  <a:pt x="11291" y="3838"/>
                  <a:pt x="9690" y="3492"/>
                  <a:pt x="8397" y="3492"/>
                </a:cubicBezTo>
                <a:cubicBezTo>
                  <a:pt x="6014" y="3492"/>
                  <a:pt x="4677" y="4668"/>
                  <a:pt x="5958" y="6343"/>
                </a:cubicBezTo>
                <a:cubicBezTo>
                  <a:pt x="1368" y="6464"/>
                  <a:pt x="0" y="9109"/>
                  <a:pt x="0" y="9109"/>
                </a:cubicBezTo>
                <a:lnTo>
                  <a:pt x="32493" y="9109"/>
                </a:lnTo>
                <a:cubicBezTo>
                  <a:pt x="32391" y="8648"/>
                  <a:pt x="31750" y="7174"/>
                  <a:pt x="28954" y="7174"/>
                </a:cubicBezTo>
                <a:cubicBezTo>
                  <a:pt x="28430" y="7174"/>
                  <a:pt x="27830" y="7226"/>
                  <a:pt x="27144" y="7346"/>
                </a:cubicBezTo>
                <a:cubicBezTo>
                  <a:pt x="27873" y="6677"/>
                  <a:pt x="28329" y="5735"/>
                  <a:pt x="28147" y="4823"/>
                </a:cubicBezTo>
                <a:cubicBezTo>
                  <a:pt x="28056" y="4549"/>
                  <a:pt x="27934" y="4306"/>
                  <a:pt x="27752" y="4063"/>
                </a:cubicBezTo>
                <a:cubicBezTo>
                  <a:pt x="27569" y="3881"/>
                  <a:pt x="27326" y="3759"/>
                  <a:pt x="27113" y="3698"/>
                </a:cubicBezTo>
                <a:cubicBezTo>
                  <a:pt x="26918" y="3628"/>
                  <a:pt x="26705" y="3597"/>
                  <a:pt x="26481" y="3597"/>
                </a:cubicBezTo>
                <a:cubicBezTo>
                  <a:pt x="24759" y="3597"/>
                  <a:pt x="22402" y="5431"/>
                  <a:pt x="22402" y="5431"/>
                </a:cubicBezTo>
                <a:cubicBezTo>
                  <a:pt x="24467" y="2189"/>
                  <a:pt x="22211" y="0"/>
                  <a:pt x="19825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49" name="Shape 8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0" name="Google Shape;8250;p77"/>
          <p:cNvSpPr txBox="1"/>
          <p:nvPr>
            <p:ph idx="16" type="title"/>
          </p:nvPr>
        </p:nvSpPr>
        <p:spPr>
          <a:xfrm>
            <a:off x="5309075" y="1353225"/>
            <a:ext cx="3597600" cy="829800"/>
          </a:xfrm>
          <a:prstGeom prst="rect">
            <a:avLst/>
          </a:prstGeom>
        </p:spPr>
        <p:txBody>
          <a:bodyPr anchorCtr="0" anchor="b" bIns="91425" lIns="90000" spcFirstLastPara="1" rIns="900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TIME SERIES &amp; REGIONAL ANALYSIS</a:t>
            </a:r>
            <a:endParaRPr sz="1900"/>
          </a:p>
        </p:txBody>
      </p:sp>
      <p:sp>
        <p:nvSpPr>
          <p:cNvPr id="8251" name="Google Shape;8251;p77"/>
          <p:cNvSpPr txBox="1"/>
          <p:nvPr>
            <p:ph idx="19" type="title"/>
          </p:nvPr>
        </p:nvSpPr>
        <p:spPr>
          <a:xfrm>
            <a:off x="5358275" y="2517025"/>
            <a:ext cx="3499200" cy="647400"/>
          </a:xfrm>
          <a:prstGeom prst="rect">
            <a:avLst/>
          </a:prstGeom>
        </p:spPr>
        <p:txBody>
          <a:bodyPr anchorCtr="0" anchor="b" bIns="91425" lIns="90000" spcFirstLastPara="1" rIns="900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FEATURE ENGINEERING &amp; MODEL DESIGN</a:t>
            </a:r>
            <a:endParaRPr sz="1900"/>
          </a:p>
        </p:txBody>
      </p:sp>
      <p:sp>
        <p:nvSpPr>
          <p:cNvPr id="8252" name="Google Shape;8252;p77"/>
          <p:cNvSpPr txBox="1"/>
          <p:nvPr>
            <p:ph idx="13" type="title"/>
          </p:nvPr>
        </p:nvSpPr>
        <p:spPr>
          <a:xfrm>
            <a:off x="1798775" y="3421938"/>
            <a:ext cx="3499200" cy="61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EXPLORATORY DATA ANALYSIS</a:t>
            </a:r>
            <a:endParaRPr sz="1900"/>
          </a:p>
        </p:txBody>
      </p:sp>
      <p:sp>
        <p:nvSpPr>
          <p:cNvPr id="8253" name="Google Shape;8253;p77"/>
          <p:cNvSpPr/>
          <p:nvPr/>
        </p:nvSpPr>
        <p:spPr>
          <a:xfrm>
            <a:off x="1018475" y="3355977"/>
            <a:ext cx="720000" cy="612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762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54" name="Google Shape;8254;p77"/>
          <p:cNvSpPr/>
          <p:nvPr/>
        </p:nvSpPr>
        <p:spPr>
          <a:xfrm>
            <a:off x="4567625" y="1462600"/>
            <a:ext cx="685800" cy="6474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762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55" name="Google Shape;8255;p77"/>
          <p:cNvSpPr/>
          <p:nvPr/>
        </p:nvSpPr>
        <p:spPr>
          <a:xfrm>
            <a:off x="4567475" y="2444825"/>
            <a:ext cx="685800" cy="612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762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56" name="Google Shape;8256;p77"/>
          <p:cNvSpPr txBox="1"/>
          <p:nvPr>
            <p:ph type="title"/>
          </p:nvPr>
        </p:nvSpPr>
        <p:spPr>
          <a:xfrm>
            <a:off x="1783625" y="1502800"/>
            <a:ext cx="2784000" cy="504000"/>
          </a:xfrm>
          <a:prstGeom prst="rect">
            <a:avLst/>
          </a:prstGeom>
        </p:spPr>
        <p:txBody>
          <a:bodyPr anchorCtr="0" anchor="b" bIns="91425" lIns="90000" spcFirstLastPara="1" rIns="900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INTRODUCTION</a:t>
            </a:r>
            <a:endParaRPr sz="1900"/>
          </a:p>
        </p:txBody>
      </p:sp>
      <p:sp>
        <p:nvSpPr>
          <p:cNvPr id="8257" name="Google Shape;8257;p77"/>
          <p:cNvSpPr txBox="1"/>
          <p:nvPr>
            <p:ph idx="6" type="title"/>
          </p:nvPr>
        </p:nvSpPr>
        <p:spPr>
          <a:xfrm>
            <a:off x="1738475" y="2234925"/>
            <a:ext cx="3237600" cy="728700"/>
          </a:xfrm>
          <a:prstGeom prst="rect">
            <a:avLst/>
          </a:prstGeom>
        </p:spPr>
        <p:txBody>
          <a:bodyPr anchorCtr="0" anchor="b" bIns="91425" lIns="90000" spcFirstLastPara="1" rIns="900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/>
              <a:t>DATA CLEANING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/>
              <a:t>&amp; PREPROCESSING</a:t>
            </a:r>
            <a:endParaRPr sz="1900"/>
          </a:p>
        </p:txBody>
      </p:sp>
      <p:sp>
        <p:nvSpPr>
          <p:cNvPr id="8258" name="Google Shape;8258;p77"/>
          <p:cNvSpPr txBox="1"/>
          <p:nvPr>
            <p:ph idx="9" type="title"/>
          </p:nvPr>
        </p:nvSpPr>
        <p:spPr>
          <a:xfrm>
            <a:off x="720000" y="540000"/>
            <a:ext cx="7704000" cy="676800"/>
          </a:xfrm>
          <a:prstGeom prst="rect">
            <a:avLst/>
          </a:prstGeom>
        </p:spPr>
        <p:txBody>
          <a:bodyPr anchorCtr="0" anchor="t" bIns="91425" lIns="90000" spcFirstLastPara="1" rIns="900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8259" name="Google Shape;8259;p77"/>
          <p:cNvSpPr txBox="1"/>
          <p:nvPr>
            <p:ph idx="14" type="title"/>
          </p:nvPr>
        </p:nvSpPr>
        <p:spPr>
          <a:xfrm>
            <a:off x="1018475" y="3402103"/>
            <a:ext cx="720000" cy="50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8260" name="Google Shape;8260;p77"/>
          <p:cNvSpPr txBox="1"/>
          <p:nvPr>
            <p:ph idx="17" type="title"/>
          </p:nvPr>
        </p:nvSpPr>
        <p:spPr>
          <a:xfrm>
            <a:off x="4613600" y="1472950"/>
            <a:ext cx="639600" cy="6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8261" name="Google Shape;8261;p77"/>
          <p:cNvSpPr txBox="1"/>
          <p:nvPr>
            <p:ph idx="20" type="title"/>
          </p:nvPr>
        </p:nvSpPr>
        <p:spPr>
          <a:xfrm>
            <a:off x="4533275" y="2494925"/>
            <a:ext cx="720000" cy="4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r>
              <a:rPr lang="en"/>
              <a:t>06</a:t>
            </a:r>
            <a:endParaRPr/>
          </a:p>
        </p:txBody>
      </p:sp>
      <p:sp>
        <p:nvSpPr>
          <p:cNvPr id="8262" name="Google Shape;8262;p77"/>
          <p:cNvSpPr/>
          <p:nvPr/>
        </p:nvSpPr>
        <p:spPr>
          <a:xfrm>
            <a:off x="1007825" y="1465239"/>
            <a:ext cx="720000" cy="612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762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63" name="Google Shape;8263;p77"/>
          <p:cNvSpPr/>
          <p:nvPr/>
        </p:nvSpPr>
        <p:spPr>
          <a:xfrm>
            <a:off x="1018475" y="2295650"/>
            <a:ext cx="720000" cy="6474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762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64" name="Google Shape;8264;p77"/>
          <p:cNvSpPr txBox="1"/>
          <p:nvPr>
            <p:ph idx="7" type="title"/>
          </p:nvPr>
        </p:nvSpPr>
        <p:spPr>
          <a:xfrm>
            <a:off x="1018475" y="2330400"/>
            <a:ext cx="720000" cy="438900"/>
          </a:xfrm>
          <a:prstGeom prst="rect">
            <a:avLst/>
          </a:prstGeom>
        </p:spPr>
        <p:txBody>
          <a:bodyPr anchorCtr="0" anchor="t" bIns="91425" lIns="90000" spcFirstLastPara="1" rIns="900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8265" name="Google Shape;8265;p77"/>
          <p:cNvSpPr txBox="1"/>
          <p:nvPr>
            <p:ph idx="2" type="title"/>
          </p:nvPr>
        </p:nvSpPr>
        <p:spPr>
          <a:xfrm>
            <a:off x="1007825" y="1469950"/>
            <a:ext cx="720000" cy="612000"/>
          </a:xfrm>
          <a:prstGeom prst="rect">
            <a:avLst/>
          </a:prstGeom>
        </p:spPr>
        <p:txBody>
          <a:bodyPr anchorCtr="0" anchor="t" bIns="91425" lIns="90000" spcFirstLastPara="1" rIns="900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8266" name="Google Shape;8266;p77"/>
          <p:cNvSpPr/>
          <p:nvPr/>
        </p:nvSpPr>
        <p:spPr>
          <a:xfrm>
            <a:off x="7648442" y="354907"/>
            <a:ext cx="2597733" cy="728606"/>
          </a:xfrm>
          <a:custGeom>
            <a:rect b="b" l="l" r="r" t="t"/>
            <a:pathLst>
              <a:path extrusionOk="0" h="9109" w="32494">
                <a:moveTo>
                  <a:pt x="19825" y="0"/>
                </a:moveTo>
                <a:cubicBezTo>
                  <a:pt x="17960" y="0"/>
                  <a:pt x="16015" y="1336"/>
                  <a:pt x="15988" y="4549"/>
                </a:cubicBezTo>
                <a:cubicBezTo>
                  <a:pt x="15988" y="4549"/>
                  <a:pt x="14841" y="2536"/>
                  <a:pt x="13492" y="2536"/>
                </a:cubicBezTo>
                <a:cubicBezTo>
                  <a:pt x="13304" y="2536"/>
                  <a:pt x="13112" y="2575"/>
                  <a:pt x="12918" y="2665"/>
                </a:cubicBezTo>
                <a:cubicBezTo>
                  <a:pt x="12250" y="3029"/>
                  <a:pt x="12645" y="4154"/>
                  <a:pt x="12949" y="4640"/>
                </a:cubicBezTo>
                <a:cubicBezTo>
                  <a:pt x="11291" y="3838"/>
                  <a:pt x="9690" y="3492"/>
                  <a:pt x="8397" y="3492"/>
                </a:cubicBezTo>
                <a:cubicBezTo>
                  <a:pt x="6014" y="3492"/>
                  <a:pt x="4677" y="4668"/>
                  <a:pt x="5958" y="6343"/>
                </a:cubicBezTo>
                <a:cubicBezTo>
                  <a:pt x="1368" y="6464"/>
                  <a:pt x="0" y="9109"/>
                  <a:pt x="0" y="9109"/>
                </a:cubicBezTo>
                <a:lnTo>
                  <a:pt x="32493" y="9109"/>
                </a:lnTo>
                <a:cubicBezTo>
                  <a:pt x="32391" y="8648"/>
                  <a:pt x="31750" y="7174"/>
                  <a:pt x="28954" y="7174"/>
                </a:cubicBezTo>
                <a:cubicBezTo>
                  <a:pt x="28430" y="7174"/>
                  <a:pt x="27830" y="7226"/>
                  <a:pt x="27144" y="7346"/>
                </a:cubicBezTo>
                <a:cubicBezTo>
                  <a:pt x="27873" y="6677"/>
                  <a:pt x="28329" y="5735"/>
                  <a:pt x="28147" y="4823"/>
                </a:cubicBezTo>
                <a:cubicBezTo>
                  <a:pt x="28056" y="4549"/>
                  <a:pt x="27934" y="4306"/>
                  <a:pt x="27752" y="4063"/>
                </a:cubicBezTo>
                <a:cubicBezTo>
                  <a:pt x="27569" y="3881"/>
                  <a:pt x="27326" y="3759"/>
                  <a:pt x="27113" y="3698"/>
                </a:cubicBezTo>
                <a:cubicBezTo>
                  <a:pt x="26918" y="3628"/>
                  <a:pt x="26705" y="3597"/>
                  <a:pt x="26481" y="3597"/>
                </a:cubicBezTo>
                <a:cubicBezTo>
                  <a:pt x="24759" y="3597"/>
                  <a:pt x="22402" y="5431"/>
                  <a:pt x="22402" y="5431"/>
                </a:cubicBezTo>
                <a:cubicBezTo>
                  <a:pt x="24467" y="2189"/>
                  <a:pt x="22211" y="0"/>
                  <a:pt x="19825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67" name="Google Shape;8267;p77"/>
          <p:cNvSpPr/>
          <p:nvPr/>
        </p:nvSpPr>
        <p:spPr>
          <a:xfrm>
            <a:off x="-67386" y="540000"/>
            <a:ext cx="1574757" cy="438811"/>
          </a:xfrm>
          <a:custGeom>
            <a:rect b="b" l="l" r="r" t="t"/>
            <a:pathLst>
              <a:path extrusionOk="0" h="5486" w="19698">
                <a:moveTo>
                  <a:pt x="12063" y="1"/>
                </a:moveTo>
                <a:cubicBezTo>
                  <a:pt x="10934" y="1"/>
                  <a:pt x="9754" y="807"/>
                  <a:pt x="9727" y="2750"/>
                </a:cubicBezTo>
                <a:cubicBezTo>
                  <a:pt x="9727" y="2750"/>
                  <a:pt x="9077" y="1543"/>
                  <a:pt x="8244" y="1543"/>
                </a:cubicBezTo>
                <a:cubicBezTo>
                  <a:pt x="8124" y="1543"/>
                  <a:pt x="8000" y="1568"/>
                  <a:pt x="7873" y="1625"/>
                </a:cubicBezTo>
                <a:cubicBezTo>
                  <a:pt x="7508" y="1838"/>
                  <a:pt x="7721" y="2537"/>
                  <a:pt x="7904" y="2841"/>
                </a:cubicBezTo>
                <a:cubicBezTo>
                  <a:pt x="6905" y="2358"/>
                  <a:pt x="5937" y="2148"/>
                  <a:pt x="5156" y="2148"/>
                </a:cubicBezTo>
                <a:cubicBezTo>
                  <a:pt x="3726" y="2148"/>
                  <a:pt x="2923" y="2852"/>
                  <a:pt x="3709" y="3875"/>
                </a:cubicBezTo>
                <a:cubicBezTo>
                  <a:pt x="821" y="3875"/>
                  <a:pt x="1" y="5486"/>
                  <a:pt x="1" y="5486"/>
                </a:cubicBezTo>
                <a:lnTo>
                  <a:pt x="19697" y="5486"/>
                </a:lnTo>
                <a:cubicBezTo>
                  <a:pt x="19620" y="5204"/>
                  <a:pt x="19242" y="4319"/>
                  <a:pt x="17562" y="4319"/>
                </a:cubicBezTo>
                <a:cubicBezTo>
                  <a:pt x="17248" y="4319"/>
                  <a:pt x="16888" y="4350"/>
                  <a:pt x="16475" y="4422"/>
                </a:cubicBezTo>
                <a:cubicBezTo>
                  <a:pt x="16870" y="4057"/>
                  <a:pt x="17174" y="3479"/>
                  <a:pt x="17083" y="2902"/>
                </a:cubicBezTo>
                <a:cubicBezTo>
                  <a:pt x="17022" y="2750"/>
                  <a:pt x="16961" y="2568"/>
                  <a:pt x="16840" y="2446"/>
                </a:cubicBezTo>
                <a:cubicBezTo>
                  <a:pt x="16718" y="2355"/>
                  <a:pt x="16566" y="2264"/>
                  <a:pt x="16475" y="2233"/>
                </a:cubicBezTo>
                <a:cubicBezTo>
                  <a:pt x="16352" y="2186"/>
                  <a:pt x="16217" y="2165"/>
                  <a:pt x="16076" y="2165"/>
                </a:cubicBezTo>
                <a:cubicBezTo>
                  <a:pt x="15033" y="2165"/>
                  <a:pt x="13618" y="3297"/>
                  <a:pt x="13618" y="3297"/>
                </a:cubicBezTo>
                <a:cubicBezTo>
                  <a:pt x="14883" y="1332"/>
                  <a:pt x="13514" y="1"/>
                  <a:pt x="12063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68" name="Google Shape;8268;p77"/>
          <p:cNvSpPr txBox="1"/>
          <p:nvPr/>
        </p:nvSpPr>
        <p:spPr>
          <a:xfrm>
            <a:off x="1783625" y="2791425"/>
            <a:ext cx="2720100" cy="4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latin typeface="Rubik"/>
                <a:ea typeface="Rubik"/>
                <a:cs typeface="Rubik"/>
                <a:sym typeface="Rubik"/>
              </a:rPr>
              <a:t>Dataset Description, Quality Control &amp; Data Cleaning </a:t>
            </a:r>
            <a:endParaRPr i="1" sz="900">
              <a:latin typeface="Rubik"/>
              <a:ea typeface="Rubik"/>
              <a:cs typeface="Rubik"/>
              <a:sym typeface="Rubi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8269" name="Google Shape;8269;p77"/>
          <p:cNvSpPr txBox="1"/>
          <p:nvPr/>
        </p:nvSpPr>
        <p:spPr>
          <a:xfrm>
            <a:off x="1727825" y="3959625"/>
            <a:ext cx="3168900" cy="4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latin typeface="Rubik"/>
                <a:ea typeface="Rubik"/>
                <a:cs typeface="Rubik"/>
                <a:sym typeface="Rubik"/>
              </a:rPr>
              <a:t>Descriptive Statistics, Distribution Analysis, Correlation Analysis, Normality Assessment</a:t>
            </a:r>
            <a:endParaRPr i="1" sz="900">
              <a:latin typeface="Rubik"/>
              <a:ea typeface="Rubik"/>
              <a:cs typeface="Rubik"/>
              <a:sym typeface="Rubik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70" name="Google Shape;8270;p77"/>
          <p:cNvSpPr/>
          <p:nvPr/>
        </p:nvSpPr>
        <p:spPr>
          <a:xfrm>
            <a:off x="4567625" y="3347625"/>
            <a:ext cx="720000" cy="612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762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accent6"/>
                </a:solidFill>
                <a:latin typeface="Rubik ExtraBold"/>
                <a:ea typeface="Rubik ExtraBold"/>
                <a:cs typeface="Rubik ExtraBold"/>
                <a:sym typeface="Rubik ExtraBold"/>
              </a:rPr>
              <a:t>07</a:t>
            </a:r>
            <a:endParaRPr/>
          </a:p>
        </p:txBody>
      </p:sp>
      <p:sp>
        <p:nvSpPr>
          <p:cNvPr id="8271" name="Google Shape;8271;p77"/>
          <p:cNvSpPr txBox="1"/>
          <p:nvPr/>
        </p:nvSpPr>
        <p:spPr>
          <a:xfrm>
            <a:off x="5358275" y="3421925"/>
            <a:ext cx="31347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Rubik ExtraBold"/>
                <a:ea typeface="Rubik ExtraBold"/>
                <a:cs typeface="Rubik ExtraBold"/>
                <a:sym typeface="Rubik ExtraBold"/>
              </a:rPr>
              <a:t>PRICE FORECASTING</a:t>
            </a:r>
            <a:endParaRPr b="1" sz="1900"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8272" name="Google Shape;8272;p77"/>
          <p:cNvSpPr txBox="1"/>
          <p:nvPr/>
        </p:nvSpPr>
        <p:spPr>
          <a:xfrm>
            <a:off x="5432775" y="4122900"/>
            <a:ext cx="2319600" cy="5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Rubik ExtraBold"/>
                <a:ea typeface="Rubik ExtraBold"/>
                <a:cs typeface="Rubik ExtraBold"/>
                <a:sym typeface="Rubik ExtraBold"/>
              </a:rPr>
              <a:t>CONCLUSION</a:t>
            </a:r>
            <a:endParaRPr sz="1300"/>
          </a:p>
        </p:txBody>
      </p:sp>
      <p:sp>
        <p:nvSpPr>
          <p:cNvPr id="8273" name="Google Shape;8273;p77"/>
          <p:cNvSpPr/>
          <p:nvPr/>
        </p:nvSpPr>
        <p:spPr>
          <a:xfrm>
            <a:off x="4573400" y="4122900"/>
            <a:ext cx="720000" cy="612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762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accent6"/>
                </a:solidFill>
                <a:latin typeface="Rubik ExtraBold"/>
                <a:ea typeface="Rubik ExtraBold"/>
                <a:cs typeface="Rubik ExtraBold"/>
                <a:sym typeface="Rubik ExtraBold"/>
              </a:rPr>
              <a:t>08</a:t>
            </a:r>
            <a:endParaRPr/>
          </a:p>
        </p:txBody>
      </p:sp>
      <p:sp>
        <p:nvSpPr>
          <p:cNvPr id="8274" name="Google Shape;8274;p77"/>
          <p:cNvSpPr txBox="1"/>
          <p:nvPr/>
        </p:nvSpPr>
        <p:spPr>
          <a:xfrm>
            <a:off x="5494525" y="3122075"/>
            <a:ext cx="2929500" cy="2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75" name="Google Shape;8275;p77"/>
          <p:cNvSpPr txBox="1"/>
          <p:nvPr/>
        </p:nvSpPr>
        <p:spPr>
          <a:xfrm>
            <a:off x="5432775" y="2998100"/>
            <a:ext cx="3669000" cy="4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latin typeface="Rubik"/>
                <a:ea typeface="Rubik"/>
                <a:cs typeface="Rubik"/>
                <a:sym typeface="Rubik"/>
              </a:rPr>
              <a:t>Linear Regression, Random Forest, Decision Tree,</a:t>
            </a:r>
            <a:endParaRPr i="1" sz="900">
              <a:latin typeface="Rubik"/>
              <a:ea typeface="Rubik"/>
              <a:cs typeface="Rubik"/>
              <a:sym typeface="Rubi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latin typeface="Rubik"/>
                <a:ea typeface="Rubik"/>
                <a:cs typeface="Rubik"/>
                <a:sym typeface="Rubik"/>
              </a:rPr>
              <a:t>Gradient Boosting</a:t>
            </a:r>
            <a:endParaRPr i="1" sz="900"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8276" name="Google Shape;8276;p77"/>
          <p:cNvSpPr txBox="1"/>
          <p:nvPr/>
        </p:nvSpPr>
        <p:spPr>
          <a:xfrm>
            <a:off x="5432775" y="3734025"/>
            <a:ext cx="3060300" cy="2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latin typeface="Rubik"/>
                <a:ea typeface="Rubik"/>
                <a:cs typeface="Rubik"/>
                <a:sym typeface="Rubik"/>
              </a:rPr>
              <a:t>Time series modeling for future price prediction</a:t>
            </a:r>
            <a:endParaRPr i="1" sz="900">
              <a:latin typeface="Rubik"/>
              <a:ea typeface="Rubik"/>
              <a:cs typeface="Rubik"/>
              <a:sym typeface="Rubik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80" name="Shape 8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281" name="Google Shape;8281;p78"/>
          <p:cNvCxnSpPr>
            <a:stCxn id="8282" idx="2"/>
            <a:endCxn id="8283" idx="0"/>
          </p:cNvCxnSpPr>
          <p:nvPr/>
        </p:nvCxnSpPr>
        <p:spPr>
          <a:xfrm>
            <a:off x="4621050" y="2151875"/>
            <a:ext cx="0" cy="247200"/>
          </a:xfrm>
          <a:prstGeom prst="straightConnector1">
            <a:avLst/>
          </a:prstGeom>
          <a:noFill/>
          <a:ln cap="flat" cmpd="sng" w="19050">
            <a:solidFill>
              <a:srgbClr val="2A435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284" name="Google Shape;8284;p78"/>
          <p:cNvSpPr txBox="1"/>
          <p:nvPr>
            <p:ph type="title"/>
          </p:nvPr>
        </p:nvSpPr>
        <p:spPr>
          <a:xfrm>
            <a:off x="1464025" y="540000"/>
            <a:ext cx="6960000" cy="676800"/>
          </a:xfrm>
          <a:prstGeom prst="rect">
            <a:avLst/>
          </a:prstGeom>
        </p:spPr>
        <p:txBody>
          <a:bodyPr anchorCtr="0" anchor="t" bIns="91425" lIns="90000" spcFirstLastPara="1" rIns="900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8285" name="Google Shape;8285;p78"/>
          <p:cNvSpPr txBox="1"/>
          <p:nvPr/>
        </p:nvSpPr>
        <p:spPr>
          <a:xfrm>
            <a:off x="855500" y="1443575"/>
            <a:ext cx="2510400" cy="6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A435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Rising housing costs and urban challenges force people to reconsider where and how they live.</a:t>
            </a:r>
            <a:endParaRPr sz="1200">
              <a:solidFill>
                <a:srgbClr val="2A435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8286" name="Google Shape;8286;p78"/>
          <p:cNvCxnSpPr>
            <a:stCxn id="8283" idx="2"/>
            <a:endCxn id="8287" idx="0"/>
          </p:cNvCxnSpPr>
          <p:nvPr/>
        </p:nvCxnSpPr>
        <p:spPr>
          <a:xfrm>
            <a:off x="4621050" y="3107347"/>
            <a:ext cx="0" cy="247200"/>
          </a:xfrm>
          <a:prstGeom prst="straightConnector1">
            <a:avLst/>
          </a:prstGeom>
          <a:noFill/>
          <a:ln cap="flat" cmpd="sng" w="19050">
            <a:solidFill>
              <a:srgbClr val="2A435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88" name="Google Shape;8288;p78"/>
          <p:cNvCxnSpPr>
            <a:stCxn id="8287" idx="1"/>
            <a:endCxn id="8289" idx="3"/>
          </p:cNvCxnSpPr>
          <p:nvPr/>
        </p:nvCxnSpPr>
        <p:spPr>
          <a:xfrm rot="10800000">
            <a:off x="3366000" y="3708636"/>
            <a:ext cx="486000" cy="0"/>
          </a:xfrm>
          <a:prstGeom prst="straightConnector1">
            <a:avLst/>
          </a:prstGeom>
          <a:noFill/>
          <a:ln cap="flat" cmpd="sng" w="19050">
            <a:solidFill>
              <a:srgbClr val="2A435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90" name="Google Shape;8290;p78"/>
          <p:cNvCxnSpPr>
            <a:stCxn id="8282" idx="1"/>
            <a:endCxn id="8291" idx="3"/>
          </p:cNvCxnSpPr>
          <p:nvPr/>
        </p:nvCxnSpPr>
        <p:spPr>
          <a:xfrm rot="10800000">
            <a:off x="3366000" y="1797725"/>
            <a:ext cx="486000" cy="0"/>
          </a:xfrm>
          <a:prstGeom prst="straightConnector1">
            <a:avLst/>
          </a:prstGeom>
          <a:noFill/>
          <a:ln cap="flat" cmpd="sng" w="19050">
            <a:solidFill>
              <a:srgbClr val="2A435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292" name="Google Shape;8292;p78"/>
          <p:cNvSpPr txBox="1"/>
          <p:nvPr/>
        </p:nvSpPr>
        <p:spPr>
          <a:xfrm>
            <a:off x="5838475" y="2171950"/>
            <a:ext cx="2163600" cy="8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A435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Apply data analytics to uncover housing trends and guide sustainable urban choices.</a:t>
            </a:r>
            <a:endParaRPr sz="1200">
              <a:solidFill>
                <a:srgbClr val="2A435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8293" name="Google Shape;8293;p78"/>
          <p:cNvCxnSpPr>
            <a:stCxn id="8283" idx="3"/>
            <a:endCxn id="8294" idx="1"/>
          </p:cNvCxnSpPr>
          <p:nvPr/>
        </p:nvCxnSpPr>
        <p:spPr>
          <a:xfrm>
            <a:off x="5390100" y="2753197"/>
            <a:ext cx="486000" cy="0"/>
          </a:xfrm>
          <a:prstGeom prst="straightConnector1">
            <a:avLst/>
          </a:prstGeom>
          <a:noFill/>
          <a:ln cap="flat" cmpd="sng" w="19050">
            <a:solidFill>
              <a:srgbClr val="2A435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282" name="Google Shape;8282;p78"/>
          <p:cNvSpPr/>
          <p:nvPr/>
        </p:nvSpPr>
        <p:spPr>
          <a:xfrm>
            <a:off x="3852000" y="1443575"/>
            <a:ext cx="1538100" cy="708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762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accent6"/>
                </a:solidFill>
                <a:latin typeface="Rubik ExtraBold"/>
                <a:ea typeface="Rubik ExtraBold"/>
                <a:cs typeface="Rubik ExtraBold"/>
                <a:sym typeface="Rubik ExtraBold"/>
              </a:rPr>
              <a:t>PROBLEM</a:t>
            </a:r>
            <a:endParaRPr sz="900"/>
          </a:p>
        </p:txBody>
      </p:sp>
      <p:sp>
        <p:nvSpPr>
          <p:cNvPr id="8283" name="Google Shape;8283;p78"/>
          <p:cNvSpPr/>
          <p:nvPr/>
        </p:nvSpPr>
        <p:spPr>
          <a:xfrm>
            <a:off x="3852000" y="2399047"/>
            <a:ext cx="1538100" cy="708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762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accent6"/>
                </a:solidFill>
                <a:latin typeface="Rubik ExtraBold"/>
                <a:ea typeface="Rubik ExtraBold"/>
                <a:cs typeface="Rubik ExtraBold"/>
                <a:sym typeface="Rubik ExtraBold"/>
              </a:rPr>
              <a:t>GOAL</a:t>
            </a:r>
            <a:r>
              <a:rPr lang="en" sz="2400">
                <a:solidFill>
                  <a:schemeClr val="accent6"/>
                </a:solidFill>
                <a:latin typeface="Rubik ExtraBold"/>
                <a:ea typeface="Rubik ExtraBold"/>
                <a:cs typeface="Rubik ExtraBold"/>
                <a:sym typeface="Rubik ExtraBold"/>
              </a:rPr>
              <a:t> </a:t>
            </a:r>
            <a:endParaRPr/>
          </a:p>
        </p:txBody>
      </p:sp>
      <p:sp>
        <p:nvSpPr>
          <p:cNvPr id="8287" name="Google Shape;8287;p78"/>
          <p:cNvSpPr/>
          <p:nvPr/>
        </p:nvSpPr>
        <p:spPr>
          <a:xfrm>
            <a:off x="3852000" y="3354486"/>
            <a:ext cx="1538100" cy="708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762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6"/>
                </a:solidFill>
                <a:latin typeface="Rubik ExtraBold"/>
                <a:ea typeface="Rubik ExtraBold"/>
                <a:cs typeface="Rubik ExtraBold"/>
                <a:sym typeface="Rubik ExtraBold"/>
              </a:rPr>
              <a:t>RESEARCH QUESTIONS</a:t>
            </a:r>
            <a:endParaRPr sz="1500"/>
          </a:p>
        </p:txBody>
      </p:sp>
      <p:sp>
        <p:nvSpPr>
          <p:cNvPr id="8295" name="Google Shape;8295;p78"/>
          <p:cNvSpPr/>
          <p:nvPr/>
        </p:nvSpPr>
        <p:spPr>
          <a:xfrm>
            <a:off x="449484" y="230400"/>
            <a:ext cx="627009" cy="570231"/>
          </a:xfrm>
          <a:custGeom>
            <a:rect b="b" l="l" r="r" t="t"/>
            <a:pathLst>
              <a:path extrusionOk="0" h="7129" w="7843">
                <a:moveTo>
                  <a:pt x="3921" y="1"/>
                </a:moveTo>
                <a:cubicBezTo>
                  <a:pt x="3010" y="1"/>
                  <a:pt x="2098" y="343"/>
                  <a:pt x="1399" y="1027"/>
                </a:cubicBezTo>
                <a:cubicBezTo>
                  <a:pt x="0" y="2425"/>
                  <a:pt x="0" y="4705"/>
                  <a:pt x="1399" y="6103"/>
                </a:cubicBezTo>
                <a:cubicBezTo>
                  <a:pt x="2098" y="6787"/>
                  <a:pt x="3010" y="7129"/>
                  <a:pt x="3921" y="7129"/>
                </a:cubicBezTo>
                <a:cubicBezTo>
                  <a:pt x="4833" y="7129"/>
                  <a:pt x="5745" y="6787"/>
                  <a:pt x="6444" y="6103"/>
                </a:cubicBezTo>
                <a:cubicBezTo>
                  <a:pt x="7843" y="4705"/>
                  <a:pt x="7843" y="2425"/>
                  <a:pt x="6444" y="1027"/>
                </a:cubicBezTo>
                <a:cubicBezTo>
                  <a:pt x="5745" y="343"/>
                  <a:pt x="4833" y="1"/>
                  <a:pt x="3921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96" name="Google Shape;8296;p78"/>
          <p:cNvSpPr/>
          <p:nvPr/>
        </p:nvSpPr>
        <p:spPr>
          <a:xfrm>
            <a:off x="8122599" y="684414"/>
            <a:ext cx="869002" cy="219166"/>
          </a:xfrm>
          <a:custGeom>
            <a:rect b="b" l="l" r="r" t="t"/>
            <a:pathLst>
              <a:path extrusionOk="0" h="2740" w="10870">
                <a:moveTo>
                  <a:pt x="6002" y="0"/>
                </a:moveTo>
                <a:cubicBezTo>
                  <a:pt x="5393" y="0"/>
                  <a:pt x="4863" y="301"/>
                  <a:pt x="4456" y="1068"/>
                </a:cubicBezTo>
                <a:cubicBezTo>
                  <a:pt x="3326" y="733"/>
                  <a:pt x="2475" y="593"/>
                  <a:pt x="1841" y="593"/>
                </a:cubicBezTo>
                <a:cubicBezTo>
                  <a:pt x="57" y="593"/>
                  <a:pt x="1" y="1708"/>
                  <a:pt x="292" y="2739"/>
                </a:cubicBezTo>
                <a:lnTo>
                  <a:pt x="10870" y="2739"/>
                </a:lnTo>
                <a:cubicBezTo>
                  <a:pt x="9199" y="1576"/>
                  <a:pt x="7395" y="0"/>
                  <a:pt x="6002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97" name="Google Shape;8297;p78"/>
          <p:cNvSpPr/>
          <p:nvPr/>
        </p:nvSpPr>
        <p:spPr>
          <a:xfrm>
            <a:off x="-301312" y="403413"/>
            <a:ext cx="1268528" cy="397218"/>
          </a:xfrm>
          <a:custGeom>
            <a:rect b="b" l="l" r="r" t="t"/>
            <a:pathLst>
              <a:path extrusionOk="0" h="4966" w="15868">
                <a:moveTo>
                  <a:pt x="8631" y="0"/>
                </a:moveTo>
                <a:cubicBezTo>
                  <a:pt x="7980" y="0"/>
                  <a:pt x="7390" y="698"/>
                  <a:pt x="6931" y="2169"/>
                </a:cubicBezTo>
                <a:cubicBezTo>
                  <a:pt x="6004" y="1729"/>
                  <a:pt x="5127" y="1537"/>
                  <a:pt x="4328" y="1537"/>
                </a:cubicBezTo>
                <a:cubicBezTo>
                  <a:pt x="2037" y="1537"/>
                  <a:pt x="384" y="3117"/>
                  <a:pt x="1" y="4965"/>
                </a:cubicBezTo>
                <a:lnTo>
                  <a:pt x="15867" y="4965"/>
                </a:lnTo>
                <a:cubicBezTo>
                  <a:pt x="15662" y="4348"/>
                  <a:pt x="14323" y="2375"/>
                  <a:pt x="12780" y="2375"/>
                </a:cubicBezTo>
                <a:cubicBezTo>
                  <a:pt x="12270" y="2375"/>
                  <a:pt x="11738" y="2590"/>
                  <a:pt x="11217" y="3141"/>
                </a:cubicBezTo>
                <a:cubicBezTo>
                  <a:pt x="10355" y="1096"/>
                  <a:pt x="9445" y="0"/>
                  <a:pt x="8631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298" name="Google Shape;8298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76012" y="1273700"/>
            <a:ext cx="818799" cy="708300"/>
          </a:xfrm>
          <a:prstGeom prst="rect">
            <a:avLst/>
          </a:prstGeom>
          <a:noFill/>
          <a:ln>
            <a:noFill/>
          </a:ln>
        </p:spPr>
      </p:pic>
      <p:sp>
        <p:nvSpPr>
          <p:cNvPr id="8299" name="Google Shape;8299;p78"/>
          <p:cNvSpPr/>
          <p:nvPr/>
        </p:nvSpPr>
        <p:spPr>
          <a:xfrm rot="-283573">
            <a:off x="1033755" y="29038"/>
            <a:ext cx="1541946" cy="1500317"/>
          </a:xfrm>
          <a:custGeom>
            <a:rect b="b" l="l" r="r" t="t"/>
            <a:pathLst>
              <a:path extrusionOk="0" h="21091" w="20047">
                <a:moveTo>
                  <a:pt x="10024" y="0"/>
                </a:moveTo>
                <a:cubicBezTo>
                  <a:pt x="9708" y="0"/>
                  <a:pt x="9393" y="128"/>
                  <a:pt x="9167" y="361"/>
                </a:cubicBezTo>
                <a:lnTo>
                  <a:pt x="2946" y="6589"/>
                </a:lnTo>
                <a:cubicBezTo>
                  <a:pt x="2533" y="7003"/>
                  <a:pt x="2533" y="7656"/>
                  <a:pt x="2946" y="8069"/>
                </a:cubicBezTo>
                <a:lnTo>
                  <a:pt x="3209" y="8332"/>
                </a:lnTo>
                <a:cubicBezTo>
                  <a:pt x="3404" y="8535"/>
                  <a:pt x="3667" y="8633"/>
                  <a:pt x="3930" y="8648"/>
                </a:cubicBezTo>
                <a:lnTo>
                  <a:pt x="3930" y="9850"/>
                </a:lnTo>
                <a:cubicBezTo>
                  <a:pt x="3735" y="9895"/>
                  <a:pt x="3555" y="9978"/>
                  <a:pt x="3397" y="10091"/>
                </a:cubicBezTo>
                <a:cubicBezTo>
                  <a:pt x="3284" y="9798"/>
                  <a:pt x="3224" y="9520"/>
                  <a:pt x="3217" y="9249"/>
                </a:cubicBezTo>
                <a:cubicBezTo>
                  <a:pt x="3209" y="8355"/>
                  <a:pt x="2480" y="7619"/>
                  <a:pt x="1609" y="7619"/>
                </a:cubicBezTo>
                <a:cubicBezTo>
                  <a:pt x="715" y="7619"/>
                  <a:pt x="1" y="8347"/>
                  <a:pt x="1" y="9226"/>
                </a:cubicBezTo>
                <a:cubicBezTo>
                  <a:pt x="1" y="12638"/>
                  <a:pt x="3269" y="14884"/>
                  <a:pt x="3637" y="15117"/>
                </a:cubicBezTo>
                <a:cubicBezTo>
                  <a:pt x="3735" y="15185"/>
                  <a:pt x="3848" y="15245"/>
                  <a:pt x="3983" y="15312"/>
                </a:cubicBezTo>
                <a:cubicBezTo>
                  <a:pt x="4321" y="15523"/>
                  <a:pt x="4614" y="15786"/>
                  <a:pt x="4847" y="16094"/>
                </a:cubicBezTo>
                <a:cubicBezTo>
                  <a:pt x="4682" y="16289"/>
                  <a:pt x="4584" y="16552"/>
                  <a:pt x="4584" y="16823"/>
                </a:cubicBezTo>
                <a:lnTo>
                  <a:pt x="4584" y="16883"/>
                </a:lnTo>
                <a:cubicBezTo>
                  <a:pt x="4261" y="17085"/>
                  <a:pt x="4036" y="17461"/>
                  <a:pt x="4036" y="17874"/>
                </a:cubicBezTo>
                <a:lnTo>
                  <a:pt x="4036" y="19918"/>
                </a:lnTo>
                <a:cubicBezTo>
                  <a:pt x="4036" y="20564"/>
                  <a:pt x="4562" y="21090"/>
                  <a:pt x="5208" y="21090"/>
                </a:cubicBezTo>
                <a:lnTo>
                  <a:pt x="14840" y="21090"/>
                </a:lnTo>
                <a:cubicBezTo>
                  <a:pt x="15494" y="21090"/>
                  <a:pt x="16019" y="20564"/>
                  <a:pt x="16019" y="19918"/>
                </a:cubicBezTo>
                <a:lnTo>
                  <a:pt x="16019" y="17874"/>
                </a:lnTo>
                <a:cubicBezTo>
                  <a:pt x="16019" y="17454"/>
                  <a:pt x="15794" y="17085"/>
                  <a:pt x="15463" y="16883"/>
                </a:cubicBezTo>
                <a:lnTo>
                  <a:pt x="15463" y="16823"/>
                </a:lnTo>
                <a:cubicBezTo>
                  <a:pt x="15463" y="16545"/>
                  <a:pt x="15358" y="16289"/>
                  <a:pt x="15201" y="16094"/>
                </a:cubicBezTo>
                <a:cubicBezTo>
                  <a:pt x="15433" y="15786"/>
                  <a:pt x="15726" y="15523"/>
                  <a:pt x="16065" y="15312"/>
                </a:cubicBezTo>
                <a:cubicBezTo>
                  <a:pt x="16207" y="15245"/>
                  <a:pt x="16320" y="15185"/>
                  <a:pt x="16403" y="15124"/>
                </a:cubicBezTo>
                <a:cubicBezTo>
                  <a:pt x="16478" y="15079"/>
                  <a:pt x="16748" y="14892"/>
                  <a:pt x="17109" y="14591"/>
                </a:cubicBezTo>
                <a:cubicBezTo>
                  <a:pt x="17154" y="14553"/>
                  <a:pt x="17192" y="14516"/>
                  <a:pt x="17237" y="14478"/>
                </a:cubicBezTo>
                <a:lnTo>
                  <a:pt x="17244" y="14471"/>
                </a:lnTo>
                <a:cubicBezTo>
                  <a:pt x="17297" y="14433"/>
                  <a:pt x="17342" y="14396"/>
                  <a:pt x="17379" y="14358"/>
                </a:cubicBezTo>
                <a:lnTo>
                  <a:pt x="17394" y="14336"/>
                </a:lnTo>
                <a:cubicBezTo>
                  <a:pt x="17447" y="14298"/>
                  <a:pt x="17492" y="14253"/>
                  <a:pt x="17537" y="14215"/>
                </a:cubicBezTo>
                <a:lnTo>
                  <a:pt x="17552" y="14193"/>
                </a:lnTo>
                <a:cubicBezTo>
                  <a:pt x="17605" y="14148"/>
                  <a:pt x="17650" y="14110"/>
                  <a:pt x="17695" y="14065"/>
                </a:cubicBezTo>
                <a:lnTo>
                  <a:pt x="17717" y="14043"/>
                </a:lnTo>
                <a:lnTo>
                  <a:pt x="17853" y="13907"/>
                </a:lnTo>
                <a:lnTo>
                  <a:pt x="17883" y="13877"/>
                </a:lnTo>
                <a:lnTo>
                  <a:pt x="18026" y="13735"/>
                </a:lnTo>
                <a:lnTo>
                  <a:pt x="18056" y="13704"/>
                </a:lnTo>
                <a:cubicBezTo>
                  <a:pt x="18101" y="13659"/>
                  <a:pt x="18138" y="13614"/>
                  <a:pt x="18183" y="13554"/>
                </a:cubicBezTo>
                <a:lnTo>
                  <a:pt x="18213" y="13517"/>
                </a:lnTo>
                <a:cubicBezTo>
                  <a:pt x="18258" y="13472"/>
                  <a:pt x="18296" y="13419"/>
                  <a:pt x="18349" y="13366"/>
                </a:cubicBezTo>
                <a:lnTo>
                  <a:pt x="18364" y="13351"/>
                </a:lnTo>
                <a:lnTo>
                  <a:pt x="18386" y="13329"/>
                </a:lnTo>
                <a:cubicBezTo>
                  <a:pt x="19483" y="12029"/>
                  <a:pt x="20047" y="10647"/>
                  <a:pt x="20047" y="9226"/>
                </a:cubicBezTo>
                <a:cubicBezTo>
                  <a:pt x="20047" y="8347"/>
                  <a:pt x="19325" y="7619"/>
                  <a:pt x="18439" y="7619"/>
                </a:cubicBezTo>
                <a:cubicBezTo>
                  <a:pt x="17560" y="7619"/>
                  <a:pt x="16831" y="8355"/>
                  <a:pt x="16831" y="9249"/>
                </a:cubicBezTo>
                <a:cubicBezTo>
                  <a:pt x="16831" y="9520"/>
                  <a:pt x="16778" y="9798"/>
                  <a:pt x="16658" y="10091"/>
                </a:cubicBezTo>
                <a:cubicBezTo>
                  <a:pt x="16493" y="9978"/>
                  <a:pt x="16320" y="9895"/>
                  <a:pt x="16117" y="9850"/>
                </a:cubicBezTo>
                <a:lnTo>
                  <a:pt x="16117" y="8648"/>
                </a:lnTo>
                <a:cubicBezTo>
                  <a:pt x="16380" y="8633"/>
                  <a:pt x="16643" y="8543"/>
                  <a:pt x="16846" y="8332"/>
                </a:cubicBezTo>
                <a:lnTo>
                  <a:pt x="17109" y="8069"/>
                </a:lnTo>
                <a:cubicBezTo>
                  <a:pt x="17522" y="7656"/>
                  <a:pt x="17522" y="7003"/>
                  <a:pt x="17109" y="6589"/>
                </a:cubicBezTo>
                <a:lnTo>
                  <a:pt x="10880" y="361"/>
                </a:lnTo>
                <a:cubicBezTo>
                  <a:pt x="10655" y="135"/>
                  <a:pt x="10354" y="0"/>
                  <a:pt x="10024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  <a:effectLst>
            <a:outerShdw blurRad="57150" rotWithShape="0" algn="bl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300" name="Google Shape;8300;p78"/>
          <p:cNvGrpSpPr/>
          <p:nvPr/>
        </p:nvGrpSpPr>
        <p:grpSpPr>
          <a:xfrm rot="-283634">
            <a:off x="1098252" y="89682"/>
            <a:ext cx="1412941" cy="1408636"/>
            <a:chOff x="1027775" y="1675775"/>
            <a:chExt cx="370250" cy="391700"/>
          </a:xfrm>
        </p:grpSpPr>
        <p:sp>
          <p:nvSpPr>
            <p:cNvPr id="8301" name="Google Shape;8301;p78"/>
            <p:cNvSpPr/>
            <p:nvPr/>
          </p:nvSpPr>
          <p:spPr>
            <a:xfrm>
              <a:off x="1107050" y="1679950"/>
              <a:ext cx="212650" cy="271450"/>
            </a:xfrm>
            <a:custGeom>
              <a:rect b="b" l="l" r="r" t="t"/>
              <a:pathLst>
                <a:path extrusionOk="0" h="10858" w="8506">
                  <a:moveTo>
                    <a:pt x="4275" y="1"/>
                  </a:moveTo>
                  <a:lnTo>
                    <a:pt x="0" y="4298"/>
                  </a:lnTo>
                  <a:lnTo>
                    <a:pt x="0" y="10347"/>
                  </a:lnTo>
                  <a:cubicBezTo>
                    <a:pt x="0" y="10482"/>
                    <a:pt x="45" y="10617"/>
                    <a:pt x="143" y="10707"/>
                  </a:cubicBezTo>
                  <a:lnTo>
                    <a:pt x="195" y="10767"/>
                  </a:lnTo>
                  <a:cubicBezTo>
                    <a:pt x="210" y="10767"/>
                    <a:pt x="210" y="10775"/>
                    <a:pt x="218" y="10775"/>
                  </a:cubicBezTo>
                  <a:cubicBezTo>
                    <a:pt x="225" y="10775"/>
                    <a:pt x="225" y="10782"/>
                    <a:pt x="233" y="10782"/>
                  </a:cubicBezTo>
                  <a:cubicBezTo>
                    <a:pt x="248" y="10782"/>
                    <a:pt x="248" y="10797"/>
                    <a:pt x="255" y="10797"/>
                  </a:cubicBezTo>
                  <a:lnTo>
                    <a:pt x="308" y="10820"/>
                  </a:lnTo>
                  <a:cubicBezTo>
                    <a:pt x="323" y="10820"/>
                    <a:pt x="323" y="10835"/>
                    <a:pt x="331" y="10835"/>
                  </a:cubicBezTo>
                  <a:cubicBezTo>
                    <a:pt x="338" y="10835"/>
                    <a:pt x="338" y="10843"/>
                    <a:pt x="346" y="10843"/>
                  </a:cubicBezTo>
                  <a:cubicBezTo>
                    <a:pt x="361" y="10843"/>
                    <a:pt x="376" y="10850"/>
                    <a:pt x="383" y="10850"/>
                  </a:cubicBezTo>
                  <a:lnTo>
                    <a:pt x="421" y="10850"/>
                  </a:lnTo>
                  <a:cubicBezTo>
                    <a:pt x="436" y="10858"/>
                    <a:pt x="451" y="10858"/>
                    <a:pt x="473" y="10858"/>
                  </a:cubicBezTo>
                  <a:lnTo>
                    <a:pt x="8084" y="10858"/>
                  </a:lnTo>
                  <a:cubicBezTo>
                    <a:pt x="8099" y="10850"/>
                    <a:pt x="8107" y="10850"/>
                    <a:pt x="8115" y="10850"/>
                  </a:cubicBezTo>
                  <a:lnTo>
                    <a:pt x="8160" y="10850"/>
                  </a:lnTo>
                  <a:cubicBezTo>
                    <a:pt x="8175" y="10850"/>
                    <a:pt x="8182" y="10843"/>
                    <a:pt x="8190" y="10843"/>
                  </a:cubicBezTo>
                  <a:cubicBezTo>
                    <a:pt x="8197" y="10843"/>
                    <a:pt x="8212" y="10835"/>
                    <a:pt x="8220" y="10835"/>
                  </a:cubicBezTo>
                  <a:cubicBezTo>
                    <a:pt x="8220" y="10835"/>
                    <a:pt x="8227" y="10820"/>
                    <a:pt x="8235" y="10820"/>
                  </a:cubicBezTo>
                  <a:cubicBezTo>
                    <a:pt x="8250" y="10820"/>
                    <a:pt x="8250" y="10812"/>
                    <a:pt x="8257" y="10812"/>
                  </a:cubicBezTo>
                  <a:cubicBezTo>
                    <a:pt x="8257" y="10812"/>
                    <a:pt x="8265" y="10805"/>
                    <a:pt x="8272" y="10805"/>
                  </a:cubicBezTo>
                  <a:lnTo>
                    <a:pt x="8287" y="10797"/>
                  </a:lnTo>
                  <a:cubicBezTo>
                    <a:pt x="8295" y="10797"/>
                    <a:pt x="8295" y="10797"/>
                    <a:pt x="8302" y="10782"/>
                  </a:cubicBezTo>
                  <a:cubicBezTo>
                    <a:pt x="8302" y="10775"/>
                    <a:pt x="8310" y="10775"/>
                    <a:pt x="8310" y="10775"/>
                  </a:cubicBezTo>
                  <a:lnTo>
                    <a:pt x="8325" y="10767"/>
                  </a:lnTo>
                  <a:lnTo>
                    <a:pt x="8332" y="10767"/>
                  </a:lnTo>
                  <a:cubicBezTo>
                    <a:pt x="8332" y="10760"/>
                    <a:pt x="8340" y="10760"/>
                    <a:pt x="8347" y="10745"/>
                  </a:cubicBezTo>
                  <a:lnTo>
                    <a:pt x="8377" y="10722"/>
                  </a:lnTo>
                  <a:lnTo>
                    <a:pt x="8393" y="10707"/>
                  </a:lnTo>
                  <a:cubicBezTo>
                    <a:pt x="8393" y="10707"/>
                    <a:pt x="8400" y="10707"/>
                    <a:pt x="8400" y="10700"/>
                  </a:cubicBezTo>
                  <a:cubicBezTo>
                    <a:pt x="8408" y="10692"/>
                    <a:pt x="8415" y="10670"/>
                    <a:pt x="8430" y="10662"/>
                  </a:cubicBezTo>
                  <a:cubicBezTo>
                    <a:pt x="8430" y="10655"/>
                    <a:pt x="8438" y="10655"/>
                    <a:pt x="8438" y="10647"/>
                  </a:cubicBezTo>
                  <a:cubicBezTo>
                    <a:pt x="8438" y="10632"/>
                    <a:pt x="8445" y="10632"/>
                    <a:pt x="8445" y="10625"/>
                  </a:cubicBezTo>
                  <a:cubicBezTo>
                    <a:pt x="8453" y="10610"/>
                    <a:pt x="8453" y="10595"/>
                    <a:pt x="8468" y="10580"/>
                  </a:cubicBezTo>
                  <a:lnTo>
                    <a:pt x="8468" y="10572"/>
                  </a:lnTo>
                  <a:cubicBezTo>
                    <a:pt x="8490" y="10512"/>
                    <a:pt x="8505" y="10437"/>
                    <a:pt x="8505" y="10369"/>
                  </a:cubicBezTo>
                  <a:lnTo>
                    <a:pt x="8505" y="4321"/>
                  </a:lnTo>
                  <a:lnTo>
                    <a:pt x="427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02" name="Google Shape;8302;p78"/>
            <p:cNvSpPr/>
            <p:nvPr/>
          </p:nvSpPr>
          <p:spPr>
            <a:xfrm>
              <a:off x="1107225" y="1679575"/>
              <a:ext cx="212475" cy="271650"/>
            </a:xfrm>
            <a:custGeom>
              <a:rect b="b" l="l" r="r" t="t"/>
              <a:pathLst>
                <a:path extrusionOk="0" h="10866" w="8499">
                  <a:moveTo>
                    <a:pt x="4276" y="1"/>
                  </a:moveTo>
                  <a:lnTo>
                    <a:pt x="1" y="4291"/>
                  </a:lnTo>
                  <a:lnTo>
                    <a:pt x="1" y="5027"/>
                  </a:lnTo>
                  <a:lnTo>
                    <a:pt x="2630" y="7657"/>
                  </a:lnTo>
                  <a:lnTo>
                    <a:pt x="2796" y="7815"/>
                  </a:lnTo>
                  <a:lnTo>
                    <a:pt x="5185" y="10211"/>
                  </a:lnTo>
                  <a:lnTo>
                    <a:pt x="5410" y="10437"/>
                  </a:lnTo>
                  <a:lnTo>
                    <a:pt x="5846" y="10865"/>
                  </a:lnTo>
                  <a:lnTo>
                    <a:pt x="8153" y="10865"/>
                  </a:lnTo>
                  <a:cubicBezTo>
                    <a:pt x="8168" y="10865"/>
                    <a:pt x="8175" y="10858"/>
                    <a:pt x="8183" y="10858"/>
                  </a:cubicBezTo>
                  <a:cubicBezTo>
                    <a:pt x="8190" y="10858"/>
                    <a:pt x="8205" y="10850"/>
                    <a:pt x="8213" y="10850"/>
                  </a:cubicBezTo>
                  <a:cubicBezTo>
                    <a:pt x="8213" y="10850"/>
                    <a:pt x="8220" y="10835"/>
                    <a:pt x="8228" y="10835"/>
                  </a:cubicBezTo>
                  <a:cubicBezTo>
                    <a:pt x="8243" y="10835"/>
                    <a:pt x="8243" y="10827"/>
                    <a:pt x="8250" y="10827"/>
                  </a:cubicBezTo>
                  <a:cubicBezTo>
                    <a:pt x="8250" y="10827"/>
                    <a:pt x="8258" y="10820"/>
                    <a:pt x="8265" y="10820"/>
                  </a:cubicBezTo>
                  <a:lnTo>
                    <a:pt x="8280" y="10812"/>
                  </a:lnTo>
                  <a:cubicBezTo>
                    <a:pt x="8288" y="10812"/>
                    <a:pt x="8288" y="10812"/>
                    <a:pt x="8295" y="10797"/>
                  </a:cubicBezTo>
                  <a:cubicBezTo>
                    <a:pt x="8295" y="10790"/>
                    <a:pt x="8303" y="10790"/>
                    <a:pt x="8303" y="10790"/>
                  </a:cubicBezTo>
                  <a:lnTo>
                    <a:pt x="8318" y="10782"/>
                  </a:lnTo>
                  <a:lnTo>
                    <a:pt x="8325" y="10782"/>
                  </a:lnTo>
                  <a:cubicBezTo>
                    <a:pt x="8325" y="10775"/>
                    <a:pt x="8333" y="10775"/>
                    <a:pt x="8340" y="10760"/>
                  </a:cubicBezTo>
                  <a:lnTo>
                    <a:pt x="8370" y="10737"/>
                  </a:lnTo>
                  <a:lnTo>
                    <a:pt x="8386" y="10722"/>
                  </a:lnTo>
                  <a:cubicBezTo>
                    <a:pt x="8386" y="10722"/>
                    <a:pt x="8393" y="10722"/>
                    <a:pt x="8393" y="10715"/>
                  </a:cubicBezTo>
                  <a:cubicBezTo>
                    <a:pt x="8401" y="10707"/>
                    <a:pt x="8408" y="10685"/>
                    <a:pt x="8423" y="10677"/>
                  </a:cubicBezTo>
                  <a:cubicBezTo>
                    <a:pt x="8423" y="10670"/>
                    <a:pt x="8431" y="10670"/>
                    <a:pt x="8431" y="10662"/>
                  </a:cubicBezTo>
                  <a:cubicBezTo>
                    <a:pt x="8431" y="10647"/>
                    <a:pt x="8438" y="10647"/>
                    <a:pt x="8438" y="10640"/>
                  </a:cubicBezTo>
                  <a:cubicBezTo>
                    <a:pt x="8446" y="10625"/>
                    <a:pt x="8446" y="10610"/>
                    <a:pt x="8461" y="10595"/>
                  </a:cubicBezTo>
                  <a:lnTo>
                    <a:pt x="8461" y="10587"/>
                  </a:lnTo>
                  <a:cubicBezTo>
                    <a:pt x="8483" y="10527"/>
                    <a:pt x="8498" y="10452"/>
                    <a:pt x="8498" y="10384"/>
                  </a:cubicBezTo>
                  <a:lnTo>
                    <a:pt x="8498" y="4336"/>
                  </a:lnTo>
                  <a:lnTo>
                    <a:pt x="4276" y="1"/>
                  </a:lnTo>
                  <a:close/>
                </a:path>
              </a:pathLst>
            </a:custGeom>
            <a:solidFill>
              <a:srgbClr val="000000">
                <a:alpha val="148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03" name="Google Shape;8303;p78"/>
            <p:cNvSpPr/>
            <p:nvPr/>
          </p:nvSpPr>
          <p:spPr>
            <a:xfrm>
              <a:off x="1176350" y="1736875"/>
              <a:ext cx="143350" cy="194250"/>
            </a:xfrm>
            <a:custGeom>
              <a:rect b="b" l="l" r="r" t="t"/>
              <a:pathLst>
                <a:path extrusionOk="0" h="7770" w="5734">
                  <a:moveTo>
                    <a:pt x="1458" y="0"/>
                  </a:moveTo>
                  <a:cubicBezTo>
                    <a:pt x="654" y="0"/>
                    <a:pt x="0" y="646"/>
                    <a:pt x="0" y="1450"/>
                  </a:cubicBezTo>
                  <a:lnTo>
                    <a:pt x="0" y="1480"/>
                  </a:lnTo>
                  <a:lnTo>
                    <a:pt x="0" y="1510"/>
                  </a:lnTo>
                  <a:lnTo>
                    <a:pt x="0" y="1563"/>
                  </a:lnTo>
                  <a:lnTo>
                    <a:pt x="0" y="1593"/>
                  </a:lnTo>
                  <a:lnTo>
                    <a:pt x="0" y="1601"/>
                  </a:lnTo>
                  <a:lnTo>
                    <a:pt x="0" y="1623"/>
                  </a:lnTo>
                  <a:lnTo>
                    <a:pt x="0" y="1653"/>
                  </a:lnTo>
                  <a:lnTo>
                    <a:pt x="0" y="1683"/>
                  </a:lnTo>
                  <a:lnTo>
                    <a:pt x="0" y="1706"/>
                  </a:lnTo>
                  <a:cubicBezTo>
                    <a:pt x="8" y="1721"/>
                    <a:pt x="8" y="1728"/>
                    <a:pt x="8" y="1736"/>
                  </a:cubicBezTo>
                  <a:cubicBezTo>
                    <a:pt x="16" y="1736"/>
                    <a:pt x="16" y="1743"/>
                    <a:pt x="16" y="1758"/>
                  </a:cubicBezTo>
                  <a:cubicBezTo>
                    <a:pt x="31" y="1758"/>
                    <a:pt x="31" y="1766"/>
                    <a:pt x="31" y="1773"/>
                  </a:cubicBezTo>
                  <a:cubicBezTo>
                    <a:pt x="38" y="1781"/>
                    <a:pt x="38" y="1781"/>
                    <a:pt x="38" y="1788"/>
                  </a:cubicBezTo>
                  <a:cubicBezTo>
                    <a:pt x="46" y="1788"/>
                    <a:pt x="46" y="1803"/>
                    <a:pt x="46" y="1811"/>
                  </a:cubicBezTo>
                  <a:cubicBezTo>
                    <a:pt x="61" y="1811"/>
                    <a:pt x="61" y="1819"/>
                    <a:pt x="61" y="1826"/>
                  </a:cubicBezTo>
                  <a:lnTo>
                    <a:pt x="61" y="1841"/>
                  </a:lnTo>
                  <a:cubicBezTo>
                    <a:pt x="61" y="1849"/>
                    <a:pt x="68" y="1856"/>
                    <a:pt x="68" y="1871"/>
                  </a:cubicBezTo>
                  <a:cubicBezTo>
                    <a:pt x="68" y="1879"/>
                    <a:pt x="76" y="1886"/>
                    <a:pt x="76" y="1894"/>
                  </a:cubicBezTo>
                  <a:cubicBezTo>
                    <a:pt x="83" y="1901"/>
                    <a:pt x="83" y="1901"/>
                    <a:pt x="83" y="1916"/>
                  </a:cubicBezTo>
                  <a:cubicBezTo>
                    <a:pt x="83" y="1924"/>
                    <a:pt x="98" y="1924"/>
                    <a:pt x="98" y="1931"/>
                  </a:cubicBezTo>
                  <a:cubicBezTo>
                    <a:pt x="98" y="1946"/>
                    <a:pt x="106" y="1954"/>
                    <a:pt x="106" y="1961"/>
                  </a:cubicBezTo>
                  <a:cubicBezTo>
                    <a:pt x="121" y="1999"/>
                    <a:pt x="136" y="2029"/>
                    <a:pt x="151" y="2066"/>
                  </a:cubicBezTo>
                  <a:cubicBezTo>
                    <a:pt x="151" y="2074"/>
                    <a:pt x="158" y="2074"/>
                    <a:pt x="158" y="2081"/>
                  </a:cubicBezTo>
                  <a:cubicBezTo>
                    <a:pt x="158" y="2097"/>
                    <a:pt x="158" y="2104"/>
                    <a:pt x="173" y="2112"/>
                  </a:cubicBezTo>
                  <a:cubicBezTo>
                    <a:pt x="181" y="2134"/>
                    <a:pt x="196" y="2157"/>
                    <a:pt x="211" y="2179"/>
                  </a:cubicBezTo>
                  <a:cubicBezTo>
                    <a:pt x="218" y="2187"/>
                    <a:pt x="218" y="2194"/>
                    <a:pt x="226" y="2209"/>
                  </a:cubicBezTo>
                  <a:cubicBezTo>
                    <a:pt x="233" y="2217"/>
                    <a:pt x="233" y="2224"/>
                    <a:pt x="248" y="2232"/>
                  </a:cubicBezTo>
                  <a:cubicBezTo>
                    <a:pt x="256" y="2247"/>
                    <a:pt x="256" y="2254"/>
                    <a:pt x="263" y="2262"/>
                  </a:cubicBezTo>
                  <a:cubicBezTo>
                    <a:pt x="271" y="2269"/>
                    <a:pt x="271" y="2284"/>
                    <a:pt x="286" y="2292"/>
                  </a:cubicBezTo>
                  <a:cubicBezTo>
                    <a:pt x="286" y="2299"/>
                    <a:pt x="294" y="2307"/>
                    <a:pt x="301" y="2322"/>
                  </a:cubicBezTo>
                  <a:cubicBezTo>
                    <a:pt x="301" y="2329"/>
                    <a:pt x="309" y="2337"/>
                    <a:pt x="324" y="2344"/>
                  </a:cubicBezTo>
                  <a:lnTo>
                    <a:pt x="346" y="2374"/>
                  </a:lnTo>
                  <a:lnTo>
                    <a:pt x="376" y="2405"/>
                  </a:lnTo>
                  <a:cubicBezTo>
                    <a:pt x="384" y="2405"/>
                    <a:pt x="384" y="2412"/>
                    <a:pt x="399" y="2420"/>
                  </a:cubicBezTo>
                  <a:lnTo>
                    <a:pt x="406" y="2435"/>
                  </a:lnTo>
                  <a:cubicBezTo>
                    <a:pt x="406" y="2442"/>
                    <a:pt x="414" y="2450"/>
                    <a:pt x="421" y="2457"/>
                  </a:cubicBezTo>
                  <a:lnTo>
                    <a:pt x="481" y="2517"/>
                  </a:lnTo>
                  <a:lnTo>
                    <a:pt x="1173" y="3208"/>
                  </a:lnTo>
                  <a:lnTo>
                    <a:pt x="1398" y="3434"/>
                  </a:lnTo>
                  <a:lnTo>
                    <a:pt x="2367" y="4403"/>
                  </a:lnTo>
                  <a:lnTo>
                    <a:pt x="2593" y="4629"/>
                  </a:lnTo>
                  <a:lnTo>
                    <a:pt x="3126" y="5162"/>
                  </a:lnTo>
                  <a:lnTo>
                    <a:pt x="3494" y="5530"/>
                  </a:lnTo>
                  <a:lnTo>
                    <a:pt x="5403" y="7439"/>
                  </a:lnTo>
                  <a:lnTo>
                    <a:pt x="5733" y="7769"/>
                  </a:lnTo>
                  <a:lnTo>
                    <a:pt x="5733" y="3652"/>
                  </a:lnTo>
                  <a:lnTo>
                    <a:pt x="2502" y="459"/>
                  </a:lnTo>
                  <a:lnTo>
                    <a:pt x="2472" y="429"/>
                  </a:lnTo>
                  <a:lnTo>
                    <a:pt x="2427" y="383"/>
                  </a:lnTo>
                  <a:lnTo>
                    <a:pt x="2397" y="353"/>
                  </a:lnTo>
                  <a:cubicBezTo>
                    <a:pt x="2375" y="338"/>
                    <a:pt x="2360" y="331"/>
                    <a:pt x="2337" y="308"/>
                  </a:cubicBezTo>
                  <a:lnTo>
                    <a:pt x="2307" y="278"/>
                  </a:lnTo>
                  <a:cubicBezTo>
                    <a:pt x="2292" y="263"/>
                    <a:pt x="2270" y="256"/>
                    <a:pt x="2255" y="233"/>
                  </a:cubicBezTo>
                  <a:cubicBezTo>
                    <a:pt x="2247" y="226"/>
                    <a:pt x="2232" y="226"/>
                    <a:pt x="2224" y="218"/>
                  </a:cubicBezTo>
                  <a:cubicBezTo>
                    <a:pt x="2217" y="203"/>
                    <a:pt x="2209" y="203"/>
                    <a:pt x="2194" y="196"/>
                  </a:cubicBezTo>
                  <a:cubicBezTo>
                    <a:pt x="2187" y="188"/>
                    <a:pt x="2179" y="188"/>
                    <a:pt x="2172" y="181"/>
                  </a:cubicBezTo>
                  <a:cubicBezTo>
                    <a:pt x="2149" y="166"/>
                    <a:pt x="2119" y="151"/>
                    <a:pt x="2104" y="143"/>
                  </a:cubicBezTo>
                  <a:cubicBezTo>
                    <a:pt x="2097" y="143"/>
                    <a:pt x="2082" y="128"/>
                    <a:pt x="2074" y="128"/>
                  </a:cubicBezTo>
                  <a:cubicBezTo>
                    <a:pt x="2074" y="128"/>
                    <a:pt x="2067" y="120"/>
                    <a:pt x="2059" y="120"/>
                  </a:cubicBezTo>
                  <a:cubicBezTo>
                    <a:pt x="2059" y="120"/>
                    <a:pt x="2044" y="113"/>
                    <a:pt x="2037" y="113"/>
                  </a:cubicBezTo>
                  <a:cubicBezTo>
                    <a:pt x="2037" y="113"/>
                    <a:pt x="2029" y="105"/>
                    <a:pt x="2022" y="105"/>
                  </a:cubicBezTo>
                  <a:cubicBezTo>
                    <a:pt x="2022" y="105"/>
                    <a:pt x="2007" y="90"/>
                    <a:pt x="1999" y="90"/>
                  </a:cubicBezTo>
                  <a:lnTo>
                    <a:pt x="1992" y="90"/>
                  </a:lnTo>
                  <a:cubicBezTo>
                    <a:pt x="1984" y="90"/>
                    <a:pt x="1984" y="83"/>
                    <a:pt x="1969" y="83"/>
                  </a:cubicBezTo>
                  <a:cubicBezTo>
                    <a:pt x="1961" y="83"/>
                    <a:pt x="1954" y="75"/>
                    <a:pt x="1946" y="75"/>
                  </a:cubicBezTo>
                  <a:lnTo>
                    <a:pt x="1931" y="75"/>
                  </a:lnTo>
                  <a:cubicBezTo>
                    <a:pt x="1924" y="75"/>
                    <a:pt x="1909" y="68"/>
                    <a:pt x="1894" y="68"/>
                  </a:cubicBezTo>
                  <a:cubicBezTo>
                    <a:pt x="1886" y="68"/>
                    <a:pt x="1871" y="53"/>
                    <a:pt x="1856" y="53"/>
                  </a:cubicBezTo>
                  <a:cubicBezTo>
                    <a:pt x="1841" y="53"/>
                    <a:pt x="1834" y="45"/>
                    <a:pt x="1811" y="45"/>
                  </a:cubicBezTo>
                  <a:cubicBezTo>
                    <a:pt x="1811" y="38"/>
                    <a:pt x="1804" y="38"/>
                    <a:pt x="1796" y="38"/>
                  </a:cubicBezTo>
                  <a:cubicBezTo>
                    <a:pt x="1789" y="23"/>
                    <a:pt x="1789" y="23"/>
                    <a:pt x="1774" y="23"/>
                  </a:cubicBezTo>
                  <a:cubicBezTo>
                    <a:pt x="1766" y="15"/>
                    <a:pt x="1759" y="15"/>
                    <a:pt x="1744" y="15"/>
                  </a:cubicBezTo>
                  <a:cubicBezTo>
                    <a:pt x="1736" y="8"/>
                    <a:pt x="1729" y="8"/>
                    <a:pt x="1721" y="8"/>
                  </a:cubicBezTo>
                  <a:lnTo>
                    <a:pt x="1706" y="8"/>
                  </a:lnTo>
                  <a:cubicBezTo>
                    <a:pt x="1699" y="0"/>
                    <a:pt x="1691" y="0"/>
                    <a:pt x="1683" y="0"/>
                  </a:cubicBezTo>
                  <a:close/>
                </a:path>
              </a:pathLst>
            </a:custGeom>
            <a:solidFill>
              <a:srgbClr val="000000">
                <a:alpha val="148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04" name="Google Shape;8304;p78"/>
            <p:cNvSpPr/>
            <p:nvPr/>
          </p:nvSpPr>
          <p:spPr>
            <a:xfrm>
              <a:off x="1079625" y="1675775"/>
              <a:ext cx="266550" cy="142650"/>
            </a:xfrm>
            <a:custGeom>
              <a:rect b="b" l="l" r="r" t="t"/>
              <a:pathLst>
                <a:path extrusionOk="0" h="5706" w="10662">
                  <a:moveTo>
                    <a:pt x="5331" y="1"/>
                  </a:moveTo>
                  <a:cubicBezTo>
                    <a:pt x="5237" y="1"/>
                    <a:pt x="5143" y="36"/>
                    <a:pt x="5072" y="108"/>
                  </a:cubicBezTo>
                  <a:lnTo>
                    <a:pt x="98" y="5081"/>
                  </a:lnTo>
                  <a:cubicBezTo>
                    <a:pt x="0" y="5179"/>
                    <a:pt x="0" y="5329"/>
                    <a:pt x="98" y="5420"/>
                  </a:cubicBezTo>
                  <a:lnTo>
                    <a:pt x="308" y="5637"/>
                  </a:lnTo>
                  <a:cubicBezTo>
                    <a:pt x="357" y="5683"/>
                    <a:pt x="419" y="5705"/>
                    <a:pt x="480" y="5705"/>
                  </a:cubicBezTo>
                  <a:cubicBezTo>
                    <a:pt x="541" y="5705"/>
                    <a:pt x="601" y="5683"/>
                    <a:pt x="646" y="5637"/>
                  </a:cubicBezTo>
                  <a:lnTo>
                    <a:pt x="5267" y="1017"/>
                  </a:lnTo>
                  <a:cubicBezTo>
                    <a:pt x="5286" y="998"/>
                    <a:pt x="5310" y="989"/>
                    <a:pt x="5335" y="989"/>
                  </a:cubicBezTo>
                  <a:cubicBezTo>
                    <a:pt x="5359" y="989"/>
                    <a:pt x="5383" y="998"/>
                    <a:pt x="5402" y="1017"/>
                  </a:cubicBezTo>
                  <a:lnTo>
                    <a:pt x="10023" y="5637"/>
                  </a:lnTo>
                  <a:cubicBezTo>
                    <a:pt x="10068" y="5683"/>
                    <a:pt x="10128" y="5705"/>
                    <a:pt x="10189" y="5705"/>
                  </a:cubicBezTo>
                  <a:cubicBezTo>
                    <a:pt x="10250" y="5705"/>
                    <a:pt x="10312" y="5683"/>
                    <a:pt x="10361" y="5637"/>
                  </a:cubicBezTo>
                  <a:lnTo>
                    <a:pt x="10579" y="5420"/>
                  </a:lnTo>
                  <a:cubicBezTo>
                    <a:pt x="10662" y="5329"/>
                    <a:pt x="10662" y="5179"/>
                    <a:pt x="10564" y="5081"/>
                  </a:cubicBezTo>
                  <a:lnTo>
                    <a:pt x="5590" y="108"/>
                  </a:lnTo>
                  <a:cubicBezTo>
                    <a:pt x="5519" y="36"/>
                    <a:pt x="5425" y="1"/>
                    <a:pt x="53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05" name="Google Shape;8305;p78"/>
            <p:cNvSpPr/>
            <p:nvPr/>
          </p:nvSpPr>
          <p:spPr>
            <a:xfrm>
              <a:off x="1212975" y="1675825"/>
              <a:ext cx="133400" cy="142600"/>
            </a:xfrm>
            <a:custGeom>
              <a:rect b="b" l="l" r="r" t="t"/>
              <a:pathLst>
                <a:path extrusionOk="0" h="5704" w="5336">
                  <a:moveTo>
                    <a:pt x="1" y="0"/>
                  </a:moveTo>
                  <a:lnTo>
                    <a:pt x="1" y="985"/>
                  </a:lnTo>
                  <a:cubicBezTo>
                    <a:pt x="31" y="985"/>
                    <a:pt x="46" y="992"/>
                    <a:pt x="68" y="1015"/>
                  </a:cubicBezTo>
                  <a:lnTo>
                    <a:pt x="4689" y="5635"/>
                  </a:lnTo>
                  <a:cubicBezTo>
                    <a:pt x="4734" y="5681"/>
                    <a:pt x="4794" y="5703"/>
                    <a:pt x="4855" y="5703"/>
                  </a:cubicBezTo>
                  <a:cubicBezTo>
                    <a:pt x="4916" y="5703"/>
                    <a:pt x="4978" y="5681"/>
                    <a:pt x="5027" y="5635"/>
                  </a:cubicBezTo>
                  <a:lnTo>
                    <a:pt x="5245" y="5418"/>
                  </a:lnTo>
                  <a:cubicBezTo>
                    <a:pt x="5335" y="5327"/>
                    <a:pt x="5335" y="5170"/>
                    <a:pt x="5245" y="5079"/>
                  </a:cubicBezTo>
                  <a:lnTo>
                    <a:pt x="256" y="106"/>
                  </a:lnTo>
                  <a:cubicBezTo>
                    <a:pt x="181" y="30"/>
                    <a:pt x="98" y="0"/>
                    <a:pt x="1" y="0"/>
                  </a:cubicBezTo>
                  <a:close/>
                </a:path>
              </a:pathLst>
            </a:custGeom>
            <a:solidFill>
              <a:srgbClr val="000000">
                <a:alpha val="148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06" name="Google Shape;8306;p78"/>
            <p:cNvSpPr/>
            <p:nvPr/>
          </p:nvSpPr>
          <p:spPr>
            <a:xfrm>
              <a:off x="1113625" y="1816875"/>
              <a:ext cx="179025" cy="135475"/>
            </a:xfrm>
            <a:custGeom>
              <a:rect b="b" l="l" r="r" t="t"/>
              <a:pathLst>
                <a:path extrusionOk="0" h="5419" w="7161">
                  <a:moveTo>
                    <a:pt x="1270" y="1"/>
                  </a:moveTo>
                  <a:cubicBezTo>
                    <a:pt x="579" y="1"/>
                    <a:pt x="0" y="572"/>
                    <a:pt x="0" y="1271"/>
                  </a:cubicBezTo>
                  <a:lnTo>
                    <a:pt x="0" y="2202"/>
                  </a:lnTo>
                  <a:cubicBezTo>
                    <a:pt x="0" y="2323"/>
                    <a:pt x="68" y="2435"/>
                    <a:pt x="165" y="2488"/>
                  </a:cubicBezTo>
                  <a:lnTo>
                    <a:pt x="3096" y="5418"/>
                  </a:lnTo>
                  <a:lnTo>
                    <a:pt x="7160" y="5418"/>
                  </a:lnTo>
                  <a:lnTo>
                    <a:pt x="2216" y="437"/>
                  </a:lnTo>
                  <a:cubicBezTo>
                    <a:pt x="1984" y="174"/>
                    <a:pt x="1645" y="1"/>
                    <a:pt x="1270" y="1"/>
                  </a:cubicBezTo>
                  <a:close/>
                </a:path>
              </a:pathLst>
            </a:custGeom>
            <a:solidFill>
              <a:srgbClr val="000000">
                <a:alpha val="148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07" name="Google Shape;8307;p78"/>
            <p:cNvSpPr/>
            <p:nvPr/>
          </p:nvSpPr>
          <p:spPr>
            <a:xfrm>
              <a:off x="1118875" y="1822150"/>
              <a:ext cx="53000" cy="53000"/>
            </a:xfrm>
            <a:custGeom>
              <a:rect b="b" l="l" r="r" t="t"/>
              <a:pathLst>
                <a:path extrusionOk="0" h="2120" w="2120">
                  <a:moveTo>
                    <a:pt x="1060" y="0"/>
                  </a:moveTo>
                  <a:cubicBezTo>
                    <a:pt x="481" y="0"/>
                    <a:pt x="0" y="466"/>
                    <a:pt x="0" y="1060"/>
                  </a:cubicBezTo>
                  <a:lnTo>
                    <a:pt x="0" y="1991"/>
                  </a:lnTo>
                  <a:cubicBezTo>
                    <a:pt x="0" y="2067"/>
                    <a:pt x="53" y="2119"/>
                    <a:pt x="128" y="2119"/>
                  </a:cubicBezTo>
                  <a:lnTo>
                    <a:pt x="1991" y="2119"/>
                  </a:lnTo>
                  <a:cubicBezTo>
                    <a:pt x="2067" y="2119"/>
                    <a:pt x="2119" y="2067"/>
                    <a:pt x="2119" y="1991"/>
                  </a:cubicBezTo>
                  <a:lnTo>
                    <a:pt x="2119" y="1060"/>
                  </a:lnTo>
                  <a:cubicBezTo>
                    <a:pt x="2119" y="474"/>
                    <a:pt x="1653" y="0"/>
                    <a:pt x="106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08" name="Google Shape;8308;p78"/>
            <p:cNvSpPr/>
            <p:nvPr/>
          </p:nvSpPr>
          <p:spPr>
            <a:xfrm>
              <a:off x="1114375" y="1817250"/>
              <a:ext cx="62750" cy="62775"/>
            </a:xfrm>
            <a:custGeom>
              <a:rect b="b" l="l" r="r" t="t"/>
              <a:pathLst>
                <a:path extrusionOk="0" h="2511" w="2510">
                  <a:moveTo>
                    <a:pt x="1037" y="407"/>
                  </a:moveTo>
                  <a:lnTo>
                    <a:pt x="1037" y="1143"/>
                  </a:lnTo>
                  <a:lnTo>
                    <a:pt x="376" y="1143"/>
                  </a:lnTo>
                  <a:cubicBezTo>
                    <a:pt x="413" y="918"/>
                    <a:pt x="526" y="722"/>
                    <a:pt x="699" y="580"/>
                  </a:cubicBezTo>
                  <a:cubicBezTo>
                    <a:pt x="789" y="504"/>
                    <a:pt x="909" y="444"/>
                    <a:pt x="1037" y="407"/>
                  </a:cubicBezTo>
                  <a:close/>
                  <a:moveTo>
                    <a:pt x="1435" y="422"/>
                  </a:moveTo>
                  <a:cubicBezTo>
                    <a:pt x="1788" y="504"/>
                    <a:pt x="2051" y="797"/>
                    <a:pt x="2096" y="1151"/>
                  </a:cubicBezTo>
                  <a:lnTo>
                    <a:pt x="1435" y="1151"/>
                  </a:lnTo>
                  <a:lnTo>
                    <a:pt x="1435" y="422"/>
                  </a:lnTo>
                  <a:close/>
                  <a:moveTo>
                    <a:pt x="1037" y="1556"/>
                  </a:moveTo>
                  <a:lnTo>
                    <a:pt x="1037" y="2120"/>
                  </a:lnTo>
                  <a:lnTo>
                    <a:pt x="376" y="2120"/>
                  </a:lnTo>
                  <a:lnTo>
                    <a:pt x="376" y="1556"/>
                  </a:lnTo>
                  <a:close/>
                  <a:moveTo>
                    <a:pt x="2104" y="1556"/>
                  </a:moveTo>
                  <a:lnTo>
                    <a:pt x="2104" y="2120"/>
                  </a:lnTo>
                  <a:lnTo>
                    <a:pt x="1450" y="2120"/>
                  </a:lnTo>
                  <a:lnTo>
                    <a:pt x="1450" y="1556"/>
                  </a:lnTo>
                  <a:close/>
                  <a:moveTo>
                    <a:pt x="1037" y="1"/>
                  </a:moveTo>
                  <a:cubicBezTo>
                    <a:pt x="1022" y="1"/>
                    <a:pt x="1014" y="1"/>
                    <a:pt x="1007" y="16"/>
                  </a:cubicBezTo>
                  <a:cubicBezTo>
                    <a:pt x="999" y="16"/>
                    <a:pt x="984" y="16"/>
                    <a:pt x="977" y="24"/>
                  </a:cubicBezTo>
                  <a:cubicBezTo>
                    <a:pt x="962" y="24"/>
                    <a:pt x="939" y="31"/>
                    <a:pt x="932" y="31"/>
                  </a:cubicBezTo>
                  <a:cubicBezTo>
                    <a:pt x="894" y="39"/>
                    <a:pt x="857" y="54"/>
                    <a:pt x="812" y="69"/>
                  </a:cubicBezTo>
                  <a:cubicBezTo>
                    <a:pt x="796" y="69"/>
                    <a:pt x="796" y="76"/>
                    <a:pt x="789" y="76"/>
                  </a:cubicBezTo>
                  <a:cubicBezTo>
                    <a:pt x="774" y="91"/>
                    <a:pt x="759" y="91"/>
                    <a:pt x="744" y="99"/>
                  </a:cubicBezTo>
                  <a:cubicBezTo>
                    <a:pt x="736" y="99"/>
                    <a:pt x="721" y="106"/>
                    <a:pt x="721" y="106"/>
                  </a:cubicBezTo>
                  <a:cubicBezTo>
                    <a:pt x="699" y="114"/>
                    <a:pt x="669" y="136"/>
                    <a:pt x="639" y="144"/>
                  </a:cubicBezTo>
                  <a:cubicBezTo>
                    <a:pt x="631" y="144"/>
                    <a:pt x="631" y="151"/>
                    <a:pt x="624" y="151"/>
                  </a:cubicBezTo>
                  <a:lnTo>
                    <a:pt x="564" y="181"/>
                  </a:lnTo>
                  <a:cubicBezTo>
                    <a:pt x="556" y="189"/>
                    <a:pt x="549" y="189"/>
                    <a:pt x="549" y="204"/>
                  </a:cubicBezTo>
                  <a:cubicBezTo>
                    <a:pt x="534" y="211"/>
                    <a:pt x="534" y="211"/>
                    <a:pt x="526" y="211"/>
                  </a:cubicBezTo>
                  <a:lnTo>
                    <a:pt x="413" y="294"/>
                  </a:lnTo>
                  <a:cubicBezTo>
                    <a:pt x="406" y="302"/>
                    <a:pt x="398" y="317"/>
                    <a:pt x="383" y="317"/>
                  </a:cubicBezTo>
                  <a:lnTo>
                    <a:pt x="338" y="362"/>
                  </a:lnTo>
                  <a:cubicBezTo>
                    <a:pt x="331" y="369"/>
                    <a:pt x="323" y="377"/>
                    <a:pt x="323" y="392"/>
                  </a:cubicBezTo>
                  <a:cubicBezTo>
                    <a:pt x="301" y="407"/>
                    <a:pt x="293" y="429"/>
                    <a:pt x="271" y="444"/>
                  </a:cubicBezTo>
                  <a:cubicBezTo>
                    <a:pt x="263" y="452"/>
                    <a:pt x="263" y="467"/>
                    <a:pt x="256" y="474"/>
                  </a:cubicBezTo>
                  <a:cubicBezTo>
                    <a:pt x="248" y="482"/>
                    <a:pt x="248" y="489"/>
                    <a:pt x="233" y="504"/>
                  </a:cubicBezTo>
                  <a:cubicBezTo>
                    <a:pt x="225" y="512"/>
                    <a:pt x="225" y="519"/>
                    <a:pt x="218" y="519"/>
                  </a:cubicBezTo>
                  <a:cubicBezTo>
                    <a:pt x="180" y="580"/>
                    <a:pt x="143" y="625"/>
                    <a:pt x="113" y="692"/>
                  </a:cubicBezTo>
                  <a:cubicBezTo>
                    <a:pt x="105" y="700"/>
                    <a:pt x="105" y="707"/>
                    <a:pt x="105" y="722"/>
                  </a:cubicBezTo>
                  <a:cubicBezTo>
                    <a:pt x="105" y="730"/>
                    <a:pt x="98" y="737"/>
                    <a:pt x="98" y="745"/>
                  </a:cubicBezTo>
                  <a:cubicBezTo>
                    <a:pt x="98" y="760"/>
                    <a:pt x="83" y="767"/>
                    <a:pt x="83" y="767"/>
                  </a:cubicBezTo>
                  <a:cubicBezTo>
                    <a:pt x="60" y="827"/>
                    <a:pt x="30" y="910"/>
                    <a:pt x="23" y="985"/>
                  </a:cubicBezTo>
                  <a:cubicBezTo>
                    <a:pt x="23" y="993"/>
                    <a:pt x="23" y="1000"/>
                    <a:pt x="8" y="1008"/>
                  </a:cubicBezTo>
                  <a:lnTo>
                    <a:pt x="8" y="1030"/>
                  </a:lnTo>
                  <a:cubicBezTo>
                    <a:pt x="8" y="1038"/>
                    <a:pt x="8" y="1045"/>
                    <a:pt x="0" y="1060"/>
                  </a:cubicBezTo>
                  <a:lnTo>
                    <a:pt x="0" y="1083"/>
                  </a:lnTo>
                  <a:lnTo>
                    <a:pt x="0" y="1113"/>
                  </a:lnTo>
                  <a:lnTo>
                    <a:pt x="0" y="1143"/>
                  </a:lnTo>
                  <a:lnTo>
                    <a:pt x="0" y="1173"/>
                  </a:lnTo>
                  <a:lnTo>
                    <a:pt x="0" y="1181"/>
                  </a:lnTo>
                  <a:lnTo>
                    <a:pt x="0" y="1196"/>
                  </a:lnTo>
                  <a:lnTo>
                    <a:pt x="0" y="1226"/>
                  </a:lnTo>
                  <a:lnTo>
                    <a:pt x="0" y="1256"/>
                  </a:lnTo>
                  <a:lnTo>
                    <a:pt x="0" y="2187"/>
                  </a:lnTo>
                  <a:lnTo>
                    <a:pt x="0" y="2202"/>
                  </a:lnTo>
                  <a:lnTo>
                    <a:pt x="0" y="2210"/>
                  </a:lnTo>
                  <a:lnTo>
                    <a:pt x="0" y="2225"/>
                  </a:lnTo>
                  <a:lnTo>
                    <a:pt x="0" y="2232"/>
                  </a:lnTo>
                  <a:cubicBezTo>
                    <a:pt x="0" y="2240"/>
                    <a:pt x="0" y="2247"/>
                    <a:pt x="8" y="2270"/>
                  </a:cubicBezTo>
                  <a:lnTo>
                    <a:pt x="8" y="2278"/>
                  </a:lnTo>
                  <a:lnTo>
                    <a:pt x="8" y="2285"/>
                  </a:lnTo>
                  <a:lnTo>
                    <a:pt x="8" y="2300"/>
                  </a:lnTo>
                  <a:cubicBezTo>
                    <a:pt x="8" y="2300"/>
                    <a:pt x="8" y="2308"/>
                    <a:pt x="23" y="2308"/>
                  </a:cubicBezTo>
                  <a:cubicBezTo>
                    <a:pt x="23" y="2315"/>
                    <a:pt x="30" y="2315"/>
                    <a:pt x="30" y="2323"/>
                  </a:cubicBezTo>
                  <a:cubicBezTo>
                    <a:pt x="30" y="2338"/>
                    <a:pt x="38" y="2338"/>
                    <a:pt x="38" y="2345"/>
                  </a:cubicBezTo>
                  <a:cubicBezTo>
                    <a:pt x="38" y="2353"/>
                    <a:pt x="45" y="2353"/>
                    <a:pt x="45" y="2360"/>
                  </a:cubicBezTo>
                  <a:cubicBezTo>
                    <a:pt x="45" y="2375"/>
                    <a:pt x="60" y="2375"/>
                    <a:pt x="60" y="2383"/>
                  </a:cubicBezTo>
                  <a:cubicBezTo>
                    <a:pt x="60" y="2390"/>
                    <a:pt x="68" y="2390"/>
                    <a:pt x="68" y="2398"/>
                  </a:cubicBezTo>
                  <a:cubicBezTo>
                    <a:pt x="68" y="2413"/>
                    <a:pt x="75" y="2413"/>
                    <a:pt x="83" y="2420"/>
                  </a:cubicBezTo>
                  <a:lnTo>
                    <a:pt x="113" y="2450"/>
                  </a:lnTo>
                  <a:cubicBezTo>
                    <a:pt x="120" y="2458"/>
                    <a:pt x="120" y="2458"/>
                    <a:pt x="135" y="2458"/>
                  </a:cubicBezTo>
                  <a:cubicBezTo>
                    <a:pt x="143" y="2458"/>
                    <a:pt x="143" y="2465"/>
                    <a:pt x="150" y="2465"/>
                  </a:cubicBezTo>
                  <a:cubicBezTo>
                    <a:pt x="195" y="2495"/>
                    <a:pt x="263" y="2510"/>
                    <a:pt x="323" y="2510"/>
                  </a:cubicBezTo>
                  <a:lnTo>
                    <a:pt x="2179" y="2510"/>
                  </a:lnTo>
                  <a:cubicBezTo>
                    <a:pt x="2299" y="2510"/>
                    <a:pt x="2412" y="2435"/>
                    <a:pt x="2472" y="2338"/>
                  </a:cubicBezTo>
                  <a:cubicBezTo>
                    <a:pt x="2502" y="2285"/>
                    <a:pt x="2510" y="2232"/>
                    <a:pt x="2510" y="2172"/>
                  </a:cubicBezTo>
                  <a:lnTo>
                    <a:pt x="2510" y="1248"/>
                  </a:lnTo>
                  <a:cubicBezTo>
                    <a:pt x="2510" y="933"/>
                    <a:pt x="2389" y="647"/>
                    <a:pt x="2201" y="429"/>
                  </a:cubicBezTo>
                  <a:cubicBezTo>
                    <a:pt x="2171" y="392"/>
                    <a:pt x="2134" y="354"/>
                    <a:pt x="2096" y="324"/>
                  </a:cubicBezTo>
                  <a:cubicBezTo>
                    <a:pt x="2059" y="286"/>
                    <a:pt x="2014" y="249"/>
                    <a:pt x="1961" y="219"/>
                  </a:cubicBezTo>
                  <a:cubicBezTo>
                    <a:pt x="1954" y="211"/>
                    <a:pt x="1946" y="211"/>
                    <a:pt x="1939" y="204"/>
                  </a:cubicBezTo>
                  <a:lnTo>
                    <a:pt x="1848" y="144"/>
                  </a:lnTo>
                  <a:lnTo>
                    <a:pt x="1796" y="114"/>
                  </a:lnTo>
                  <a:cubicBezTo>
                    <a:pt x="1788" y="114"/>
                    <a:pt x="1773" y="106"/>
                    <a:pt x="1766" y="106"/>
                  </a:cubicBezTo>
                  <a:cubicBezTo>
                    <a:pt x="1751" y="99"/>
                    <a:pt x="1721" y="91"/>
                    <a:pt x="1698" y="76"/>
                  </a:cubicBezTo>
                  <a:cubicBezTo>
                    <a:pt x="1683" y="69"/>
                    <a:pt x="1661" y="61"/>
                    <a:pt x="1645" y="61"/>
                  </a:cubicBezTo>
                  <a:cubicBezTo>
                    <a:pt x="1623" y="54"/>
                    <a:pt x="1608" y="54"/>
                    <a:pt x="1585" y="39"/>
                  </a:cubicBezTo>
                  <a:lnTo>
                    <a:pt x="1578" y="39"/>
                  </a:lnTo>
                  <a:cubicBezTo>
                    <a:pt x="1555" y="31"/>
                    <a:pt x="1540" y="31"/>
                    <a:pt x="1518" y="31"/>
                  </a:cubicBezTo>
                  <a:lnTo>
                    <a:pt x="1503" y="31"/>
                  </a:lnTo>
                  <a:cubicBezTo>
                    <a:pt x="1495" y="31"/>
                    <a:pt x="1480" y="31"/>
                    <a:pt x="1473" y="24"/>
                  </a:cubicBezTo>
                  <a:cubicBezTo>
                    <a:pt x="1465" y="24"/>
                    <a:pt x="1458" y="24"/>
                    <a:pt x="1435" y="16"/>
                  </a:cubicBezTo>
                  <a:lnTo>
                    <a:pt x="1405" y="16"/>
                  </a:lnTo>
                  <a:cubicBezTo>
                    <a:pt x="1398" y="16"/>
                    <a:pt x="1383" y="16"/>
                    <a:pt x="136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09" name="Google Shape;8309;p78"/>
            <p:cNvSpPr/>
            <p:nvPr/>
          </p:nvSpPr>
          <p:spPr>
            <a:xfrm>
              <a:off x="1249800" y="1816500"/>
              <a:ext cx="69900" cy="127375"/>
            </a:xfrm>
            <a:custGeom>
              <a:rect b="b" l="l" r="r" t="t"/>
              <a:pathLst>
                <a:path extrusionOk="0" h="5095" w="2796">
                  <a:moveTo>
                    <a:pt x="1270" y="1"/>
                  </a:moveTo>
                  <a:cubicBezTo>
                    <a:pt x="571" y="1"/>
                    <a:pt x="0" y="572"/>
                    <a:pt x="0" y="1263"/>
                  </a:cubicBezTo>
                  <a:lnTo>
                    <a:pt x="0" y="2195"/>
                  </a:lnTo>
                  <a:lnTo>
                    <a:pt x="0" y="2217"/>
                  </a:lnTo>
                  <a:lnTo>
                    <a:pt x="0" y="2225"/>
                  </a:lnTo>
                  <a:lnTo>
                    <a:pt x="0" y="2232"/>
                  </a:lnTo>
                  <a:lnTo>
                    <a:pt x="0" y="2240"/>
                  </a:lnTo>
                  <a:cubicBezTo>
                    <a:pt x="0" y="2262"/>
                    <a:pt x="8" y="2270"/>
                    <a:pt x="8" y="2277"/>
                  </a:cubicBezTo>
                  <a:lnTo>
                    <a:pt x="8" y="2293"/>
                  </a:lnTo>
                  <a:lnTo>
                    <a:pt x="8" y="2300"/>
                  </a:lnTo>
                  <a:lnTo>
                    <a:pt x="8" y="2308"/>
                  </a:lnTo>
                  <a:cubicBezTo>
                    <a:pt x="8" y="2315"/>
                    <a:pt x="23" y="2315"/>
                    <a:pt x="23" y="2330"/>
                  </a:cubicBezTo>
                  <a:cubicBezTo>
                    <a:pt x="23" y="2338"/>
                    <a:pt x="30" y="2338"/>
                    <a:pt x="30" y="2345"/>
                  </a:cubicBezTo>
                  <a:cubicBezTo>
                    <a:pt x="30" y="2353"/>
                    <a:pt x="38" y="2353"/>
                    <a:pt x="38" y="2368"/>
                  </a:cubicBezTo>
                  <a:cubicBezTo>
                    <a:pt x="38" y="2375"/>
                    <a:pt x="53" y="2375"/>
                    <a:pt x="53" y="2383"/>
                  </a:cubicBezTo>
                  <a:cubicBezTo>
                    <a:pt x="53" y="2390"/>
                    <a:pt x="60" y="2390"/>
                    <a:pt x="60" y="2405"/>
                  </a:cubicBezTo>
                  <a:cubicBezTo>
                    <a:pt x="60" y="2413"/>
                    <a:pt x="60" y="2413"/>
                    <a:pt x="68" y="2420"/>
                  </a:cubicBezTo>
                  <a:lnTo>
                    <a:pt x="90" y="2443"/>
                  </a:lnTo>
                  <a:cubicBezTo>
                    <a:pt x="105" y="2465"/>
                    <a:pt x="128" y="2480"/>
                    <a:pt x="150" y="2495"/>
                  </a:cubicBezTo>
                  <a:lnTo>
                    <a:pt x="2758" y="5095"/>
                  </a:lnTo>
                  <a:cubicBezTo>
                    <a:pt x="2780" y="5042"/>
                    <a:pt x="2795" y="4967"/>
                    <a:pt x="2795" y="4900"/>
                  </a:cubicBezTo>
                  <a:lnTo>
                    <a:pt x="2795" y="1030"/>
                  </a:lnTo>
                  <a:lnTo>
                    <a:pt x="2232" y="429"/>
                  </a:lnTo>
                  <a:lnTo>
                    <a:pt x="2217" y="422"/>
                  </a:lnTo>
                  <a:lnTo>
                    <a:pt x="2142" y="347"/>
                  </a:lnTo>
                  <a:lnTo>
                    <a:pt x="2104" y="309"/>
                  </a:lnTo>
                  <a:cubicBezTo>
                    <a:pt x="2096" y="286"/>
                    <a:pt x="2081" y="279"/>
                    <a:pt x="2066" y="271"/>
                  </a:cubicBezTo>
                  <a:cubicBezTo>
                    <a:pt x="2044" y="241"/>
                    <a:pt x="2014" y="226"/>
                    <a:pt x="1984" y="204"/>
                  </a:cubicBezTo>
                  <a:cubicBezTo>
                    <a:pt x="1954" y="189"/>
                    <a:pt x="1916" y="166"/>
                    <a:pt x="1894" y="151"/>
                  </a:cubicBezTo>
                  <a:lnTo>
                    <a:pt x="1833" y="121"/>
                  </a:lnTo>
                  <a:cubicBezTo>
                    <a:pt x="1826" y="121"/>
                    <a:pt x="1818" y="114"/>
                    <a:pt x="1803" y="114"/>
                  </a:cubicBezTo>
                  <a:cubicBezTo>
                    <a:pt x="1773" y="99"/>
                    <a:pt x="1758" y="91"/>
                    <a:pt x="1743" y="84"/>
                  </a:cubicBezTo>
                  <a:cubicBezTo>
                    <a:pt x="1728" y="84"/>
                    <a:pt x="1721" y="76"/>
                    <a:pt x="1713" y="76"/>
                  </a:cubicBezTo>
                  <a:cubicBezTo>
                    <a:pt x="1698" y="76"/>
                    <a:pt x="1691" y="61"/>
                    <a:pt x="1683" y="61"/>
                  </a:cubicBezTo>
                  <a:cubicBezTo>
                    <a:pt x="1661" y="54"/>
                    <a:pt x="1646" y="54"/>
                    <a:pt x="1623" y="46"/>
                  </a:cubicBezTo>
                  <a:lnTo>
                    <a:pt x="1616" y="46"/>
                  </a:lnTo>
                  <a:cubicBezTo>
                    <a:pt x="1608" y="39"/>
                    <a:pt x="1601" y="39"/>
                    <a:pt x="1586" y="39"/>
                  </a:cubicBezTo>
                  <a:cubicBezTo>
                    <a:pt x="1578" y="23"/>
                    <a:pt x="1571" y="23"/>
                    <a:pt x="1563" y="23"/>
                  </a:cubicBezTo>
                  <a:lnTo>
                    <a:pt x="1540" y="23"/>
                  </a:lnTo>
                  <a:cubicBezTo>
                    <a:pt x="1533" y="16"/>
                    <a:pt x="1525" y="16"/>
                    <a:pt x="1510" y="16"/>
                  </a:cubicBezTo>
                  <a:cubicBezTo>
                    <a:pt x="1495" y="8"/>
                    <a:pt x="1488" y="8"/>
                    <a:pt x="1473" y="8"/>
                  </a:cubicBezTo>
                  <a:lnTo>
                    <a:pt x="1450" y="8"/>
                  </a:lnTo>
                  <a:cubicBezTo>
                    <a:pt x="1435" y="1"/>
                    <a:pt x="1420" y="1"/>
                    <a:pt x="1413" y="1"/>
                  </a:cubicBezTo>
                  <a:close/>
                </a:path>
              </a:pathLst>
            </a:custGeom>
            <a:solidFill>
              <a:srgbClr val="000000">
                <a:alpha val="148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10" name="Google Shape;8310;p78"/>
            <p:cNvSpPr/>
            <p:nvPr/>
          </p:nvSpPr>
          <p:spPr>
            <a:xfrm>
              <a:off x="1254875" y="1822150"/>
              <a:ext cx="53175" cy="53000"/>
            </a:xfrm>
            <a:custGeom>
              <a:rect b="b" l="l" r="r" t="t"/>
              <a:pathLst>
                <a:path extrusionOk="0" h="2120" w="2127">
                  <a:moveTo>
                    <a:pt x="1059" y="0"/>
                  </a:moveTo>
                  <a:cubicBezTo>
                    <a:pt x="473" y="0"/>
                    <a:pt x="0" y="466"/>
                    <a:pt x="0" y="1060"/>
                  </a:cubicBezTo>
                  <a:lnTo>
                    <a:pt x="0" y="1991"/>
                  </a:lnTo>
                  <a:cubicBezTo>
                    <a:pt x="0" y="2067"/>
                    <a:pt x="53" y="2119"/>
                    <a:pt x="128" y="2119"/>
                  </a:cubicBezTo>
                  <a:lnTo>
                    <a:pt x="1991" y="2119"/>
                  </a:lnTo>
                  <a:cubicBezTo>
                    <a:pt x="2066" y="2119"/>
                    <a:pt x="2126" y="2067"/>
                    <a:pt x="2119" y="1991"/>
                  </a:cubicBezTo>
                  <a:lnTo>
                    <a:pt x="2119" y="1060"/>
                  </a:lnTo>
                  <a:cubicBezTo>
                    <a:pt x="2119" y="474"/>
                    <a:pt x="1653" y="0"/>
                    <a:pt x="10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11" name="Google Shape;8311;p78"/>
            <p:cNvSpPr/>
            <p:nvPr/>
          </p:nvSpPr>
          <p:spPr>
            <a:xfrm>
              <a:off x="1249600" y="1816875"/>
              <a:ext cx="63525" cy="63700"/>
            </a:xfrm>
            <a:custGeom>
              <a:rect b="b" l="l" r="r" t="t"/>
              <a:pathLst>
                <a:path extrusionOk="0" h="2548" w="2541">
                  <a:moveTo>
                    <a:pt x="1075" y="437"/>
                  </a:moveTo>
                  <a:lnTo>
                    <a:pt x="1075" y="1166"/>
                  </a:lnTo>
                  <a:lnTo>
                    <a:pt x="414" y="1166"/>
                  </a:lnTo>
                  <a:cubicBezTo>
                    <a:pt x="459" y="797"/>
                    <a:pt x="722" y="519"/>
                    <a:pt x="1075" y="437"/>
                  </a:cubicBezTo>
                  <a:close/>
                  <a:moveTo>
                    <a:pt x="1466" y="437"/>
                  </a:moveTo>
                  <a:cubicBezTo>
                    <a:pt x="1811" y="519"/>
                    <a:pt x="2074" y="797"/>
                    <a:pt x="2127" y="1166"/>
                  </a:cubicBezTo>
                  <a:lnTo>
                    <a:pt x="1466" y="1166"/>
                  </a:lnTo>
                  <a:lnTo>
                    <a:pt x="1466" y="437"/>
                  </a:lnTo>
                  <a:close/>
                  <a:moveTo>
                    <a:pt x="1060" y="1571"/>
                  </a:moveTo>
                  <a:lnTo>
                    <a:pt x="1060" y="2135"/>
                  </a:lnTo>
                  <a:lnTo>
                    <a:pt x="406" y="2135"/>
                  </a:lnTo>
                  <a:lnTo>
                    <a:pt x="406" y="1571"/>
                  </a:lnTo>
                  <a:close/>
                  <a:moveTo>
                    <a:pt x="2135" y="1571"/>
                  </a:moveTo>
                  <a:lnTo>
                    <a:pt x="2135" y="2135"/>
                  </a:lnTo>
                  <a:lnTo>
                    <a:pt x="1473" y="2135"/>
                  </a:lnTo>
                  <a:lnTo>
                    <a:pt x="1473" y="1571"/>
                  </a:lnTo>
                  <a:close/>
                  <a:moveTo>
                    <a:pt x="1270" y="1"/>
                  </a:moveTo>
                  <a:cubicBezTo>
                    <a:pt x="572" y="1"/>
                    <a:pt x="1" y="572"/>
                    <a:pt x="1" y="1271"/>
                  </a:cubicBezTo>
                  <a:lnTo>
                    <a:pt x="1" y="2195"/>
                  </a:lnTo>
                  <a:lnTo>
                    <a:pt x="1" y="2217"/>
                  </a:lnTo>
                  <a:lnTo>
                    <a:pt x="1" y="2225"/>
                  </a:lnTo>
                  <a:lnTo>
                    <a:pt x="1" y="2232"/>
                  </a:lnTo>
                  <a:lnTo>
                    <a:pt x="1" y="2247"/>
                  </a:lnTo>
                  <a:cubicBezTo>
                    <a:pt x="1" y="2255"/>
                    <a:pt x="1" y="2262"/>
                    <a:pt x="8" y="2285"/>
                  </a:cubicBezTo>
                  <a:lnTo>
                    <a:pt x="8" y="2293"/>
                  </a:lnTo>
                  <a:lnTo>
                    <a:pt x="8" y="2300"/>
                  </a:lnTo>
                  <a:lnTo>
                    <a:pt x="8" y="2315"/>
                  </a:lnTo>
                  <a:cubicBezTo>
                    <a:pt x="8" y="2323"/>
                    <a:pt x="8" y="2323"/>
                    <a:pt x="23" y="2330"/>
                  </a:cubicBezTo>
                  <a:cubicBezTo>
                    <a:pt x="23" y="2338"/>
                    <a:pt x="31" y="2338"/>
                    <a:pt x="31" y="2345"/>
                  </a:cubicBezTo>
                  <a:cubicBezTo>
                    <a:pt x="31" y="2360"/>
                    <a:pt x="38" y="2360"/>
                    <a:pt x="38" y="2368"/>
                  </a:cubicBezTo>
                  <a:cubicBezTo>
                    <a:pt x="38" y="2375"/>
                    <a:pt x="46" y="2375"/>
                    <a:pt x="46" y="2383"/>
                  </a:cubicBezTo>
                  <a:cubicBezTo>
                    <a:pt x="46" y="2398"/>
                    <a:pt x="61" y="2398"/>
                    <a:pt x="61" y="2405"/>
                  </a:cubicBezTo>
                  <a:cubicBezTo>
                    <a:pt x="61" y="2413"/>
                    <a:pt x="68" y="2413"/>
                    <a:pt x="68" y="2420"/>
                  </a:cubicBezTo>
                  <a:cubicBezTo>
                    <a:pt x="68" y="2435"/>
                    <a:pt x="76" y="2435"/>
                    <a:pt x="76" y="2443"/>
                  </a:cubicBezTo>
                  <a:cubicBezTo>
                    <a:pt x="98" y="2458"/>
                    <a:pt x="121" y="2480"/>
                    <a:pt x="143" y="2495"/>
                  </a:cubicBezTo>
                  <a:cubicBezTo>
                    <a:pt x="189" y="2525"/>
                    <a:pt x="256" y="2548"/>
                    <a:pt x="309" y="2548"/>
                  </a:cubicBezTo>
                  <a:lnTo>
                    <a:pt x="2172" y="2548"/>
                  </a:lnTo>
                  <a:cubicBezTo>
                    <a:pt x="2360" y="2548"/>
                    <a:pt x="2510" y="2398"/>
                    <a:pt x="2510" y="2210"/>
                  </a:cubicBezTo>
                  <a:lnTo>
                    <a:pt x="2510" y="1278"/>
                  </a:lnTo>
                  <a:cubicBezTo>
                    <a:pt x="2540" y="948"/>
                    <a:pt x="2428" y="662"/>
                    <a:pt x="2225" y="444"/>
                  </a:cubicBezTo>
                  <a:lnTo>
                    <a:pt x="2142" y="362"/>
                  </a:lnTo>
                  <a:lnTo>
                    <a:pt x="2104" y="324"/>
                  </a:lnTo>
                  <a:cubicBezTo>
                    <a:pt x="2097" y="309"/>
                    <a:pt x="2074" y="301"/>
                    <a:pt x="2067" y="286"/>
                  </a:cubicBezTo>
                  <a:cubicBezTo>
                    <a:pt x="2037" y="264"/>
                    <a:pt x="2014" y="234"/>
                    <a:pt x="1984" y="219"/>
                  </a:cubicBezTo>
                  <a:cubicBezTo>
                    <a:pt x="1954" y="196"/>
                    <a:pt x="1924" y="181"/>
                    <a:pt x="1887" y="159"/>
                  </a:cubicBezTo>
                  <a:lnTo>
                    <a:pt x="1834" y="136"/>
                  </a:lnTo>
                  <a:cubicBezTo>
                    <a:pt x="1826" y="121"/>
                    <a:pt x="1811" y="121"/>
                    <a:pt x="1804" y="114"/>
                  </a:cubicBezTo>
                  <a:cubicBezTo>
                    <a:pt x="1789" y="106"/>
                    <a:pt x="1766" y="99"/>
                    <a:pt x="1736" y="84"/>
                  </a:cubicBezTo>
                  <a:cubicBezTo>
                    <a:pt x="1729" y="84"/>
                    <a:pt x="1721" y="76"/>
                    <a:pt x="1714" y="76"/>
                  </a:cubicBezTo>
                  <a:cubicBezTo>
                    <a:pt x="1699" y="76"/>
                    <a:pt x="1691" y="69"/>
                    <a:pt x="1684" y="69"/>
                  </a:cubicBezTo>
                  <a:cubicBezTo>
                    <a:pt x="1661" y="61"/>
                    <a:pt x="1646" y="61"/>
                    <a:pt x="1624" y="46"/>
                  </a:cubicBezTo>
                  <a:lnTo>
                    <a:pt x="1616" y="46"/>
                  </a:lnTo>
                  <a:cubicBezTo>
                    <a:pt x="1609" y="46"/>
                    <a:pt x="1601" y="39"/>
                    <a:pt x="1586" y="39"/>
                  </a:cubicBezTo>
                  <a:cubicBezTo>
                    <a:pt x="1579" y="39"/>
                    <a:pt x="1571" y="39"/>
                    <a:pt x="1564" y="31"/>
                  </a:cubicBezTo>
                  <a:lnTo>
                    <a:pt x="1541" y="31"/>
                  </a:lnTo>
                  <a:cubicBezTo>
                    <a:pt x="1533" y="31"/>
                    <a:pt x="1526" y="31"/>
                    <a:pt x="1511" y="16"/>
                  </a:cubicBezTo>
                  <a:cubicBezTo>
                    <a:pt x="1503" y="16"/>
                    <a:pt x="1496" y="16"/>
                    <a:pt x="1473" y="8"/>
                  </a:cubicBezTo>
                  <a:lnTo>
                    <a:pt x="1451" y="8"/>
                  </a:lnTo>
                  <a:cubicBezTo>
                    <a:pt x="1436" y="8"/>
                    <a:pt x="1421" y="8"/>
                    <a:pt x="141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12" name="Google Shape;8312;p78"/>
            <p:cNvSpPr/>
            <p:nvPr/>
          </p:nvSpPr>
          <p:spPr>
            <a:xfrm>
              <a:off x="1190250" y="1823075"/>
              <a:ext cx="45850" cy="129275"/>
            </a:xfrm>
            <a:custGeom>
              <a:rect b="b" l="l" r="r" t="t"/>
              <a:pathLst>
                <a:path extrusionOk="0" h="5171" w="1834">
                  <a:moveTo>
                    <a:pt x="384" y="1"/>
                  </a:moveTo>
                  <a:cubicBezTo>
                    <a:pt x="166" y="1"/>
                    <a:pt x="0" y="174"/>
                    <a:pt x="0" y="384"/>
                  </a:cubicBezTo>
                  <a:lnTo>
                    <a:pt x="0" y="5170"/>
                  </a:lnTo>
                  <a:lnTo>
                    <a:pt x="1834" y="5170"/>
                  </a:lnTo>
                  <a:lnTo>
                    <a:pt x="1834" y="384"/>
                  </a:lnTo>
                  <a:cubicBezTo>
                    <a:pt x="1834" y="166"/>
                    <a:pt x="1653" y="1"/>
                    <a:pt x="14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13" name="Google Shape;8313;p78"/>
            <p:cNvSpPr/>
            <p:nvPr/>
          </p:nvSpPr>
          <p:spPr>
            <a:xfrm>
              <a:off x="1184425" y="1817450"/>
              <a:ext cx="56950" cy="134900"/>
            </a:xfrm>
            <a:custGeom>
              <a:rect b="b" l="l" r="r" t="t"/>
              <a:pathLst>
                <a:path extrusionOk="0" h="5396" w="2278">
                  <a:moveTo>
                    <a:pt x="436" y="1"/>
                  </a:moveTo>
                  <a:cubicBezTo>
                    <a:pt x="196" y="1"/>
                    <a:pt x="1" y="196"/>
                    <a:pt x="1" y="436"/>
                  </a:cubicBezTo>
                  <a:lnTo>
                    <a:pt x="1" y="5395"/>
                  </a:lnTo>
                  <a:lnTo>
                    <a:pt x="444" y="5395"/>
                  </a:lnTo>
                  <a:lnTo>
                    <a:pt x="444" y="737"/>
                  </a:lnTo>
                  <a:cubicBezTo>
                    <a:pt x="444" y="579"/>
                    <a:pt x="579" y="444"/>
                    <a:pt x="737" y="444"/>
                  </a:cubicBezTo>
                  <a:lnTo>
                    <a:pt x="1541" y="444"/>
                  </a:lnTo>
                  <a:cubicBezTo>
                    <a:pt x="1699" y="444"/>
                    <a:pt x="1826" y="579"/>
                    <a:pt x="1826" y="737"/>
                  </a:cubicBezTo>
                  <a:lnTo>
                    <a:pt x="1826" y="5395"/>
                  </a:lnTo>
                  <a:lnTo>
                    <a:pt x="2277" y="5395"/>
                  </a:lnTo>
                  <a:lnTo>
                    <a:pt x="2277" y="436"/>
                  </a:lnTo>
                  <a:cubicBezTo>
                    <a:pt x="2277" y="196"/>
                    <a:pt x="2082" y="1"/>
                    <a:pt x="184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14" name="Google Shape;8314;p78"/>
            <p:cNvSpPr/>
            <p:nvPr/>
          </p:nvSpPr>
          <p:spPr>
            <a:xfrm>
              <a:off x="1199650" y="1862725"/>
              <a:ext cx="10350" cy="10350"/>
            </a:xfrm>
            <a:custGeom>
              <a:rect b="b" l="l" r="r" t="t"/>
              <a:pathLst>
                <a:path extrusionOk="0" h="414" w="414">
                  <a:moveTo>
                    <a:pt x="203" y="0"/>
                  </a:moveTo>
                  <a:cubicBezTo>
                    <a:pt x="90" y="0"/>
                    <a:pt x="0" y="90"/>
                    <a:pt x="0" y="203"/>
                  </a:cubicBezTo>
                  <a:cubicBezTo>
                    <a:pt x="0" y="316"/>
                    <a:pt x="90" y="413"/>
                    <a:pt x="203" y="413"/>
                  </a:cubicBezTo>
                  <a:cubicBezTo>
                    <a:pt x="316" y="413"/>
                    <a:pt x="413" y="316"/>
                    <a:pt x="413" y="203"/>
                  </a:cubicBezTo>
                  <a:cubicBezTo>
                    <a:pt x="413" y="90"/>
                    <a:pt x="316" y="0"/>
                    <a:pt x="20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15" name="Google Shape;8315;p78"/>
            <p:cNvSpPr/>
            <p:nvPr/>
          </p:nvSpPr>
          <p:spPr>
            <a:xfrm>
              <a:off x="1106475" y="1873225"/>
              <a:ext cx="80225" cy="79125"/>
            </a:xfrm>
            <a:custGeom>
              <a:rect b="b" l="l" r="r" t="t"/>
              <a:pathLst>
                <a:path extrusionOk="0" h="3165" w="3209">
                  <a:moveTo>
                    <a:pt x="0" y="1"/>
                  </a:moveTo>
                  <a:lnTo>
                    <a:pt x="0" y="2638"/>
                  </a:lnTo>
                  <a:cubicBezTo>
                    <a:pt x="0" y="2781"/>
                    <a:pt x="46" y="2909"/>
                    <a:pt x="136" y="3006"/>
                  </a:cubicBezTo>
                  <a:lnTo>
                    <a:pt x="196" y="3059"/>
                  </a:lnTo>
                  <a:cubicBezTo>
                    <a:pt x="203" y="3059"/>
                    <a:pt x="203" y="3074"/>
                    <a:pt x="211" y="3074"/>
                  </a:cubicBezTo>
                  <a:cubicBezTo>
                    <a:pt x="226" y="3074"/>
                    <a:pt x="226" y="3081"/>
                    <a:pt x="233" y="3081"/>
                  </a:cubicBezTo>
                  <a:cubicBezTo>
                    <a:pt x="241" y="3081"/>
                    <a:pt x="241" y="3089"/>
                    <a:pt x="248" y="3089"/>
                  </a:cubicBezTo>
                  <a:lnTo>
                    <a:pt x="309" y="3119"/>
                  </a:lnTo>
                  <a:cubicBezTo>
                    <a:pt x="316" y="3119"/>
                    <a:pt x="316" y="3127"/>
                    <a:pt x="324" y="3127"/>
                  </a:cubicBezTo>
                  <a:cubicBezTo>
                    <a:pt x="339" y="3127"/>
                    <a:pt x="339" y="3134"/>
                    <a:pt x="346" y="3134"/>
                  </a:cubicBezTo>
                  <a:cubicBezTo>
                    <a:pt x="354" y="3134"/>
                    <a:pt x="376" y="3149"/>
                    <a:pt x="384" y="3149"/>
                  </a:cubicBezTo>
                  <a:cubicBezTo>
                    <a:pt x="391" y="3157"/>
                    <a:pt x="391" y="3157"/>
                    <a:pt x="399" y="3157"/>
                  </a:cubicBezTo>
                  <a:lnTo>
                    <a:pt x="421" y="3157"/>
                  </a:lnTo>
                  <a:cubicBezTo>
                    <a:pt x="429" y="3164"/>
                    <a:pt x="451" y="3164"/>
                    <a:pt x="466" y="3164"/>
                  </a:cubicBezTo>
                  <a:lnTo>
                    <a:pt x="3209" y="3164"/>
                  </a:lnTo>
                  <a:lnTo>
                    <a:pt x="188" y="144"/>
                  </a:lnTo>
                  <a:lnTo>
                    <a:pt x="173" y="129"/>
                  </a:lnTo>
                  <a:cubicBezTo>
                    <a:pt x="128" y="76"/>
                    <a:pt x="61" y="31"/>
                    <a:pt x="0" y="1"/>
                  </a:cubicBezTo>
                  <a:close/>
                </a:path>
              </a:pathLst>
            </a:custGeom>
            <a:solidFill>
              <a:srgbClr val="000000">
                <a:alpha val="148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16" name="Google Shape;8316;p78"/>
            <p:cNvSpPr/>
            <p:nvPr/>
          </p:nvSpPr>
          <p:spPr>
            <a:xfrm>
              <a:off x="1106100" y="1922825"/>
              <a:ext cx="213600" cy="29325"/>
            </a:xfrm>
            <a:custGeom>
              <a:rect b="b" l="l" r="r" t="t"/>
              <a:pathLst>
                <a:path extrusionOk="0" h="1173" w="8544">
                  <a:moveTo>
                    <a:pt x="0" y="1"/>
                  </a:moveTo>
                  <a:lnTo>
                    <a:pt x="0" y="647"/>
                  </a:lnTo>
                  <a:cubicBezTo>
                    <a:pt x="0" y="940"/>
                    <a:pt x="241" y="1173"/>
                    <a:pt x="526" y="1173"/>
                  </a:cubicBezTo>
                  <a:lnTo>
                    <a:pt x="8017" y="1173"/>
                  </a:lnTo>
                  <a:cubicBezTo>
                    <a:pt x="8303" y="1173"/>
                    <a:pt x="8543" y="940"/>
                    <a:pt x="8543" y="647"/>
                  </a:cubicBezTo>
                  <a:lnTo>
                    <a:pt x="854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17" name="Google Shape;8317;p78"/>
            <p:cNvSpPr/>
            <p:nvPr/>
          </p:nvSpPr>
          <p:spPr>
            <a:xfrm>
              <a:off x="1181600" y="1741575"/>
              <a:ext cx="62950" cy="62950"/>
            </a:xfrm>
            <a:custGeom>
              <a:rect b="b" l="l" r="r" t="t"/>
              <a:pathLst>
                <a:path extrusionOk="0" h="2518" w="2518">
                  <a:moveTo>
                    <a:pt x="1256" y="0"/>
                  </a:moveTo>
                  <a:cubicBezTo>
                    <a:pt x="564" y="0"/>
                    <a:pt x="1" y="564"/>
                    <a:pt x="1" y="1255"/>
                  </a:cubicBezTo>
                  <a:cubicBezTo>
                    <a:pt x="1" y="1954"/>
                    <a:pt x="564" y="2517"/>
                    <a:pt x="1256" y="2517"/>
                  </a:cubicBezTo>
                  <a:cubicBezTo>
                    <a:pt x="1954" y="2517"/>
                    <a:pt x="2518" y="1954"/>
                    <a:pt x="2518" y="1255"/>
                  </a:cubicBezTo>
                  <a:cubicBezTo>
                    <a:pt x="2518" y="564"/>
                    <a:pt x="1954" y="0"/>
                    <a:pt x="12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18" name="Google Shape;8318;p78"/>
            <p:cNvSpPr/>
            <p:nvPr/>
          </p:nvSpPr>
          <p:spPr>
            <a:xfrm>
              <a:off x="1177475" y="1737250"/>
              <a:ext cx="73100" cy="72900"/>
            </a:xfrm>
            <a:custGeom>
              <a:rect b="b" l="l" r="r" t="t"/>
              <a:pathLst>
                <a:path extrusionOk="0" h="2916" w="2924">
                  <a:moveTo>
                    <a:pt x="1218" y="399"/>
                  </a:moveTo>
                  <a:lnTo>
                    <a:pt x="1218" y="1225"/>
                  </a:lnTo>
                  <a:lnTo>
                    <a:pt x="391" y="1225"/>
                  </a:lnTo>
                  <a:cubicBezTo>
                    <a:pt x="474" y="804"/>
                    <a:pt x="804" y="474"/>
                    <a:pt x="1218" y="399"/>
                  </a:cubicBezTo>
                  <a:close/>
                  <a:moveTo>
                    <a:pt x="1631" y="399"/>
                  </a:moveTo>
                  <a:cubicBezTo>
                    <a:pt x="2044" y="474"/>
                    <a:pt x="2367" y="812"/>
                    <a:pt x="2457" y="1225"/>
                  </a:cubicBezTo>
                  <a:lnTo>
                    <a:pt x="1631" y="1225"/>
                  </a:lnTo>
                  <a:lnTo>
                    <a:pt x="1631" y="399"/>
                  </a:lnTo>
                  <a:close/>
                  <a:moveTo>
                    <a:pt x="1218" y="1631"/>
                  </a:moveTo>
                  <a:lnTo>
                    <a:pt x="1218" y="2457"/>
                  </a:lnTo>
                  <a:cubicBezTo>
                    <a:pt x="804" y="2382"/>
                    <a:pt x="474" y="2051"/>
                    <a:pt x="391" y="1631"/>
                  </a:cubicBezTo>
                  <a:close/>
                  <a:moveTo>
                    <a:pt x="2442" y="1638"/>
                  </a:moveTo>
                  <a:cubicBezTo>
                    <a:pt x="2367" y="2051"/>
                    <a:pt x="2044" y="2382"/>
                    <a:pt x="1616" y="2465"/>
                  </a:cubicBezTo>
                  <a:lnTo>
                    <a:pt x="1616" y="1638"/>
                  </a:lnTo>
                  <a:close/>
                  <a:moveTo>
                    <a:pt x="1458" y="0"/>
                  </a:moveTo>
                  <a:cubicBezTo>
                    <a:pt x="647" y="0"/>
                    <a:pt x="1" y="661"/>
                    <a:pt x="1" y="1458"/>
                  </a:cubicBezTo>
                  <a:lnTo>
                    <a:pt x="1" y="1495"/>
                  </a:lnTo>
                  <a:lnTo>
                    <a:pt x="1" y="1526"/>
                  </a:lnTo>
                  <a:lnTo>
                    <a:pt x="1" y="1578"/>
                  </a:lnTo>
                  <a:lnTo>
                    <a:pt x="1" y="1608"/>
                  </a:lnTo>
                  <a:lnTo>
                    <a:pt x="1" y="1616"/>
                  </a:lnTo>
                  <a:lnTo>
                    <a:pt x="1" y="1638"/>
                  </a:lnTo>
                  <a:lnTo>
                    <a:pt x="1" y="1661"/>
                  </a:lnTo>
                  <a:lnTo>
                    <a:pt x="1" y="1691"/>
                  </a:lnTo>
                  <a:lnTo>
                    <a:pt x="1" y="1721"/>
                  </a:lnTo>
                  <a:cubicBezTo>
                    <a:pt x="1" y="1728"/>
                    <a:pt x="1" y="1736"/>
                    <a:pt x="8" y="1751"/>
                  </a:cubicBezTo>
                  <a:cubicBezTo>
                    <a:pt x="8" y="1758"/>
                    <a:pt x="8" y="1766"/>
                    <a:pt x="23" y="1773"/>
                  </a:cubicBezTo>
                  <a:cubicBezTo>
                    <a:pt x="23" y="1788"/>
                    <a:pt x="23" y="1796"/>
                    <a:pt x="31" y="1796"/>
                  </a:cubicBezTo>
                  <a:cubicBezTo>
                    <a:pt x="31" y="1804"/>
                    <a:pt x="31" y="1804"/>
                    <a:pt x="38" y="1811"/>
                  </a:cubicBezTo>
                  <a:cubicBezTo>
                    <a:pt x="38" y="1826"/>
                    <a:pt x="38" y="1834"/>
                    <a:pt x="53" y="1834"/>
                  </a:cubicBezTo>
                  <a:cubicBezTo>
                    <a:pt x="53" y="1841"/>
                    <a:pt x="53" y="1849"/>
                    <a:pt x="61" y="1849"/>
                  </a:cubicBezTo>
                  <a:lnTo>
                    <a:pt x="61" y="1864"/>
                  </a:lnTo>
                  <a:cubicBezTo>
                    <a:pt x="61" y="1871"/>
                    <a:pt x="68" y="1879"/>
                    <a:pt x="68" y="1886"/>
                  </a:cubicBezTo>
                  <a:cubicBezTo>
                    <a:pt x="68" y="1901"/>
                    <a:pt x="76" y="1909"/>
                    <a:pt x="76" y="1916"/>
                  </a:cubicBezTo>
                  <a:cubicBezTo>
                    <a:pt x="76" y="1924"/>
                    <a:pt x="76" y="1924"/>
                    <a:pt x="91" y="1939"/>
                  </a:cubicBezTo>
                  <a:cubicBezTo>
                    <a:pt x="91" y="1946"/>
                    <a:pt x="98" y="1946"/>
                    <a:pt x="98" y="1954"/>
                  </a:cubicBezTo>
                  <a:cubicBezTo>
                    <a:pt x="98" y="1961"/>
                    <a:pt x="106" y="1976"/>
                    <a:pt x="106" y="1984"/>
                  </a:cubicBezTo>
                  <a:cubicBezTo>
                    <a:pt x="113" y="2021"/>
                    <a:pt x="136" y="2051"/>
                    <a:pt x="151" y="2089"/>
                  </a:cubicBezTo>
                  <a:cubicBezTo>
                    <a:pt x="151" y="2097"/>
                    <a:pt x="166" y="2097"/>
                    <a:pt x="166" y="2104"/>
                  </a:cubicBezTo>
                  <a:cubicBezTo>
                    <a:pt x="166" y="2112"/>
                    <a:pt x="173" y="2127"/>
                    <a:pt x="173" y="2134"/>
                  </a:cubicBezTo>
                  <a:cubicBezTo>
                    <a:pt x="181" y="2149"/>
                    <a:pt x="203" y="2179"/>
                    <a:pt x="211" y="2202"/>
                  </a:cubicBezTo>
                  <a:cubicBezTo>
                    <a:pt x="218" y="2209"/>
                    <a:pt x="218" y="2217"/>
                    <a:pt x="226" y="2224"/>
                  </a:cubicBezTo>
                  <a:cubicBezTo>
                    <a:pt x="241" y="2239"/>
                    <a:pt x="241" y="2247"/>
                    <a:pt x="249" y="2254"/>
                  </a:cubicBezTo>
                  <a:cubicBezTo>
                    <a:pt x="256" y="2262"/>
                    <a:pt x="256" y="2277"/>
                    <a:pt x="264" y="2284"/>
                  </a:cubicBezTo>
                  <a:cubicBezTo>
                    <a:pt x="279" y="2292"/>
                    <a:pt x="279" y="2299"/>
                    <a:pt x="286" y="2314"/>
                  </a:cubicBezTo>
                  <a:cubicBezTo>
                    <a:pt x="294" y="2322"/>
                    <a:pt x="301" y="2329"/>
                    <a:pt x="301" y="2337"/>
                  </a:cubicBezTo>
                  <a:cubicBezTo>
                    <a:pt x="316" y="2352"/>
                    <a:pt x="324" y="2359"/>
                    <a:pt x="324" y="2367"/>
                  </a:cubicBezTo>
                  <a:lnTo>
                    <a:pt x="354" y="2397"/>
                  </a:lnTo>
                  <a:lnTo>
                    <a:pt x="376" y="2427"/>
                  </a:lnTo>
                  <a:cubicBezTo>
                    <a:pt x="391" y="2435"/>
                    <a:pt x="391" y="2442"/>
                    <a:pt x="399" y="2442"/>
                  </a:cubicBezTo>
                  <a:cubicBezTo>
                    <a:pt x="399" y="2442"/>
                    <a:pt x="399" y="2450"/>
                    <a:pt x="406" y="2450"/>
                  </a:cubicBezTo>
                  <a:lnTo>
                    <a:pt x="436" y="2480"/>
                  </a:lnTo>
                  <a:lnTo>
                    <a:pt x="489" y="2540"/>
                  </a:lnTo>
                  <a:cubicBezTo>
                    <a:pt x="744" y="2773"/>
                    <a:pt x="1090" y="2915"/>
                    <a:pt x="1466" y="2915"/>
                  </a:cubicBezTo>
                  <a:cubicBezTo>
                    <a:pt x="2277" y="2915"/>
                    <a:pt x="2923" y="2254"/>
                    <a:pt x="2923" y="1458"/>
                  </a:cubicBezTo>
                  <a:cubicBezTo>
                    <a:pt x="2878" y="1052"/>
                    <a:pt x="2735" y="714"/>
                    <a:pt x="2503" y="451"/>
                  </a:cubicBezTo>
                  <a:lnTo>
                    <a:pt x="2472" y="429"/>
                  </a:lnTo>
                  <a:cubicBezTo>
                    <a:pt x="2457" y="406"/>
                    <a:pt x="2442" y="391"/>
                    <a:pt x="2427" y="376"/>
                  </a:cubicBezTo>
                  <a:lnTo>
                    <a:pt x="2397" y="353"/>
                  </a:lnTo>
                  <a:cubicBezTo>
                    <a:pt x="2382" y="331"/>
                    <a:pt x="2360" y="323"/>
                    <a:pt x="2337" y="301"/>
                  </a:cubicBezTo>
                  <a:cubicBezTo>
                    <a:pt x="2330" y="293"/>
                    <a:pt x="2322" y="286"/>
                    <a:pt x="2315" y="286"/>
                  </a:cubicBezTo>
                  <a:cubicBezTo>
                    <a:pt x="2292" y="263"/>
                    <a:pt x="2277" y="256"/>
                    <a:pt x="2255" y="241"/>
                  </a:cubicBezTo>
                  <a:cubicBezTo>
                    <a:pt x="2247" y="226"/>
                    <a:pt x="2240" y="226"/>
                    <a:pt x="2225" y="218"/>
                  </a:cubicBezTo>
                  <a:cubicBezTo>
                    <a:pt x="2217" y="211"/>
                    <a:pt x="2210" y="211"/>
                    <a:pt x="2202" y="203"/>
                  </a:cubicBezTo>
                  <a:cubicBezTo>
                    <a:pt x="2187" y="188"/>
                    <a:pt x="2179" y="188"/>
                    <a:pt x="2172" y="181"/>
                  </a:cubicBezTo>
                  <a:cubicBezTo>
                    <a:pt x="2149" y="173"/>
                    <a:pt x="2127" y="151"/>
                    <a:pt x="2104" y="143"/>
                  </a:cubicBezTo>
                  <a:cubicBezTo>
                    <a:pt x="2097" y="143"/>
                    <a:pt x="2089" y="136"/>
                    <a:pt x="2074" y="136"/>
                  </a:cubicBezTo>
                  <a:cubicBezTo>
                    <a:pt x="2067" y="136"/>
                    <a:pt x="2059" y="128"/>
                    <a:pt x="2059" y="128"/>
                  </a:cubicBezTo>
                  <a:cubicBezTo>
                    <a:pt x="2052" y="128"/>
                    <a:pt x="2037" y="113"/>
                    <a:pt x="2037" y="113"/>
                  </a:cubicBezTo>
                  <a:cubicBezTo>
                    <a:pt x="2029" y="113"/>
                    <a:pt x="2022" y="105"/>
                    <a:pt x="2022" y="105"/>
                  </a:cubicBezTo>
                  <a:cubicBezTo>
                    <a:pt x="2014" y="105"/>
                    <a:pt x="1999" y="98"/>
                    <a:pt x="1999" y="98"/>
                  </a:cubicBezTo>
                  <a:lnTo>
                    <a:pt x="1992" y="98"/>
                  </a:lnTo>
                  <a:cubicBezTo>
                    <a:pt x="1984" y="98"/>
                    <a:pt x="1984" y="83"/>
                    <a:pt x="1977" y="83"/>
                  </a:cubicBezTo>
                  <a:cubicBezTo>
                    <a:pt x="1962" y="83"/>
                    <a:pt x="1954" y="75"/>
                    <a:pt x="1947" y="75"/>
                  </a:cubicBezTo>
                  <a:lnTo>
                    <a:pt x="1939" y="75"/>
                  </a:lnTo>
                  <a:cubicBezTo>
                    <a:pt x="1924" y="75"/>
                    <a:pt x="1909" y="68"/>
                    <a:pt x="1901" y="68"/>
                  </a:cubicBezTo>
                  <a:cubicBezTo>
                    <a:pt x="1886" y="68"/>
                    <a:pt x="1871" y="60"/>
                    <a:pt x="1864" y="60"/>
                  </a:cubicBezTo>
                  <a:cubicBezTo>
                    <a:pt x="1841" y="45"/>
                    <a:pt x="1834" y="45"/>
                    <a:pt x="1811" y="45"/>
                  </a:cubicBezTo>
                  <a:cubicBezTo>
                    <a:pt x="1804" y="45"/>
                    <a:pt x="1796" y="45"/>
                    <a:pt x="1796" y="38"/>
                  </a:cubicBezTo>
                  <a:cubicBezTo>
                    <a:pt x="1789" y="38"/>
                    <a:pt x="1789" y="38"/>
                    <a:pt x="1774" y="30"/>
                  </a:cubicBezTo>
                  <a:cubicBezTo>
                    <a:pt x="1766" y="30"/>
                    <a:pt x="1759" y="30"/>
                    <a:pt x="1751" y="23"/>
                  </a:cubicBezTo>
                  <a:cubicBezTo>
                    <a:pt x="1736" y="23"/>
                    <a:pt x="1729" y="23"/>
                    <a:pt x="1721" y="8"/>
                  </a:cubicBezTo>
                  <a:lnTo>
                    <a:pt x="1714" y="8"/>
                  </a:lnTo>
                  <a:cubicBezTo>
                    <a:pt x="1699" y="8"/>
                    <a:pt x="1691" y="8"/>
                    <a:pt x="168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19" name="Google Shape;8319;p78"/>
            <p:cNvSpPr/>
            <p:nvPr/>
          </p:nvSpPr>
          <p:spPr>
            <a:xfrm>
              <a:off x="1027775" y="1827775"/>
              <a:ext cx="179600" cy="200075"/>
            </a:xfrm>
            <a:custGeom>
              <a:rect b="b" l="l" r="r" t="t"/>
              <a:pathLst>
                <a:path extrusionOk="0" h="8003" w="7184">
                  <a:moveTo>
                    <a:pt x="684" y="1"/>
                  </a:moveTo>
                  <a:cubicBezTo>
                    <a:pt x="308" y="1"/>
                    <a:pt x="0" y="309"/>
                    <a:pt x="0" y="684"/>
                  </a:cubicBezTo>
                  <a:cubicBezTo>
                    <a:pt x="0" y="3119"/>
                    <a:pt x="2457" y="4779"/>
                    <a:pt x="2638" y="4899"/>
                  </a:cubicBezTo>
                  <a:cubicBezTo>
                    <a:pt x="2698" y="4937"/>
                    <a:pt x="2780" y="4982"/>
                    <a:pt x="2870" y="5027"/>
                  </a:cubicBezTo>
                  <a:lnTo>
                    <a:pt x="2893" y="5042"/>
                  </a:lnTo>
                  <a:cubicBezTo>
                    <a:pt x="3817" y="5613"/>
                    <a:pt x="4381" y="6628"/>
                    <a:pt x="4381" y="7724"/>
                  </a:cubicBezTo>
                  <a:cubicBezTo>
                    <a:pt x="4381" y="7875"/>
                    <a:pt x="4508" y="8002"/>
                    <a:pt x="4659" y="8002"/>
                  </a:cubicBezTo>
                  <a:lnTo>
                    <a:pt x="6785" y="8002"/>
                  </a:lnTo>
                  <a:cubicBezTo>
                    <a:pt x="7003" y="8002"/>
                    <a:pt x="7183" y="7822"/>
                    <a:pt x="7183" y="7604"/>
                  </a:cubicBezTo>
                  <a:lnTo>
                    <a:pt x="7183" y="6650"/>
                  </a:lnTo>
                  <a:cubicBezTo>
                    <a:pt x="7183" y="5283"/>
                    <a:pt x="6064" y="4171"/>
                    <a:pt x="4696" y="4171"/>
                  </a:cubicBezTo>
                  <a:cubicBezTo>
                    <a:pt x="4411" y="4171"/>
                    <a:pt x="3599" y="3878"/>
                    <a:pt x="3396" y="3765"/>
                  </a:cubicBezTo>
                  <a:lnTo>
                    <a:pt x="3389" y="3757"/>
                  </a:lnTo>
                  <a:cubicBezTo>
                    <a:pt x="3374" y="3742"/>
                    <a:pt x="1383" y="2405"/>
                    <a:pt x="1368" y="699"/>
                  </a:cubicBezTo>
                  <a:cubicBezTo>
                    <a:pt x="1368" y="324"/>
                    <a:pt x="1060" y="1"/>
                    <a:pt x="68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20" name="Google Shape;8320;p78"/>
            <p:cNvSpPr/>
            <p:nvPr/>
          </p:nvSpPr>
          <p:spPr>
            <a:xfrm>
              <a:off x="1081500" y="1871350"/>
              <a:ext cx="88300" cy="95650"/>
            </a:xfrm>
            <a:custGeom>
              <a:rect b="b" l="l" r="r" t="t"/>
              <a:pathLst>
                <a:path extrusionOk="0" h="3826" w="3532">
                  <a:moveTo>
                    <a:pt x="684" y="1"/>
                  </a:moveTo>
                  <a:cubicBezTo>
                    <a:pt x="308" y="1"/>
                    <a:pt x="0" y="309"/>
                    <a:pt x="0" y="685"/>
                  </a:cubicBezTo>
                  <a:cubicBezTo>
                    <a:pt x="0" y="1451"/>
                    <a:pt x="286" y="2187"/>
                    <a:pt x="782" y="2766"/>
                  </a:cubicBezTo>
                  <a:cubicBezTo>
                    <a:pt x="1270" y="3337"/>
                    <a:pt x="1954" y="3705"/>
                    <a:pt x="2698" y="3818"/>
                  </a:cubicBezTo>
                  <a:cubicBezTo>
                    <a:pt x="2735" y="3825"/>
                    <a:pt x="2765" y="3825"/>
                    <a:pt x="2803" y="3825"/>
                  </a:cubicBezTo>
                  <a:cubicBezTo>
                    <a:pt x="3141" y="3825"/>
                    <a:pt x="3426" y="3577"/>
                    <a:pt x="3479" y="3232"/>
                  </a:cubicBezTo>
                  <a:cubicBezTo>
                    <a:pt x="3532" y="2856"/>
                    <a:pt x="3269" y="2510"/>
                    <a:pt x="2893" y="2450"/>
                  </a:cubicBezTo>
                  <a:cubicBezTo>
                    <a:pt x="2029" y="2322"/>
                    <a:pt x="1375" y="1571"/>
                    <a:pt x="1375" y="685"/>
                  </a:cubicBezTo>
                  <a:cubicBezTo>
                    <a:pt x="1375" y="309"/>
                    <a:pt x="1060" y="1"/>
                    <a:pt x="68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21" name="Google Shape;8321;p78"/>
            <p:cNvSpPr/>
            <p:nvPr/>
          </p:nvSpPr>
          <p:spPr>
            <a:xfrm>
              <a:off x="1119050" y="1988750"/>
              <a:ext cx="102225" cy="35350"/>
            </a:xfrm>
            <a:custGeom>
              <a:rect b="b" l="l" r="r" t="t"/>
              <a:pathLst>
                <a:path extrusionOk="0" h="1414" w="4089">
                  <a:moveTo>
                    <a:pt x="331" y="1"/>
                  </a:moveTo>
                  <a:cubicBezTo>
                    <a:pt x="151" y="1"/>
                    <a:pt x="1" y="151"/>
                    <a:pt x="1" y="331"/>
                  </a:cubicBezTo>
                  <a:lnTo>
                    <a:pt x="1" y="1083"/>
                  </a:lnTo>
                  <a:cubicBezTo>
                    <a:pt x="1" y="1263"/>
                    <a:pt x="151" y="1413"/>
                    <a:pt x="331" y="1413"/>
                  </a:cubicBezTo>
                  <a:lnTo>
                    <a:pt x="3758" y="1413"/>
                  </a:lnTo>
                  <a:cubicBezTo>
                    <a:pt x="3938" y="1413"/>
                    <a:pt x="4088" y="1263"/>
                    <a:pt x="4088" y="1083"/>
                  </a:cubicBezTo>
                  <a:lnTo>
                    <a:pt x="4088" y="331"/>
                  </a:lnTo>
                  <a:cubicBezTo>
                    <a:pt x="4088" y="151"/>
                    <a:pt x="3945" y="8"/>
                    <a:pt x="375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22" name="Google Shape;8322;p78"/>
            <p:cNvSpPr/>
            <p:nvPr/>
          </p:nvSpPr>
          <p:spPr>
            <a:xfrm>
              <a:off x="1107975" y="2009600"/>
              <a:ext cx="124375" cy="57700"/>
            </a:xfrm>
            <a:custGeom>
              <a:rect b="b" l="l" r="r" t="t"/>
              <a:pathLst>
                <a:path extrusionOk="0" h="2308" w="4975">
                  <a:moveTo>
                    <a:pt x="339" y="1"/>
                  </a:moveTo>
                  <a:cubicBezTo>
                    <a:pt x="151" y="1"/>
                    <a:pt x="1" y="151"/>
                    <a:pt x="1" y="339"/>
                  </a:cubicBezTo>
                  <a:lnTo>
                    <a:pt x="1" y="1962"/>
                  </a:lnTo>
                  <a:cubicBezTo>
                    <a:pt x="1" y="2149"/>
                    <a:pt x="151" y="2307"/>
                    <a:pt x="339" y="2307"/>
                  </a:cubicBezTo>
                  <a:lnTo>
                    <a:pt x="4629" y="2307"/>
                  </a:lnTo>
                  <a:cubicBezTo>
                    <a:pt x="4817" y="2307"/>
                    <a:pt x="4974" y="2149"/>
                    <a:pt x="4974" y="1962"/>
                  </a:cubicBezTo>
                  <a:lnTo>
                    <a:pt x="4974" y="339"/>
                  </a:lnTo>
                  <a:cubicBezTo>
                    <a:pt x="4974" y="151"/>
                    <a:pt x="4824" y="1"/>
                    <a:pt x="462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23" name="Google Shape;8323;p78"/>
            <p:cNvSpPr/>
            <p:nvPr/>
          </p:nvSpPr>
          <p:spPr>
            <a:xfrm>
              <a:off x="1218425" y="1827775"/>
              <a:ext cx="179600" cy="200075"/>
            </a:xfrm>
            <a:custGeom>
              <a:rect b="b" l="l" r="r" t="t"/>
              <a:pathLst>
                <a:path extrusionOk="0" h="8003" w="7184">
                  <a:moveTo>
                    <a:pt x="6500" y="1"/>
                  </a:moveTo>
                  <a:cubicBezTo>
                    <a:pt x="6124" y="1"/>
                    <a:pt x="5816" y="324"/>
                    <a:pt x="5816" y="699"/>
                  </a:cubicBezTo>
                  <a:cubicBezTo>
                    <a:pt x="5801" y="2405"/>
                    <a:pt x="3810" y="3742"/>
                    <a:pt x="3795" y="3757"/>
                  </a:cubicBezTo>
                  <a:lnTo>
                    <a:pt x="3787" y="3765"/>
                  </a:lnTo>
                  <a:cubicBezTo>
                    <a:pt x="3584" y="3878"/>
                    <a:pt x="2773" y="4171"/>
                    <a:pt x="2487" y="4171"/>
                  </a:cubicBezTo>
                  <a:cubicBezTo>
                    <a:pt x="1127" y="4171"/>
                    <a:pt x="8" y="5283"/>
                    <a:pt x="0" y="6650"/>
                  </a:cubicBezTo>
                  <a:lnTo>
                    <a:pt x="0" y="7604"/>
                  </a:lnTo>
                  <a:cubicBezTo>
                    <a:pt x="0" y="7822"/>
                    <a:pt x="181" y="8002"/>
                    <a:pt x="391" y="8002"/>
                  </a:cubicBezTo>
                  <a:lnTo>
                    <a:pt x="2525" y="8002"/>
                  </a:lnTo>
                  <a:cubicBezTo>
                    <a:pt x="2675" y="8002"/>
                    <a:pt x="2795" y="7875"/>
                    <a:pt x="2795" y="7724"/>
                  </a:cubicBezTo>
                  <a:cubicBezTo>
                    <a:pt x="2795" y="6628"/>
                    <a:pt x="3359" y="5613"/>
                    <a:pt x="4291" y="5042"/>
                  </a:cubicBezTo>
                  <a:lnTo>
                    <a:pt x="4313" y="5027"/>
                  </a:lnTo>
                  <a:cubicBezTo>
                    <a:pt x="4403" y="4982"/>
                    <a:pt x="4486" y="4937"/>
                    <a:pt x="4546" y="4899"/>
                  </a:cubicBezTo>
                  <a:cubicBezTo>
                    <a:pt x="4726" y="4779"/>
                    <a:pt x="7183" y="3119"/>
                    <a:pt x="7183" y="684"/>
                  </a:cubicBezTo>
                  <a:cubicBezTo>
                    <a:pt x="7183" y="309"/>
                    <a:pt x="6875" y="1"/>
                    <a:pt x="650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24" name="Google Shape;8324;p78"/>
            <p:cNvSpPr/>
            <p:nvPr/>
          </p:nvSpPr>
          <p:spPr>
            <a:xfrm>
              <a:off x="1218800" y="1893150"/>
              <a:ext cx="149725" cy="134700"/>
            </a:xfrm>
            <a:custGeom>
              <a:rect b="b" l="l" r="r" t="t"/>
              <a:pathLst>
                <a:path extrusionOk="0" h="5388" w="5989">
                  <a:moveTo>
                    <a:pt x="5012" y="0"/>
                  </a:moveTo>
                  <a:cubicBezTo>
                    <a:pt x="4448" y="692"/>
                    <a:pt x="3795" y="1127"/>
                    <a:pt x="3787" y="1142"/>
                  </a:cubicBezTo>
                  <a:cubicBezTo>
                    <a:pt x="3780" y="1142"/>
                    <a:pt x="3780" y="1150"/>
                    <a:pt x="3780" y="1150"/>
                  </a:cubicBezTo>
                  <a:cubicBezTo>
                    <a:pt x="3577" y="1263"/>
                    <a:pt x="2765" y="1556"/>
                    <a:pt x="2480" y="1556"/>
                  </a:cubicBezTo>
                  <a:cubicBezTo>
                    <a:pt x="1112" y="1556"/>
                    <a:pt x="1" y="2668"/>
                    <a:pt x="1" y="4035"/>
                  </a:cubicBezTo>
                  <a:lnTo>
                    <a:pt x="1" y="4989"/>
                  </a:lnTo>
                  <a:cubicBezTo>
                    <a:pt x="1" y="5207"/>
                    <a:pt x="181" y="5387"/>
                    <a:pt x="399" y="5387"/>
                  </a:cubicBezTo>
                  <a:lnTo>
                    <a:pt x="2533" y="5387"/>
                  </a:lnTo>
                  <a:cubicBezTo>
                    <a:pt x="2683" y="5387"/>
                    <a:pt x="2803" y="5260"/>
                    <a:pt x="2803" y="5109"/>
                  </a:cubicBezTo>
                  <a:cubicBezTo>
                    <a:pt x="2803" y="4020"/>
                    <a:pt x="3367" y="2998"/>
                    <a:pt x="4291" y="2427"/>
                  </a:cubicBezTo>
                  <a:lnTo>
                    <a:pt x="4306" y="2420"/>
                  </a:lnTo>
                  <a:cubicBezTo>
                    <a:pt x="4396" y="2367"/>
                    <a:pt x="4486" y="2322"/>
                    <a:pt x="4539" y="2284"/>
                  </a:cubicBezTo>
                  <a:cubicBezTo>
                    <a:pt x="4636" y="2217"/>
                    <a:pt x="5328" y="1751"/>
                    <a:pt x="5989" y="977"/>
                  </a:cubicBezTo>
                  <a:lnTo>
                    <a:pt x="5012" y="0"/>
                  </a:lnTo>
                  <a:close/>
                </a:path>
              </a:pathLst>
            </a:custGeom>
            <a:solidFill>
              <a:srgbClr val="000000">
                <a:alpha val="148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25" name="Google Shape;8325;p78"/>
            <p:cNvSpPr/>
            <p:nvPr/>
          </p:nvSpPr>
          <p:spPr>
            <a:xfrm>
              <a:off x="1256000" y="1871350"/>
              <a:ext cx="88300" cy="95650"/>
            </a:xfrm>
            <a:custGeom>
              <a:rect b="b" l="l" r="r" t="t"/>
              <a:pathLst>
                <a:path extrusionOk="0" h="3826" w="3532">
                  <a:moveTo>
                    <a:pt x="2848" y="1"/>
                  </a:moveTo>
                  <a:cubicBezTo>
                    <a:pt x="2472" y="1"/>
                    <a:pt x="2157" y="309"/>
                    <a:pt x="2157" y="685"/>
                  </a:cubicBezTo>
                  <a:cubicBezTo>
                    <a:pt x="2157" y="1571"/>
                    <a:pt x="1503" y="2322"/>
                    <a:pt x="639" y="2450"/>
                  </a:cubicBezTo>
                  <a:cubicBezTo>
                    <a:pt x="263" y="2510"/>
                    <a:pt x="0" y="2856"/>
                    <a:pt x="53" y="3232"/>
                  </a:cubicBezTo>
                  <a:cubicBezTo>
                    <a:pt x="105" y="3577"/>
                    <a:pt x="406" y="3825"/>
                    <a:pt x="729" y="3825"/>
                  </a:cubicBezTo>
                  <a:cubicBezTo>
                    <a:pt x="767" y="3825"/>
                    <a:pt x="797" y="3825"/>
                    <a:pt x="834" y="3818"/>
                  </a:cubicBezTo>
                  <a:cubicBezTo>
                    <a:pt x="1578" y="3705"/>
                    <a:pt x="2262" y="3337"/>
                    <a:pt x="2750" y="2766"/>
                  </a:cubicBezTo>
                  <a:cubicBezTo>
                    <a:pt x="3246" y="2187"/>
                    <a:pt x="3531" y="1451"/>
                    <a:pt x="3531" y="685"/>
                  </a:cubicBezTo>
                  <a:cubicBezTo>
                    <a:pt x="3531" y="309"/>
                    <a:pt x="3223" y="1"/>
                    <a:pt x="284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26" name="Google Shape;8326;p78"/>
            <p:cNvSpPr/>
            <p:nvPr/>
          </p:nvSpPr>
          <p:spPr>
            <a:xfrm>
              <a:off x="1204725" y="1988750"/>
              <a:ext cx="102200" cy="35350"/>
            </a:xfrm>
            <a:custGeom>
              <a:rect b="b" l="l" r="r" t="t"/>
              <a:pathLst>
                <a:path extrusionOk="0" h="1414" w="4088">
                  <a:moveTo>
                    <a:pt x="331" y="1"/>
                  </a:moveTo>
                  <a:cubicBezTo>
                    <a:pt x="143" y="8"/>
                    <a:pt x="0" y="151"/>
                    <a:pt x="0" y="331"/>
                  </a:cubicBezTo>
                  <a:lnTo>
                    <a:pt x="0" y="1083"/>
                  </a:lnTo>
                  <a:cubicBezTo>
                    <a:pt x="0" y="1263"/>
                    <a:pt x="150" y="1413"/>
                    <a:pt x="331" y="1413"/>
                  </a:cubicBezTo>
                  <a:lnTo>
                    <a:pt x="3757" y="1413"/>
                  </a:lnTo>
                  <a:cubicBezTo>
                    <a:pt x="3937" y="1413"/>
                    <a:pt x="4087" y="1263"/>
                    <a:pt x="4087" y="1083"/>
                  </a:cubicBezTo>
                  <a:lnTo>
                    <a:pt x="4087" y="331"/>
                  </a:lnTo>
                  <a:cubicBezTo>
                    <a:pt x="4087" y="151"/>
                    <a:pt x="3937" y="1"/>
                    <a:pt x="3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27" name="Google Shape;8327;p78"/>
            <p:cNvSpPr/>
            <p:nvPr/>
          </p:nvSpPr>
          <p:spPr>
            <a:xfrm>
              <a:off x="1193450" y="2009600"/>
              <a:ext cx="124375" cy="57700"/>
            </a:xfrm>
            <a:custGeom>
              <a:rect b="b" l="l" r="r" t="t"/>
              <a:pathLst>
                <a:path extrusionOk="0" h="2308" w="4975">
                  <a:moveTo>
                    <a:pt x="338" y="1"/>
                  </a:moveTo>
                  <a:cubicBezTo>
                    <a:pt x="150" y="1"/>
                    <a:pt x="0" y="151"/>
                    <a:pt x="0" y="339"/>
                  </a:cubicBezTo>
                  <a:lnTo>
                    <a:pt x="0" y="1962"/>
                  </a:lnTo>
                  <a:cubicBezTo>
                    <a:pt x="0" y="2149"/>
                    <a:pt x="150" y="2307"/>
                    <a:pt x="338" y="2307"/>
                  </a:cubicBezTo>
                  <a:lnTo>
                    <a:pt x="4636" y="2307"/>
                  </a:lnTo>
                  <a:cubicBezTo>
                    <a:pt x="4824" y="2307"/>
                    <a:pt x="4974" y="2149"/>
                    <a:pt x="4974" y="1962"/>
                  </a:cubicBezTo>
                  <a:lnTo>
                    <a:pt x="4974" y="339"/>
                  </a:lnTo>
                  <a:cubicBezTo>
                    <a:pt x="4974" y="151"/>
                    <a:pt x="4824" y="1"/>
                    <a:pt x="463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28" name="Google Shape;8328;p78"/>
            <p:cNvSpPr/>
            <p:nvPr/>
          </p:nvSpPr>
          <p:spPr>
            <a:xfrm>
              <a:off x="1212975" y="2023325"/>
              <a:ext cx="65575" cy="44150"/>
            </a:xfrm>
            <a:custGeom>
              <a:rect b="b" l="l" r="r" t="t"/>
              <a:pathLst>
                <a:path extrusionOk="0" h="1766" w="2623">
                  <a:moveTo>
                    <a:pt x="609" y="0"/>
                  </a:moveTo>
                  <a:cubicBezTo>
                    <a:pt x="271" y="0"/>
                    <a:pt x="1" y="271"/>
                    <a:pt x="1" y="609"/>
                  </a:cubicBezTo>
                  <a:cubicBezTo>
                    <a:pt x="1" y="789"/>
                    <a:pt x="76" y="947"/>
                    <a:pt x="196" y="1060"/>
                  </a:cubicBezTo>
                  <a:lnTo>
                    <a:pt x="902" y="1766"/>
                  </a:lnTo>
                  <a:lnTo>
                    <a:pt x="2623" y="1766"/>
                  </a:lnTo>
                  <a:lnTo>
                    <a:pt x="1060" y="195"/>
                  </a:lnTo>
                  <a:cubicBezTo>
                    <a:pt x="947" y="75"/>
                    <a:pt x="790" y="0"/>
                    <a:pt x="609" y="0"/>
                  </a:cubicBezTo>
                  <a:close/>
                </a:path>
              </a:pathLst>
            </a:custGeom>
            <a:solidFill>
              <a:srgbClr val="000000">
                <a:alpha val="148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29" name="Google Shape;8329;p78"/>
            <p:cNvSpPr/>
            <p:nvPr/>
          </p:nvSpPr>
          <p:spPr>
            <a:xfrm>
              <a:off x="1213175" y="2023325"/>
              <a:ext cx="30625" cy="30450"/>
            </a:xfrm>
            <a:custGeom>
              <a:rect b="b" l="l" r="r" t="t"/>
              <a:pathLst>
                <a:path extrusionOk="0" h="1218" w="1225">
                  <a:moveTo>
                    <a:pt x="616" y="0"/>
                  </a:moveTo>
                  <a:cubicBezTo>
                    <a:pt x="278" y="0"/>
                    <a:pt x="0" y="271"/>
                    <a:pt x="0" y="609"/>
                  </a:cubicBezTo>
                  <a:cubicBezTo>
                    <a:pt x="0" y="947"/>
                    <a:pt x="278" y="1217"/>
                    <a:pt x="616" y="1217"/>
                  </a:cubicBezTo>
                  <a:cubicBezTo>
                    <a:pt x="954" y="1217"/>
                    <a:pt x="1225" y="947"/>
                    <a:pt x="1225" y="609"/>
                  </a:cubicBezTo>
                  <a:cubicBezTo>
                    <a:pt x="1225" y="271"/>
                    <a:pt x="954" y="0"/>
                    <a:pt x="61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8330" name="Google Shape;8330;p7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71900" y="3375850"/>
            <a:ext cx="627025" cy="619451"/>
          </a:xfrm>
          <a:prstGeom prst="rect">
            <a:avLst/>
          </a:prstGeom>
          <a:noFill/>
          <a:ln>
            <a:noFill/>
          </a:ln>
        </p:spPr>
      </p:pic>
      <p:pic>
        <p:nvPicPr>
          <p:cNvPr id="8331" name="Google Shape;8331;p7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71888" y="2038900"/>
            <a:ext cx="627025" cy="61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32" name="Google Shape;8332;p7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971898" y="2707363"/>
            <a:ext cx="627025" cy="619202"/>
          </a:xfrm>
          <a:prstGeom prst="rect">
            <a:avLst/>
          </a:prstGeom>
          <a:noFill/>
          <a:ln>
            <a:noFill/>
          </a:ln>
        </p:spPr>
      </p:pic>
      <p:sp>
        <p:nvSpPr>
          <p:cNvPr id="8333" name="Google Shape;8333;p78"/>
          <p:cNvSpPr/>
          <p:nvPr/>
        </p:nvSpPr>
        <p:spPr>
          <a:xfrm>
            <a:off x="6872438" y="1384140"/>
            <a:ext cx="884831" cy="205568"/>
          </a:xfrm>
          <a:custGeom>
            <a:rect b="b" l="l" r="r" t="t"/>
            <a:pathLst>
              <a:path extrusionOk="0" h="2570" w="11068">
                <a:moveTo>
                  <a:pt x="5400" y="0"/>
                </a:moveTo>
                <a:cubicBezTo>
                  <a:pt x="4822" y="0"/>
                  <a:pt x="4300" y="368"/>
                  <a:pt x="3894" y="1141"/>
                </a:cubicBezTo>
                <a:cubicBezTo>
                  <a:pt x="2885" y="843"/>
                  <a:pt x="2132" y="718"/>
                  <a:pt x="1575" y="718"/>
                </a:cubicBezTo>
                <a:cubicBezTo>
                  <a:pt x="34" y="718"/>
                  <a:pt x="0" y="1676"/>
                  <a:pt x="246" y="2570"/>
                </a:cubicBezTo>
                <a:lnTo>
                  <a:pt x="9517" y="2570"/>
                </a:lnTo>
                <a:cubicBezTo>
                  <a:pt x="11068" y="1920"/>
                  <a:pt x="10769" y="808"/>
                  <a:pt x="9636" y="808"/>
                </a:cubicBezTo>
                <a:cubicBezTo>
                  <a:pt x="9127" y="808"/>
                  <a:pt x="8448" y="1033"/>
                  <a:pt x="7693" y="1627"/>
                </a:cubicBezTo>
                <a:cubicBezTo>
                  <a:pt x="6919" y="567"/>
                  <a:pt x="6116" y="0"/>
                  <a:pt x="5400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34" name="Google Shape;8334;p78"/>
          <p:cNvSpPr txBox="1"/>
          <p:nvPr/>
        </p:nvSpPr>
        <p:spPr>
          <a:xfrm>
            <a:off x="758725" y="2441950"/>
            <a:ext cx="2568600" cy="16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9900"/>
                </a:solidFill>
                <a:latin typeface="Rubik"/>
                <a:ea typeface="Rubik"/>
                <a:cs typeface="Rubik"/>
                <a:sym typeface="Rubik"/>
              </a:rPr>
              <a:t>1.</a:t>
            </a:r>
            <a:r>
              <a:rPr b="1" lang="en" sz="1200">
                <a:solidFill>
                  <a:srgbClr val="FF9900"/>
                </a:solidFill>
                <a:latin typeface="Rubik"/>
                <a:ea typeface="Rubik"/>
                <a:cs typeface="Rubik"/>
                <a:sym typeface="Rubik"/>
              </a:rPr>
              <a:t>What factors drive home sale prices across U.S. urban regions?</a:t>
            </a:r>
            <a:endParaRPr b="1" sz="1200">
              <a:solidFill>
                <a:srgbClr val="FF9900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9900"/>
                </a:solidFill>
                <a:latin typeface="Rubik"/>
                <a:ea typeface="Rubik"/>
                <a:cs typeface="Rubik"/>
                <a:sym typeface="Rubik"/>
              </a:rPr>
              <a:t>2.</a:t>
            </a:r>
            <a:r>
              <a:rPr b="1" lang="en" sz="1200">
                <a:solidFill>
                  <a:srgbClr val="FF9900"/>
                </a:solidFill>
                <a:latin typeface="Rubik"/>
                <a:ea typeface="Rubik"/>
                <a:cs typeface="Rubik"/>
                <a:sym typeface="Rubik"/>
              </a:rPr>
              <a:t>How do affordability and competitiveness shape urban housing dynamics?</a:t>
            </a:r>
            <a:endParaRPr b="1" sz="1200">
              <a:solidFill>
                <a:srgbClr val="FF9900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9900"/>
                </a:solidFill>
                <a:latin typeface="Rubik"/>
                <a:ea typeface="Rubik"/>
                <a:cs typeface="Rubik"/>
                <a:sym typeface="Rubik"/>
              </a:rPr>
              <a:t>3.</a:t>
            </a:r>
            <a:r>
              <a:rPr b="1" i="1" lang="en" sz="1200">
                <a:solidFill>
                  <a:srgbClr val="FF9900"/>
                </a:solidFill>
                <a:latin typeface="Rubik"/>
                <a:ea typeface="Rubik"/>
                <a:cs typeface="Rubik"/>
                <a:sym typeface="Rubik"/>
              </a:rPr>
              <a:t>How effectively can machine learning models predict housing market dynamics?</a:t>
            </a:r>
            <a:endParaRPr b="1" i="1" sz="1200">
              <a:solidFill>
                <a:srgbClr val="FF9900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E69138"/>
              </a:solidFill>
              <a:latin typeface="Rubik"/>
              <a:ea typeface="Rubik"/>
              <a:cs typeface="Rubik"/>
              <a:sym typeface="Rubik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38" name="Shape 8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9" name="Google Shape;8339;p79"/>
          <p:cNvSpPr txBox="1"/>
          <p:nvPr>
            <p:ph type="title"/>
          </p:nvPr>
        </p:nvSpPr>
        <p:spPr>
          <a:xfrm>
            <a:off x="720000" y="582075"/>
            <a:ext cx="7704000" cy="6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DATA PREPROCESSING &amp; CLEANING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40" name="Google Shape;8340;p79"/>
          <p:cNvSpPr/>
          <p:nvPr/>
        </p:nvSpPr>
        <p:spPr>
          <a:xfrm>
            <a:off x="-1244516" y="387600"/>
            <a:ext cx="2726524" cy="671575"/>
          </a:xfrm>
          <a:custGeom>
            <a:rect b="b" l="l" r="r" t="t"/>
            <a:pathLst>
              <a:path extrusionOk="0" h="8396" w="34105">
                <a:moveTo>
                  <a:pt x="17172" y="1"/>
                </a:moveTo>
                <a:cubicBezTo>
                  <a:pt x="14936" y="1"/>
                  <a:pt x="12606" y="1729"/>
                  <a:pt x="13223" y="4991"/>
                </a:cubicBezTo>
                <a:cubicBezTo>
                  <a:pt x="11984" y="3762"/>
                  <a:pt x="10894" y="3300"/>
                  <a:pt x="10013" y="3300"/>
                </a:cubicBezTo>
                <a:cubicBezTo>
                  <a:pt x="8150" y="3300"/>
                  <a:pt x="7215" y="5364"/>
                  <a:pt x="7752" y="6602"/>
                </a:cubicBezTo>
                <a:cubicBezTo>
                  <a:pt x="6370" y="6131"/>
                  <a:pt x="5189" y="5898"/>
                  <a:pt x="4178" y="5898"/>
                </a:cubicBezTo>
                <a:cubicBezTo>
                  <a:pt x="2276" y="5898"/>
                  <a:pt x="970" y="6721"/>
                  <a:pt x="36" y="8335"/>
                </a:cubicBezTo>
                <a:lnTo>
                  <a:pt x="34105" y="8335"/>
                </a:lnTo>
                <a:cubicBezTo>
                  <a:pt x="32390" y="6776"/>
                  <a:pt x="31165" y="5918"/>
                  <a:pt x="29245" y="5918"/>
                </a:cubicBezTo>
                <a:cubicBezTo>
                  <a:pt x="28545" y="5918"/>
                  <a:pt x="27752" y="6032"/>
                  <a:pt x="26810" y="6268"/>
                </a:cubicBezTo>
                <a:cubicBezTo>
                  <a:pt x="28317" y="4077"/>
                  <a:pt x="26335" y="2628"/>
                  <a:pt x="24123" y="2628"/>
                </a:cubicBezTo>
                <a:cubicBezTo>
                  <a:pt x="22899" y="2628"/>
                  <a:pt x="21604" y="3072"/>
                  <a:pt x="20792" y="4080"/>
                </a:cubicBezTo>
                <a:cubicBezTo>
                  <a:pt x="21004" y="1317"/>
                  <a:pt x="19124" y="1"/>
                  <a:pt x="17172" y="1"/>
                </a:cubicBezTo>
                <a:close/>
                <a:moveTo>
                  <a:pt x="1" y="8335"/>
                </a:moveTo>
                <a:lnTo>
                  <a:pt x="1" y="8396"/>
                </a:lnTo>
                <a:cubicBezTo>
                  <a:pt x="13" y="8375"/>
                  <a:pt x="24" y="8355"/>
                  <a:pt x="36" y="8335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41" name="Google Shape;8341;p79"/>
          <p:cNvSpPr/>
          <p:nvPr/>
        </p:nvSpPr>
        <p:spPr>
          <a:xfrm>
            <a:off x="7862659" y="230400"/>
            <a:ext cx="627009" cy="570231"/>
          </a:xfrm>
          <a:custGeom>
            <a:rect b="b" l="l" r="r" t="t"/>
            <a:pathLst>
              <a:path extrusionOk="0" h="7129" w="7843">
                <a:moveTo>
                  <a:pt x="3921" y="1"/>
                </a:moveTo>
                <a:cubicBezTo>
                  <a:pt x="3010" y="1"/>
                  <a:pt x="2098" y="343"/>
                  <a:pt x="1399" y="1027"/>
                </a:cubicBezTo>
                <a:cubicBezTo>
                  <a:pt x="0" y="2425"/>
                  <a:pt x="0" y="4705"/>
                  <a:pt x="1399" y="6103"/>
                </a:cubicBezTo>
                <a:cubicBezTo>
                  <a:pt x="2098" y="6787"/>
                  <a:pt x="3010" y="7129"/>
                  <a:pt x="3921" y="7129"/>
                </a:cubicBezTo>
                <a:cubicBezTo>
                  <a:pt x="4833" y="7129"/>
                  <a:pt x="5745" y="6787"/>
                  <a:pt x="6444" y="6103"/>
                </a:cubicBezTo>
                <a:cubicBezTo>
                  <a:pt x="7843" y="4705"/>
                  <a:pt x="7843" y="2425"/>
                  <a:pt x="6444" y="1027"/>
                </a:cubicBezTo>
                <a:cubicBezTo>
                  <a:pt x="5745" y="343"/>
                  <a:pt x="4833" y="1"/>
                  <a:pt x="3921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42" name="Google Shape;8342;p79"/>
          <p:cNvSpPr/>
          <p:nvPr/>
        </p:nvSpPr>
        <p:spPr>
          <a:xfrm>
            <a:off x="7585801" y="458207"/>
            <a:ext cx="1851686" cy="342426"/>
          </a:xfrm>
          <a:custGeom>
            <a:rect b="b" l="l" r="r" t="t"/>
            <a:pathLst>
              <a:path extrusionOk="0" h="4281" w="23162">
                <a:moveTo>
                  <a:pt x="12634" y="0"/>
                </a:moveTo>
                <a:cubicBezTo>
                  <a:pt x="11685" y="0"/>
                  <a:pt x="10826" y="596"/>
                  <a:pt x="10153" y="1849"/>
                </a:cubicBezTo>
                <a:cubicBezTo>
                  <a:pt x="8810" y="1477"/>
                  <a:pt x="7539" y="1314"/>
                  <a:pt x="6378" y="1314"/>
                </a:cubicBezTo>
                <a:cubicBezTo>
                  <a:pt x="2992" y="1314"/>
                  <a:pt x="544" y="2696"/>
                  <a:pt x="0" y="4281"/>
                </a:cubicBezTo>
                <a:lnTo>
                  <a:pt x="23162" y="4281"/>
                </a:lnTo>
                <a:cubicBezTo>
                  <a:pt x="22864" y="3777"/>
                  <a:pt x="20924" y="2045"/>
                  <a:pt x="18685" y="2045"/>
                </a:cubicBezTo>
                <a:cubicBezTo>
                  <a:pt x="17954" y="2045"/>
                  <a:pt x="17192" y="2229"/>
                  <a:pt x="16445" y="2700"/>
                </a:cubicBezTo>
                <a:cubicBezTo>
                  <a:pt x="15158" y="940"/>
                  <a:pt x="13825" y="0"/>
                  <a:pt x="12634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43" name="Google Shape;8343;p79"/>
          <p:cNvSpPr txBox="1"/>
          <p:nvPr/>
        </p:nvSpPr>
        <p:spPr>
          <a:xfrm>
            <a:off x="4074575" y="1335025"/>
            <a:ext cx="4349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latin typeface="Rubik ExtraBold"/>
                <a:ea typeface="Rubik ExtraBold"/>
                <a:cs typeface="Rubik ExtraBold"/>
                <a:sym typeface="Rubik ExtraBold"/>
              </a:rPr>
              <a:t>10500 ROWS &amp; 12 COLUMNS</a:t>
            </a:r>
            <a:endParaRPr sz="2100">
              <a:solidFill>
                <a:schemeClr val="dk1"/>
              </a:solidFill>
              <a:latin typeface="Rubik ExtraBold"/>
              <a:ea typeface="Rubik ExtraBold"/>
              <a:cs typeface="Rubik ExtraBold"/>
              <a:sym typeface="Rubik ExtraBold"/>
            </a:endParaRPr>
          </a:p>
        </p:txBody>
      </p:sp>
      <p:grpSp>
        <p:nvGrpSpPr>
          <p:cNvPr id="8344" name="Google Shape;8344;p79"/>
          <p:cNvGrpSpPr/>
          <p:nvPr/>
        </p:nvGrpSpPr>
        <p:grpSpPr>
          <a:xfrm>
            <a:off x="754768" y="1561088"/>
            <a:ext cx="2385999" cy="1172629"/>
            <a:chOff x="233350" y="949250"/>
            <a:chExt cx="7137300" cy="3802300"/>
          </a:xfrm>
        </p:grpSpPr>
        <p:sp>
          <p:nvSpPr>
            <p:cNvPr id="8345" name="Google Shape;8345;p79"/>
            <p:cNvSpPr/>
            <p:nvPr/>
          </p:nvSpPr>
          <p:spPr>
            <a:xfrm>
              <a:off x="4428450" y="2808675"/>
              <a:ext cx="1478900" cy="330100"/>
            </a:xfrm>
            <a:custGeom>
              <a:rect b="b" l="l" r="r" t="t"/>
              <a:pathLst>
                <a:path extrusionOk="0" h="13204" w="59156">
                  <a:moveTo>
                    <a:pt x="1" y="0"/>
                  </a:moveTo>
                  <a:lnTo>
                    <a:pt x="1" y="0"/>
                  </a:lnTo>
                  <a:close/>
                  <a:moveTo>
                    <a:pt x="59155" y="13203"/>
                  </a:move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46" name="Google Shape;8346;p79"/>
            <p:cNvSpPr/>
            <p:nvPr/>
          </p:nvSpPr>
          <p:spPr>
            <a:xfrm>
              <a:off x="2909400" y="1076125"/>
              <a:ext cx="4118650" cy="3109225"/>
            </a:xfrm>
            <a:custGeom>
              <a:rect b="b" l="l" r="r" t="t"/>
              <a:pathLst>
                <a:path extrusionOk="0" h="124369" w="164746">
                  <a:moveTo>
                    <a:pt x="49520" y="11070"/>
                  </a:moveTo>
                  <a:cubicBezTo>
                    <a:pt x="49737" y="11070"/>
                    <a:pt x="49861" y="11136"/>
                    <a:pt x="49875" y="11358"/>
                  </a:cubicBezTo>
                  <a:cubicBezTo>
                    <a:pt x="49875" y="11575"/>
                    <a:pt x="49818" y="11698"/>
                    <a:pt x="49684" y="11698"/>
                  </a:cubicBezTo>
                  <a:cubicBezTo>
                    <a:pt x="49636" y="11698"/>
                    <a:pt x="49580" y="11683"/>
                    <a:pt x="49512" y="11651"/>
                  </a:cubicBezTo>
                  <a:cubicBezTo>
                    <a:pt x="49305" y="11565"/>
                    <a:pt x="49115" y="11444"/>
                    <a:pt x="48925" y="11323"/>
                  </a:cubicBezTo>
                  <a:lnTo>
                    <a:pt x="49339" y="11081"/>
                  </a:lnTo>
                  <a:cubicBezTo>
                    <a:pt x="49405" y="11074"/>
                    <a:pt x="49465" y="11070"/>
                    <a:pt x="49520" y="11070"/>
                  </a:cubicBezTo>
                  <a:close/>
                  <a:moveTo>
                    <a:pt x="46983" y="11081"/>
                  </a:moveTo>
                  <a:cubicBezTo>
                    <a:pt x="47014" y="11081"/>
                    <a:pt x="47051" y="11087"/>
                    <a:pt x="47093" y="11098"/>
                  </a:cubicBezTo>
                  <a:cubicBezTo>
                    <a:pt x="47369" y="11185"/>
                    <a:pt x="47870" y="11168"/>
                    <a:pt x="47767" y="11686"/>
                  </a:cubicBezTo>
                  <a:cubicBezTo>
                    <a:pt x="47732" y="11893"/>
                    <a:pt x="47888" y="12274"/>
                    <a:pt x="47490" y="12343"/>
                  </a:cubicBezTo>
                  <a:cubicBezTo>
                    <a:pt x="47110" y="12222"/>
                    <a:pt x="46834" y="11893"/>
                    <a:pt x="46799" y="11496"/>
                  </a:cubicBezTo>
                  <a:cubicBezTo>
                    <a:pt x="46784" y="11302"/>
                    <a:pt x="46782" y="11081"/>
                    <a:pt x="46983" y="11081"/>
                  </a:cubicBezTo>
                  <a:close/>
                  <a:moveTo>
                    <a:pt x="38158" y="11530"/>
                  </a:moveTo>
                  <a:cubicBezTo>
                    <a:pt x="38279" y="11530"/>
                    <a:pt x="38417" y="11703"/>
                    <a:pt x="38642" y="11876"/>
                  </a:cubicBezTo>
                  <a:cubicBezTo>
                    <a:pt x="38366" y="12118"/>
                    <a:pt x="38089" y="12360"/>
                    <a:pt x="37778" y="12585"/>
                  </a:cubicBezTo>
                  <a:cubicBezTo>
                    <a:pt x="35549" y="13967"/>
                    <a:pt x="35514" y="15903"/>
                    <a:pt x="37692" y="17268"/>
                  </a:cubicBezTo>
                  <a:cubicBezTo>
                    <a:pt x="38003" y="17458"/>
                    <a:pt x="38227" y="17631"/>
                    <a:pt x="38158" y="18080"/>
                  </a:cubicBezTo>
                  <a:cubicBezTo>
                    <a:pt x="38106" y="18529"/>
                    <a:pt x="37951" y="18599"/>
                    <a:pt x="37553" y="18737"/>
                  </a:cubicBezTo>
                  <a:cubicBezTo>
                    <a:pt x="36568" y="19117"/>
                    <a:pt x="36309" y="19981"/>
                    <a:pt x="36378" y="20949"/>
                  </a:cubicBezTo>
                  <a:cubicBezTo>
                    <a:pt x="36427" y="21679"/>
                    <a:pt x="36279" y="22143"/>
                    <a:pt x="35819" y="22143"/>
                  </a:cubicBezTo>
                  <a:cubicBezTo>
                    <a:pt x="35625" y="22143"/>
                    <a:pt x="35377" y="22061"/>
                    <a:pt x="35065" y="21882"/>
                  </a:cubicBezTo>
                  <a:cubicBezTo>
                    <a:pt x="34913" y="21798"/>
                    <a:pt x="34745" y="21754"/>
                    <a:pt x="34578" y="21754"/>
                  </a:cubicBezTo>
                  <a:cubicBezTo>
                    <a:pt x="34403" y="21754"/>
                    <a:pt x="34230" y="21802"/>
                    <a:pt x="34080" y="21899"/>
                  </a:cubicBezTo>
                  <a:cubicBezTo>
                    <a:pt x="33134" y="22372"/>
                    <a:pt x="32094" y="22613"/>
                    <a:pt x="31041" y="22613"/>
                  </a:cubicBezTo>
                  <a:cubicBezTo>
                    <a:pt x="30747" y="22613"/>
                    <a:pt x="30451" y="22594"/>
                    <a:pt x="30157" y="22556"/>
                  </a:cubicBezTo>
                  <a:cubicBezTo>
                    <a:pt x="29915" y="22521"/>
                    <a:pt x="29759" y="22608"/>
                    <a:pt x="29829" y="22262"/>
                  </a:cubicBezTo>
                  <a:lnTo>
                    <a:pt x="29829" y="22262"/>
                  </a:lnTo>
                  <a:lnTo>
                    <a:pt x="29829" y="22279"/>
                  </a:lnTo>
                  <a:cubicBezTo>
                    <a:pt x="29898" y="21986"/>
                    <a:pt x="29984" y="21882"/>
                    <a:pt x="30364" y="21830"/>
                  </a:cubicBezTo>
                  <a:cubicBezTo>
                    <a:pt x="31505" y="21675"/>
                    <a:pt x="32836" y="21467"/>
                    <a:pt x="33354" y="20361"/>
                  </a:cubicBezTo>
                  <a:cubicBezTo>
                    <a:pt x="33821" y="19342"/>
                    <a:pt x="33872" y="18184"/>
                    <a:pt x="34927" y="17458"/>
                  </a:cubicBezTo>
                  <a:cubicBezTo>
                    <a:pt x="35238" y="17216"/>
                    <a:pt x="34978" y="16836"/>
                    <a:pt x="34667" y="16594"/>
                  </a:cubicBezTo>
                  <a:cubicBezTo>
                    <a:pt x="33216" y="15436"/>
                    <a:pt x="33907" y="14572"/>
                    <a:pt x="35099" y="13846"/>
                  </a:cubicBezTo>
                  <a:cubicBezTo>
                    <a:pt x="35860" y="13380"/>
                    <a:pt x="36724" y="13086"/>
                    <a:pt x="37018" y="12066"/>
                  </a:cubicBezTo>
                  <a:cubicBezTo>
                    <a:pt x="37156" y="11582"/>
                    <a:pt x="37709" y="11548"/>
                    <a:pt x="38158" y="11530"/>
                  </a:cubicBezTo>
                  <a:close/>
                  <a:moveTo>
                    <a:pt x="46802" y="32066"/>
                  </a:moveTo>
                  <a:cubicBezTo>
                    <a:pt x="47245" y="32066"/>
                    <a:pt x="47720" y="32469"/>
                    <a:pt x="47888" y="33080"/>
                  </a:cubicBezTo>
                  <a:cubicBezTo>
                    <a:pt x="48059" y="33754"/>
                    <a:pt x="48393" y="34225"/>
                    <a:pt x="48918" y="34225"/>
                  </a:cubicBezTo>
                  <a:cubicBezTo>
                    <a:pt x="49080" y="34225"/>
                    <a:pt x="49261" y="34181"/>
                    <a:pt x="49460" y="34083"/>
                  </a:cubicBezTo>
                  <a:cubicBezTo>
                    <a:pt x="50103" y="33764"/>
                    <a:pt x="50701" y="33627"/>
                    <a:pt x="51269" y="33627"/>
                  </a:cubicBezTo>
                  <a:cubicBezTo>
                    <a:pt x="52489" y="33627"/>
                    <a:pt x="53566" y="34260"/>
                    <a:pt x="54628" y="35085"/>
                  </a:cubicBezTo>
                  <a:cubicBezTo>
                    <a:pt x="54818" y="35223"/>
                    <a:pt x="55008" y="35396"/>
                    <a:pt x="55163" y="35586"/>
                  </a:cubicBezTo>
                  <a:cubicBezTo>
                    <a:pt x="55543" y="36053"/>
                    <a:pt x="56684" y="36070"/>
                    <a:pt x="56321" y="36917"/>
                  </a:cubicBezTo>
                  <a:lnTo>
                    <a:pt x="56321" y="36934"/>
                  </a:lnTo>
                  <a:cubicBezTo>
                    <a:pt x="56149" y="37350"/>
                    <a:pt x="55751" y="37415"/>
                    <a:pt x="55318" y="37415"/>
                  </a:cubicBezTo>
                  <a:cubicBezTo>
                    <a:pt x="55122" y="37415"/>
                    <a:pt x="54919" y="37401"/>
                    <a:pt x="54727" y="37401"/>
                  </a:cubicBezTo>
                  <a:cubicBezTo>
                    <a:pt x="54620" y="37401"/>
                    <a:pt x="54517" y="37405"/>
                    <a:pt x="54420" y="37418"/>
                  </a:cubicBezTo>
                  <a:cubicBezTo>
                    <a:pt x="54278" y="37432"/>
                    <a:pt x="54136" y="37440"/>
                    <a:pt x="53995" y="37440"/>
                  </a:cubicBezTo>
                  <a:cubicBezTo>
                    <a:pt x="53292" y="37440"/>
                    <a:pt x="52602" y="37262"/>
                    <a:pt x="51983" y="36917"/>
                  </a:cubicBezTo>
                  <a:cubicBezTo>
                    <a:pt x="51332" y="36539"/>
                    <a:pt x="50680" y="36418"/>
                    <a:pt x="50028" y="36418"/>
                  </a:cubicBezTo>
                  <a:cubicBezTo>
                    <a:pt x="48867" y="36418"/>
                    <a:pt x="47706" y="36802"/>
                    <a:pt x="46545" y="36802"/>
                  </a:cubicBezTo>
                  <a:cubicBezTo>
                    <a:pt x="46302" y="36802"/>
                    <a:pt x="46058" y="36785"/>
                    <a:pt x="45814" y="36744"/>
                  </a:cubicBezTo>
                  <a:cubicBezTo>
                    <a:pt x="44881" y="36588"/>
                    <a:pt x="44552" y="36105"/>
                    <a:pt x="44673" y="35241"/>
                  </a:cubicBezTo>
                  <a:cubicBezTo>
                    <a:pt x="44846" y="34083"/>
                    <a:pt x="45537" y="33115"/>
                    <a:pt x="46263" y="32320"/>
                  </a:cubicBezTo>
                  <a:cubicBezTo>
                    <a:pt x="46417" y="32145"/>
                    <a:pt x="46607" y="32066"/>
                    <a:pt x="46802" y="32066"/>
                  </a:cubicBezTo>
                  <a:close/>
                  <a:moveTo>
                    <a:pt x="64554" y="31370"/>
                  </a:moveTo>
                  <a:cubicBezTo>
                    <a:pt x="64860" y="31370"/>
                    <a:pt x="65185" y="31437"/>
                    <a:pt x="65532" y="31594"/>
                  </a:cubicBezTo>
                  <a:cubicBezTo>
                    <a:pt x="65878" y="31767"/>
                    <a:pt x="65930" y="32251"/>
                    <a:pt x="65636" y="32493"/>
                  </a:cubicBezTo>
                  <a:cubicBezTo>
                    <a:pt x="64063" y="34065"/>
                    <a:pt x="64184" y="35085"/>
                    <a:pt x="65895" y="36588"/>
                  </a:cubicBezTo>
                  <a:cubicBezTo>
                    <a:pt x="67243" y="37815"/>
                    <a:pt x="67762" y="39544"/>
                    <a:pt x="68211" y="41237"/>
                  </a:cubicBezTo>
                  <a:cubicBezTo>
                    <a:pt x="68364" y="41802"/>
                    <a:pt x="68057" y="41990"/>
                    <a:pt x="67435" y="41990"/>
                  </a:cubicBezTo>
                  <a:cubicBezTo>
                    <a:pt x="67353" y="41990"/>
                    <a:pt x="67266" y="41986"/>
                    <a:pt x="67174" y="41980"/>
                  </a:cubicBezTo>
                  <a:cubicBezTo>
                    <a:pt x="66517" y="41064"/>
                    <a:pt x="64271" y="41825"/>
                    <a:pt x="64547" y="39146"/>
                  </a:cubicBezTo>
                  <a:lnTo>
                    <a:pt x="64547" y="39146"/>
                  </a:lnTo>
                  <a:lnTo>
                    <a:pt x="64547" y="39181"/>
                  </a:lnTo>
                  <a:cubicBezTo>
                    <a:pt x="64685" y="37885"/>
                    <a:pt x="63113" y="36295"/>
                    <a:pt x="62076" y="35050"/>
                  </a:cubicBezTo>
                  <a:cubicBezTo>
                    <a:pt x="61281" y="34100"/>
                    <a:pt x="61385" y="33288"/>
                    <a:pt x="62076" y="32683"/>
                  </a:cubicBezTo>
                  <a:cubicBezTo>
                    <a:pt x="62786" y="32052"/>
                    <a:pt x="63577" y="31370"/>
                    <a:pt x="64554" y="31370"/>
                  </a:cubicBezTo>
                  <a:close/>
                  <a:moveTo>
                    <a:pt x="30705" y="33465"/>
                  </a:moveTo>
                  <a:cubicBezTo>
                    <a:pt x="30874" y="33465"/>
                    <a:pt x="31043" y="33637"/>
                    <a:pt x="31090" y="33720"/>
                  </a:cubicBezTo>
                  <a:cubicBezTo>
                    <a:pt x="31920" y="35120"/>
                    <a:pt x="33579" y="35258"/>
                    <a:pt x="34719" y="36226"/>
                  </a:cubicBezTo>
                  <a:cubicBezTo>
                    <a:pt x="36205" y="37487"/>
                    <a:pt x="36275" y="39354"/>
                    <a:pt x="37191" y="40822"/>
                  </a:cubicBezTo>
                  <a:cubicBezTo>
                    <a:pt x="37484" y="41289"/>
                    <a:pt x="37571" y="41980"/>
                    <a:pt x="37968" y="42274"/>
                  </a:cubicBezTo>
                  <a:cubicBezTo>
                    <a:pt x="38403" y="42594"/>
                    <a:pt x="39075" y="43217"/>
                    <a:pt x="39556" y="43217"/>
                  </a:cubicBezTo>
                  <a:cubicBezTo>
                    <a:pt x="39725" y="43217"/>
                    <a:pt x="39870" y="43141"/>
                    <a:pt x="39973" y="42948"/>
                  </a:cubicBezTo>
                  <a:cubicBezTo>
                    <a:pt x="40336" y="42274"/>
                    <a:pt x="41234" y="41289"/>
                    <a:pt x="40543" y="40183"/>
                  </a:cubicBezTo>
                  <a:cubicBezTo>
                    <a:pt x="40301" y="39803"/>
                    <a:pt x="39610" y="39215"/>
                    <a:pt x="40284" y="38904"/>
                  </a:cubicBezTo>
                  <a:cubicBezTo>
                    <a:pt x="40592" y="38765"/>
                    <a:pt x="41024" y="38302"/>
                    <a:pt x="41439" y="38302"/>
                  </a:cubicBezTo>
                  <a:cubicBezTo>
                    <a:pt x="41746" y="38302"/>
                    <a:pt x="42043" y="38557"/>
                    <a:pt x="42271" y="39388"/>
                  </a:cubicBezTo>
                  <a:cubicBezTo>
                    <a:pt x="42782" y="41200"/>
                    <a:pt x="43748" y="43327"/>
                    <a:pt x="46038" y="43327"/>
                  </a:cubicBezTo>
                  <a:cubicBezTo>
                    <a:pt x="46150" y="43327"/>
                    <a:pt x="46266" y="43321"/>
                    <a:pt x="46384" y="43311"/>
                  </a:cubicBezTo>
                  <a:cubicBezTo>
                    <a:pt x="46463" y="43304"/>
                    <a:pt x="46542" y="43300"/>
                    <a:pt x="46620" y="43300"/>
                  </a:cubicBezTo>
                  <a:cubicBezTo>
                    <a:pt x="47585" y="43300"/>
                    <a:pt x="48526" y="43802"/>
                    <a:pt x="49487" y="43802"/>
                  </a:cubicBezTo>
                  <a:cubicBezTo>
                    <a:pt x="49955" y="43802"/>
                    <a:pt x="50429" y="43683"/>
                    <a:pt x="50912" y="43328"/>
                  </a:cubicBezTo>
                  <a:cubicBezTo>
                    <a:pt x="51106" y="43191"/>
                    <a:pt x="51242" y="43135"/>
                    <a:pt x="51336" y="43135"/>
                  </a:cubicBezTo>
                  <a:cubicBezTo>
                    <a:pt x="51643" y="43135"/>
                    <a:pt x="51508" y="43736"/>
                    <a:pt x="51534" y="44054"/>
                  </a:cubicBezTo>
                  <a:cubicBezTo>
                    <a:pt x="51845" y="45488"/>
                    <a:pt x="50843" y="46629"/>
                    <a:pt x="50618" y="47942"/>
                  </a:cubicBezTo>
                  <a:cubicBezTo>
                    <a:pt x="50585" y="48144"/>
                    <a:pt x="50240" y="48444"/>
                    <a:pt x="50046" y="48444"/>
                  </a:cubicBezTo>
                  <a:cubicBezTo>
                    <a:pt x="50041" y="48444"/>
                    <a:pt x="50036" y="48444"/>
                    <a:pt x="50031" y="48444"/>
                  </a:cubicBezTo>
                  <a:cubicBezTo>
                    <a:pt x="49523" y="48389"/>
                    <a:pt x="49010" y="48372"/>
                    <a:pt x="48494" y="48372"/>
                  </a:cubicBezTo>
                  <a:cubicBezTo>
                    <a:pt x="47534" y="48372"/>
                    <a:pt x="46564" y="48433"/>
                    <a:pt x="45600" y="48433"/>
                  </a:cubicBezTo>
                  <a:cubicBezTo>
                    <a:pt x="43779" y="48433"/>
                    <a:pt x="41984" y="48215"/>
                    <a:pt x="40336" y="46957"/>
                  </a:cubicBezTo>
                  <a:cubicBezTo>
                    <a:pt x="40033" y="46726"/>
                    <a:pt x="39675" y="46623"/>
                    <a:pt x="39308" y="46623"/>
                  </a:cubicBezTo>
                  <a:cubicBezTo>
                    <a:pt x="38250" y="46623"/>
                    <a:pt x="37116" y="47478"/>
                    <a:pt x="37000" y="48582"/>
                  </a:cubicBezTo>
                  <a:cubicBezTo>
                    <a:pt x="36972" y="48947"/>
                    <a:pt x="36796" y="49426"/>
                    <a:pt x="36527" y="49426"/>
                  </a:cubicBezTo>
                  <a:cubicBezTo>
                    <a:pt x="36465" y="49426"/>
                    <a:pt x="36398" y="49400"/>
                    <a:pt x="36326" y="49342"/>
                  </a:cubicBezTo>
                  <a:cubicBezTo>
                    <a:pt x="35376" y="48582"/>
                    <a:pt x="34045" y="48772"/>
                    <a:pt x="33147" y="47752"/>
                  </a:cubicBezTo>
                  <a:cubicBezTo>
                    <a:pt x="32334" y="46819"/>
                    <a:pt x="30900" y="46785"/>
                    <a:pt x="29673" y="46525"/>
                  </a:cubicBezTo>
                  <a:cubicBezTo>
                    <a:pt x="28913" y="46370"/>
                    <a:pt x="27807" y="46422"/>
                    <a:pt x="28567" y="44953"/>
                  </a:cubicBezTo>
                  <a:cubicBezTo>
                    <a:pt x="28982" y="44158"/>
                    <a:pt x="29034" y="43000"/>
                    <a:pt x="28515" y="42257"/>
                  </a:cubicBezTo>
                  <a:cubicBezTo>
                    <a:pt x="28230" y="41853"/>
                    <a:pt x="27848" y="41722"/>
                    <a:pt x="27412" y="41722"/>
                  </a:cubicBezTo>
                  <a:cubicBezTo>
                    <a:pt x="27028" y="41722"/>
                    <a:pt x="26602" y="41823"/>
                    <a:pt x="26165" y="41928"/>
                  </a:cubicBezTo>
                  <a:cubicBezTo>
                    <a:pt x="25497" y="42091"/>
                    <a:pt x="24818" y="42128"/>
                    <a:pt x="24133" y="42128"/>
                  </a:cubicBezTo>
                  <a:cubicBezTo>
                    <a:pt x="23569" y="42128"/>
                    <a:pt x="23001" y="42103"/>
                    <a:pt x="22432" y="42103"/>
                  </a:cubicBezTo>
                  <a:cubicBezTo>
                    <a:pt x="21707" y="42103"/>
                    <a:pt x="20980" y="42143"/>
                    <a:pt x="20255" y="42326"/>
                  </a:cubicBezTo>
                  <a:cubicBezTo>
                    <a:pt x="19287" y="42585"/>
                    <a:pt x="18319" y="42862"/>
                    <a:pt x="17559" y="43380"/>
                  </a:cubicBezTo>
                  <a:cubicBezTo>
                    <a:pt x="17082" y="43705"/>
                    <a:pt x="16613" y="43798"/>
                    <a:pt x="16149" y="43798"/>
                  </a:cubicBezTo>
                  <a:cubicBezTo>
                    <a:pt x="15538" y="43798"/>
                    <a:pt x="14935" y="43638"/>
                    <a:pt x="14326" y="43638"/>
                  </a:cubicBezTo>
                  <a:cubicBezTo>
                    <a:pt x="14292" y="43638"/>
                    <a:pt x="14258" y="43638"/>
                    <a:pt x="14223" y="43639"/>
                  </a:cubicBezTo>
                  <a:cubicBezTo>
                    <a:pt x="14120" y="43622"/>
                    <a:pt x="14016" y="43570"/>
                    <a:pt x="13930" y="43466"/>
                  </a:cubicBezTo>
                  <a:cubicBezTo>
                    <a:pt x="14043" y="43169"/>
                    <a:pt x="14308" y="43115"/>
                    <a:pt x="14562" y="43115"/>
                  </a:cubicBezTo>
                  <a:cubicBezTo>
                    <a:pt x="14617" y="43115"/>
                    <a:pt x="14672" y="43118"/>
                    <a:pt x="14725" y="43121"/>
                  </a:cubicBezTo>
                  <a:cubicBezTo>
                    <a:pt x="14838" y="43129"/>
                    <a:pt x="14949" y="43134"/>
                    <a:pt x="15058" y="43134"/>
                  </a:cubicBezTo>
                  <a:cubicBezTo>
                    <a:pt x="16723" y="43134"/>
                    <a:pt x="17967" y="42165"/>
                    <a:pt x="18388" y="40771"/>
                  </a:cubicBezTo>
                  <a:cubicBezTo>
                    <a:pt x="18976" y="38921"/>
                    <a:pt x="20808" y="38282"/>
                    <a:pt x="21482" y="37090"/>
                  </a:cubicBezTo>
                  <a:cubicBezTo>
                    <a:pt x="22174" y="35865"/>
                    <a:pt x="22770" y="35535"/>
                    <a:pt x="23579" y="35535"/>
                  </a:cubicBezTo>
                  <a:cubicBezTo>
                    <a:pt x="23899" y="35535"/>
                    <a:pt x="24254" y="35587"/>
                    <a:pt x="24661" y="35655"/>
                  </a:cubicBezTo>
                  <a:cubicBezTo>
                    <a:pt x="24682" y="35658"/>
                    <a:pt x="24703" y="35660"/>
                    <a:pt x="24725" y="35660"/>
                  </a:cubicBezTo>
                  <a:cubicBezTo>
                    <a:pt x="25065" y="35660"/>
                    <a:pt x="25513" y="35293"/>
                    <a:pt x="25854" y="35033"/>
                  </a:cubicBezTo>
                  <a:cubicBezTo>
                    <a:pt x="26267" y="34730"/>
                    <a:pt x="26584" y="34570"/>
                    <a:pt x="26849" y="34570"/>
                  </a:cubicBezTo>
                  <a:cubicBezTo>
                    <a:pt x="27249" y="34570"/>
                    <a:pt x="27529" y="34935"/>
                    <a:pt x="27841" y="35724"/>
                  </a:cubicBezTo>
                  <a:cubicBezTo>
                    <a:pt x="28325" y="36969"/>
                    <a:pt x="29742" y="37574"/>
                    <a:pt x="30952" y="38161"/>
                  </a:cubicBezTo>
                  <a:cubicBezTo>
                    <a:pt x="31712" y="38524"/>
                    <a:pt x="32732" y="38852"/>
                    <a:pt x="32680" y="39716"/>
                  </a:cubicBezTo>
                  <a:cubicBezTo>
                    <a:pt x="32594" y="40753"/>
                    <a:pt x="31488" y="40546"/>
                    <a:pt x="30710" y="40615"/>
                  </a:cubicBezTo>
                  <a:cubicBezTo>
                    <a:pt x="30312" y="40650"/>
                    <a:pt x="29794" y="40598"/>
                    <a:pt x="29673" y="41134"/>
                  </a:cubicBezTo>
                  <a:cubicBezTo>
                    <a:pt x="29552" y="41669"/>
                    <a:pt x="30036" y="41825"/>
                    <a:pt x="30382" y="42032"/>
                  </a:cubicBezTo>
                  <a:cubicBezTo>
                    <a:pt x="30898" y="42336"/>
                    <a:pt x="31474" y="42934"/>
                    <a:pt x="32011" y="42934"/>
                  </a:cubicBezTo>
                  <a:cubicBezTo>
                    <a:pt x="32175" y="42934"/>
                    <a:pt x="32336" y="42878"/>
                    <a:pt x="32490" y="42741"/>
                  </a:cubicBezTo>
                  <a:cubicBezTo>
                    <a:pt x="33354" y="41963"/>
                    <a:pt x="33890" y="40788"/>
                    <a:pt x="34512" y="39751"/>
                  </a:cubicBezTo>
                  <a:cubicBezTo>
                    <a:pt x="34586" y="39617"/>
                    <a:pt x="34289" y="39329"/>
                    <a:pt x="34602" y="39329"/>
                  </a:cubicBezTo>
                  <a:cubicBezTo>
                    <a:pt x="34653" y="39329"/>
                    <a:pt x="34719" y="39337"/>
                    <a:pt x="34806" y="39354"/>
                  </a:cubicBezTo>
                  <a:cubicBezTo>
                    <a:pt x="34890" y="39373"/>
                    <a:pt x="34965" y="39381"/>
                    <a:pt x="35031" y="39381"/>
                  </a:cubicBezTo>
                  <a:cubicBezTo>
                    <a:pt x="35567" y="39381"/>
                    <a:pt x="35557" y="38814"/>
                    <a:pt x="35341" y="38507"/>
                  </a:cubicBezTo>
                  <a:cubicBezTo>
                    <a:pt x="34806" y="37781"/>
                    <a:pt x="34546" y="36658"/>
                    <a:pt x="33561" y="36468"/>
                  </a:cubicBezTo>
                  <a:cubicBezTo>
                    <a:pt x="32248" y="36208"/>
                    <a:pt x="31591" y="35206"/>
                    <a:pt x="30727" y="34411"/>
                  </a:cubicBezTo>
                  <a:cubicBezTo>
                    <a:pt x="30468" y="34169"/>
                    <a:pt x="30278" y="33910"/>
                    <a:pt x="30485" y="33599"/>
                  </a:cubicBezTo>
                  <a:cubicBezTo>
                    <a:pt x="30551" y="33501"/>
                    <a:pt x="30628" y="33465"/>
                    <a:pt x="30705" y="33465"/>
                  </a:cubicBezTo>
                  <a:close/>
                  <a:moveTo>
                    <a:pt x="65829" y="50622"/>
                  </a:moveTo>
                  <a:cubicBezTo>
                    <a:pt x="66138" y="50622"/>
                    <a:pt x="66376" y="50877"/>
                    <a:pt x="66569" y="51209"/>
                  </a:cubicBezTo>
                  <a:cubicBezTo>
                    <a:pt x="67601" y="52923"/>
                    <a:pt x="68767" y="54401"/>
                    <a:pt x="70703" y="54401"/>
                  </a:cubicBezTo>
                  <a:cubicBezTo>
                    <a:pt x="71167" y="54401"/>
                    <a:pt x="71676" y="54316"/>
                    <a:pt x="72237" y="54129"/>
                  </a:cubicBezTo>
                  <a:cubicBezTo>
                    <a:pt x="72263" y="54119"/>
                    <a:pt x="72291" y="54114"/>
                    <a:pt x="72320" y="54114"/>
                  </a:cubicBezTo>
                  <a:cubicBezTo>
                    <a:pt x="72487" y="54114"/>
                    <a:pt x="72701" y="54260"/>
                    <a:pt x="72877" y="54319"/>
                  </a:cubicBezTo>
                  <a:cubicBezTo>
                    <a:pt x="72687" y="54406"/>
                    <a:pt x="72514" y="54527"/>
                    <a:pt x="72358" y="54665"/>
                  </a:cubicBezTo>
                  <a:lnTo>
                    <a:pt x="72358" y="54682"/>
                  </a:lnTo>
                  <a:cubicBezTo>
                    <a:pt x="71675" y="55659"/>
                    <a:pt x="71022" y="56681"/>
                    <a:pt x="69648" y="56681"/>
                  </a:cubicBezTo>
                  <a:cubicBezTo>
                    <a:pt x="69564" y="56681"/>
                    <a:pt x="69476" y="56678"/>
                    <a:pt x="69386" y="56669"/>
                  </a:cubicBezTo>
                  <a:cubicBezTo>
                    <a:pt x="69196" y="56600"/>
                    <a:pt x="68850" y="56549"/>
                    <a:pt x="68850" y="56445"/>
                  </a:cubicBezTo>
                  <a:cubicBezTo>
                    <a:pt x="68660" y="54216"/>
                    <a:pt x="66258" y="53559"/>
                    <a:pt x="65532" y="51727"/>
                  </a:cubicBezTo>
                  <a:cubicBezTo>
                    <a:pt x="65394" y="51381"/>
                    <a:pt x="64945" y="50932"/>
                    <a:pt x="65584" y="50673"/>
                  </a:cubicBezTo>
                  <a:cubicBezTo>
                    <a:pt x="65670" y="50638"/>
                    <a:pt x="65752" y="50622"/>
                    <a:pt x="65829" y="50622"/>
                  </a:cubicBezTo>
                  <a:close/>
                  <a:moveTo>
                    <a:pt x="50497" y="52695"/>
                  </a:moveTo>
                  <a:lnTo>
                    <a:pt x="50497" y="52695"/>
                  </a:lnTo>
                  <a:cubicBezTo>
                    <a:pt x="51016" y="52885"/>
                    <a:pt x="51863" y="52937"/>
                    <a:pt x="52001" y="53265"/>
                  </a:cubicBezTo>
                  <a:cubicBezTo>
                    <a:pt x="53055" y="55840"/>
                    <a:pt x="55734" y="57464"/>
                    <a:pt x="56114" y="60420"/>
                  </a:cubicBezTo>
                  <a:cubicBezTo>
                    <a:pt x="56252" y="61439"/>
                    <a:pt x="57323" y="61802"/>
                    <a:pt x="57859" y="62580"/>
                  </a:cubicBezTo>
                  <a:cubicBezTo>
                    <a:pt x="59294" y="64654"/>
                    <a:pt x="60106" y="66952"/>
                    <a:pt x="60763" y="69337"/>
                  </a:cubicBezTo>
                  <a:cubicBezTo>
                    <a:pt x="58533" y="67643"/>
                    <a:pt x="56615" y="65656"/>
                    <a:pt x="55336" y="63133"/>
                  </a:cubicBezTo>
                  <a:cubicBezTo>
                    <a:pt x="55198" y="62874"/>
                    <a:pt x="55008" y="62614"/>
                    <a:pt x="55008" y="62355"/>
                  </a:cubicBezTo>
                  <a:cubicBezTo>
                    <a:pt x="54990" y="58916"/>
                    <a:pt x="52139" y="56739"/>
                    <a:pt x="51189" y="53697"/>
                  </a:cubicBezTo>
                  <a:cubicBezTo>
                    <a:pt x="51085" y="53334"/>
                    <a:pt x="50739" y="53040"/>
                    <a:pt x="50497" y="52695"/>
                  </a:cubicBezTo>
                  <a:close/>
                  <a:moveTo>
                    <a:pt x="87976" y="1"/>
                  </a:moveTo>
                  <a:cubicBezTo>
                    <a:pt x="87018" y="1"/>
                    <a:pt x="85745" y="1010"/>
                    <a:pt x="84455" y="1127"/>
                  </a:cubicBezTo>
                  <a:cubicBezTo>
                    <a:pt x="83776" y="1176"/>
                    <a:pt x="83111" y="1512"/>
                    <a:pt x="82448" y="1512"/>
                  </a:cubicBezTo>
                  <a:cubicBezTo>
                    <a:pt x="82403" y="1512"/>
                    <a:pt x="82358" y="1511"/>
                    <a:pt x="82313" y="1507"/>
                  </a:cubicBezTo>
                  <a:cubicBezTo>
                    <a:pt x="82281" y="1506"/>
                    <a:pt x="82250" y="1506"/>
                    <a:pt x="82218" y="1506"/>
                  </a:cubicBezTo>
                  <a:cubicBezTo>
                    <a:pt x="80376" y="1506"/>
                    <a:pt x="79245" y="3375"/>
                    <a:pt x="77443" y="3375"/>
                  </a:cubicBezTo>
                  <a:cubicBezTo>
                    <a:pt x="77340" y="3375"/>
                    <a:pt x="77235" y="3369"/>
                    <a:pt x="77128" y="3356"/>
                  </a:cubicBezTo>
                  <a:cubicBezTo>
                    <a:pt x="77026" y="3344"/>
                    <a:pt x="76928" y="3335"/>
                    <a:pt x="76837" y="3335"/>
                  </a:cubicBezTo>
                  <a:cubicBezTo>
                    <a:pt x="76434" y="3335"/>
                    <a:pt x="76136" y="3491"/>
                    <a:pt x="75953" y="4082"/>
                  </a:cubicBezTo>
                  <a:cubicBezTo>
                    <a:pt x="75843" y="4459"/>
                    <a:pt x="75132" y="4980"/>
                    <a:pt x="74758" y="4980"/>
                  </a:cubicBezTo>
                  <a:cubicBezTo>
                    <a:pt x="74720" y="4980"/>
                    <a:pt x="74687" y="4974"/>
                    <a:pt x="74657" y="4964"/>
                  </a:cubicBezTo>
                  <a:cubicBezTo>
                    <a:pt x="73910" y="4715"/>
                    <a:pt x="73366" y="4590"/>
                    <a:pt x="73013" y="4590"/>
                  </a:cubicBezTo>
                  <a:cubicBezTo>
                    <a:pt x="72190" y="4590"/>
                    <a:pt x="72409" y="5268"/>
                    <a:pt x="73534" y="6623"/>
                  </a:cubicBezTo>
                  <a:cubicBezTo>
                    <a:pt x="73585" y="6692"/>
                    <a:pt x="73499" y="6882"/>
                    <a:pt x="73482" y="7003"/>
                  </a:cubicBezTo>
                  <a:cubicBezTo>
                    <a:pt x="73413" y="6968"/>
                    <a:pt x="73292" y="6951"/>
                    <a:pt x="73240" y="6882"/>
                  </a:cubicBezTo>
                  <a:cubicBezTo>
                    <a:pt x="72877" y="6381"/>
                    <a:pt x="72324" y="5914"/>
                    <a:pt x="72220" y="5344"/>
                  </a:cubicBezTo>
                  <a:cubicBezTo>
                    <a:pt x="72065" y="4531"/>
                    <a:pt x="71961" y="3840"/>
                    <a:pt x="71010" y="3650"/>
                  </a:cubicBezTo>
                  <a:cubicBezTo>
                    <a:pt x="70839" y="3615"/>
                    <a:pt x="70680" y="3599"/>
                    <a:pt x="70533" y="3599"/>
                  </a:cubicBezTo>
                  <a:cubicBezTo>
                    <a:pt x="69359" y="3599"/>
                    <a:pt x="68898" y="4626"/>
                    <a:pt x="68315" y="5517"/>
                  </a:cubicBezTo>
                  <a:cubicBezTo>
                    <a:pt x="67865" y="6208"/>
                    <a:pt x="68349" y="6536"/>
                    <a:pt x="68729" y="6934"/>
                  </a:cubicBezTo>
                  <a:cubicBezTo>
                    <a:pt x="68798" y="7003"/>
                    <a:pt x="68850" y="7089"/>
                    <a:pt x="68902" y="7176"/>
                  </a:cubicBezTo>
                  <a:cubicBezTo>
                    <a:pt x="68817" y="7188"/>
                    <a:pt x="68731" y="7200"/>
                    <a:pt x="68645" y="7200"/>
                  </a:cubicBezTo>
                  <a:cubicBezTo>
                    <a:pt x="68610" y="7200"/>
                    <a:pt x="68575" y="7198"/>
                    <a:pt x="68539" y="7193"/>
                  </a:cubicBezTo>
                  <a:cubicBezTo>
                    <a:pt x="67376" y="7024"/>
                    <a:pt x="66212" y="6691"/>
                    <a:pt x="65033" y="6691"/>
                  </a:cubicBezTo>
                  <a:cubicBezTo>
                    <a:pt x="65003" y="6691"/>
                    <a:pt x="64974" y="6691"/>
                    <a:pt x="64945" y="6692"/>
                  </a:cubicBezTo>
                  <a:cubicBezTo>
                    <a:pt x="64584" y="6692"/>
                    <a:pt x="63909" y="6196"/>
                    <a:pt x="63437" y="6196"/>
                  </a:cubicBezTo>
                  <a:cubicBezTo>
                    <a:pt x="63072" y="6196"/>
                    <a:pt x="62827" y="6492"/>
                    <a:pt x="62940" y="7538"/>
                  </a:cubicBezTo>
                  <a:cubicBezTo>
                    <a:pt x="62940" y="7608"/>
                    <a:pt x="62525" y="7711"/>
                    <a:pt x="62283" y="7798"/>
                  </a:cubicBezTo>
                  <a:cubicBezTo>
                    <a:pt x="61879" y="7955"/>
                    <a:pt x="61464" y="8005"/>
                    <a:pt x="61043" y="8005"/>
                  </a:cubicBezTo>
                  <a:cubicBezTo>
                    <a:pt x="60325" y="8005"/>
                    <a:pt x="59591" y="7860"/>
                    <a:pt x="58870" y="7860"/>
                  </a:cubicBezTo>
                  <a:cubicBezTo>
                    <a:pt x="58295" y="7860"/>
                    <a:pt x="57729" y="7952"/>
                    <a:pt x="57185" y="8282"/>
                  </a:cubicBezTo>
                  <a:cubicBezTo>
                    <a:pt x="56736" y="8610"/>
                    <a:pt x="56304" y="8938"/>
                    <a:pt x="55837" y="9267"/>
                  </a:cubicBezTo>
                  <a:cubicBezTo>
                    <a:pt x="55671" y="9381"/>
                    <a:pt x="55417" y="9527"/>
                    <a:pt x="55226" y="9527"/>
                  </a:cubicBezTo>
                  <a:cubicBezTo>
                    <a:pt x="55100" y="9527"/>
                    <a:pt x="55001" y="9463"/>
                    <a:pt x="54973" y="9284"/>
                  </a:cubicBezTo>
                  <a:cubicBezTo>
                    <a:pt x="54819" y="8258"/>
                    <a:pt x="54209" y="8003"/>
                    <a:pt x="53545" y="8003"/>
                  </a:cubicBezTo>
                  <a:cubicBezTo>
                    <a:pt x="53313" y="8003"/>
                    <a:pt x="53075" y="8034"/>
                    <a:pt x="52848" y="8074"/>
                  </a:cubicBezTo>
                  <a:cubicBezTo>
                    <a:pt x="51897" y="8264"/>
                    <a:pt x="52416" y="9232"/>
                    <a:pt x="52295" y="9854"/>
                  </a:cubicBezTo>
                  <a:cubicBezTo>
                    <a:pt x="52156" y="10615"/>
                    <a:pt x="51344" y="10096"/>
                    <a:pt x="50998" y="10545"/>
                  </a:cubicBezTo>
                  <a:cubicBezTo>
                    <a:pt x="50949" y="10609"/>
                    <a:pt x="50910" y="10635"/>
                    <a:pt x="50880" y="10635"/>
                  </a:cubicBezTo>
                  <a:cubicBezTo>
                    <a:pt x="50805" y="10635"/>
                    <a:pt x="50789" y="10469"/>
                    <a:pt x="50826" y="10321"/>
                  </a:cubicBezTo>
                  <a:cubicBezTo>
                    <a:pt x="51033" y="8990"/>
                    <a:pt x="50221" y="8541"/>
                    <a:pt x="49115" y="8161"/>
                  </a:cubicBezTo>
                  <a:cubicBezTo>
                    <a:pt x="46903" y="7400"/>
                    <a:pt x="44535" y="7176"/>
                    <a:pt x="42392" y="6070"/>
                  </a:cubicBezTo>
                  <a:cubicBezTo>
                    <a:pt x="41667" y="5697"/>
                    <a:pt x="40852" y="5536"/>
                    <a:pt x="40032" y="5536"/>
                  </a:cubicBezTo>
                  <a:cubicBezTo>
                    <a:pt x="39367" y="5536"/>
                    <a:pt x="38699" y="5642"/>
                    <a:pt x="38072" y="5828"/>
                  </a:cubicBezTo>
                  <a:cubicBezTo>
                    <a:pt x="36033" y="6432"/>
                    <a:pt x="33838" y="6502"/>
                    <a:pt x="31989" y="7642"/>
                  </a:cubicBezTo>
                  <a:cubicBezTo>
                    <a:pt x="31263" y="8074"/>
                    <a:pt x="29206" y="7296"/>
                    <a:pt x="30226" y="9457"/>
                  </a:cubicBezTo>
                  <a:cubicBezTo>
                    <a:pt x="30278" y="9578"/>
                    <a:pt x="29984" y="9854"/>
                    <a:pt x="29863" y="10079"/>
                  </a:cubicBezTo>
                  <a:cubicBezTo>
                    <a:pt x="28653" y="12412"/>
                    <a:pt x="26234" y="13224"/>
                    <a:pt x="24229" y="14555"/>
                  </a:cubicBezTo>
                  <a:cubicBezTo>
                    <a:pt x="22536" y="15661"/>
                    <a:pt x="23486" y="17112"/>
                    <a:pt x="24022" y="18236"/>
                  </a:cubicBezTo>
                  <a:cubicBezTo>
                    <a:pt x="24328" y="18880"/>
                    <a:pt x="24972" y="19241"/>
                    <a:pt x="25627" y="19241"/>
                  </a:cubicBezTo>
                  <a:cubicBezTo>
                    <a:pt x="26008" y="19241"/>
                    <a:pt x="26393" y="19119"/>
                    <a:pt x="26718" y="18858"/>
                  </a:cubicBezTo>
                  <a:cubicBezTo>
                    <a:pt x="27228" y="18470"/>
                    <a:pt x="27609" y="18306"/>
                    <a:pt x="27903" y="18306"/>
                  </a:cubicBezTo>
                  <a:cubicBezTo>
                    <a:pt x="28524" y="18306"/>
                    <a:pt x="28748" y="19042"/>
                    <a:pt x="28947" y="19946"/>
                  </a:cubicBezTo>
                  <a:cubicBezTo>
                    <a:pt x="28982" y="20223"/>
                    <a:pt x="28999" y="20499"/>
                    <a:pt x="28982" y="20776"/>
                  </a:cubicBezTo>
                  <a:cubicBezTo>
                    <a:pt x="28774" y="20551"/>
                    <a:pt x="28446" y="20396"/>
                    <a:pt x="28342" y="20119"/>
                  </a:cubicBezTo>
                  <a:cubicBezTo>
                    <a:pt x="28124" y="19474"/>
                    <a:pt x="27849" y="19234"/>
                    <a:pt x="27528" y="19234"/>
                  </a:cubicBezTo>
                  <a:cubicBezTo>
                    <a:pt x="27212" y="19234"/>
                    <a:pt x="26853" y="19465"/>
                    <a:pt x="26459" y="19774"/>
                  </a:cubicBezTo>
                  <a:cubicBezTo>
                    <a:pt x="25646" y="20379"/>
                    <a:pt x="25958" y="21260"/>
                    <a:pt x="26130" y="21899"/>
                  </a:cubicBezTo>
                  <a:cubicBezTo>
                    <a:pt x="26459" y="23092"/>
                    <a:pt x="25802" y="23420"/>
                    <a:pt x="24938" y="23627"/>
                  </a:cubicBezTo>
                  <a:cubicBezTo>
                    <a:pt x="23901" y="23852"/>
                    <a:pt x="23072" y="24267"/>
                    <a:pt x="22553" y="25269"/>
                  </a:cubicBezTo>
                  <a:cubicBezTo>
                    <a:pt x="22273" y="25790"/>
                    <a:pt x="21682" y="26043"/>
                    <a:pt x="21157" y="26043"/>
                  </a:cubicBezTo>
                  <a:cubicBezTo>
                    <a:pt x="21003" y="26043"/>
                    <a:pt x="20855" y="26021"/>
                    <a:pt x="20721" y="25978"/>
                  </a:cubicBezTo>
                  <a:cubicBezTo>
                    <a:pt x="20116" y="25788"/>
                    <a:pt x="20963" y="25390"/>
                    <a:pt x="20946" y="24993"/>
                  </a:cubicBezTo>
                  <a:cubicBezTo>
                    <a:pt x="20929" y="24543"/>
                    <a:pt x="20738" y="24129"/>
                    <a:pt x="20410" y="23835"/>
                  </a:cubicBezTo>
                  <a:cubicBezTo>
                    <a:pt x="19477" y="22798"/>
                    <a:pt x="18354" y="21709"/>
                    <a:pt x="18215" y="20327"/>
                  </a:cubicBezTo>
                  <a:cubicBezTo>
                    <a:pt x="18098" y="19205"/>
                    <a:pt x="17332" y="17921"/>
                    <a:pt x="16200" y="17921"/>
                  </a:cubicBezTo>
                  <a:cubicBezTo>
                    <a:pt x="16163" y="17921"/>
                    <a:pt x="16127" y="17922"/>
                    <a:pt x="16090" y="17925"/>
                  </a:cubicBezTo>
                  <a:cubicBezTo>
                    <a:pt x="15105" y="17976"/>
                    <a:pt x="14068" y="18391"/>
                    <a:pt x="13930" y="19221"/>
                  </a:cubicBezTo>
                  <a:cubicBezTo>
                    <a:pt x="13670" y="20430"/>
                    <a:pt x="14137" y="21709"/>
                    <a:pt x="15122" y="22470"/>
                  </a:cubicBezTo>
                  <a:cubicBezTo>
                    <a:pt x="15952" y="23109"/>
                    <a:pt x="15952" y="23161"/>
                    <a:pt x="15589" y="23489"/>
                  </a:cubicBezTo>
                  <a:cubicBezTo>
                    <a:pt x="14448" y="24526"/>
                    <a:pt x="14915" y="26116"/>
                    <a:pt x="14292" y="27377"/>
                  </a:cubicBezTo>
                  <a:cubicBezTo>
                    <a:pt x="14143" y="27687"/>
                    <a:pt x="14420" y="27822"/>
                    <a:pt x="14760" y="27822"/>
                  </a:cubicBezTo>
                  <a:cubicBezTo>
                    <a:pt x="14932" y="27822"/>
                    <a:pt x="15121" y="27787"/>
                    <a:pt x="15278" y="27723"/>
                  </a:cubicBezTo>
                  <a:cubicBezTo>
                    <a:pt x="16510" y="27249"/>
                    <a:pt x="17772" y="26919"/>
                    <a:pt x="19089" y="26919"/>
                  </a:cubicBezTo>
                  <a:cubicBezTo>
                    <a:pt x="19212" y="26919"/>
                    <a:pt x="19336" y="26922"/>
                    <a:pt x="19460" y="26928"/>
                  </a:cubicBezTo>
                  <a:lnTo>
                    <a:pt x="19874" y="26928"/>
                  </a:lnTo>
                  <a:cubicBezTo>
                    <a:pt x="19840" y="26997"/>
                    <a:pt x="19823" y="27136"/>
                    <a:pt x="19753" y="27153"/>
                  </a:cubicBezTo>
                  <a:cubicBezTo>
                    <a:pt x="18630" y="27585"/>
                    <a:pt x="17507" y="28138"/>
                    <a:pt x="16349" y="28414"/>
                  </a:cubicBezTo>
                  <a:cubicBezTo>
                    <a:pt x="15692" y="28570"/>
                    <a:pt x="14915" y="28432"/>
                    <a:pt x="14707" y="29209"/>
                  </a:cubicBezTo>
                  <a:cubicBezTo>
                    <a:pt x="14500" y="30004"/>
                    <a:pt x="15260" y="30194"/>
                    <a:pt x="15813" y="30505"/>
                  </a:cubicBezTo>
                  <a:cubicBezTo>
                    <a:pt x="17161" y="31318"/>
                    <a:pt x="17369" y="32493"/>
                    <a:pt x="16867" y="33910"/>
                  </a:cubicBezTo>
                  <a:cubicBezTo>
                    <a:pt x="16664" y="34503"/>
                    <a:pt x="16349" y="34660"/>
                    <a:pt x="15995" y="34660"/>
                  </a:cubicBezTo>
                  <a:cubicBezTo>
                    <a:pt x="15626" y="34660"/>
                    <a:pt x="15216" y="34489"/>
                    <a:pt x="14846" y="34463"/>
                  </a:cubicBezTo>
                  <a:cubicBezTo>
                    <a:pt x="13916" y="34396"/>
                    <a:pt x="12987" y="34203"/>
                    <a:pt x="12042" y="34203"/>
                  </a:cubicBezTo>
                  <a:cubicBezTo>
                    <a:pt x="12003" y="34203"/>
                    <a:pt x="11964" y="34203"/>
                    <a:pt x="11925" y="34204"/>
                  </a:cubicBezTo>
                  <a:cubicBezTo>
                    <a:pt x="10957" y="34221"/>
                    <a:pt x="9834" y="34446"/>
                    <a:pt x="9989" y="35759"/>
                  </a:cubicBezTo>
                  <a:cubicBezTo>
                    <a:pt x="10128" y="37072"/>
                    <a:pt x="9834" y="38196"/>
                    <a:pt x="9592" y="39440"/>
                  </a:cubicBezTo>
                  <a:cubicBezTo>
                    <a:pt x="9385" y="40425"/>
                    <a:pt x="8693" y="42136"/>
                    <a:pt x="10542" y="42464"/>
                  </a:cubicBezTo>
                  <a:cubicBezTo>
                    <a:pt x="12305" y="42758"/>
                    <a:pt x="12668" y="43173"/>
                    <a:pt x="11735" y="44693"/>
                  </a:cubicBezTo>
                  <a:cubicBezTo>
                    <a:pt x="11389" y="45298"/>
                    <a:pt x="10888" y="45817"/>
                    <a:pt x="10300" y="46180"/>
                  </a:cubicBezTo>
                  <a:cubicBezTo>
                    <a:pt x="9108" y="46871"/>
                    <a:pt x="8175" y="47752"/>
                    <a:pt x="8313" y="49342"/>
                  </a:cubicBezTo>
                  <a:cubicBezTo>
                    <a:pt x="8365" y="49964"/>
                    <a:pt x="8140" y="50707"/>
                    <a:pt x="7535" y="50967"/>
                  </a:cubicBezTo>
                  <a:cubicBezTo>
                    <a:pt x="5168" y="52021"/>
                    <a:pt x="3768" y="53991"/>
                    <a:pt x="2662" y="56168"/>
                  </a:cubicBezTo>
                  <a:cubicBezTo>
                    <a:pt x="1781" y="57931"/>
                    <a:pt x="122" y="59469"/>
                    <a:pt x="1279" y="61888"/>
                  </a:cubicBezTo>
                  <a:cubicBezTo>
                    <a:pt x="1936" y="63236"/>
                    <a:pt x="1573" y="64792"/>
                    <a:pt x="830" y="66209"/>
                  </a:cubicBezTo>
                  <a:cubicBezTo>
                    <a:pt x="1" y="67781"/>
                    <a:pt x="744" y="70477"/>
                    <a:pt x="2126" y="71687"/>
                  </a:cubicBezTo>
                  <a:cubicBezTo>
                    <a:pt x="2420" y="71946"/>
                    <a:pt x="2662" y="72240"/>
                    <a:pt x="2818" y="72586"/>
                  </a:cubicBezTo>
                  <a:cubicBezTo>
                    <a:pt x="4027" y="75040"/>
                    <a:pt x="5462" y="77303"/>
                    <a:pt x="7881" y="78755"/>
                  </a:cubicBezTo>
                  <a:cubicBezTo>
                    <a:pt x="8455" y="79100"/>
                    <a:pt x="9053" y="79742"/>
                    <a:pt x="9645" y="79742"/>
                  </a:cubicBezTo>
                  <a:cubicBezTo>
                    <a:pt x="9766" y="79742"/>
                    <a:pt x="9887" y="79715"/>
                    <a:pt x="10007" y="79654"/>
                  </a:cubicBezTo>
                  <a:cubicBezTo>
                    <a:pt x="12824" y="78254"/>
                    <a:pt x="16142" y="79844"/>
                    <a:pt x="18889" y="77874"/>
                  </a:cubicBezTo>
                  <a:cubicBezTo>
                    <a:pt x="19326" y="77562"/>
                    <a:pt x="19938" y="77352"/>
                    <a:pt x="20558" y="77352"/>
                  </a:cubicBezTo>
                  <a:cubicBezTo>
                    <a:pt x="21313" y="77352"/>
                    <a:pt x="22079" y="77663"/>
                    <a:pt x="22553" y="78479"/>
                  </a:cubicBezTo>
                  <a:cubicBezTo>
                    <a:pt x="23034" y="79313"/>
                    <a:pt x="23538" y="79650"/>
                    <a:pt x="24283" y="79650"/>
                  </a:cubicBezTo>
                  <a:cubicBezTo>
                    <a:pt x="24448" y="79650"/>
                    <a:pt x="24626" y="79633"/>
                    <a:pt x="24817" y="79602"/>
                  </a:cubicBezTo>
                  <a:cubicBezTo>
                    <a:pt x="24994" y="79574"/>
                    <a:pt x="25161" y="79561"/>
                    <a:pt x="25317" y="79561"/>
                  </a:cubicBezTo>
                  <a:cubicBezTo>
                    <a:pt x="26715" y="79561"/>
                    <a:pt x="27271" y="80640"/>
                    <a:pt x="26960" y="82194"/>
                  </a:cubicBezTo>
                  <a:cubicBezTo>
                    <a:pt x="26683" y="83611"/>
                    <a:pt x="25750" y="85218"/>
                    <a:pt x="26545" y="86480"/>
                  </a:cubicBezTo>
                  <a:cubicBezTo>
                    <a:pt x="27461" y="87966"/>
                    <a:pt x="28515" y="89400"/>
                    <a:pt x="29206" y="90973"/>
                  </a:cubicBezTo>
                  <a:cubicBezTo>
                    <a:pt x="30416" y="93721"/>
                    <a:pt x="31298" y="96641"/>
                    <a:pt x="29777" y="99631"/>
                  </a:cubicBezTo>
                  <a:cubicBezTo>
                    <a:pt x="28809" y="101515"/>
                    <a:pt x="28619" y="103502"/>
                    <a:pt x="29535" y="105369"/>
                  </a:cubicBezTo>
                  <a:cubicBezTo>
                    <a:pt x="30503" y="107321"/>
                    <a:pt x="31228" y="109274"/>
                    <a:pt x="31488" y="111469"/>
                  </a:cubicBezTo>
                  <a:cubicBezTo>
                    <a:pt x="31712" y="113456"/>
                    <a:pt x="31695" y="115599"/>
                    <a:pt x="33371" y="117172"/>
                  </a:cubicBezTo>
                  <a:cubicBezTo>
                    <a:pt x="34322" y="118088"/>
                    <a:pt x="34581" y="119436"/>
                    <a:pt x="35013" y="120645"/>
                  </a:cubicBezTo>
                  <a:cubicBezTo>
                    <a:pt x="35393" y="121717"/>
                    <a:pt x="34546" y="123065"/>
                    <a:pt x="35843" y="123998"/>
                  </a:cubicBezTo>
                  <a:cubicBezTo>
                    <a:pt x="36206" y="124270"/>
                    <a:pt x="36549" y="124368"/>
                    <a:pt x="36881" y="124368"/>
                  </a:cubicBezTo>
                  <a:cubicBezTo>
                    <a:pt x="37735" y="124368"/>
                    <a:pt x="38515" y="123721"/>
                    <a:pt x="39372" y="123721"/>
                  </a:cubicBezTo>
                  <a:cubicBezTo>
                    <a:pt x="39388" y="123721"/>
                    <a:pt x="39404" y="123721"/>
                    <a:pt x="39420" y="123721"/>
                  </a:cubicBezTo>
                  <a:cubicBezTo>
                    <a:pt x="39526" y="123724"/>
                    <a:pt x="39630" y="123725"/>
                    <a:pt x="39734" y="123725"/>
                  </a:cubicBezTo>
                  <a:cubicBezTo>
                    <a:pt x="44937" y="123725"/>
                    <a:pt x="47636" y="120353"/>
                    <a:pt x="49754" y="116100"/>
                  </a:cubicBezTo>
                  <a:cubicBezTo>
                    <a:pt x="50186" y="115236"/>
                    <a:pt x="49720" y="113957"/>
                    <a:pt x="50826" y="113508"/>
                  </a:cubicBezTo>
                  <a:cubicBezTo>
                    <a:pt x="52761" y="112713"/>
                    <a:pt x="53193" y="111175"/>
                    <a:pt x="52692" y="109499"/>
                  </a:cubicBezTo>
                  <a:cubicBezTo>
                    <a:pt x="51949" y="107028"/>
                    <a:pt x="53297" y="106112"/>
                    <a:pt x="55181" y="105282"/>
                  </a:cubicBezTo>
                  <a:cubicBezTo>
                    <a:pt x="57773" y="104107"/>
                    <a:pt x="59449" y="98370"/>
                    <a:pt x="57963" y="96071"/>
                  </a:cubicBezTo>
                  <a:cubicBezTo>
                    <a:pt x="56770" y="94239"/>
                    <a:pt x="57099" y="92217"/>
                    <a:pt x="57444" y="90316"/>
                  </a:cubicBezTo>
                  <a:cubicBezTo>
                    <a:pt x="57911" y="87621"/>
                    <a:pt x="59933" y="85823"/>
                    <a:pt x="61851" y="84164"/>
                  </a:cubicBezTo>
                  <a:cubicBezTo>
                    <a:pt x="65601" y="80915"/>
                    <a:pt x="68055" y="76992"/>
                    <a:pt x="69109" y="72171"/>
                  </a:cubicBezTo>
                  <a:cubicBezTo>
                    <a:pt x="69271" y="71459"/>
                    <a:pt x="69266" y="70656"/>
                    <a:pt x="68371" y="70656"/>
                  </a:cubicBezTo>
                  <a:cubicBezTo>
                    <a:pt x="68311" y="70656"/>
                    <a:pt x="68246" y="70660"/>
                    <a:pt x="68176" y="70667"/>
                  </a:cubicBezTo>
                  <a:cubicBezTo>
                    <a:pt x="67157" y="70788"/>
                    <a:pt x="66154" y="71151"/>
                    <a:pt x="65152" y="71462"/>
                  </a:cubicBezTo>
                  <a:cubicBezTo>
                    <a:pt x="63960" y="71826"/>
                    <a:pt x="63201" y="72060"/>
                    <a:pt x="62664" y="72060"/>
                  </a:cubicBezTo>
                  <a:cubicBezTo>
                    <a:pt x="61727" y="72060"/>
                    <a:pt x="61469" y="71346"/>
                    <a:pt x="60772" y="69363"/>
                  </a:cubicBezTo>
                  <a:lnTo>
                    <a:pt x="60772" y="69363"/>
                  </a:lnTo>
                  <a:cubicBezTo>
                    <a:pt x="61180" y="69747"/>
                    <a:pt x="61467" y="70422"/>
                    <a:pt x="62074" y="70422"/>
                  </a:cubicBezTo>
                  <a:cubicBezTo>
                    <a:pt x="62180" y="70422"/>
                    <a:pt x="62295" y="70402"/>
                    <a:pt x="62422" y="70356"/>
                  </a:cubicBezTo>
                  <a:cubicBezTo>
                    <a:pt x="63925" y="69769"/>
                    <a:pt x="65359" y="68957"/>
                    <a:pt x="66897" y="68455"/>
                  </a:cubicBezTo>
                  <a:cubicBezTo>
                    <a:pt x="68660" y="67868"/>
                    <a:pt x="69732" y="66209"/>
                    <a:pt x="71391" y="65639"/>
                  </a:cubicBezTo>
                  <a:cubicBezTo>
                    <a:pt x="73706" y="64844"/>
                    <a:pt x="76713" y="61716"/>
                    <a:pt x="76852" y="59383"/>
                  </a:cubicBezTo>
                  <a:cubicBezTo>
                    <a:pt x="76834" y="59072"/>
                    <a:pt x="76713" y="58778"/>
                    <a:pt x="76506" y="58553"/>
                  </a:cubicBezTo>
                  <a:cubicBezTo>
                    <a:pt x="75918" y="57810"/>
                    <a:pt x="75279" y="57153"/>
                    <a:pt x="74294" y="56894"/>
                  </a:cubicBezTo>
                  <a:cubicBezTo>
                    <a:pt x="73724" y="56739"/>
                    <a:pt x="73378" y="56151"/>
                    <a:pt x="73516" y="55581"/>
                  </a:cubicBezTo>
                  <a:cubicBezTo>
                    <a:pt x="73547" y="55481"/>
                    <a:pt x="73596" y="55443"/>
                    <a:pt x="73658" y="55443"/>
                  </a:cubicBezTo>
                  <a:cubicBezTo>
                    <a:pt x="73842" y="55443"/>
                    <a:pt x="74139" y="55775"/>
                    <a:pt x="74398" y="55788"/>
                  </a:cubicBezTo>
                  <a:cubicBezTo>
                    <a:pt x="75366" y="55855"/>
                    <a:pt x="76333" y="56083"/>
                    <a:pt x="77301" y="56083"/>
                  </a:cubicBezTo>
                  <a:cubicBezTo>
                    <a:pt x="77336" y="56083"/>
                    <a:pt x="77370" y="56083"/>
                    <a:pt x="77405" y="56082"/>
                  </a:cubicBezTo>
                  <a:cubicBezTo>
                    <a:pt x="77727" y="56077"/>
                    <a:pt x="78047" y="56073"/>
                    <a:pt x="78365" y="56073"/>
                  </a:cubicBezTo>
                  <a:cubicBezTo>
                    <a:pt x="81373" y="56073"/>
                    <a:pt x="84145" y="56432"/>
                    <a:pt x="85786" y="59746"/>
                  </a:cubicBezTo>
                  <a:cubicBezTo>
                    <a:pt x="86136" y="60461"/>
                    <a:pt x="86996" y="61297"/>
                    <a:pt x="88011" y="61297"/>
                  </a:cubicBezTo>
                  <a:cubicBezTo>
                    <a:pt x="88148" y="61297"/>
                    <a:pt x="88288" y="61282"/>
                    <a:pt x="88430" y="61249"/>
                  </a:cubicBezTo>
                  <a:cubicBezTo>
                    <a:pt x="88585" y="61214"/>
                    <a:pt x="88707" y="61197"/>
                    <a:pt x="88805" y="61197"/>
                  </a:cubicBezTo>
                  <a:cubicBezTo>
                    <a:pt x="89186" y="61197"/>
                    <a:pt x="89184" y="61451"/>
                    <a:pt x="89225" y="61837"/>
                  </a:cubicBezTo>
                  <a:cubicBezTo>
                    <a:pt x="89830" y="66554"/>
                    <a:pt x="91990" y="70685"/>
                    <a:pt x="94133" y="74832"/>
                  </a:cubicBezTo>
                  <a:cubicBezTo>
                    <a:pt x="94475" y="75487"/>
                    <a:pt x="94875" y="75911"/>
                    <a:pt x="95290" y="75911"/>
                  </a:cubicBezTo>
                  <a:cubicBezTo>
                    <a:pt x="95652" y="75911"/>
                    <a:pt x="96025" y="75588"/>
                    <a:pt x="96380" y="74815"/>
                  </a:cubicBezTo>
                  <a:cubicBezTo>
                    <a:pt x="96622" y="74297"/>
                    <a:pt x="97036" y="73847"/>
                    <a:pt x="97382" y="73381"/>
                  </a:cubicBezTo>
                  <a:lnTo>
                    <a:pt x="97538" y="73225"/>
                  </a:lnTo>
                  <a:cubicBezTo>
                    <a:pt x="98212" y="71618"/>
                    <a:pt x="98056" y="69993"/>
                    <a:pt x="97831" y="68317"/>
                  </a:cubicBezTo>
                  <a:cubicBezTo>
                    <a:pt x="97762" y="67833"/>
                    <a:pt x="97589" y="67211"/>
                    <a:pt x="98194" y="67073"/>
                  </a:cubicBezTo>
                  <a:cubicBezTo>
                    <a:pt x="99784" y="66693"/>
                    <a:pt x="100268" y="65258"/>
                    <a:pt x="101149" y="64187"/>
                  </a:cubicBezTo>
                  <a:cubicBezTo>
                    <a:pt x="102117" y="63029"/>
                    <a:pt x="103137" y="61629"/>
                    <a:pt x="104243" y="60903"/>
                  </a:cubicBezTo>
                  <a:cubicBezTo>
                    <a:pt x="104825" y="60515"/>
                    <a:pt x="105739" y="59942"/>
                    <a:pt x="106690" y="59942"/>
                  </a:cubicBezTo>
                  <a:cubicBezTo>
                    <a:pt x="107432" y="59942"/>
                    <a:pt x="108196" y="60292"/>
                    <a:pt x="108840" y="61353"/>
                  </a:cubicBezTo>
                  <a:cubicBezTo>
                    <a:pt x="109600" y="62632"/>
                    <a:pt x="110965" y="63565"/>
                    <a:pt x="111017" y="65258"/>
                  </a:cubicBezTo>
                  <a:cubicBezTo>
                    <a:pt x="111034" y="65777"/>
                    <a:pt x="110793" y="66433"/>
                    <a:pt x="111536" y="66693"/>
                  </a:cubicBezTo>
                  <a:cubicBezTo>
                    <a:pt x="111822" y="66788"/>
                    <a:pt x="112112" y="66862"/>
                    <a:pt x="112391" y="66862"/>
                  </a:cubicBezTo>
                  <a:cubicBezTo>
                    <a:pt x="112769" y="66862"/>
                    <a:pt x="113129" y="66727"/>
                    <a:pt x="113437" y="66330"/>
                  </a:cubicBezTo>
                  <a:cubicBezTo>
                    <a:pt x="113540" y="66205"/>
                    <a:pt x="113700" y="66031"/>
                    <a:pt x="113856" y="66031"/>
                  </a:cubicBezTo>
                  <a:cubicBezTo>
                    <a:pt x="113960" y="66031"/>
                    <a:pt x="114062" y="66109"/>
                    <a:pt x="114145" y="66330"/>
                  </a:cubicBezTo>
                  <a:cubicBezTo>
                    <a:pt x="114543" y="67470"/>
                    <a:pt x="114802" y="68663"/>
                    <a:pt x="115286" y="69769"/>
                  </a:cubicBezTo>
                  <a:cubicBezTo>
                    <a:pt x="116271" y="72033"/>
                    <a:pt x="114940" y="74677"/>
                    <a:pt x="116858" y="76871"/>
                  </a:cubicBezTo>
                  <a:cubicBezTo>
                    <a:pt x="118241" y="78461"/>
                    <a:pt x="118362" y="80915"/>
                    <a:pt x="119900" y="82540"/>
                  </a:cubicBezTo>
                  <a:cubicBezTo>
                    <a:pt x="120401" y="82799"/>
                    <a:pt x="120885" y="83058"/>
                    <a:pt x="121386" y="83300"/>
                  </a:cubicBezTo>
                  <a:cubicBezTo>
                    <a:pt x="121538" y="83368"/>
                    <a:pt x="121699" y="83403"/>
                    <a:pt x="121846" y="83403"/>
                  </a:cubicBezTo>
                  <a:cubicBezTo>
                    <a:pt x="122184" y="83403"/>
                    <a:pt x="122445" y="83219"/>
                    <a:pt x="122337" y="82834"/>
                  </a:cubicBezTo>
                  <a:cubicBezTo>
                    <a:pt x="121818" y="80915"/>
                    <a:pt x="121991" y="78790"/>
                    <a:pt x="119969" y="77355"/>
                  </a:cubicBezTo>
                  <a:cubicBezTo>
                    <a:pt x="118414" y="76249"/>
                    <a:pt x="117239" y="74521"/>
                    <a:pt x="117463" y="72378"/>
                  </a:cubicBezTo>
                  <a:cubicBezTo>
                    <a:pt x="117528" y="71821"/>
                    <a:pt x="116912" y="70437"/>
                    <a:pt x="117695" y="70437"/>
                  </a:cubicBezTo>
                  <a:cubicBezTo>
                    <a:pt x="117955" y="70437"/>
                    <a:pt x="118371" y="70590"/>
                    <a:pt x="119019" y="70979"/>
                  </a:cubicBezTo>
                  <a:cubicBezTo>
                    <a:pt x="120194" y="71704"/>
                    <a:pt x="121386" y="72655"/>
                    <a:pt x="121749" y="73605"/>
                  </a:cubicBezTo>
                  <a:cubicBezTo>
                    <a:pt x="122096" y="74553"/>
                    <a:pt x="122434" y="74868"/>
                    <a:pt x="122776" y="74868"/>
                  </a:cubicBezTo>
                  <a:cubicBezTo>
                    <a:pt x="123251" y="74868"/>
                    <a:pt x="123732" y="74261"/>
                    <a:pt x="124255" y="73899"/>
                  </a:cubicBezTo>
                  <a:cubicBezTo>
                    <a:pt x="124531" y="73709"/>
                    <a:pt x="124721" y="73363"/>
                    <a:pt x="125015" y="73208"/>
                  </a:cubicBezTo>
                  <a:cubicBezTo>
                    <a:pt x="126743" y="72292"/>
                    <a:pt x="127210" y="70961"/>
                    <a:pt x="126743" y="69043"/>
                  </a:cubicBezTo>
                  <a:cubicBezTo>
                    <a:pt x="126294" y="67159"/>
                    <a:pt x="125292" y="65725"/>
                    <a:pt x="123892" y="64533"/>
                  </a:cubicBezTo>
                  <a:cubicBezTo>
                    <a:pt x="122596" y="63409"/>
                    <a:pt x="122285" y="62459"/>
                    <a:pt x="123546" y="61059"/>
                  </a:cubicBezTo>
                  <a:cubicBezTo>
                    <a:pt x="123952" y="60621"/>
                    <a:pt x="124332" y="60388"/>
                    <a:pt x="124705" y="60388"/>
                  </a:cubicBezTo>
                  <a:cubicBezTo>
                    <a:pt x="124936" y="60388"/>
                    <a:pt x="125164" y="60477"/>
                    <a:pt x="125395" y="60661"/>
                  </a:cubicBezTo>
                  <a:cubicBezTo>
                    <a:pt x="126000" y="61145"/>
                    <a:pt x="125810" y="61750"/>
                    <a:pt x="125119" y="62234"/>
                  </a:cubicBezTo>
                  <a:cubicBezTo>
                    <a:pt x="124618" y="62580"/>
                    <a:pt x="124445" y="63219"/>
                    <a:pt x="125050" y="63651"/>
                  </a:cubicBezTo>
                  <a:cubicBezTo>
                    <a:pt x="125442" y="63952"/>
                    <a:pt x="125858" y="64171"/>
                    <a:pt x="126268" y="64171"/>
                  </a:cubicBezTo>
                  <a:cubicBezTo>
                    <a:pt x="126635" y="64171"/>
                    <a:pt x="126996" y="63996"/>
                    <a:pt x="127331" y="63547"/>
                  </a:cubicBezTo>
                  <a:cubicBezTo>
                    <a:pt x="127694" y="63046"/>
                    <a:pt x="128247" y="62407"/>
                    <a:pt x="127469" y="61940"/>
                  </a:cubicBezTo>
                  <a:cubicBezTo>
                    <a:pt x="126398" y="61318"/>
                    <a:pt x="127037" y="61042"/>
                    <a:pt x="127590" y="60696"/>
                  </a:cubicBezTo>
                  <a:cubicBezTo>
                    <a:pt x="130061" y="59210"/>
                    <a:pt x="133449" y="59106"/>
                    <a:pt x="134693" y="55788"/>
                  </a:cubicBezTo>
                  <a:cubicBezTo>
                    <a:pt x="135298" y="54146"/>
                    <a:pt x="136093" y="52591"/>
                    <a:pt x="135851" y="50725"/>
                  </a:cubicBezTo>
                  <a:cubicBezTo>
                    <a:pt x="135522" y="48288"/>
                    <a:pt x="133932" y="46629"/>
                    <a:pt x="132498" y="44918"/>
                  </a:cubicBezTo>
                  <a:cubicBezTo>
                    <a:pt x="131772" y="44054"/>
                    <a:pt x="131859" y="43622"/>
                    <a:pt x="132775" y="43173"/>
                  </a:cubicBezTo>
                  <a:cubicBezTo>
                    <a:pt x="133120" y="43017"/>
                    <a:pt x="133397" y="42793"/>
                    <a:pt x="133362" y="42378"/>
                  </a:cubicBezTo>
                  <a:cubicBezTo>
                    <a:pt x="133345" y="41980"/>
                    <a:pt x="133051" y="41635"/>
                    <a:pt x="132671" y="41548"/>
                  </a:cubicBezTo>
                  <a:cubicBezTo>
                    <a:pt x="132227" y="41462"/>
                    <a:pt x="131713" y="41297"/>
                    <a:pt x="131292" y="41297"/>
                  </a:cubicBezTo>
                  <a:cubicBezTo>
                    <a:pt x="131122" y="41297"/>
                    <a:pt x="130968" y="41323"/>
                    <a:pt x="130839" y="41393"/>
                  </a:cubicBezTo>
                  <a:cubicBezTo>
                    <a:pt x="130667" y="41486"/>
                    <a:pt x="130517" y="41524"/>
                    <a:pt x="130385" y="41524"/>
                  </a:cubicBezTo>
                  <a:cubicBezTo>
                    <a:pt x="129751" y="41524"/>
                    <a:pt x="129496" y="40648"/>
                    <a:pt x="128935" y="40648"/>
                  </a:cubicBezTo>
                  <a:cubicBezTo>
                    <a:pt x="128871" y="40648"/>
                    <a:pt x="128804" y="40659"/>
                    <a:pt x="128731" y="40684"/>
                  </a:cubicBezTo>
                  <a:cubicBezTo>
                    <a:pt x="129025" y="40425"/>
                    <a:pt x="129336" y="40166"/>
                    <a:pt x="129612" y="39889"/>
                  </a:cubicBezTo>
                  <a:cubicBezTo>
                    <a:pt x="129699" y="39786"/>
                    <a:pt x="129768" y="39647"/>
                    <a:pt x="129802" y="39509"/>
                  </a:cubicBezTo>
                  <a:cubicBezTo>
                    <a:pt x="129896" y="39229"/>
                    <a:pt x="130059" y="38963"/>
                    <a:pt x="130355" y="38963"/>
                  </a:cubicBezTo>
                  <a:cubicBezTo>
                    <a:pt x="130388" y="38963"/>
                    <a:pt x="130423" y="38966"/>
                    <a:pt x="130459" y="38973"/>
                  </a:cubicBezTo>
                  <a:cubicBezTo>
                    <a:pt x="130822" y="39025"/>
                    <a:pt x="130718" y="39405"/>
                    <a:pt x="130753" y="39665"/>
                  </a:cubicBezTo>
                  <a:cubicBezTo>
                    <a:pt x="130885" y="40368"/>
                    <a:pt x="131150" y="40680"/>
                    <a:pt x="131522" y="40680"/>
                  </a:cubicBezTo>
                  <a:cubicBezTo>
                    <a:pt x="131781" y="40680"/>
                    <a:pt x="132092" y="40529"/>
                    <a:pt x="132446" y="40252"/>
                  </a:cubicBezTo>
                  <a:cubicBezTo>
                    <a:pt x="132816" y="39963"/>
                    <a:pt x="133198" y="39825"/>
                    <a:pt x="133552" y="39825"/>
                  </a:cubicBezTo>
                  <a:cubicBezTo>
                    <a:pt x="134190" y="39825"/>
                    <a:pt x="134735" y="40276"/>
                    <a:pt x="134935" y="41099"/>
                  </a:cubicBezTo>
                  <a:cubicBezTo>
                    <a:pt x="135004" y="41410"/>
                    <a:pt x="135246" y="41911"/>
                    <a:pt x="135436" y="41928"/>
                  </a:cubicBezTo>
                  <a:cubicBezTo>
                    <a:pt x="136836" y="42067"/>
                    <a:pt x="137130" y="43259"/>
                    <a:pt x="137441" y="44192"/>
                  </a:cubicBezTo>
                  <a:cubicBezTo>
                    <a:pt x="137757" y="45176"/>
                    <a:pt x="138205" y="45491"/>
                    <a:pt x="138710" y="45491"/>
                  </a:cubicBezTo>
                  <a:cubicBezTo>
                    <a:pt x="139226" y="45491"/>
                    <a:pt x="139803" y="45163"/>
                    <a:pt x="140361" y="44884"/>
                  </a:cubicBezTo>
                  <a:cubicBezTo>
                    <a:pt x="141813" y="44175"/>
                    <a:pt x="140586" y="43363"/>
                    <a:pt x="140327" y="42654"/>
                  </a:cubicBezTo>
                  <a:cubicBezTo>
                    <a:pt x="140188" y="42188"/>
                    <a:pt x="139739" y="41773"/>
                    <a:pt x="139324" y="41479"/>
                  </a:cubicBezTo>
                  <a:cubicBezTo>
                    <a:pt x="137717" y="40356"/>
                    <a:pt x="137648" y="38921"/>
                    <a:pt x="138305" y="37245"/>
                  </a:cubicBezTo>
                  <a:cubicBezTo>
                    <a:pt x="138533" y="36644"/>
                    <a:pt x="138753" y="36160"/>
                    <a:pt x="139216" y="36160"/>
                  </a:cubicBezTo>
                  <a:cubicBezTo>
                    <a:pt x="139418" y="36160"/>
                    <a:pt x="139666" y="36252"/>
                    <a:pt x="139981" y="36468"/>
                  </a:cubicBezTo>
                  <a:cubicBezTo>
                    <a:pt x="140121" y="36569"/>
                    <a:pt x="140268" y="36617"/>
                    <a:pt x="140413" y="36617"/>
                  </a:cubicBezTo>
                  <a:cubicBezTo>
                    <a:pt x="140661" y="36617"/>
                    <a:pt x="140902" y="36477"/>
                    <a:pt x="141087" y="36226"/>
                  </a:cubicBezTo>
                  <a:cubicBezTo>
                    <a:pt x="142573" y="34255"/>
                    <a:pt x="142850" y="29797"/>
                    <a:pt x="141640" y="27706"/>
                  </a:cubicBezTo>
                  <a:cubicBezTo>
                    <a:pt x="141485" y="27447"/>
                    <a:pt x="141104" y="27187"/>
                    <a:pt x="141398" y="26807"/>
                  </a:cubicBezTo>
                  <a:lnTo>
                    <a:pt x="141398" y="26807"/>
                  </a:lnTo>
                  <a:cubicBezTo>
                    <a:pt x="141623" y="26997"/>
                    <a:pt x="141917" y="27153"/>
                    <a:pt x="142072" y="27395"/>
                  </a:cubicBezTo>
                  <a:cubicBezTo>
                    <a:pt x="142988" y="28812"/>
                    <a:pt x="143869" y="30229"/>
                    <a:pt x="144733" y="31663"/>
                  </a:cubicBezTo>
                  <a:cubicBezTo>
                    <a:pt x="144984" y="32062"/>
                    <a:pt x="145261" y="32460"/>
                    <a:pt x="145713" y="32460"/>
                  </a:cubicBezTo>
                  <a:cubicBezTo>
                    <a:pt x="145790" y="32460"/>
                    <a:pt x="145872" y="32449"/>
                    <a:pt x="145960" y="32424"/>
                  </a:cubicBezTo>
                  <a:cubicBezTo>
                    <a:pt x="146323" y="32320"/>
                    <a:pt x="146825" y="32043"/>
                    <a:pt x="146928" y="31750"/>
                  </a:cubicBezTo>
                  <a:cubicBezTo>
                    <a:pt x="147118" y="31197"/>
                    <a:pt x="146496" y="30972"/>
                    <a:pt x="146151" y="30644"/>
                  </a:cubicBezTo>
                  <a:cubicBezTo>
                    <a:pt x="145805" y="30298"/>
                    <a:pt x="144889" y="29935"/>
                    <a:pt x="145511" y="29348"/>
                  </a:cubicBezTo>
                  <a:cubicBezTo>
                    <a:pt x="146220" y="28674"/>
                    <a:pt x="145701" y="28363"/>
                    <a:pt x="145373" y="27982"/>
                  </a:cubicBezTo>
                  <a:cubicBezTo>
                    <a:pt x="144924" y="27464"/>
                    <a:pt x="144353" y="27049"/>
                    <a:pt x="143904" y="26513"/>
                  </a:cubicBezTo>
                  <a:cubicBezTo>
                    <a:pt x="142452" y="24803"/>
                    <a:pt x="140309" y="24008"/>
                    <a:pt x="138927" y="23455"/>
                  </a:cubicBezTo>
                  <a:cubicBezTo>
                    <a:pt x="137233" y="22781"/>
                    <a:pt x="135350" y="23368"/>
                    <a:pt x="133794" y="22349"/>
                  </a:cubicBezTo>
                  <a:cubicBezTo>
                    <a:pt x="133621" y="22228"/>
                    <a:pt x="133120" y="22141"/>
                    <a:pt x="133379" y="21934"/>
                  </a:cubicBezTo>
                  <a:cubicBezTo>
                    <a:pt x="134416" y="21156"/>
                    <a:pt x="134192" y="19843"/>
                    <a:pt x="134814" y="18910"/>
                  </a:cubicBezTo>
                  <a:cubicBezTo>
                    <a:pt x="135183" y="18357"/>
                    <a:pt x="137525" y="17996"/>
                    <a:pt x="139389" y="17996"/>
                  </a:cubicBezTo>
                  <a:cubicBezTo>
                    <a:pt x="140321" y="17996"/>
                    <a:pt x="141133" y="18086"/>
                    <a:pt x="141519" y="18287"/>
                  </a:cubicBezTo>
                  <a:cubicBezTo>
                    <a:pt x="141913" y="18491"/>
                    <a:pt x="142318" y="18567"/>
                    <a:pt x="142722" y="18567"/>
                  </a:cubicBezTo>
                  <a:cubicBezTo>
                    <a:pt x="143310" y="18567"/>
                    <a:pt x="143896" y="18407"/>
                    <a:pt x="144440" y="18253"/>
                  </a:cubicBezTo>
                  <a:cubicBezTo>
                    <a:pt x="145183" y="18028"/>
                    <a:pt x="144301" y="17320"/>
                    <a:pt x="144440" y="16905"/>
                  </a:cubicBezTo>
                  <a:cubicBezTo>
                    <a:pt x="144595" y="16473"/>
                    <a:pt x="144232" y="15764"/>
                    <a:pt x="144803" y="15626"/>
                  </a:cubicBezTo>
                  <a:cubicBezTo>
                    <a:pt x="144894" y="15602"/>
                    <a:pt x="144986" y="15590"/>
                    <a:pt x="145078" y="15590"/>
                  </a:cubicBezTo>
                  <a:cubicBezTo>
                    <a:pt x="145503" y="15590"/>
                    <a:pt x="145922" y="15838"/>
                    <a:pt x="146306" y="16179"/>
                  </a:cubicBezTo>
                  <a:cubicBezTo>
                    <a:pt x="146709" y="16532"/>
                    <a:pt x="147171" y="16997"/>
                    <a:pt x="147617" y="16997"/>
                  </a:cubicBezTo>
                  <a:cubicBezTo>
                    <a:pt x="147935" y="16997"/>
                    <a:pt x="148244" y="16760"/>
                    <a:pt x="148518" y="16075"/>
                  </a:cubicBezTo>
                  <a:cubicBezTo>
                    <a:pt x="148584" y="15900"/>
                    <a:pt x="148692" y="15801"/>
                    <a:pt x="148828" y="15801"/>
                  </a:cubicBezTo>
                  <a:cubicBezTo>
                    <a:pt x="148906" y="15801"/>
                    <a:pt x="148994" y="15833"/>
                    <a:pt x="149088" y="15903"/>
                  </a:cubicBezTo>
                  <a:cubicBezTo>
                    <a:pt x="149348" y="16110"/>
                    <a:pt x="149348" y="16335"/>
                    <a:pt x="149192" y="16646"/>
                  </a:cubicBezTo>
                  <a:cubicBezTo>
                    <a:pt x="148743" y="17596"/>
                    <a:pt x="147965" y="18547"/>
                    <a:pt x="147965" y="19497"/>
                  </a:cubicBezTo>
                  <a:cubicBezTo>
                    <a:pt x="147931" y="21122"/>
                    <a:pt x="148708" y="22677"/>
                    <a:pt x="150022" y="23627"/>
                  </a:cubicBezTo>
                  <a:cubicBezTo>
                    <a:pt x="151231" y="24561"/>
                    <a:pt x="152631" y="25269"/>
                    <a:pt x="153582" y="26513"/>
                  </a:cubicBezTo>
                  <a:cubicBezTo>
                    <a:pt x="153835" y="26852"/>
                    <a:pt x="154112" y="27339"/>
                    <a:pt x="154580" y="27339"/>
                  </a:cubicBezTo>
                  <a:cubicBezTo>
                    <a:pt x="154686" y="27339"/>
                    <a:pt x="154802" y="27314"/>
                    <a:pt x="154930" y="27257"/>
                  </a:cubicBezTo>
                  <a:cubicBezTo>
                    <a:pt x="155621" y="26928"/>
                    <a:pt x="155673" y="26271"/>
                    <a:pt x="155604" y="25615"/>
                  </a:cubicBezTo>
                  <a:cubicBezTo>
                    <a:pt x="155448" y="24025"/>
                    <a:pt x="155863" y="22435"/>
                    <a:pt x="154739" y="20845"/>
                  </a:cubicBezTo>
                  <a:cubicBezTo>
                    <a:pt x="154065" y="19877"/>
                    <a:pt x="153772" y="18823"/>
                    <a:pt x="152406" y="18737"/>
                  </a:cubicBezTo>
                  <a:cubicBezTo>
                    <a:pt x="152044" y="18720"/>
                    <a:pt x="151940" y="18478"/>
                    <a:pt x="151888" y="18201"/>
                  </a:cubicBezTo>
                  <a:cubicBezTo>
                    <a:pt x="151820" y="17931"/>
                    <a:pt x="151918" y="17578"/>
                    <a:pt x="152229" y="17578"/>
                  </a:cubicBezTo>
                  <a:cubicBezTo>
                    <a:pt x="152236" y="17578"/>
                    <a:pt x="152243" y="17579"/>
                    <a:pt x="152251" y="17579"/>
                  </a:cubicBezTo>
                  <a:cubicBezTo>
                    <a:pt x="152284" y="17581"/>
                    <a:pt x="152317" y="17582"/>
                    <a:pt x="152350" y="17582"/>
                  </a:cubicBezTo>
                  <a:cubicBezTo>
                    <a:pt x="153000" y="17582"/>
                    <a:pt x="153628" y="17254"/>
                    <a:pt x="154277" y="17254"/>
                  </a:cubicBezTo>
                  <a:cubicBezTo>
                    <a:pt x="154558" y="17254"/>
                    <a:pt x="154844" y="17316"/>
                    <a:pt x="155137" y="17493"/>
                  </a:cubicBezTo>
                  <a:cubicBezTo>
                    <a:pt x="155393" y="17649"/>
                    <a:pt x="155627" y="17726"/>
                    <a:pt x="155836" y="17726"/>
                  </a:cubicBezTo>
                  <a:cubicBezTo>
                    <a:pt x="156249" y="17726"/>
                    <a:pt x="156566" y="17427"/>
                    <a:pt x="156761" y="16853"/>
                  </a:cubicBezTo>
                  <a:cubicBezTo>
                    <a:pt x="157072" y="15920"/>
                    <a:pt x="157954" y="15505"/>
                    <a:pt x="158662" y="15039"/>
                  </a:cubicBezTo>
                  <a:cubicBezTo>
                    <a:pt x="158771" y="14969"/>
                    <a:pt x="158912" y="14953"/>
                    <a:pt x="159064" y="14953"/>
                  </a:cubicBezTo>
                  <a:cubicBezTo>
                    <a:pt x="159192" y="14953"/>
                    <a:pt x="159327" y="14964"/>
                    <a:pt x="159458" y="14964"/>
                  </a:cubicBezTo>
                  <a:cubicBezTo>
                    <a:pt x="159792" y="14964"/>
                    <a:pt x="160100" y="14892"/>
                    <a:pt x="160183" y="14382"/>
                  </a:cubicBezTo>
                  <a:cubicBezTo>
                    <a:pt x="160304" y="13501"/>
                    <a:pt x="159475" y="13310"/>
                    <a:pt x="158887" y="12965"/>
                  </a:cubicBezTo>
                  <a:cubicBezTo>
                    <a:pt x="158662" y="12827"/>
                    <a:pt x="158334" y="12550"/>
                    <a:pt x="158351" y="12395"/>
                  </a:cubicBezTo>
                  <a:cubicBezTo>
                    <a:pt x="158404" y="12154"/>
                    <a:pt x="158582" y="12097"/>
                    <a:pt x="158776" y="12097"/>
                  </a:cubicBezTo>
                  <a:cubicBezTo>
                    <a:pt x="158903" y="12097"/>
                    <a:pt x="159037" y="12122"/>
                    <a:pt x="159146" y="12135"/>
                  </a:cubicBezTo>
                  <a:cubicBezTo>
                    <a:pt x="160460" y="12308"/>
                    <a:pt x="161652" y="12999"/>
                    <a:pt x="163017" y="12999"/>
                  </a:cubicBezTo>
                  <a:cubicBezTo>
                    <a:pt x="163570" y="12999"/>
                    <a:pt x="163795" y="12913"/>
                    <a:pt x="164002" y="12274"/>
                  </a:cubicBezTo>
                  <a:cubicBezTo>
                    <a:pt x="164745" y="10182"/>
                    <a:pt x="163311" y="10010"/>
                    <a:pt x="161998" y="9923"/>
                  </a:cubicBezTo>
                  <a:cubicBezTo>
                    <a:pt x="160218" y="9820"/>
                    <a:pt x="158438" y="9543"/>
                    <a:pt x="156710" y="9076"/>
                  </a:cubicBezTo>
                  <a:cubicBezTo>
                    <a:pt x="153313" y="8169"/>
                    <a:pt x="149984" y="6872"/>
                    <a:pt x="146431" y="6872"/>
                  </a:cubicBezTo>
                  <a:cubicBezTo>
                    <a:pt x="145249" y="6872"/>
                    <a:pt x="144041" y="7016"/>
                    <a:pt x="142798" y="7366"/>
                  </a:cubicBezTo>
                  <a:cubicBezTo>
                    <a:pt x="142441" y="7468"/>
                    <a:pt x="142044" y="7507"/>
                    <a:pt x="141624" y="7507"/>
                  </a:cubicBezTo>
                  <a:cubicBezTo>
                    <a:pt x="140475" y="7507"/>
                    <a:pt x="139148" y="7211"/>
                    <a:pt x="137959" y="7072"/>
                  </a:cubicBezTo>
                  <a:cubicBezTo>
                    <a:pt x="135760" y="6810"/>
                    <a:pt x="133765" y="5577"/>
                    <a:pt x="131513" y="5577"/>
                  </a:cubicBezTo>
                  <a:cubicBezTo>
                    <a:pt x="131235" y="5577"/>
                    <a:pt x="130953" y="5596"/>
                    <a:pt x="130666" y="5637"/>
                  </a:cubicBezTo>
                  <a:cubicBezTo>
                    <a:pt x="130197" y="5701"/>
                    <a:pt x="129713" y="5752"/>
                    <a:pt x="129231" y="5752"/>
                  </a:cubicBezTo>
                  <a:cubicBezTo>
                    <a:pt x="128525" y="5752"/>
                    <a:pt x="127823" y="5641"/>
                    <a:pt x="127175" y="5292"/>
                  </a:cubicBezTo>
                  <a:cubicBezTo>
                    <a:pt x="124583" y="3857"/>
                    <a:pt x="121352" y="4808"/>
                    <a:pt x="118811" y="3097"/>
                  </a:cubicBezTo>
                  <a:cubicBezTo>
                    <a:pt x="118623" y="2965"/>
                    <a:pt x="118385" y="2894"/>
                    <a:pt x="118144" y="2894"/>
                  </a:cubicBezTo>
                  <a:cubicBezTo>
                    <a:pt x="117786" y="2894"/>
                    <a:pt x="117421" y="3050"/>
                    <a:pt x="117204" y="3391"/>
                  </a:cubicBezTo>
                  <a:cubicBezTo>
                    <a:pt x="116737" y="4117"/>
                    <a:pt x="117601" y="4134"/>
                    <a:pt x="117930" y="4462"/>
                  </a:cubicBezTo>
                  <a:cubicBezTo>
                    <a:pt x="118103" y="4670"/>
                    <a:pt x="118154" y="4946"/>
                    <a:pt x="118068" y="5188"/>
                  </a:cubicBezTo>
                  <a:cubicBezTo>
                    <a:pt x="117958" y="5398"/>
                    <a:pt x="116241" y="5510"/>
                    <a:pt x="114740" y="5510"/>
                  </a:cubicBezTo>
                  <a:cubicBezTo>
                    <a:pt x="113645" y="5510"/>
                    <a:pt x="112664" y="5450"/>
                    <a:pt x="112503" y="5326"/>
                  </a:cubicBezTo>
                  <a:cubicBezTo>
                    <a:pt x="111242" y="4410"/>
                    <a:pt x="109825" y="3719"/>
                    <a:pt x="108321" y="3287"/>
                  </a:cubicBezTo>
                  <a:cubicBezTo>
                    <a:pt x="108108" y="3224"/>
                    <a:pt x="107902" y="3198"/>
                    <a:pt x="107703" y="3198"/>
                  </a:cubicBezTo>
                  <a:cubicBezTo>
                    <a:pt x="106742" y="3198"/>
                    <a:pt x="105934" y="3807"/>
                    <a:pt x="105084" y="3807"/>
                  </a:cubicBezTo>
                  <a:cubicBezTo>
                    <a:pt x="105000" y="3807"/>
                    <a:pt x="104915" y="3801"/>
                    <a:pt x="104830" y="3788"/>
                  </a:cubicBezTo>
                  <a:cubicBezTo>
                    <a:pt x="102083" y="3391"/>
                    <a:pt x="99266" y="3909"/>
                    <a:pt x="96760" y="1559"/>
                  </a:cubicBezTo>
                  <a:cubicBezTo>
                    <a:pt x="95295" y="185"/>
                    <a:pt x="93272" y="50"/>
                    <a:pt x="91223" y="50"/>
                  </a:cubicBezTo>
                  <a:cubicBezTo>
                    <a:pt x="90718" y="50"/>
                    <a:pt x="90212" y="58"/>
                    <a:pt x="89713" y="58"/>
                  </a:cubicBezTo>
                  <a:cubicBezTo>
                    <a:pt x="89152" y="58"/>
                    <a:pt x="88600" y="48"/>
                    <a:pt x="88067" y="4"/>
                  </a:cubicBezTo>
                  <a:cubicBezTo>
                    <a:pt x="88037" y="2"/>
                    <a:pt x="88007" y="1"/>
                    <a:pt x="8797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47" name="Google Shape;8347;p79"/>
            <p:cNvSpPr/>
            <p:nvPr/>
          </p:nvSpPr>
          <p:spPr>
            <a:xfrm>
              <a:off x="5913800" y="3523050"/>
              <a:ext cx="1109075" cy="813875"/>
            </a:xfrm>
            <a:custGeom>
              <a:rect b="b" l="l" r="r" t="t"/>
              <a:pathLst>
                <a:path extrusionOk="0" h="32555" w="44363">
                  <a:moveTo>
                    <a:pt x="28245" y="1"/>
                  </a:moveTo>
                  <a:cubicBezTo>
                    <a:pt x="27747" y="1"/>
                    <a:pt x="27602" y="373"/>
                    <a:pt x="27634" y="804"/>
                  </a:cubicBezTo>
                  <a:cubicBezTo>
                    <a:pt x="27737" y="2117"/>
                    <a:pt x="27979" y="3482"/>
                    <a:pt x="27996" y="4778"/>
                  </a:cubicBezTo>
                  <a:cubicBezTo>
                    <a:pt x="28014" y="5660"/>
                    <a:pt x="28567" y="7094"/>
                    <a:pt x="27634" y="7267"/>
                  </a:cubicBezTo>
                  <a:cubicBezTo>
                    <a:pt x="27521" y="7286"/>
                    <a:pt x="27406" y="7295"/>
                    <a:pt x="27290" y="7295"/>
                  </a:cubicBezTo>
                  <a:cubicBezTo>
                    <a:pt x="25431" y="7295"/>
                    <a:pt x="23230" y="4918"/>
                    <a:pt x="23555" y="3275"/>
                  </a:cubicBezTo>
                  <a:cubicBezTo>
                    <a:pt x="23754" y="2264"/>
                    <a:pt x="23333" y="1317"/>
                    <a:pt x="22034" y="1317"/>
                  </a:cubicBezTo>
                  <a:cubicBezTo>
                    <a:pt x="21978" y="1317"/>
                    <a:pt x="21920" y="1318"/>
                    <a:pt x="21862" y="1322"/>
                  </a:cubicBezTo>
                  <a:cubicBezTo>
                    <a:pt x="21814" y="1325"/>
                    <a:pt x="21765" y="1327"/>
                    <a:pt x="21716" y="1327"/>
                  </a:cubicBezTo>
                  <a:cubicBezTo>
                    <a:pt x="20777" y="1327"/>
                    <a:pt x="19668" y="752"/>
                    <a:pt x="18692" y="752"/>
                  </a:cubicBezTo>
                  <a:cubicBezTo>
                    <a:pt x="18107" y="752"/>
                    <a:pt x="17570" y="958"/>
                    <a:pt x="17144" y="1616"/>
                  </a:cubicBezTo>
                  <a:cubicBezTo>
                    <a:pt x="16642" y="2376"/>
                    <a:pt x="15295" y="2826"/>
                    <a:pt x="15191" y="4035"/>
                  </a:cubicBezTo>
                  <a:cubicBezTo>
                    <a:pt x="15162" y="4430"/>
                    <a:pt x="15144" y="4616"/>
                    <a:pt x="15002" y="4616"/>
                  </a:cubicBezTo>
                  <a:cubicBezTo>
                    <a:pt x="14889" y="4616"/>
                    <a:pt x="14698" y="4499"/>
                    <a:pt x="14361" y="4277"/>
                  </a:cubicBezTo>
                  <a:cubicBezTo>
                    <a:pt x="13724" y="3844"/>
                    <a:pt x="13113" y="3612"/>
                    <a:pt x="12606" y="3612"/>
                  </a:cubicBezTo>
                  <a:cubicBezTo>
                    <a:pt x="12042" y="3612"/>
                    <a:pt x="11607" y="3900"/>
                    <a:pt x="11406" y="4519"/>
                  </a:cubicBezTo>
                  <a:cubicBezTo>
                    <a:pt x="10784" y="6334"/>
                    <a:pt x="8710" y="7215"/>
                    <a:pt x="8624" y="9392"/>
                  </a:cubicBezTo>
                  <a:cubicBezTo>
                    <a:pt x="8607" y="10153"/>
                    <a:pt x="7933" y="10619"/>
                    <a:pt x="7086" y="10879"/>
                  </a:cubicBezTo>
                  <a:cubicBezTo>
                    <a:pt x="5669" y="11311"/>
                    <a:pt x="4355" y="11864"/>
                    <a:pt x="3007" y="12382"/>
                  </a:cubicBezTo>
                  <a:cubicBezTo>
                    <a:pt x="1003" y="13160"/>
                    <a:pt x="0" y="16910"/>
                    <a:pt x="1538" y="19018"/>
                  </a:cubicBezTo>
                  <a:cubicBezTo>
                    <a:pt x="2835" y="20798"/>
                    <a:pt x="3128" y="22595"/>
                    <a:pt x="3992" y="24375"/>
                  </a:cubicBezTo>
                  <a:cubicBezTo>
                    <a:pt x="4494" y="25360"/>
                    <a:pt x="4424" y="26276"/>
                    <a:pt x="3750" y="26950"/>
                  </a:cubicBezTo>
                  <a:cubicBezTo>
                    <a:pt x="3353" y="27348"/>
                    <a:pt x="3509" y="27797"/>
                    <a:pt x="4148" y="28298"/>
                  </a:cubicBezTo>
                  <a:cubicBezTo>
                    <a:pt x="5020" y="28962"/>
                    <a:pt x="5824" y="29302"/>
                    <a:pt x="6549" y="29302"/>
                  </a:cubicBezTo>
                  <a:cubicBezTo>
                    <a:pt x="7089" y="29302"/>
                    <a:pt x="7586" y="29114"/>
                    <a:pt x="8036" y="28730"/>
                  </a:cubicBezTo>
                  <a:cubicBezTo>
                    <a:pt x="8740" y="28095"/>
                    <a:pt x="9643" y="27747"/>
                    <a:pt x="10576" y="27747"/>
                  </a:cubicBezTo>
                  <a:cubicBezTo>
                    <a:pt x="10811" y="27747"/>
                    <a:pt x="11049" y="27769"/>
                    <a:pt x="11285" y="27814"/>
                  </a:cubicBezTo>
                  <a:cubicBezTo>
                    <a:pt x="11420" y="27836"/>
                    <a:pt x="11551" y="27846"/>
                    <a:pt x="11676" y="27846"/>
                  </a:cubicBezTo>
                  <a:cubicBezTo>
                    <a:pt x="12065" y="27846"/>
                    <a:pt x="12402" y="27743"/>
                    <a:pt x="12650" y="27521"/>
                  </a:cubicBezTo>
                  <a:cubicBezTo>
                    <a:pt x="14551" y="25793"/>
                    <a:pt x="17368" y="25343"/>
                    <a:pt x="20047" y="24790"/>
                  </a:cubicBezTo>
                  <a:cubicBezTo>
                    <a:pt x="20247" y="24746"/>
                    <a:pt x="20464" y="24721"/>
                    <a:pt x="20691" y="24721"/>
                  </a:cubicBezTo>
                  <a:cubicBezTo>
                    <a:pt x="21623" y="24721"/>
                    <a:pt x="22712" y="25150"/>
                    <a:pt x="23365" y="26484"/>
                  </a:cubicBezTo>
                  <a:cubicBezTo>
                    <a:pt x="23667" y="27105"/>
                    <a:pt x="23855" y="28198"/>
                    <a:pt x="25083" y="28198"/>
                  </a:cubicBezTo>
                  <a:cubicBezTo>
                    <a:pt x="25120" y="28198"/>
                    <a:pt x="25158" y="28197"/>
                    <a:pt x="25197" y="28195"/>
                  </a:cubicBezTo>
                  <a:cubicBezTo>
                    <a:pt x="25345" y="28183"/>
                    <a:pt x="25455" y="28022"/>
                    <a:pt x="25593" y="28022"/>
                  </a:cubicBezTo>
                  <a:cubicBezTo>
                    <a:pt x="25664" y="28022"/>
                    <a:pt x="25742" y="28065"/>
                    <a:pt x="25836" y="28195"/>
                  </a:cubicBezTo>
                  <a:cubicBezTo>
                    <a:pt x="25923" y="28298"/>
                    <a:pt x="25767" y="28592"/>
                    <a:pt x="25612" y="28713"/>
                  </a:cubicBezTo>
                  <a:cubicBezTo>
                    <a:pt x="25318" y="28938"/>
                    <a:pt x="24903" y="29128"/>
                    <a:pt x="25283" y="29646"/>
                  </a:cubicBezTo>
                  <a:cubicBezTo>
                    <a:pt x="25508" y="29871"/>
                    <a:pt x="25802" y="30026"/>
                    <a:pt x="26113" y="30078"/>
                  </a:cubicBezTo>
                  <a:cubicBezTo>
                    <a:pt x="26172" y="30086"/>
                    <a:pt x="26229" y="30090"/>
                    <a:pt x="26283" y="30090"/>
                  </a:cubicBezTo>
                  <a:cubicBezTo>
                    <a:pt x="26710" y="30090"/>
                    <a:pt x="27006" y="29856"/>
                    <a:pt x="27098" y="29473"/>
                  </a:cubicBezTo>
                  <a:cubicBezTo>
                    <a:pt x="27115" y="29335"/>
                    <a:pt x="27098" y="29197"/>
                    <a:pt x="27029" y="29076"/>
                  </a:cubicBezTo>
                  <a:cubicBezTo>
                    <a:pt x="26976" y="28903"/>
                    <a:pt x="26992" y="28848"/>
                    <a:pt x="27041" y="28848"/>
                  </a:cubicBezTo>
                  <a:cubicBezTo>
                    <a:pt x="27105" y="28848"/>
                    <a:pt x="27225" y="28941"/>
                    <a:pt x="27322" y="28990"/>
                  </a:cubicBezTo>
                  <a:cubicBezTo>
                    <a:pt x="27824" y="29266"/>
                    <a:pt x="28463" y="29473"/>
                    <a:pt x="28169" y="30113"/>
                  </a:cubicBezTo>
                  <a:cubicBezTo>
                    <a:pt x="27945" y="30597"/>
                    <a:pt x="28117" y="31029"/>
                    <a:pt x="28809" y="31461"/>
                  </a:cubicBezTo>
                  <a:cubicBezTo>
                    <a:pt x="30199" y="32318"/>
                    <a:pt x="31628" y="32554"/>
                    <a:pt x="32898" y="32554"/>
                  </a:cubicBezTo>
                  <a:cubicBezTo>
                    <a:pt x="33522" y="32554"/>
                    <a:pt x="34108" y="32497"/>
                    <a:pt x="34633" y="32429"/>
                  </a:cubicBezTo>
                  <a:cubicBezTo>
                    <a:pt x="36672" y="32135"/>
                    <a:pt x="39299" y="31824"/>
                    <a:pt x="39299" y="29145"/>
                  </a:cubicBezTo>
                  <a:cubicBezTo>
                    <a:pt x="39299" y="28938"/>
                    <a:pt x="39541" y="28799"/>
                    <a:pt x="39592" y="28575"/>
                  </a:cubicBezTo>
                  <a:cubicBezTo>
                    <a:pt x="40024" y="26968"/>
                    <a:pt x="41804" y="26363"/>
                    <a:pt x="42496" y="24998"/>
                  </a:cubicBezTo>
                  <a:cubicBezTo>
                    <a:pt x="44224" y="21559"/>
                    <a:pt x="44362" y="17722"/>
                    <a:pt x="40232" y="13661"/>
                  </a:cubicBezTo>
                  <a:cubicBezTo>
                    <a:pt x="38953" y="12399"/>
                    <a:pt x="38037" y="10671"/>
                    <a:pt x="36309" y="9859"/>
                  </a:cubicBezTo>
                  <a:cubicBezTo>
                    <a:pt x="34494" y="9012"/>
                    <a:pt x="34080" y="7716"/>
                    <a:pt x="33509" y="6472"/>
                  </a:cubicBezTo>
                  <a:cubicBezTo>
                    <a:pt x="33388" y="5608"/>
                    <a:pt x="33008" y="4761"/>
                    <a:pt x="32213" y="4346"/>
                  </a:cubicBezTo>
                  <a:cubicBezTo>
                    <a:pt x="30658" y="3465"/>
                    <a:pt x="30278" y="2100"/>
                    <a:pt x="29414" y="942"/>
                  </a:cubicBezTo>
                  <a:cubicBezTo>
                    <a:pt x="29120" y="544"/>
                    <a:pt x="28947" y="78"/>
                    <a:pt x="28377" y="9"/>
                  </a:cubicBezTo>
                  <a:cubicBezTo>
                    <a:pt x="28330" y="3"/>
                    <a:pt x="28287" y="1"/>
                    <a:pt x="2824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48" name="Google Shape;8348;p79"/>
            <p:cNvSpPr/>
            <p:nvPr/>
          </p:nvSpPr>
          <p:spPr>
            <a:xfrm>
              <a:off x="6442175" y="3238700"/>
              <a:ext cx="571625" cy="311800"/>
            </a:xfrm>
            <a:custGeom>
              <a:rect b="b" l="l" r="r" t="t"/>
              <a:pathLst>
                <a:path extrusionOk="0" h="12472" w="22865">
                  <a:moveTo>
                    <a:pt x="3070" y="1"/>
                  </a:moveTo>
                  <a:cubicBezTo>
                    <a:pt x="2939" y="1"/>
                    <a:pt x="2792" y="15"/>
                    <a:pt x="2627" y="46"/>
                  </a:cubicBezTo>
                  <a:cubicBezTo>
                    <a:pt x="1833" y="202"/>
                    <a:pt x="830" y="29"/>
                    <a:pt x="415" y="927"/>
                  </a:cubicBezTo>
                  <a:cubicBezTo>
                    <a:pt x="1" y="1826"/>
                    <a:pt x="934" y="1861"/>
                    <a:pt x="1400" y="2189"/>
                  </a:cubicBezTo>
                  <a:cubicBezTo>
                    <a:pt x="1504" y="2258"/>
                    <a:pt x="1366" y="2569"/>
                    <a:pt x="1435" y="2742"/>
                  </a:cubicBezTo>
                  <a:cubicBezTo>
                    <a:pt x="1757" y="3623"/>
                    <a:pt x="1963" y="4886"/>
                    <a:pt x="3062" y="4886"/>
                  </a:cubicBezTo>
                  <a:cubicBezTo>
                    <a:pt x="3084" y="4886"/>
                    <a:pt x="3106" y="4886"/>
                    <a:pt x="3129" y="4885"/>
                  </a:cubicBezTo>
                  <a:cubicBezTo>
                    <a:pt x="3207" y="4880"/>
                    <a:pt x="3284" y="4878"/>
                    <a:pt x="3360" y="4878"/>
                  </a:cubicBezTo>
                  <a:cubicBezTo>
                    <a:pt x="4698" y="4878"/>
                    <a:pt x="5731" y="5570"/>
                    <a:pt x="6810" y="6077"/>
                  </a:cubicBezTo>
                  <a:cubicBezTo>
                    <a:pt x="7328" y="6319"/>
                    <a:pt x="8019" y="7322"/>
                    <a:pt x="7207" y="8203"/>
                  </a:cubicBezTo>
                  <a:cubicBezTo>
                    <a:pt x="6913" y="8531"/>
                    <a:pt x="6948" y="8911"/>
                    <a:pt x="7121" y="9292"/>
                  </a:cubicBezTo>
                  <a:cubicBezTo>
                    <a:pt x="7274" y="9613"/>
                    <a:pt x="7597" y="9810"/>
                    <a:pt x="7934" y="9810"/>
                  </a:cubicBezTo>
                  <a:cubicBezTo>
                    <a:pt x="8014" y="9810"/>
                    <a:pt x="8095" y="9799"/>
                    <a:pt x="8175" y="9775"/>
                  </a:cubicBezTo>
                  <a:cubicBezTo>
                    <a:pt x="8275" y="9755"/>
                    <a:pt x="8368" y="9745"/>
                    <a:pt x="8457" y="9745"/>
                  </a:cubicBezTo>
                  <a:cubicBezTo>
                    <a:pt x="8811" y="9745"/>
                    <a:pt x="9087" y="9900"/>
                    <a:pt x="9419" y="10121"/>
                  </a:cubicBezTo>
                  <a:cubicBezTo>
                    <a:pt x="10079" y="10569"/>
                    <a:pt x="10930" y="10787"/>
                    <a:pt x="11688" y="10787"/>
                  </a:cubicBezTo>
                  <a:cubicBezTo>
                    <a:pt x="12538" y="10787"/>
                    <a:pt x="13270" y="10513"/>
                    <a:pt x="13480" y="9983"/>
                  </a:cubicBezTo>
                  <a:cubicBezTo>
                    <a:pt x="13648" y="9563"/>
                    <a:pt x="13555" y="9014"/>
                    <a:pt x="14230" y="9014"/>
                  </a:cubicBezTo>
                  <a:cubicBezTo>
                    <a:pt x="14250" y="9014"/>
                    <a:pt x="14271" y="9014"/>
                    <a:pt x="14293" y="9015"/>
                  </a:cubicBezTo>
                  <a:cubicBezTo>
                    <a:pt x="15036" y="9050"/>
                    <a:pt x="15381" y="9516"/>
                    <a:pt x="15450" y="10138"/>
                  </a:cubicBezTo>
                  <a:cubicBezTo>
                    <a:pt x="15640" y="11486"/>
                    <a:pt x="16522" y="11953"/>
                    <a:pt x="17697" y="11988"/>
                  </a:cubicBezTo>
                  <a:cubicBezTo>
                    <a:pt x="18224" y="11988"/>
                    <a:pt x="18870" y="12472"/>
                    <a:pt x="19366" y="12472"/>
                  </a:cubicBezTo>
                  <a:cubicBezTo>
                    <a:pt x="19602" y="12472"/>
                    <a:pt x="19804" y="12362"/>
                    <a:pt x="19944" y="12039"/>
                  </a:cubicBezTo>
                  <a:cubicBezTo>
                    <a:pt x="20289" y="11210"/>
                    <a:pt x="19287" y="10398"/>
                    <a:pt x="18596" y="9758"/>
                  </a:cubicBezTo>
                  <a:cubicBezTo>
                    <a:pt x="18164" y="9361"/>
                    <a:pt x="17420" y="8825"/>
                    <a:pt x="17749" y="8272"/>
                  </a:cubicBezTo>
                  <a:cubicBezTo>
                    <a:pt x="17984" y="7884"/>
                    <a:pt x="18253" y="7197"/>
                    <a:pt x="18937" y="7197"/>
                  </a:cubicBezTo>
                  <a:cubicBezTo>
                    <a:pt x="19107" y="7197"/>
                    <a:pt x="19302" y="7239"/>
                    <a:pt x="19529" y="7339"/>
                  </a:cubicBezTo>
                  <a:cubicBezTo>
                    <a:pt x="19732" y="7429"/>
                    <a:pt x="19935" y="7468"/>
                    <a:pt x="20135" y="7468"/>
                  </a:cubicBezTo>
                  <a:cubicBezTo>
                    <a:pt x="20854" y="7468"/>
                    <a:pt x="21544" y="6970"/>
                    <a:pt x="22138" y="6578"/>
                  </a:cubicBezTo>
                  <a:cubicBezTo>
                    <a:pt x="22795" y="6146"/>
                    <a:pt x="22864" y="5248"/>
                    <a:pt x="22311" y="4643"/>
                  </a:cubicBezTo>
                  <a:cubicBezTo>
                    <a:pt x="22115" y="4425"/>
                    <a:pt x="21948" y="4340"/>
                    <a:pt x="21799" y="4340"/>
                  </a:cubicBezTo>
                  <a:cubicBezTo>
                    <a:pt x="21465" y="4340"/>
                    <a:pt x="21227" y="4774"/>
                    <a:pt x="20963" y="5110"/>
                  </a:cubicBezTo>
                  <a:cubicBezTo>
                    <a:pt x="20756" y="5334"/>
                    <a:pt x="20479" y="5472"/>
                    <a:pt x="20168" y="5507"/>
                  </a:cubicBezTo>
                  <a:cubicBezTo>
                    <a:pt x="20112" y="5512"/>
                    <a:pt x="20051" y="5514"/>
                    <a:pt x="19986" y="5514"/>
                  </a:cubicBezTo>
                  <a:cubicBezTo>
                    <a:pt x="18639" y="5514"/>
                    <a:pt x="15548" y="4518"/>
                    <a:pt x="14344" y="3727"/>
                  </a:cubicBezTo>
                  <a:cubicBezTo>
                    <a:pt x="13999" y="3485"/>
                    <a:pt x="13636" y="3295"/>
                    <a:pt x="13238" y="3139"/>
                  </a:cubicBezTo>
                  <a:cubicBezTo>
                    <a:pt x="11925" y="2690"/>
                    <a:pt x="10473" y="2465"/>
                    <a:pt x="9298" y="1774"/>
                  </a:cubicBezTo>
                  <a:cubicBezTo>
                    <a:pt x="8770" y="1458"/>
                    <a:pt x="8301" y="1322"/>
                    <a:pt x="7877" y="1322"/>
                  </a:cubicBezTo>
                  <a:cubicBezTo>
                    <a:pt x="7093" y="1322"/>
                    <a:pt x="6459" y="1787"/>
                    <a:pt x="5876" y="2448"/>
                  </a:cubicBezTo>
                  <a:cubicBezTo>
                    <a:pt x="5497" y="2886"/>
                    <a:pt x="5240" y="3062"/>
                    <a:pt x="5050" y="3062"/>
                  </a:cubicBezTo>
                  <a:cubicBezTo>
                    <a:pt x="4739" y="3062"/>
                    <a:pt x="4614" y="2586"/>
                    <a:pt x="4442" y="2016"/>
                  </a:cubicBezTo>
                  <a:cubicBezTo>
                    <a:pt x="4193" y="1191"/>
                    <a:pt x="4266" y="1"/>
                    <a:pt x="307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49" name="Google Shape;8349;p79"/>
            <p:cNvSpPr/>
            <p:nvPr/>
          </p:nvSpPr>
          <p:spPr>
            <a:xfrm>
              <a:off x="5898675" y="3029225"/>
              <a:ext cx="282150" cy="318450"/>
            </a:xfrm>
            <a:custGeom>
              <a:rect b="b" l="l" r="r" t="t"/>
              <a:pathLst>
                <a:path extrusionOk="0" h="12738" w="11286">
                  <a:moveTo>
                    <a:pt x="8163" y="0"/>
                  </a:moveTo>
                  <a:cubicBezTo>
                    <a:pt x="7646" y="0"/>
                    <a:pt x="7307" y="634"/>
                    <a:pt x="7121" y="1115"/>
                  </a:cubicBezTo>
                  <a:cubicBezTo>
                    <a:pt x="6498" y="2618"/>
                    <a:pt x="5081" y="3362"/>
                    <a:pt x="4027" y="4450"/>
                  </a:cubicBezTo>
                  <a:cubicBezTo>
                    <a:pt x="3562" y="4916"/>
                    <a:pt x="2753" y="5709"/>
                    <a:pt x="2170" y="5709"/>
                  </a:cubicBezTo>
                  <a:cubicBezTo>
                    <a:pt x="2125" y="5709"/>
                    <a:pt x="2082" y="5704"/>
                    <a:pt x="2040" y="5695"/>
                  </a:cubicBezTo>
                  <a:cubicBezTo>
                    <a:pt x="1767" y="5631"/>
                    <a:pt x="1536" y="5602"/>
                    <a:pt x="1339" y="5602"/>
                  </a:cubicBezTo>
                  <a:cubicBezTo>
                    <a:pt x="150" y="5602"/>
                    <a:pt x="215" y="6659"/>
                    <a:pt x="52" y="7475"/>
                  </a:cubicBezTo>
                  <a:cubicBezTo>
                    <a:pt x="1" y="9410"/>
                    <a:pt x="1625" y="11518"/>
                    <a:pt x="3267" y="12123"/>
                  </a:cubicBezTo>
                  <a:cubicBezTo>
                    <a:pt x="3638" y="12262"/>
                    <a:pt x="4019" y="12277"/>
                    <a:pt x="4389" y="12277"/>
                  </a:cubicBezTo>
                  <a:cubicBezTo>
                    <a:pt x="4488" y="12277"/>
                    <a:pt x="4586" y="12276"/>
                    <a:pt x="4683" y="12276"/>
                  </a:cubicBezTo>
                  <a:cubicBezTo>
                    <a:pt x="5034" y="12276"/>
                    <a:pt x="5369" y="12290"/>
                    <a:pt x="5669" y="12417"/>
                  </a:cubicBezTo>
                  <a:cubicBezTo>
                    <a:pt x="6156" y="12630"/>
                    <a:pt x="6559" y="12738"/>
                    <a:pt x="6895" y="12738"/>
                  </a:cubicBezTo>
                  <a:cubicBezTo>
                    <a:pt x="7678" y="12738"/>
                    <a:pt x="8093" y="12148"/>
                    <a:pt x="8348" y="10914"/>
                  </a:cubicBezTo>
                  <a:cubicBezTo>
                    <a:pt x="8572" y="9773"/>
                    <a:pt x="9073" y="8235"/>
                    <a:pt x="9937" y="7786"/>
                  </a:cubicBezTo>
                  <a:cubicBezTo>
                    <a:pt x="11268" y="7094"/>
                    <a:pt x="10577" y="6697"/>
                    <a:pt x="10231" y="6023"/>
                  </a:cubicBezTo>
                  <a:cubicBezTo>
                    <a:pt x="9782" y="5124"/>
                    <a:pt x="8797" y="4278"/>
                    <a:pt x="10058" y="3189"/>
                  </a:cubicBezTo>
                  <a:cubicBezTo>
                    <a:pt x="10404" y="2895"/>
                    <a:pt x="11285" y="2618"/>
                    <a:pt x="10853" y="1945"/>
                  </a:cubicBezTo>
                  <a:cubicBezTo>
                    <a:pt x="10266" y="1063"/>
                    <a:pt x="9402" y="286"/>
                    <a:pt x="8348" y="26"/>
                  </a:cubicBezTo>
                  <a:cubicBezTo>
                    <a:pt x="8284" y="9"/>
                    <a:pt x="8222" y="0"/>
                    <a:pt x="816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50" name="Google Shape;8350;p79"/>
            <p:cNvSpPr/>
            <p:nvPr/>
          </p:nvSpPr>
          <p:spPr>
            <a:xfrm>
              <a:off x="5544400" y="3065225"/>
              <a:ext cx="541800" cy="430700"/>
            </a:xfrm>
            <a:custGeom>
              <a:rect b="b" l="l" r="r" t="t"/>
              <a:pathLst>
                <a:path extrusionOk="0" h="17228" w="21672">
                  <a:moveTo>
                    <a:pt x="7484" y="4583"/>
                  </a:moveTo>
                  <a:lnTo>
                    <a:pt x="7484" y="4583"/>
                  </a:lnTo>
                  <a:cubicBezTo>
                    <a:pt x="7486" y="4586"/>
                    <a:pt x="7488" y="4589"/>
                    <a:pt x="7491" y="4592"/>
                  </a:cubicBezTo>
                  <a:lnTo>
                    <a:pt x="7491" y="4592"/>
                  </a:lnTo>
                  <a:cubicBezTo>
                    <a:pt x="7494" y="4595"/>
                    <a:pt x="7498" y="4597"/>
                    <a:pt x="7501" y="4600"/>
                  </a:cubicBezTo>
                  <a:lnTo>
                    <a:pt x="7484" y="4583"/>
                  </a:lnTo>
                  <a:close/>
                  <a:moveTo>
                    <a:pt x="1210" y="0"/>
                  </a:moveTo>
                  <a:cubicBezTo>
                    <a:pt x="910" y="0"/>
                    <a:pt x="646" y="84"/>
                    <a:pt x="415" y="314"/>
                  </a:cubicBezTo>
                  <a:cubicBezTo>
                    <a:pt x="1" y="712"/>
                    <a:pt x="260" y="1127"/>
                    <a:pt x="571" y="1403"/>
                  </a:cubicBezTo>
                  <a:cubicBezTo>
                    <a:pt x="1833" y="2561"/>
                    <a:pt x="2939" y="3874"/>
                    <a:pt x="3872" y="5309"/>
                  </a:cubicBezTo>
                  <a:cubicBezTo>
                    <a:pt x="5894" y="8264"/>
                    <a:pt x="6948" y="12014"/>
                    <a:pt x="10663" y="13552"/>
                  </a:cubicBezTo>
                  <a:cubicBezTo>
                    <a:pt x="10715" y="13587"/>
                    <a:pt x="10733" y="13656"/>
                    <a:pt x="10733" y="13725"/>
                  </a:cubicBezTo>
                  <a:cubicBezTo>
                    <a:pt x="10007" y="15522"/>
                    <a:pt x="11579" y="15401"/>
                    <a:pt x="12478" y="15660"/>
                  </a:cubicBezTo>
                  <a:cubicBezTo>
                    <a:pt x="14932" y="16334"/>
                    <a:pt x="17420" y="16801"/>
                    <a:pt x="19961" y="17043"/>
                  </a:cubicBezTo>
                  <a:cubicBezTo>
                    <a:pt x="20276" y="17079"/>
                    <a:pt x="20618" y="17227"/>
                    <a:pt x="20904" y="17227"/>
                  </a:cubicBezTo>
                  <a:cubicBezTo>
                    <a:pt x="21167" y="17227"/>
                    <a:pt x="21382" y="17101"/>
                    <a:pt x="21482" y="16645"/>
                  </a:cubicBezTo>
                  <a:cubicBezTo>
                    <a:pt x="21672" y="15816"/>
                    <a:pt x="20842" y="15626"/>
                    <a:pt x="20306" y="15280"/>
                  </a:cubicBezTo>
                  <a:cubicBezTo>
                    <a:pt x="18129" y="13932"/>
                    <a:pt x="15502" y="14347"/>
                    <a:pt x="13204" y="13448"/>
                  </a:cubicBezTo>
                  <a:cubicBezTo>
                    <a:pt x="13103" y="13410"/>
                    <a:pt x="12986" y="13400"/>
                    <a:pt x="12863" y="13400"/>
                  </a:cubicBezTo>
                  <a:cubicBezTo>
                    <a:pt x="12726" y="13400"/>
                    <a:pt x="12582" y="13412"/>
                    <a:pt x="12448" y="13412"/>
                  </a:cubicBezTo>
                  <a:cubicBezTo>
                    <a:pt x="12162" y="13412"/>
                    <a:pt x="11919" y="13355"/>
                    <a:pt x="11873" y="12999"/>
                  </a:cubicBezTo>
                  <a:cubicBezTo>
                    <a:pt x="11769" y="12221"/>
                    <a:pt x="11614" y="11288"/>
                    <a:pt x="12409" y="10666"/>
                  </a:cubicBezTo>
                  <a:cubicBezTo>
                    <a:pt x="12979" y="10199"/>
                    <a:pt x="12806" y="9836"/>
                    <a:pt x="12478" y="9249"/>
                  </a:cubicBezTo>
                  <a:cubicBezTo>
                    <a:pt x="11908" y="8195"/>
                    <a:pt x="10352" y="8558"/>
                    <a:pt x="10076" y="7849"/>
                  </a:cubicBezTo>
                  <a:cubicBezTo>
                    <a:pt x="9542" y="6419"/>
                    <a:pt x="8354" y="5659"/>
                    <a:pt x="7491" y="4592"/>
                  </a:cubicBezTo>
                  <a:lnTo>
                    <a:pt x="7491" y="4592"/>
                  </a:lnTo>
                  <a:cubicBezTo>
                    <a:pt x="6993" y="4179"/>
                    <a:pt x="6512" y="3733"/>
                    <a:pt x="5980" y="3339"/>
                  </a:cubicBezTo>
                  <a:cubicBezTo>
                    <a:pt x="4563" y="2285"/>
                    <a:pt x="3682" y="522"/>
                    <a:pt x="1763" y="72"/>
                  </a:cubicBezTo>
                  <a:cubicBezTo>
                    <a:pt x="1567" y="28"/>
                    <a:pt x="1383" y="0"/>
                    <a:pt x="121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51" name="Google Shape;8351;p79"/>
            <p:cNvSpPr/>
            <p:nvPr/>
          </p:nvSpPr>
          <p:spPr>
            <a:xfrm>
              <a:off x="4388700" y="3530600"/>
              <a:ext cx="227275" cy="395425"/>
            </a:xfrm>
            <a:custGeom>
              <a:rect b="b" l="l" r="r" t="t"/>
              <a:pathLst>
                <a:path extrusionOk="0" h="15817" w="9091">
                  <a:moveTo>
                    <a:pt x="7622" y="0"/>
                  </a:moveTo>
                  <a:cubicBezTo>
                    <a:pt x="7155" y="0"/>
                    <a:pt x="6965" y="363"/>
                    <a:pt x="6740" y="761"/>
                  </a:cubicBezTo>
                  <a:cubicBezTo>
                    <a:pt x="5963" y="2212"/>
                    <a:pt x="5323" y="3802"/>
                    <a:pt x="3405" y="4200"/>
                  </a:cubicBezTo>
                  <a:cubicBezTo>
                    <a:pt x="2645" y="4338"/>
                    <a:pt x="2247" y="4891"/>
                    <a:pt x="2109" y="5738"/>
                  </a:cubicBezTo>
                  <a:cubicBezTo>
                    <a:pt x="1781" y="7587"/>
                    <a:pt x="1971" y="9471"/>
                    <a:pt x="917" y="11285"/>
                  </a:cubicBezTo>
                  <a:cubicBezTo>
                    <a:pt x="1" y="12910"/>
                    <a:pt x="1660" y="15813"/>
                    <a:pt x="3077" y="15813"/>
                  </a:cubicBezTo>
                  <a:cubicBezTo>
                    <a:pt x="3125" y="15815"/>
                    <a:pt x="3172" y="15816"/>
                    <a:pt x="3219" y="15816"/>
                  </a:cubicBezTo>
                  <a:cubicBezTo>
                    <a:pt x="4640" y="15816"/>
                    <a:pt x="5279" y="14808"/>
                    <a:pt x="5496" y="13670"/>
                  </a:cubicBezTo>
                  <a:cubicBezTo>
                    <a:pt x="6049" y="11095"/>
                    <a:pt x="7034" y="8676"/>
                    <a:pt x="8002" y="6256"/>
                  </a:cubicBezTo>
                  <a:cubicBezTo>
                    <a:pt x="8745" y="4373"/>
                    <a:pt x="9091" y="2645"/>
                    <a:pt x="8192" y="778"/>
                  </a:cubicBezTo>
                  <a:cubicBezTo>
                    <a:pt x="8054" y="467"/>
                    <a:pt x="8106" y="18"/>
                    <a:pt x="762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52" name="Google Shape;8352;p79"/>
            <p:cNvSpPr/>
            <p:nvPr/>
          </p:nvSpPr>
          <p:spPr>
            <a:xfrm>
              <a:off x="6438300" y="1893850"/>
              <a:ext cx="267450" cy="418275"/>
            </a:xfrm>
            <a:custGeom>
              <a:rect b="b" l="l" r="r" t="t"/>
              <a:pathLst>
                <a:path extrusionOk="0" h="16731" w="10698">
                  <a:moveTo>
                    <a:pt x="4909" y="1"/>
                  </a:moveTo>
                  <a:cubicBezTo>
                    <a:pt x="4667" y="1"/>
                    <a:pt x="4504" y="61"/>
                    <a:pt x="4562" y="216"/>
                  </a:cubicBezTo>
                  <a:cubicBezTo>
                    <a:pt x="5064" y="1633"/>
                    <a:pt x="3992" y="3465"/>
                    <a:pt x="5444" y="4502"/>
                  </a:cubicBezTo>
                  <a:cubicBezTo>
                    <a:pt x="6654" y="5366"/>
                    <a:pt x="6515" y="6627"/>
                    <a:pt x="6913" y="7647"/>
                  </a:cubicBezTo>
                  <a:cubicBezTo>
                    <a:pt x="6804" y="8207"/>
                    <a:pt x="6835" y="9062"/>
                    <a:pt x="6426" y="9062"/>
                  </a:cubicBezTo>
                  <a:cubicBezTo>
                    <a:pt x="6380" y="9062"/>
                    <a:pt x="6330" y="9052"/>
                    <a:pt x="6273" y="9029"/>
                  </a:cubicBezTo>
                  <a:cubicBezTo>
                    <a:pt x="6019" y="8928"/>
                    <a:pt x="5817" y="8884"/>
                    <a:pt x="5657" y="8884"/>
                  </a:cubicBezTo>
                  <a:cubicBezTo>
                    <a:pt x="5131" y="8884"/>
                    <a:pt x="5047" y="9360"/>
                    <a:pt x="4995" y="9876"/>
                  </a:cubicBezTo>
                  <a:cubicBezTo>
                    <a:pt x="4925" y="10533"/>
                    <a:pt x="4614" y="10757"/>
                    <a:pt x="4044" y="10896"/>
                  </a:cubicBezTo>
                  <a:cubicBezTo>
                    <a:pt x="726" y="11673"/>
                    <a:pt x="0" y="13229"/>
                    <a:pt x="1659" y="16028"/>
                  </a:cubicBezTo>
                  <a:cubicBezTo>
                    <a:pt x="1834" y="16314"/>
                    <a:pt x="1935" y="16730"/>
                    <a:pt x="2351" y="16730"/>
                  </a:cubicBezTo>
                  <a:cubicBezTo>
                    <a:pt x="2389" y="16730"/>
                    <a:pt x="2429" y="16727"/>
                    <a:pt x="2471" y="16720"/>
                  </a:cubicBezTo>
                  <a:cubicBezTo>
                    <a:pt x="3007" y="16633"/>
                    <a:pt x="3197" y="16236"/>
                    <a:pt x="3301" y="15752"/>
                  </a:cubicBezTo>
                  <a:cubicBezTo>
                    <a:pt x="3405" y="15251"/>
                    <a:pt x="3301" y="14784"/>
                    <a:pt x="4009" y="14542"/>
                  </a:cubicBezTo>
                  <a:cubicBezTo>
                    <a:pt x="5651" y="13955"/>
                    <a:pt x="7241" y="13194"/>
                    <a:pt x="8866" y="12555"/>
                  </a:cubicBezTo>
                  <a:cubicBezTo>
                    <a:pt x="9298" y="12399"/>
                    <a:pt x="9643" y="12261"/>
                    <a:pt x="9799" y="11829"/>
                  </a:cubicBezTo>
                  <a:cubicBezTo>
                    <a:pt x="10300" y="10308"/>
                    <a:pt x="8866" y="5746"/>
                    <a:pt x="7604" y="4709"/>
                  </a:cubicBezTo>
                  <a:cubicBezTo>
                    <a:pt x="7397" y="4536"/>
                    <a:pt x="6809" y="4571"/>
                    <a:pt x="7016" y="4139"/>
                  </a:cubicBezTo>
                  <a:cubicBezTo>
                    <a:pt x="7082" y="4008"/>
                    <a:pt x="7166" y="3963"/>
                    <a:pt x="7262" y="3963"/>
                  </a:cubicBezTo>
                  <a:cubicBezTo>
                    <a:pt x="7468" y="3963"/>
                    <a:pt x="7725" y="4173"/>
                    <a:pt x="7950" y="4173"/>
                  </a:cubicBezTo>
                  <a:cubicBezTo>
                    <a:pt x="7979" y="4174"/>
                    <a:pt x="8009" y="4175"/>
                    <a:pt x="8039" y="4175"/>
                  </a:cubicBezTo>
                  <a:cubicBezTo>
                    <a:pt x="9008" y="4175"/>
                    <a:pt x="9913" y="3634"/>
                    <a:pt x="10265" y="2946"/>
                  </a:cubicBezTo>
                  <a:cubicBezTo>
                    <a:pt x="10697" y="2117"/>
                    <a:pt x="9695" y="1667"/>
                    <a:pt x="8987" y="1581"/>
                  </a:cubicBezTo>
                  <a:cubicBezTo>
                    <a:pt x="7811" y="1443"/>
                    <a:pt x="6930" y="786"/>
                    <a:pt x="5962" y="250"/>
                  </a:cubicBezTo>
                  <a:cubicBezTo>
                    <a:pt x="5704" y="111"/>
                    <a:pt x="5235" y="1"/>
                    <a:pt x="490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53" name="Google Shape;8353;p79"/>
            <p:cNvSpPr/>
            <p:nvPr/>
          </p:nvSpPr>
          <p:spPr>
            <a:xfrm>
              <a:off x="6901875" y="4220725"/>
              <a:ext cx="468775" cy="354550"/>
            </a:xfrm>
            <a:custGeom>
              <a:rect b="b" l="l" r="r" t="t"/>
              <a:pathLst>
                <a:path extrusionOk="0" h="14182" w="18751">
                  <a:moveTo>
                    <a:pt x="15666" y="0"/>
                  </a:moveTo>
                  <a:cubicBezTo>
                    <a:pt x="15588" y="0"/>
                    <a:pt x="15504" y="9"/>
                    <a:pt x="15415" y="28"/>
                  </a:cubicBezTo>
                  <a:cubicBezTo>
                    <a:pt x="14690" y="184"/>
                    <a:pt x="14759" y="772"/>
                    <a:pt x="14897" y="1290"/>
                  </a:cubicBezTo>
                  <a:cubicBezTo>
                    <a:pt x="15294" y="2845"/>
                    <a:pt x="14880" y="4038"/>
                    <a:pt x="13463" y="4850"/>
                  </a:cubicBezTo>
                  <a:cubicBezTo>
                    <a:pt x="13013" y="5109"/>
                    <a:pt x="12823" y="5472"/>
                    <a:pt x="13065" y="5991"/>
                  </a:cubicBezTo>
                  <a:cubicBezTo>
                    <a:pt x="13324" y="6578"/>
                    <a:pt x="12823" y="6803"/>
                    <a:pt x="12512" y="7097"/>
                  </a:cubicBezTo>
                  <a:cubicBezTo>
                    <a:pt x="12410" y="7191"/>
                    <a:pt x="12303" y="7233"/>
                    <a:pt x="12200" y="7233"/>
                  </a:cubicBezTo>
                  <a:cubicBezTo>
                    <a:pt x="12041" y="7233"/>
                    <a:pt x="11891" y="7133"/>
                    <a:pt x="11786" y="6976"/>
                  </a:cubicBezTo>
                  <a:cubicBezTo>
                    <a:pt x="11531" y="6610"/>
                    <a:pt x="11284" y="6477"/>
                    <a:pt x="11039" y="6477"/>
                  </a:cubicBezTo>
                  <a:cubicBezTo>
                    <a:pt x="10705" y="6477"/>
                    <a:pt x="10373" y="6726"/>
                    <a:pt x="10024" y="6976"/>
                  </a:cubicBezTo>
                  <a:cubicBezTo>
                    <a:pt x="8797" y="7891"/>
                    <a:pt x="7811" y="9188"/>
                    <a:pt x="6308" y="9637"/>
                  </a:cubicBezTo>
                  <a:cubicBezTo>
                    <a:pt x="4303" y="10242"/>
                    <a:pt x="2696" y="11572"/>
                    <a:pt x="812" y="12385"/>
                  </a:cubicBezTo>
                  <a:cubicBezTo>
                    <a:pt x="242" y="12627"/>
                    <a:pt x="0" y="13214"/>
                    <a:pt x="692" y="13577"/>
                  </a:cubicBezTo>
                  <a:cubicBezTo>
                    <a:pt x="1262" y="13888"/>
                    <a:pt x="1936" y="13992"/>
                    <a:pt x="2610" y="14182"/>
                  </a:cubicBezTo>
                  <a:cubicBezTo>
                    <a:pt x="3819" y="13854"/>
                    <a:pt x="4943" y="13249"/>
                    <a:pt x="5893" y="12436"/>
                  </a:cubicBezTo>
                  <a:cubicBezTo>
                    <a:pt x="7829" y="10743"/>
                    <a:pt x="10144" y="9447"/>
                    <a:pt x="12357" y="8496"/>
                  </a:cubicBezTo>
                  <a:cubicBezTo>
                    <a:pt x="14396" y="7615"/>
                    <a:pt x="15847" y="6042"/>
                    <a:pt x="17817" y="5213"/>
                  </a:cubicBezTo>
                  <a:cubicBezTo>
                    <a:pt x="18301" y="4988"/>
                    <a:pt x="18751" y="4452"/>
                    <a:pt x="18612" y="3848"/>
                  </a:cubicBezTo>
                  <a:cubicBezTo>
                    <a:pt x="18539" y="3538"/>
                    <a:pt x="18402" y="3442"/>
                    <a:pt x="18239" y="3442"/>
                  </a:cubicBezTo>
                  <a:cubicBezTo>
                    <a:pt x="18019" y="3442"/>
                    <a:pt x="17752" y="3615"/>
                    <a:pt x="17524" y="3675"/>
                  </a:cubicBezTo>
                  <a:cubicBezTo>
                    <a:pt x="17487" y="3682"/>
                    <a:pt x="17451" y="3686"/>
                    <a:pt x="17417" y="3686"/>
                  </a:cubicBezTo>
                  <a:cubicBezTo>
                    <a:pt x="17207" y="3686"/>
                    <a:pt x="17050" y="3554"/>
                    <a:pt x="17109" y="3346"/>
                  </a:cubicBezTo>
                  <a:cubicBezTo>
                    <a:pt x="17385" y="2431"/>
                    <a:pt x="16625" y="1791"/>
                    <a:pt x="16556" y="962"/>
                  </a:cubicBezTo>
                  <a:cubicBezTo>
                    <a:pt x="16526" y="461"/>
                    <a:pt x="16229" y="0"/>
                    <a:pt x="1566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54" name="Google Shape;8354;p79"/>
            <p:cNvSpPr/>
            <p:nvPr/>
          </p:nvSpPr>
          <p:spPr>
            <a:xfrm>
              <a:off x="6306100" y="2654825"/>
              <a:ext cx="232875" cy="385425"/>
            </a:xfrm>
            <a:custGeom>
              <a:rect b="b" l="l" r="r" t="t"/>
              <a:pathLst>
                <a:path extrusionOk="0" h="15417" w="9315">
                  <a:moveTo>
                    <a:pt x="6907" y="9941"/>
                  </a:moveTo>
                  <a:cubicBezTo>
                    <a:pt x="6738" y="10523"/>
                    <a:pt x="6645" y="11167"/>
                    <a:pt x="5910" y="11304"/>
                  </a:cubicBezTo>
                  <a:cubicBezTo>
                    <a:pt x="5905" y="11305"/>
                    <a:pt x="5899" y="11305"/>
                    <a:pt x="5892" y="11305"/>
                  </a:cubicBezTo>
                  <a:cubicBezTo>
                    <a:pt x="5767" y="11305"/>
                    <a:pt x="5547" y="11146"/>
                    <a:pt x="5547" y="11097"/>
                  </a:cubicBezTo>
                  <a:cubicBezTo>
                    <a:pt x="5616" y="10270"/>
                    <a:pt x="6304" y="10147"/>
                    <a:pt x="6907" y="9941"/>
                  </a:cubicBezTo>
                  <a:close/>
                  <a:moveTo>
                    <a:pt x="2345" y="1"/>
                  </a:moveTo>
                  <a:cubicBezTo>
                    <a:pt x="2049" y="1"/>
                    <a:pt x="1708" y="93"/>
                    <a:pt x="1419" y="93"/>
                  </a:cubicBezTo>
                  <a:cubicBezTo>
                    <a:pt x="1383" y="93"/>
                    <a:pt x="1348" y="92"/>
                    <a:pt x="1313" y="88"/>
                  </a:cubicBezTo>
                  <a:cubicBezTo>
                    <a:pt x="1306" y="88"/>
                    <a:pt x="1299" y="88"/>
                    <a:pt x="1292" y="88"/>
                  </a:cubicBezTo>
                  <a:cubicBezTo>
                    <a:pt x="885" y="88"/>
                    <a:pt x="504" y="561"/>
                    <a:pt x="639" y="883"/>
                  </a:cubicBezTo>
                  <a:cubicBezTo>
                    <a:pt x="1244" y="2283"/>
                    <a:pt x="0" y="3977"/>
                    <a:pt x="1348" y="5273"/>
                  </a:cubicBezTo>
                  <a:cubicBezTo>
                    <a:pt x="1538" y="5446"/>
                    <a:pt x="1383" y="5964"/>
                    <a:pt x="1538" y="6241"/>
                  </a:cubicBezTo>
                  <a:cubicBezTo>
                    <a:pt x="1851" y="6738"/>
                    <a:pt x="1941" y="7889"/>
                    <a:pt x="2501" y="7889"/>
                  </a:cubicBezTo>
                  <a:cubicBezTo>
                    <a:pt x="2623" y="7889"/>
                    <a:pt x="2766" y="7836"/>
                    <a:pt x="2938" y="7710"/>
                  </a:cubicBezTo>
                  <a:cubicBezTo>
                    <a:pt x="3345" y="7411"/>
                    <a:pt x="3664" y="7306"/>
                    <a:pt x="3951" y="7306"/>
                  </a:cubicBezTo>
                  <a:cubicBezTo>
                    <a:pt x="4345" y="7306"/>
                    <a:pt x="4678" y="7505"/>
                    <a:pt x="5098" y="7675"/>
                  </a:cubicBezTo>
                  <a:cubicBezTo>
                    <a:pt x="5375" y="7796"/>
                    <a:pt x="5651" y="7848"/>
                    <a:pt x="5668" y="8176"/>
                  </a:cubicBezTo>
                  <a:cubicBezTo>
                    <a:pt x="5668" y="8297"/>
                    <a:pt x="5547" y="8401"/>
                    <a:pt x="5478" y="8504"/>
                  </a:cubicBezTo>
                  <a:cubicBezTo>
                    <a:pt x="5288" y="8384"/>
                    <a:pt x="5098" y="8263"/>
                    <a:pt x="4908" y="8107"/>
                  </a:cubicBezTo>
                  <a:cubicBezTo>
                    <a:pt x="4670" y="7869"/>
                    <a:pt x="4349" y="7740"/>
                    <a:pt x="4020" y="7740"/>
                  </a:cubicBezTo>
                  <a:cubicBezTo>
                    <a:pt x="3895" y="7740"/>
                    <a:pt x="3770" y="7758"/>
                    <a:pt x="3646" y="7796"/>
                  </a:cubicBezTo>
                  <a:cubicBezTo>
                    <a:pt x="3059" y="7951"/>
                    <a:pt x="3284" y="8470"/>
                    <a:pt x="3249" y="8850"/>
                  </a:cubicBezTo>
                  <a:cubicBezTo>
                    <a:pt x="3180" y="10008"/>
                    <a:pt x="4701" y="11270"/>
                    <a:pt x="4580" y="11408"/>
                  </a:cubicBezTo>
                  <a:cubicBezTo>
                    <a:pt x="3042" y="13170"/>
                    <a:pt x="4251" y="13205"/>
                    <a:pt x="5599" y="13758"/>
                  </a:cubicBezTo>
                  <a:cubicBezTo>
                    <a:pt x="6014" y="13948"/>
                    <a:pt x="6429" y="15244"/>
                    <a:pt x="7379" y="15400"/>
                  </a:cubicBezTo>
                  <a:cubicBezTo>
                    <a:pt x="7454" y="15411"/>
                    <a:pt x="7523" y="15417"/>
                    <a:pt x="7586" y="15417"/>
                  </a:cubicBezTo>
                  <a:cubicBezTo>
                    <a:pt x="8462" y="15417"/>
                    <a:pt x="8316" y="14362"/>
                    <a:pt x="8606" y="13879"/>
                  </a:cubicBezTo>
                  <a:cubicBezTo>
                    <a:pt x="9315" y="12687"/>
                    <a:pt x="8554" y="11529"/>
                    <a:pt x="8105" y="10423"/>
                  </a:cubicBezTo>
                  <a:cubicBezTo>
                    <a:pt x="7967" y="10058"/>
                    <a:pt x="7709" y="9812"/>
                    <a:pt x="7353" y="9812"/>
                  </a:cubicBezTo>
                  <a:cubicBezTo>
                    <a:pt x="7222" y="9812"/>
                    <a:pt x="7078" y="9845"/>
                    <a:pt x="6922" y="9917"/>
                  </a:cubicBezTo>
                  <a:lnTo>
                    <a:pt x="6922" y="9917"/>
                  </a:lnTo>
                  <a:cubicBezTo>
                    <a:pt x="7290" y="9072"/>
                    <a:pt x="8114" y="7913"/>
                    <a:pt x="7103" y="7433"/>
                  </a:cubicBezTo>
                  <a:cubicBezTo>
                    <a:pt x="5789" y="6828"/>
                    <a:pt x="5530" y="5048"/>
                    <a:pt x="3854" y="4927"/>
                  </a:cubicBezTo>
                  <a:cubicBezTo>
                    <a:pt x="3335" y="4893"/>
                    <a:pt x="2886" y="4167"/>
                    <a:pt x="3318" y="3424"/>
                  </a:cubicBezTo>
                  <a:cubicBezTo>
                    <a:pt x="3975" y="2318"/>
                    <a:pt x="3353" y="1298"/>
                    <a:pt x="2955" y="348"/>
                  </a:cubicBezTo>
                  <a:cubicBezTo>
                    <a:pt x="2833" y="73"/>
                    <a:pt x="2607" y="1"/>
                    <a:pt x="234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55" name="Google Shape;8355;p79"/>
            <p:cNvSpPr/>
            <p:nvPr/>
          </p:nvSpPr>
          <p:spPr>
            <a:xfrm>
              <a:off x="6139750" y="3178550"/>
              <a:ext cx="185375" cy="227425"/>
            </a:xfrm>
            <a:custGeom>
              <a:rect b="b" l="l" r="r" t="t"/>
              <a:pathLst>
                <a:path extrusionOk="0" h="9097" w="7415">
                  <a:moveTo>
                    <a:pt x="6576" y="0"/>
                  </a:moveTo>
                  <a:cubicBezTo>
                    <a:pt x="6440" y="0"/>
                    <a:pt x="6314" y="46"/>
                    <a:pt x="6222" y="154"/>
                  </a:cubicBezTo>
                  <a:cubicBezTo>
                    <a:pt x="5928" y="483"/>
                    <a:pt x="5611" y="592"/>
                    <a:pt x="5290" y="592"/>
                  </a:cubicBezTo>
                  <a:cubicBezTo>
                    <a:pt x="4988" y="592"/>
                    <a:pt x="4683" y="496"/>
                    <a:pt x="4390" y="396"/>
                  </a:cubicBezTo>
                  <a:cubicBezTo>
                    <a:pt x="3964" y="242"/>
                    <a:pt x="3597" y="173"/>
                    <a:pt x="3279" y="173"/>
                  </a:cubicBezTo>
                  <a:cubicBezTo>
                    <a:pt x="1986" y="173"/>
                    <a:pt x="1492" y="1318"/>
                    <a:pt x="1020" y="2608"/>
                  </a:cubicBezTo>
                  <a:cubicBezTo>
                    <a:pt x="364" y="4353"/>
                    <a:pt x="1" y="6064"/>
                    <a:pt x="796" y="7360"/>
                  </a:cubicBezTo>
                  <a:cubicBezTo>
                    <a:pt x="847" y="8362"/>
                    <a:pt x="761" y="8984"/>
                    <a:pt x="1470" y="9088"/>
                  </a:cubicBezTo>
                  <a:cubicBezTo>
                    <a:pt x="1519" y="9094"/>
                    <a:pt x="1568" y="9097"/>
                    <a:pt x="1614" y="9097"/>
                  </a:cubicBezTo>
                  <a:cubicBezTo>
                    <a:pt x="2117" y="9097"/>
                    <a:pt x="2435" y="8762"/>
                    <a:pt x="2593" y="8224"/>
                  </a:cubicBezTo>
                  <a:cubicBezTo>
                    <a:pt x="2634" y="8075"/>
                    <a:pt x="2578" y="7743"/>
                    <a:pt x="2746" y="7743"/>
                  </a:cubicBezTo>
                  <a:cubicBezTo>
                    <a:pt x="2792" y="7743"/>
                    <a:pt x="2854" y="7768"/>
                    <a:pt x="2938" y="7827"/>
                  </a:cubicBezTo>
                  <a:cubicBezTo>
                    <a:pt x="3173" y="7995"/>
                    <a:pt x="3380" y="8062"/>
                    <a:pt x="3567" y="8062"/>
                  </a:cubicBezTo>
                  <a:cubicBezTo>
                    <a:pt x="4013" y="8062"/>
                    <a:pt x="4340" y="7677"/>
                    <a:pt x="4632" y="7360"/>
                  </a:cubicBezTo>
                  <a:cubicBezTo>
                    <a:pt x="5116" y="6842"/>
                    <a:pt x="4563" y="6358"/>
                    <a:pt x="4373" y="5839"/>
                  </a:cubicBezTo>
                  <a:cubicBezTo>
                    <a:pt x="4183" y="5321"/>
                    <a:pt x="3491" y="4750"/>
                    <a:pt x="4442" y="4249"/>
                  </a:cubicBezTo>
                  <a:cubicBezTo>
                    <a:pt x="4943" y="3990"/>
                    <a:pt x="5790" y="3852"/>
                    <a:pt x="5427" y="3057"/>
                  </a:cubicBezTo>
                  <a:cubicBezTo>
                    <a:pt x="5274" y="2713"/>
                    <a:pt x="5030" y="2616"/>
                    <a:pt x="4752" y="2616"/>
                  </a:cubicBezTo>
                  <a:cubicBezTo>
                    <a:pt x="4400" y="2616"/>
                    <a:pt x="3994" y="2771"/>
                    <a:pt x="3647" y="2780"/>
                  </a:cubicBezTo>
                  <a:cubicBezTo>
                    <a:pt x="3388" y="2815"/>
                    <a:pt x="3129" y="2850"/>
                    <a:pt x="2887" y="2919"/>
                  </a:cubicBezTo>
                  <a:cubicBezTo>
                    <a:pt x="2887" y="2746"/>
                    <a:pt x="2800" y="2487"/>
                    <a:pt x="2887" y="2435"/>
                  </a:cubicBezTo>
                  <a:cubicBezTo>
                    <a:pt x="3111" y="2262"/>
                    <a:pt x="3405" y="2037"/>
                    <a:pt x="3664" y="2037"/>
                  </a:cubicBezTo>
                  <a:cubicBezTo>
                    <a:pt x="4321" y="2055"/>
                    <a:pt x="4995" y="2262"/>
                    <a:pt x="5634" y="2262"/>
                  </a:cubicBezTo>
                  <a:cubicBezTo>
                    <a:pt x="6481" y="2262"/>
                    <a:pt x="6861" y="1553"/>
                    <a:pt x="7242" y="931"/>
                  </a:cubicBezTo>
                  <a:cubicBezTo>
                    <a:pt x="7414" y="689"/>
                    <a:pt x="7328" y="344"/>
                    <a:pt x="7086" y="188"/>
                  </a:cubicBezTo>
                  <a:cubicBezTo>
                    <a:pt x="6932" y="73"/>
                    <a:pt x="6746" y="0"/>
                    <a:pt x="657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56" name="Google Shape;8356;p79"/>
            <p:cNvSpPr/>
            <p:nvPr/>
          </p:nvSpPr>
          <p:spPr>
            <a:xfrm>
              <a:off x="4320000" y="1079225"/>
              <a:ext cx="260125" cy="163000"/>
            </a:xfrm>
            <a:custGeom>
              <a:rect b="b" l="l" r="r" t="t"/>
              <a:pathLst>
                <a:path extrusionOk="0" h="6520" w="10405">
                  <a:moveTo>
                    <a:pt x="8970" y="1"/>
                  </a:moveTo>
                  <a:cubicBezTo>
                    <a:pt x="6620" y="778"/>
                    <a:pt x="3786" y="294"/>
                    <a:pt x="1764" y="2576"/>
                  </a:cubicBezTo>
                  <a:cubicBezTo>
                    <a:pt x="502" y="3993"/>
                    <a:pt x="1" y="5410"/>
                    <a:pt x="1038" y="5876"/>
                  </a:cubicBezTo>
                  <a:cubicBezTo>
                    <a:pt x="2057" y="6274"/>
                    <a:pt x="3146" y="6499"/>
                    <a:pt x="4252" y="6516"/>
                  </a:cubicBezTo>
                  <a:cubicBezTo>
                    <a:pt x="4303" y="6518"/>
                    <a:pt x="4355" y="6520"/>
                    <a:pt x="4406" y="6520"/>
                  </a:cubicBezTo>
                  <a:cubicBezTo>
                    <a:pt x="4717" y="6520"/>
                    <a:pt x="5012" y="6455"/>
                    <a:pt x="5116" y="6084"/>
                  </a:cubicBezTo>
                  <a:cubicBezTo>
                    <a:pt x="5237" y="5652"/>
                    <a:pt x="4892" y="5479"/>
                    <a:pt x="4563" y="5323"/>
                  </a:cubicBezTo>
                  <a:cubicBezTo>
                    <a:pt x="3094" y="4598"/>
                    <a:pt x="3630" y="3924"/>
                    <a:pt x="4598" y="3198"/>
                  </a:cubicBezTo>
                  <a:cubicBezTo>
                    <a:pt x="5980" y="2144"/>
                    <a:pt x="7726" y="2126"/>
                    <a:pt x="9264" y="1487"/>
                  </a:cubicBezTo>
                  <a:cubicBezTo>
                    <a:pt x="9696" y="1331"/>
                    <a:pt x="10404" y="1556"/>
                    <a:pt x="10352" y="796"/>
                  </a:cubicBezTo>
                  <a:cubicBezTo>
                    <a:pt x="10301" y="35"/>
                    <a:pt x="9627" y="70"/>
                    <a:pt x="897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57" name="Google Shape;8357;p79"/>
            <p:cNvSpPr/>
            <p:nvPr/>
          </p:nvSpPr>
          <p:spPr>
            <a:xfrm>
              <a:off x="3605850" y="1017225"/>
              <a:ext cx="246275" cy="88775"/>
            </a:xfrm>
            <a:custGeom>
              <a:rect b="b" l="l" r="r" t="t"/>
              <a:pathLst>
                <a:path extrusionOk="0" h="3551" w="9851">
                  <a:moveTo>
                    <a:pt x="3896" y="1"/>
                  </a:moveTo>
                  <a:cubicBezTo>
                    <a:pt x="2951" y="1"/>
                    <a:pt x="1998" y="113"/>
                    <a:pt x="1055" y="130"/>
                  </a:cubicBezTo>
                  <a:cubicBezTo>
                    <a:pt x="674" y="130"/>
                    <a:pt x="260" y="217"/>
                    <a:pt x="121" y="649"/>
                  </a:cubicBezTo>
                  <a:cubicBezTo>
                    <a:pt x="0" y="1046"/>
                    <a:pt x="173" y="1461"/>
                    <a:pt x="536" y="1651"/>
                  </a:cubicBezTo>
                  <a:cubicBezTo>
                    <a:pt x="1487" y="2256"/>
                    <a:pt x="2489" y="2792"/>
                    <a:pt x="3474" y="3345"/>
                  </a:cubicBezTo>
                  <a:cubicBezTo>
                    <a:pt x="3715" y="3472"/>
                    <a:pt x="3939" y="3551"/>
                    <a:pt x="4149" y="3551"/>
                  </a:cubicBezTo>
                  <a:cubicBezTo>
                    <a:pt x="4450" y="3551"/>
                    <a:pt x="4723" y="3389"/>
                    <a:pt x="4978" y="2982"/>
                  </a:cubicBezTo>
                  <a:cubicBezTo>
                    <a:pt x="5203" y="2650"/>
                    <a:pt x="5511" y="2104"/>
                    <a:pt x="5931" y="2104"/>
                  </a:cubicBezTo>
                  <a:cubicBezTo>
                    <a:pt x="6058" y="2104"/>
                    <a:pt x="6195" y="2153"/>
                    <a:pt x="6343" y="2273"/>
                  </a:cubicBezTo>
                  <a:cubicBezTo>
                    <a:pt x="6982" y="2809"/>
                    <a:pt x="7673" y="2826"/>
                    <a:pt x="8365" y="2895"/>
                  </a:cubicBezTo>
                  <a:cubicBezTo>
                    <a:pt x="8588" y="2920"/>
                    <a:pt x="8869" y="3004"/>
                    <a:pt x="9118" y="3004"/>
                  </a:cubicBezTo>
                  <a:cubicBezTo>
                    <a:pt x="9390" y="3004"/>
                    <a:pt x="9623" y="2904"/>
                    <a:pt x="9695" y="2515"/>
                  </a:cubicBezTo>
                  <a:cubicBezTo>
                    <a:pt x="9851" y="1789"/>
                    <a:pt x="9142" y="1668"/>
                    <a:pt x="8641" y="1478"/>
                  </a:cubicBezTo>
                  <a:lnTo>
                    <a:pt x="6585" y="493"/>
                  </a:lnTo>
                  <a:cubicBezTo>
                    <a:pt x="5704" y="104"/>
                    <a:pt x="4803" y="1"/>
                    <a:pt x="389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58" name="Google Shape;8358;p79"/>
            <p:cNvSpPr/>
            <p:nvPr/>
          </p:nvSpPr>
          <p:spPr>
            <a:xfrm>
              <a:off x="3161275" y="1612775"/>
              <a:ext cx="115825" cy="115825"/>
            </a:xfrm>
            <a:custGeom>
              <a:rect b="b" l="l" r="r" t="t"/>
              <a:pathLst>
                <a:path extrusionOk="0" h="4633" w="4633">
                  <a:moveTo>
                    <a:pt x="2966" y="1"/>
                  </a:moveTo>
                  <a:cubicBezTo>
                    <a:pt x="2951" y="1"/>
                    <a:pt x="2936" y="1"/>
                    <a:pt x="2921" y="1"/>
                  </a:cubicBezTo>
                  <a:cubicBezTo>
                    <a:pt x="1729" y="36"/>
                    <a:pt x="1" y="2421"/>
                    <a:pt x="139" y="3803"/>
                  </a:cubicBezTo>
                  <a:cubicBezTo>
                    <a:pt x="139" y="4252"/>
                    <a:pt x="502" y="4615"/>
                    <a:pt x="951" y="4633"/>
                  </a:cubicBezTo>
                  <a:cubicBezTo>
                    <a:pt x="2956" y="4581"/>
                    <a:pt x="4632" y="3026"/>
                    <a:pt x="4529" y="1297"/>
                  </a:cubicBezTo>
                  <a:cubicBezTo>
                    <a:pt x="4478" y="482"/>
                    <a:pt x="3809" y="1"/>
                    <a:pt x="296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59" name="Google Shape;8359;p79"/>
            <p:cNvSpPr/>
            <p:nvPr/>
          </p:nvSpPr>
          <p:spPr>
            <a:xfrm>
              <a:off x="6082850" y="3458350"/>
              <a:ext cx="215350" cy="82375"/>
            </a:xfrm>
            <a:custGeom>
              <a:rect b="b" l="l" r="r" t="t"/>
              <a:pathLst>
                <a:path extrusionOk="0" h="3295" w="8614">
                  <a:moveTo>
                    <a:pt x="8412" y="834"/>
                  </a:moveTo>
                  <a:lnTo>
                    <a:pt x="8412" y="834"/>
                  </a:lnTo>
                  <a:cubicBezTo>
                    <a:pt x="8408" y="835"/>
                    <a:pt x="8404" y="836"/>
                    <a:pt x="8401" y="837"/>
                  </a:cubicBezTo>
                  <a:lnTo>
                    <a:pt x="8401" y="837"/>
                  </a:lnTo>
                  <a:cubicBezTo>
                    <a:pt x="8399" y="842"/>
                    <a:pt x="8396" y="846"/>
                    <a:pt x="8394" y="851"/>
                  </a:cubicBezTo>
                  <a:lnTo>
                    <a:pt x="8412" y="834"/>
                  </a:lnTo>
                  <a:close/>
                  <a:moveTo>
                    <a:pt x="6441" y="1"/>
                  </a:moveTo>
                  <a:cubicBezTo>
                    <a:pt x="5426" y="1"/>
                    <a:pt x="4424" y="103"/>
                    <a:pt x="3504" y="557"/>
                  </a:cubicBezTo>
                  <a:cubicBezTo>
                    <a:pt x="3268" y="683"/>
                    <a:pt x="3156" y="756"/>
                    <a:pt x="3064" y="756"/>
                  </a:cubicBezTo>
                  <a:cubicBezTo>
                    <a:pt x="2968" y="756"/>
                    <a:pt x="2895" y="675"/>
                    <a:pt x="2726" y="488"/>
                  </a:cubicBezTo>
                  <a:cubicBezTo>
                    <a:pt x="2440" y="160"/>
                    <a:pt x="2158" y="41"/>
                    <a:pt x="1882" y="41"/>
                  </a:cubicBezTo>
                  <a:cubicBezTo>
                    <a:pt x="1373" y="41"/>
                    <a:pt x="881" y="443"/>
                    <a:pt x="410" y="678"/>
                  </a:cubicBezTo>
                  <a:cubicBezTo>
                    <a:pt x="0" y="866"/>
                    <a:pt x="164" y="1612"/>
                    <a:pt x="452" y="1612"/>
                  </a:cubicBezTo>
                  <a:cubicBezTo>
                    <a:pt x="455" y="1612"/>
                    <a:pt x="459" y="1612"/>
                    <a:pt x="462" y="1612"/>
                  </a:cubicBezTo>
                  <a:cubicBezTo>
                    <a:pt x="518" y="1607"/>
                    <a:pt x="572" y="1605"/>
                    <a:pt x="625" y="1605"/>
                  </a:cubicBezTo>
                  <a:cubicBezTo>
                    <a:pt x="1895" y="1605"/>
                    <a:pt x="2508" y="2753"/>
                    <a:pt x="3504" y="3184"/>
                  </a:cubicBezTo>
                  <a:cubicBezTo>
                    <a:pt x="3665" y="3259"/>
                    <a:pt x="3818" y="3295"/>
                    <a:pt x="3955" y="3295"/>
                  </a:cubicBezTo>
                  <a:cubicBezTo>
                    <a:pt x="4389" y="3295"/>
                    <a:pt x="4667" y="2934"/>
                    <a:pt x="4575" y="2303"/>
                  </a:cubicBezTo>
                  <a:cubicBezTo>
                    <a:pt x="4523" y="1905"/>
                    <a:pt x="4541" y="1784"/>
                    <a:pt x="4973" y="1698"/>
                  </a:cubicBezTo>
                  <a:cubicBezTo>
                    <a:pt x="6127" y="1457"/>
                    <a:pt x="7264" y="1130"/>
                    <a:pt x="8401" y="837"/>
                  </a:cubicBezTo>
                  <a:lnTo>
                    <a:pt x="8401" y="837"/>
                  </a:lnTo>
                  <a:cubicBezTo>
                    <a:pt x="8535" y="525"/>
                    <a:pt x="8613" y="56"/>
                    <a:pt x="8256" y="56"/>
                  </a:cubicBezTo>
                  <a:cubicBezTo>
                    <a:pt x="7656" y="37"/>
                    <a:pt x="7046" y="1"/>
                    <a:pt x="644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60" name="Google Shape;8360;p79"/>
            <p:cNvSpPr/>
            <p:nvPr/>
          </p:nvSpPr>
          <p:spPr>
            <a:xfrm>
              <a:off x="5726825" y="1103850"/>
              <a:ext cx="262175" cy="54825"/>
            </a:xfrm>
            <a:custGeom>
              <a:rect b="b" l="l" r="r" t="t"/>
              <a:pathLst>
                <a:path extrusionOk="0" h="2193" w="10487">
                  <a:moveTo>
                    <a:pt x="2675" y="1"/>
                  </a:moveTo>
                  <a:cubicBezTo>
                    <a:pt x="2260" y="122"/>
                    <a:pt x="1984" y="208"/>
                    <a:pt x="1707" y="260"/>
                  </a:cubicBezTo>
                  <a:cubicBezTo>
                    <a:pt x="1625" y="276"/>
                    <a:pt x="1533" y="281"/>
                    <a:pt x="1436" y="281"/>
                  </a:cubicBezTo>
                  <a:cubicBezTo>
                    <a:pt x="1238" y="281"/>
                    <a:pt x="1018" y="259"/>
                    <a:pt x="814" y="259"/>
                  </a:cubicBezTo>
                  <a:cubicBezTo>
                    <a:pt x="370" y="259"/>
                    <a:pt x="1" y="367"/>
                    <a:pt x="83" y="1055"/>
                  </a:cubicBezTo>
                  <a:cubicBezTo>
                    <a:pt x="160" y="1671"/>
                    <a:pt x="629" y="1783"/>
                    <a:pt x="1147" y="1783"/>
                  </a:cubicBezTo>
                  <a:cubicBezTo>
                    <a:pt x="1443" y="1783"/>
                    <a:pt x="1754" y="1746"/>
                    <a:pt x="2018" y="1746"/>
                  </a:cubicBezTo>
                  <a:cubicBezTo>
                    <a:pt x="3176" y="1729"/>
                    <a:pt x="4334" y="1625"/>
                    <a:pt x="5488" y="1625"/>
                  </a:cubicBezTo>
                  <a:cubicBezTo>
                    <a:pt x="6641" y="1625"/>
                    <a:pt x="7790" y="1729"/>
                    <a:pt x="8931" y="2126"/>
                  </a:cubicBezTo>
                  <a:cubicBezTo>
                    <a:pt x="9064" y="2171"/>
                    <a:pt x="9201" y="2192"/>
                    <a:pt x="9336" y="2192"/>
                  </a:cubicBezTo>
                  <a:cubicBezTo>
                    <a:pt x="9780" y="2192"/>
                    <a:pt x="10194" y="1955"/>
                    <a:pt x="10314" y="1504"/>
                  </a:cubicBezTo>
                  <a:cubicBezTo>
                    <a:pt x="10486" y="813"/>
                    <a:pt x="9761" y="744"/>
                    <a:pt x="9294" y="606"/>
                  </a:cubicBezTo>
                  <a:cubicBezTo>
                    <a:pt x="8746" y="426"/>
                    <a:pt x="8189" y="370"/>
                    <a:pt x="7630" y="370"/>
                  </a:cubicBezTo>
                  <a:cubicBezTo>
                    <a:pt x="6715" y="370"/>
                    <a:pt x="5795" y="519"/>
                    <a:pt x="4900" y="519"/>
                  </a:cubicBezTo>
                  <a:cubicBezTo>
                    <a:pt x="4133" y="519"/>
                    <a:pt x="3384" y="409"/>
                    <a:pt x="267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61" name="Google Shape;8361;p79"/>
            <p:cNvSpPr/>
            <p:nvPr/>
          </p:nvSpPr>
          <p:spPr>
            <a:xfrm>
              <a:off x="6497925" y="4391525"/>
              <a:ext cx="125725" cy="97375"/>
            </a:xfrm>
            <a:custGeom>
              <a:rect b="b" l="l" r="r" t="t"/>
              <a:pathLst>
                <a:path extrusionOk="0" h="3895" w="5029">
                  <a:moveTo>
                    <a:pt x="4062" y="0"/>
                  </a:moveTo>
                  <a:cubicBezTo>
                    <a:pt x="3557" y="0"/>
                    <a:pt x="2937" y="491"/>
                    <a:pt x="2445" y="491"/>
                  </a:cubicBezTo>
                  <a:cubicBezTo>
                    <a:pt x="2234" y="491"/>
                    <a:pt x="2046" y="401"/>
                    <a:pt x="1901" y="144"/>
                  </a:cubicBezTo>
                  <a:cubicBezTo>
                    <a:pt x="0" y="403"/>
                    <a:pt x="570" y="1975"/>
                    <a:pt x="225" y="2960"/>
                  </a:cubicBezTo>
                  <a:cubicBezTo>
                    <a:pt x="38" y="3485"/>
                    <a:pt x="566" y="3894"/>
                    <a:pt x="1172" y="3894"/>
                  </a:cubicBezTo>
                  <a:cubicBezTo>
                    <a:pt x="1185" y="3894"/>
                    <a:pt x="1197" y="3894"/>
                    <a:pt x="1210" y="3894"/>
                  </a:cubicBezTo>
                  <a:cubicBezTo>
                    <a:pt x="2298" y="3876"/>
                    <a:pt x="5029" y="1630"/>
                    <a:pt x="4804" y="783"/>
                  </a:cubicBezTo>
                  <a:cubicBezTo>
                    <a:pt x="4638" y="185"/>
                    <a:pt x="4372" y="0"/>
                    <a:pt x="406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62" name="Google Shape;8362;p79"/>
            <p:cNvSpPr/>
            <p:nvPr/>
          </p:nvSpPr>
          <p:spPr>
            <a:xfrm>
              <a:off x="5334875" y="2906300"/>
              <a:ext cx="82100" cy="128050"/>
            </a:xfrm>
            <a:custGeom>
              <a:rect b="b" l="l" r="r" t="t"/>
              <a:pathLst>
                <a:path extrusionOk="0" h="5122" w="3284">
                  <a:moveTo>
                    <a:pt x="519" y="1"/>
                  </a:moveTo>
                  <a:lnTo>
                    <a:pt x="380" y="139"/>
                  </a:lnTo>
                  <a:cubicBezTo>
                    <a:pt x="104" y="1452"/>
                    <a:pt x="0" y="2766"/>
                    <a:pt x="380" y="4062"/>
                  </a:cubicBezTo>
                  <a:cubicBezTo>
                    <a:pt x="534" y="4660"/>
                    <a:pt x="796" y="5122"/>
                    <a:pt x="1420" y="5122"/>
                  </a:cubicBezTo>
                  <a:cubicBezTo>
                    <a:pt x="1500" y="5122"/>
                    <a:pt x="1585" y="5114"/>
                    <a:pt x="1676" y="5099"/>
                  </a:cubicBezTo>
                  <a:cubicBezTo>
                    <a:pt x="2471" y="4978"/>
                    <a:pt x="3284" y="4408"/>
                    <a:pt x="3111" y="3734"/>
                  </a:cubicBezTo>
                  <a:cubicBezTo>
                    <a:pt x="2748" y="2213"/>
                    <a:pt x="2108" y="744"/>
                    <a:pt x="51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63" name="Google Shape;8363;p79"/>
            <p:cNvSpPr/>
            <p:nvPr/>
          </p:nvSpPr>
          <p:spPr>
            <a:xfrm>
              <a:off x="4869125" y="997550"/>
              <a:ext cx="160750" cy="66150"/>
            </a:xfrm>
            <a:custGeom>
              <a:rect b="b" l="l" r="r" t="t"/>
              <a:pathLst>
                <a:path extrusionOk="0" h="2646" w="6430">
                  <a:moveTo>
                    <a:pt x="1040" y="1"/>
                  </a:moveTo>
                  <a:cubicBezTo>
                    <a:pt x="589" y="1"/>
                    <a:pt x="239" y="358"/>
                    <a:pt x="104" y="814"/>
                  </a:cubicBezTo>
                  <a:cubicBezTo>
                    <a:pt x="1" y="1108"/>
                    <a:pt x="191" y="1419"/>
                    <a:pt x="502" y="1470"/>
                  </a:cubicBezTo>
                  <a:cubicBezTo>
                    <a:pt x="1971" y="1885"/>
                    <a:pt x="3440" y="2283"/>
                    <a:pt x="4736" y="2646"/>
                  </a:cubicBezTo>
                  <a:cubicBezTo>
                    <a:pt x="5427" y="2611"/>
                    <a:pt x="5928" y="2611"/>
                    <a:pt x="6239" y="2127"/>
                  </a:cubicBezTo>
                  <a:cubicBezTo>
                    <a:pt x="6429" y="1851"/>
                    <a:pt x="6308" y="1470"/>
                    <a:pt x="6066" y="1419"/>
                  </a:cubicBezTo>
                  <a:cubicBezTo>
                    <a:pt x="4373" y="1021"/>
                    <a:pt x="2852" y="36"/>
                    <a:pt x="1072" y="2"/>
                  </a:cubicBezTo>
                  <a:cubicBezTo>
                    <a:pt x="1061" y="1"/>
                    <a:pt x="1051" y="1"/>
                    <a:pt x="104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64" name="Google Shape;8364;p79"/>
            <p:cNvSpPr/>
            <p:nvPr/>
          </p:nvSpPr>
          <p:spPr>
            <a:xfrm>
              <a:off x="3763550" y="998475"/>
              <a:ext cx="117975" cy="55725"/>
            </a:xfrm>
            <a:custGeom>
              <a:rect b="b" l="l" r="r" t="t"/>
              <a:pathLst>
                <a:path extrusionOk="0" h="2229" w="4719">
                  <a:moveTo>
                    <a:pt x="747" y="0"/>
                  </a:moveTo>
                  <a:cubicBezTo>
                    <a:pt x="407" y="0"/>
                    <a:pt x="65" y="161"/>
                    <a:pt x="18" y="690"/>
                  </a:cubicBezTo>
                  <a:cubicBezTo>
                    <a:pt x="0" y="863"/>
                    <a:pt x="190" y="1053"/>
                    <a:pt x="277" y="1243"/>
                  </a:cubicBezTo>
                  <a:lnTo>
                    <a:pt x="2333" y="2228"/>
                  </a:lnTo>
                  <a:cubicBezTo>
                    <a:pt x="2437" y="2220"/>
                    <a:pt x="2541" y="2220"/>
                    <a:pt x="2644" y="2220"/>
                  </a:cubicBezTo>
                  <a:cubicBezTo>
                    <a:pt x="2748" y="2220"/>
                    <a:pt x="2852" y="2220"/>
                    <a:pt x="2955" y="2211"/>
                  </a:cubicBezTo>
                  <a:cubicBezTo>
                    <a:pt x="3647" y="2142"/>
                    <a:pt x="4718" y="2090"/>
                    <a:pt x="4511" y="1261"/>
                  </a:cubicBezTo>
                  <a:cubicBezTo>
                    <a:pt x="4255" y="308"/>
                    <a:pt x="3582" y="187"/>
                    <a:pt x="2842" y="187"/>
                  </a:cubicBezTo>
                  <a:cubicBezTo>
                    <a:pt x="2589" y="187"/>
                    <a:pt x="2328" y="201"/>
                    <a:pt x="2074" y="201"/>
                  </a:cubicBezTo>
                  <a:cubicBezTo>
                    <a:pt x="1762" y="201"/>
                    <a:pt x="1460" y="180"/>
                    <a:pt x="1193" y="85"/>
                  </a:cubicBezTo>
                  <a:cubicBezTo>
                    <a:pt x="1066" y="36"/>
                    <a:pt x="907" y="0"/>
                    <a:pt x="74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65" name="Google Shape;8365;p79"/>
            <p:cNvSpPr/>
            <p:nvPr/>
          </p:nvSpPr>
          <p:spPr>
            <a:xfrm>
              <a:off x="6244750" y="3463175"/>
              <a:ext cx="127900" cy="76650"/>
            </a:xfrm>
            <a:custGeom>
              <a:rect b="b" l="l" r="r" t="t"/>
              <a:pathLst>
                <a:path extrusionOk="0" h="3066" w="5116">
                  <a:moveTo>
                    <a:pt x="4184" y="1"/>
                  </a:moveTo>
                  <a:cubicBezTo>
                    <a:pt x="4093" y="1"/>
                    <a:pt x="4000" y="13"/>
                    <a:pt x="3906" y="36"/>
                  </a:cubicBezTo>
                  <a:cubicBezTo>
                    <a:pt x="3232" y="209"/>
                    <a:pt x="2575" y="416"/>
                    <a:pt x="1918" y="641"/>
                  </a:cubicBezTo>
                  <a:lnTo>
                    <a:pt x="1936" y="641"/>
                  </a:lnTo>
                  <a:cubicBezTo>
                    <a:pt x="1659" y="848"/>
                    <a:pt x="1383" y="1038"/>
                    <a:pt x="1089" y="1194"/>
                  </a:cubicBezTo>
                  <a:cubicBezTo>
                    <a:pt x="432" y="1505"/>
                    <a:pt x="0" y="2093"/>
                    <a:pt x="311" y="2680"/>
                  </a:cubicBezTo>
                  <a:cubicBezTo>
                    <a:pt x="460" y="2964"/>
                    <a:pt x="650" y="3065"/>
                    <a:pt x="856" y="3065"/>
                  </a:cubicBezTo>
                  <a:cubicBezTo>
                    <a:pt x="1178" y="3065"/>
                    <a:pt x="1537" y="2818"/>
                    <a:pt x="1832" y="2628"/>
                  </a:cubicBezTo>
                  <a:cubicBezTo>
                    <a:pt x="2558" y="2093"/>
                    <a:pt x="3370" y="1695"/>
                    <a:pt x="4234" y="1436"/>
                  </a:cubicBezTo>
                  <a:cubicBezTo>
                    <a:pt x="4631" y="1332"/>
                    <a:pt x="5115" y="1108"/>
                    <a:pt x="4994" y="606"/>
                  </a:cubicBezTo>
                  <a:cubicBezTo>
                    <a:pt x="4883" y="203"/>
                    <a:pt x="4559" y="1"/>
                    <a:pt x="418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66" name="Google Shape;8366;p79"/>
            <p:cNvSpPr/>
            <p:nvPr/>
          </p:nvSpPr>
          <p:spPr>
            <a:xfrm>
              <a:off x="6286725" y="2464325"/>
              <a:ext cx="67775" cy="93850"/>
            </a:xfrm>
            <a:custGeom>
              <a:rect b="b" l="l" r="r" t="t"/>
              <a:pathLst>
                <a:path extrusionOk="0" h="3754" w="2711">
                  <a:moveTo>
                    <a:pt x="1532" y="0"/>
                  </a:moveTo>
                  <a:cubicBezTo>
                    <a:pt x="1516" y="0"/>
                    <a:pt x="1500" y="0"/>
                    <a:pt x="1484" y="1"/>
                  </a:cubicBezTo>
                  <a:cubicBezTo>
                    <a:pt x="187" y="53"/>
                    <a:pt x="239" y="1332"/>
                    <a:pt x="101" y="2265"/>
                  </a:cubicBezTo>
                  <a:cubicBezTo>
                    <a:pt x="1" y="3066"/>
                    <a:pt x="465" y="3754"/>
                    <a:pt x="1243" y="3754"/>
                  </a:cubicBezTo>
                  <a:cubicBezTo>
                    <a:pt x="1271" y="3754"/>
                    <a:pt x="1299" y="3753"/>
                    <a:pt x="1328" y="3751"/>
                  </a:cubicBezTo>
                  <a:cubicBezTo>
                    <a:pt x="2711" y="3682"/>
                    <a:pt x="1967" y="2403"/>
                    <a:pt x="2313" y="1815"/>
                  </a:cubicBezTo>
                  <a:cubicBezTo>
                    <a:pt x="2228" y="1050"/>
                    <a:pt x="2528" y="0"/>
                    <a:pt x="153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67" name="Google Shape;8367;p79"/>
            <p:cNvSpPr/>
            <p:nvPr/>
          </p:nvSpPr>
          <p:spPr>
            <a:xfrm>
              <a:off x="6279300" y="2861375"/>
              <a:ext cx="75625" cy="97275"/>
            </a:xfrm>
            <a:custGeom>
              <a:rect b="b" l="l" r="r" t="t"/>
              <a:pathLst>
                <a:path extrusionOk="0" h="3891" w="3025">
                  <a:moveTo>
                    <a:pt x="2403" y="1"/>
                  </a:moveTo>
                  <a:cubicBezTo>
                    <a:pt x="2178" y="1"/>
                    <a:pt x="1971" y="104"/>
                    <a:pt x="1850" y="277"/>
                  </a:cubicBezTo>
                  <a:cubicBezTo>
                    <a:pt x="1504" y="1193"/>
                    <a:pt x="882" y="1884"/>
                    <a:pt x="277" y="2610"/>
                  </a:cubicBezTo>
                  <a:cubicBezTo>
                    <a:pt x="35" y="2869"/>
                    <a:pt x="1" y="3284"/>
                    <a:pt x="208" y="3578"/>
                  </a:cubicBezTo>
                  <a:cubicBezTo>
                    <a:pt x="326" y="3766"/>
                    <a:pt x="507" y="3890"/>
                    <a:pt x="682" y="3890"/>
                  </a:cubicBezTo>
                  <a:cubicBezTo>
                    <a:pt x="764" y="3890"/>
                    <a:pt x="845" y="3863"/>
                    <a:pt x="916" y="3802"/>
                  </a:cubicBezTo>
                  <a:cubicBezTo>
                    <a:pt x="1815" y="3128"/>
                    <a:pt x="2731" y="2420"/>
                    <a:pt x="3025" y="1452"/>
                  </a:cubicBezTo>
                  <a:cubicBezTo>
                    <a:pt x="2973" y="744"/>
                    <a:pt x="2921" y="225"/>
                    <a:pt x="240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68" name="Google Shape;8368;p79"/>
            <p:cNvSpPr/>
            <p:nvPr/>
          </p:nvSpPr>
          <p:spPr>
            <a:xfrm>
              <a:off x="4145025" y="994975"/>
              <a:ext cx="111500" cy="47325"/>
            </a:xfrm>
            <a:custGeom>
              <a:rect b="b" l="l" r="r" t="t"/>
              <a:pathLst>
                <a:path extrusionOk="0" h="1893" w="4460">
                  <a:moveTo>
                    <a:pt x="1539" y="105"/>
                  </a:moveTo>
                  <a:cubicBezTo>
                    <a:pt x="969" y="243"/>
                    <a:pt x="139" y="1"/>
                    <a:pt x="70" y="744"/>
                  </a:cubicBezTo>
                  <a:cubicBezTo>
                    <a:pt x="1" y="1418"/>
                    <a:pt x="813" y="1418"/>
                    <a:pt x="1332" y="1556"/>
                  </a:cubicBezTo>
                  <a:cubicBezTo>
                    <a:pt x="1764" y="1677"/>
                    <a:pt x="2213" y="1764"/>
                    <a:pt x="2645" y="1815"/>
                  </a:cubicBezTo>
                  <a:cubicBezTo>
                    <a:pt x="2898" y="1847"/>
                    <a:pt x="3179" y="1893"/>
                    <a:pt x="3440" y="1893"/>
                  </a:cubicBezTo>
                  <a:cubicBezTo>
                    <a:pt x="3890" y="1893"/>
                    <a:pt x="4279" y="1756"/>
                    <a:pt x="4356" y="1176"/>
                  </a:cubicBezTo>
                  <a:cubicBezTo>
                    <a:pt x="4459" y="346"/>
                    <a:pt x="3561" y="416"/>
                    <a:pt x="2956" y="329"/>
                  </a:cubicBezTo>
                  <a:lnTo>
                    <a:pt x="1539" y="10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69" name="Google Shape;8369;p79"/>
            <p:cNvSpPr/>
            <p:nvPr/>
          </p:nvSpPr>
          <p:spPr>
            <a:xfrm>
              <a:off x="7213625" y="3803350"/>
              <a:ext cx="74075" cy="80050"/>
            </a:xfrm>
            <a:custGeom>
              <a:rect b="b" l="l" r="r" t="t"/>
              <a:pathLst>
                <a:path extrusionOk="0" h="3202" w="2963">
                  <a:moveTo>
                    <a:pt x="573" y="1"/>
                  </a:moveTo>
                  <a:cubicBezTo>
                    <a:pt x="233" y="1"/>
                    <a:pt x="0" y="333"/>
                    <a:pt x="59" y="704"/>
                  </a:cubicBezTo>
                  <a:cubicBezTo>
                    <a:pt x="284" y="1965"/>
                    <a:pt x="1096" y="2777"/>
                    <a:pt x="2289" y="3175"/>
                  </a:cubicBezTo>
                  <a:cubicBezTo>
                    <a:pt x="2343" y="3193"/>
                    <a:pt x="2395" y="3202"/>
                    <a:pt x="2445" y="3202"/>
                  </a:cubicBezTo>
                  <a:cubicBezTo>
                    <a:pt x="2729" y="3202"/>
                    <a:pt x="2933" y="2914"/>
                    <a:pt x="2963" y="2414"/>
                  </a:cubicBezTo>
                  <a:cubicBezTo>
                    <a:pt x="2341" y="1619"/>
                    <a:pt x="1960" y="427"/>
                    <a:pt x="751" y="30"/>
                  </a:cubicBezTo>
                  <a:cubicBezTo>
                    <a:pt x="689" y="10"/>
                    <a:pt x="630" y="1"/>
                    <a:pt x="57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70" name="Google Shape;8370;p79"/>
            <p:cNvSpPr/>
            <p:nvPr/>
          </p:nvSpPr>
          <p:spPr>
            <a:xfrm>
              <a:off x="6542025" y="3118350"/>
              <a:ext cx="66075" cy="79800"/>
            </a:xfrm>
            <a:custGeom>
              <a:rect b="b" l="l" r="r" t="t"/>
              <a:pathLst>
                <a:path extrusionOk="0" h="3192" w="2643">
                  <a:moveTo>
                    <a:pt x="1295" y="1"/>
                  </a:moveTo>
                  <a:cubicBezTo>
                    <a:pt x="1273" y="1"/>
                    <a:pt x="1250" y="2"/>
                    <a:pt x="1226" y="4"/>
                  </a:cubicBezTo>
                  <a:cubicBezTo>
                    <a:pt x="275" y="108"/>
                    <a:pt x="51" y="954"/>
                    <a:pt x="33" y="1732"/>
                  </a:cubicBezTo>
                  <a:cubicBezTo>
                    <a:pt x="1" y="2354"/>
                    <a:pt x="200" y="3192"/>
                    <a:pt x="910" y="3192"/>
                  </a:cubicBezTo>
                  <a:cubicBezTo>
                    <a:pt x="950" y="3192"/>
                    <a:pt x="992" y="3189"/>
                    <a:pt x="1036" y="3184"/>
                  </a:cubicBezTo>
                  <a:cubicBezTo>
                    <a:pt x="2643" y="2959"/>
                    <a:pt x="1640" y="1767"/>
                    <a:pt x="1640" y="1110"/>
                  </a:cubicBezTo>
                  <a:cubicBezTo>
                    <a:pt x="1740" y="547"/>
                    <a:pt x="1792" y="1"/>
                    <a:pt x="129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71" name="Google Shape;8371;p79"/>
            <p:cNvSpPr/>
            <p:nvPr/>
          </p:nvSpPr>
          <p:spPr>
            <a:xfrm>
              <a:off x="4278100" y="987200"/>
              <a:ext cx="87225" cy="50150"/>
            </a:xfrm>
            <a:custGeom>
              <a:rect b="b" l="l" r="r" t="t"/>
              <a:pathLst>
                <a:path extrusionOk="0" h="2006" w="3489">
                  <a:moveTo>
                    <a:pt x="2519" y="46"/>
                  </a:moveTo>
                  <a:cubicBezTo>
                    <a:pt x="2407" y="46"/>
                    <a:pt x="2296" y="60"/>
                    <a:pt x="2195" y="87"/>
                  </a:cubicBezTo>
                  <a:cubicBezTo>
                    <a:pt x="1435" y="312"/>
                    <a:pt x="191" y="1"/>
                    <a:pt x="87" y="1107"/>
                  </a:cubicBezTo>
                  <a:cubicBezTo>
                    <a:pt x="1" y="1798"/>
                    <a:pt x="986" y="1746"/>
                    <a:pt x="1642" y="1781"/>
                  </a:cubicBezTo>
                  <a:cubicBezTo>
                    <a:pt x="2299" y="1556"/>
                    <a:pt x="3422" y="2005"/>
                    <a:pt x="3474" y="813"/>
                  </a:cubicBezTo>
                  <a:cubicBezTo>
                    <a:pt x="3488" y="284"/>
                    <a:pt x="2986" y="46"/>
                    <a:pt x="2519" y="4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72" name="Google Shape;8372;p79"/>
            <p:cNvSpPr/>
            <p:nvPr/>
          </p:nvSpPr>
          <p:spPr>
            <a:xfrm>
              <a:off x="6595650" y="1204100"/>
              <a:ext cx="81075" cy="41800"/>
            </a:xfrm>
            <a:custGeom>
              <a:rect b="b" l="l" r="r" t="t"/>
              <a:pathLst>
                <a:path extrusionOk="0" h="1672" w="3243">
                  <a:moveTo>
                    <a:pt x="1466" y="121"/>
                  </a:moveTo>
                  <a:cubicBezTo>
                    <a:pt x="1366" y="163"/>
                    <a:pt x="1241" y="173"/>
                    <a:pt x="1106" y="173"/>
                  </a:cubicBezTo>
                  <a:cubicBezTo>
                    <a:pt x="987" y="173"/>
                    <a:pt x="861" y="165"/>
                    <a:pt x="738" y="165"/>
                  </a:cubicBezTo>
                  <a:cubicBezTo>
                    <a:pt x="371" y="165"/>
                    <a:pt x="34" y="234"/>
                    <a:pt x="14" y="778"/>
                  </a:cubicBezTo>
                  <a:cubicBezTo>
                    <a:pt x="0" y="1593"/>
                    <a:pt x="628" y="1660"/>
                    <a:pt x="1232" y="1660"/>
                  </a:cubicBezTo>
                  <a:cubicBezTo>
                    <a:pt x="1352" y="1660"/>
                    <a:pt x="1472" y="1658"/>
                    <a:pt x="1585" y="1658"/>
                  </a:cubicBezTo>
                  <a:cubicBezTo>
                    <a:pt x="1627" y="1658"/>
                    <a:pt x="1668" y="1658"/>
                    <a:pt x="1708" y="1659"/>
                  </a:cubicBezTo>
                  <a:cubicBezTo>
                    <a:pt x="1826" y="1666"/>
                    <a:pt x="1954" y="1672"/>
                    <a:pt x="2085" y="1672"/>
                  </a:cubicBezTo>
                  <a:cubicBezTo>
                    <a:pt x="2644" y="1672"/>
                    <a:pt x="3242" y="1563"/>
                    <a:pt x="3228" y="933"/>
                  </a:cubicBezTo>
                  <a:cubicBezTo>
                    <a:pt x="3194" y="0"/>
                    <a:pt x="2209" y="207"/>
                    <a:pt x="1466" y="12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73" name="Google Shape;8373;p79"/>
            <p:cNvSpPr/>
            <p:nvPr/>
          </p:nvSpPr>
          <p:spPr>
            <a:xfrm>
              <a:off x="5040350" y="1034625"/>
              <a:ext cx="81550" cy="46975"/>
            </a:xfrm>
            <a:custGeom>
              <a:rect b="b" l="l" r="r" t="t"/>
              <a:pathLst>
                <a:path extrusionOk="0" h="1879" w="3262">
                  <a:moveTo>
                    <a:pt x="1625" y="1"/>
                  </a:moveTo>
                  <a:cubicBezTo>
                    <a:pt x="803" y="1"/>
                    <a:pt x="279" y="461"/>
                    <a:pt x="99" y="1249"/>
                  </a:cubicBezTo>
                  <a:cubicBezTo>
                    <a:pt x="0" y="1616"/>
                    <a:pt x="339" y="1879"/>
                    <a:pt x="645" y="1879"/>
                  </a:cubicBezTo>
                  <a:cubicBezTo>
                    <a:pt x="714" y="1879"/>
                    <a:pt x="781" y="1865"/>
                    <a:pt x="842" y="1837"/>
                  </a:cubicBezTo>
                  <a:cubicBezTo>
                    <a:pt x="1620" y="1474"/>
                    <a:pt x="2829" y="1750"/>
                    <a:pt x="3106" y="800"/>
                  </a:cubicBezTo>
                  <a:cubicBezTo>
                    <a:pt x="3261" y="229"/>
                    <a:pt x="2363" y="22"/>
                    <a:pt x="1758" y="5"/>
                  </a:cubicBezTo>
                  <a:cubicBezTo>
                    <a:pt x="1713" y="2"/>
                    <a:pt x="1668" y="1"/>
                    <a:pt x="162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74" name="Google Shape;8374;p79"/>
            <p:cNvSpPr/>
            <p:nvPr/>
          </p:nvSpPr>
          <p:spPr>
            <a:xfrm>
              <a:off x="6380950" y="3302475"/>
              <a:ext cx="77800" cy="40225"/>
            </a:xfrm>
            <a:custGeom>
              <a:rect b="b" l="l" r="r" t="t"/>
              <a:pathLst>
                <a:path extrusionOk="0" h="1609" w="3112">
                  <a:moveTo>
                    <a:pt x="843" y="80"/>
                  </a:moveTo>
                  <a:cubicBezTo>
                    <a:pt x="352" y="80"/>
                    <a:pt x="1" y="466"/>
                    <a:pt x="65" y="882"/>
                  </a:cubicBezTo>
                  <a:cubicBezTo>
                    <a:pt x="161" y="1545"/>
                    <a:pt x="602" y="1578"/>
                    <a:pt x="1054" y="1578"/>
                  </a:cubicBezTo>
                  <a:cubicBezTo>
                    <a:pt x="1103" y="1578"/>
                    <a:pt x="1152" y="1577"/>
                    <a:pt x="1201" y="1577"/>
                  </a:cubicBezTo>
                  <a:cubicBezTo>
                    <a:pt x="1347" y="1577"/>
                    <a:pt x="1491" y="1581"/>
                    <a:pt x="1620" y="1608"/>
                  </a:cubicBezTo>
                  <a:cubicBezTo>
                    <a:pt x="1746" y="1549"/>
                    <a:pt x="1903" y="1535"/>
                    <a:pt x="2065" y="1535"/>
                  </a:cubicBezTo>
                  <a:cubicBezTo>
                    <a:pt x="2212" y="1535"/>
                    <a:pt x="2363" y="1547"/>
                    <a:pt x="2502" y="1547"/>
                  </a:cubicBezTo>
                  <a:cubicBezTo>
                    <a:pt x="2845" y="1547"/>
                    <a:pt x="3112" y="1478"/>
                    <a:pt x="3037" y="1003"/>
                  </a:cubicBezTo>
                  <a:cubicBezTo>
                    <a:pt x="2882" y="1"/>
                    <a:pt x="1741" y="191"/>
                    <a:pt x="963" y="87"/>
                  </a:cubicBezTo>
                  <a:cubicBezTo>
                    <a:pt x="923" y="82"/>
                    <a:pt x="882" y="80"/>
                    <a:pt x="843" y="8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75" name="Google Shape;8375;p79"/>
            <p:cNvSpPr/>
            <p:nvPr/>
          </p:nvSpPr>
          <p:spPr>
            <a:xfrm>
              <a:off x="4384825" y="996700"/>
              <a:ext cx="62025" cy="39775"/>
            </a:xfrm>
            <a:custGeom>
              <a:rect b="b" l="l" r="r" t="t"/>
              <a:pathLst>
                <a:path extrusionOk="0" h="1591" w="2481">
                  <a:moveTo>
                    <a:pt x="1811" y="155"/>
                  </a:moveTo>
                  <a:cubicBezTo>
                    <a:pt x="1713" y="155"/>
                    <a:pt x="1613" y="168"/>
                    <a:pt x="1521" y="191"/>
                  </a:cubicBezTo>
                  <a:cubicBezTo>
                    <a:pt x="985" y="312"/>
                    <a:pt x="121" y="1"/>
                    <a:pt x="52" y="917"/>
                  </a:cubicBezTo>
                  <a:cubicBezTo>
                    <a:pt x="0" y="1487"/>
                    <a:pt x="536" y="1574"/>
                    <a:pt x="1054" y="1591"/>
                  </a:cubicBezTo>
                  <a:cubicBezTo>
                    <a:pt x="1573" y="1418"/>
                    <a:pt x="2385" y="1556"/>
                    <a:pt x="2454" y="727"/>
                  </a:cubicBezTo>
                  <a:cubicBezTo>
                    <a:pt x="2481" y="311"/>
                    <a:pt x="2153" y="155"/>
                    <a:pt x="1811" y="155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76" name="Google Shape;8376;p79"/>
            <p:cNvSpPr/>
            <p:nvPr/>
          </p:nvSpPr>
          <p:spPr>
            <a:xfrm>
              <a:off x="2100625" y="1004500"/>
              <a:ext cx="520200" cy="95050"/>
            </a:xfrm>
            <a:custGeom>
              <a:rect b="b" l="l" r="r" t="t"/>
              <a:pathLst>
                <a:path extrusionOk="0" h="3802" w="20808">
                  <a:moveTo>
                    <a:pt x="20756" y="0"/>
                  </a:moveTo>
                  <a:lnTo>
                    <a:pt x="20738" y="17"/>
                  </a:lnTo>
                  <a:lnTo>
                    <a:pt x="20773" y="17"/>
                  </a:lnTo>
                  <a:lnTo>
                    <a:pt x="20808" y="0"/>
                  </a:lnTo>
                  <a:close/>
                  <a:moveTo>
                    <a:pt x="1" y="3785"/>
                  </a:moveTo>
                  <a:lnTo>
                    <a:pt x="1" y="3802"/>
                  </a:lnTo>
                  <a:lnTo>
                    <a:pt x="18" y="3802"/>
                  </a:lnTo>
                  <a:lnTo>
                    <a:pt x="18" y="378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77" name="Google Shape;8377;p79"/>
            <p:cNvSpPr/>
            <p:nvPr/>
          </p:nvSpPr>
          <p:spPr>
            <a:xfrm>
              <a:off x="233350" y="949250"/>
              <a:ext cx="3232550" cy="3802300"/>
            </a:xfrm>
            <a:custGeom>
              <a:rect b="b" l="l" r="r" t="t"/>
              <a:pathLst>
                <a:path extrusionOk="0" h="152092" w="129302">
                  <a:moveTo>
                    <a:pt x="97270" y="1644"/>
                  </a:moveTo>
                  <a:cubicBezTo>
                    <a:pt x="97347" y="1644"/>
                    <a:pt x="97424" y="1648"/>
                    <a:pt x="97503" y="1657"/>
                  </a:cubicBezTo>
                  <a:cubicBezTo>
                    <a:pt x="97555" y="1674"/>
                    <a:pt x="97607" y="1692"/>
                    <a:pt x="97642" y="1709"/>
                  </a:cubicBezTo>
                  <a:lnTo>
                    <a:pt x="95601" y="2170"/>
                  </a:lnTo>
                  <a:lnTo>
                    <a:pt x="95601" y="2170"/>
                  </a:lnTo>
                  <a:cubicBezTo>
                    <a:pt x="96129" y="1917"/>
                    <a:pt x="96661" y="1644"/>
                    <a:pt x="97270" y="1644"/>
                  </a:cubicBezTo>
                  <a:close/>
                  <a:moveTo>
                    <a:pt x="95473" y="2210"/>
                  </a:moveTo>
                  <a:lnTo>
                    <a:pt x="95447" y="2227"/>
                  </a:lnTo>
                  <a:lnTo>
                    <a:pt x="95429" y="2227"/>
                  </a:lnTo>
                  <a:lnTo>
                    <a:pt x="95464" y="2210"/>
                  </a:lnTo>
                  <a:close/>
                  <a:moveTo>
                    <a:pt x="68358" y="8951"/>
                  </a:moveTo>
                  <a:cubicBezTo>
                    <a:pt x="68553" y="8951"/>
                    <a:pt x="68761" y="9049"/>
                    <a:pt x="68989" y="9313"/>
                  </a:cubicBezTo>
                  <a:cubicBezTo>
                    <a:pt x="69208" y="9280"/>
                    <a:pt x="69420" y="9268"/>
                    <a:pt x="69634" y="9268"/>
                  </a:cubicBezTo>
                  <a:cubicBezTo>
                    <a:pt x="69758" y="9268"/>
                    <a:pt x="69882" y="9272"/>
                    <a:pt x="70008" y="9278"/>
                  </a:cubicBezTo>
                  <a:cubicBezTo>
                    <a:pt x="70061" y="9286"/>
                    <a:pt x="70117" y="9289"/>
                    <a:pt x="70177" y="9289"/>
                  </a:cubicBezTo>
                  <a:cubicBezTo>
                    <a:pt x="70522" y="9289"/>
                    <a:pt x="70965" y="9176"/>
                    <a:pt x="71318" y="9176"/>
                  </a:cubicBezTo>
                  <a:cubicBezTo>
                    <a:pt x="71841" y="9176"/>
                    <a:pt x="72167" y="9425"/>
                    <a:pt x="71685" y="10661"/>
                  </a:cubicBezTo>
                  <a:cubicBezTo>
                    <a:pt x="71581" y="10937"/>
                    <a:pt x="71823" y="11265"/>
                    <a:pt x="72151" y="11386"/>
                  </a:cubicBezTo>
                  <a:cubicBezTo>
                    <a:pt x="72428" y="11438"/>
                    <a:pt x="72722" y="11490"/>
                    <a:pt x="72998" y="11507"/>
                  </a:cubicBezTo>
                  <a:cubicBezTo>
                    <a:pt x="72652" y="11922"/>
                    <a:pt x="72359" y="12406"/>
                    <a:pt x="71927" y="12717"/>
                  </a:cubicBezTo>
                  <a:cubicBezTo>
                    <a:pt x="71831" y="12786"/>
                    <a:pt x="71741" y="12813"/>
                    <a:pt x="71654" y="12813"/>
                  </a:cubicBezTo>
                  <a:cubicBezTo>
                    <a:pt x="71349" y="12813"/>
                    <a:pt x="71090" y="12473"/>
                    <a:pt x="70821" y="12406"/>
                  </a:cubicBezTo>
                  <a:cubicBezTo>
                    <a:pt x="69127" y="11939"/>
                    <a:pt x="69334" y="10488"/>
                    <a:pt x="68989" y="9313"/>
                  </a:cubicBezTo>
                  <a:lnTo>
                    <a:pt x="67330" y="9520"/>
                  </a:lnTo>
                  <a:cubicBezTo>
                    <a:pt x="67668" y="9295"/>
                    <a:pt x="67992" y="8951"/>
                    <a:pt x="68358" y="8951"/>
                  </a:cubicBezTo>
                  <a:close/>
                  <a:moveTo>
                    <a:pt x="51546" y="12467"/>
                  </a:moveTo>
                  <a:cubicBezTo>
                    <a:pt x="51593" y="12467"/>
                    <a:pt x="51647" y="12470"/>
                    <a:pt x="51707" y="12475"/>
                  </a:cubicBezTo>
                  <a:cubicBezTo>
                    <a:pt x="51897" y="12648"/>
                    <a:pt x="52157" y="12890"/>
                    <a:pt x="52433" y="13115"/>
                  </a:cubicBezTo>
                  <a:cubicBezTo>
                    <a:pt x="52260" y="13270"/>
                    <a:pt x="52053" y="13374"/>
                    <a:pt x="51845" y="13460"/>
                  </a:cubicBezTo>
                  <a:cubicBezTo>
                    <a:pt x="51802" y="13467"/>
                    <a:pt x="51764" y="13470"/>
                    <a:pt x="51729" y="13470"/>
                  </a:cubicBezTo>
                  <a:cubicBezTo>
                    <a:pt x="51300" y="13470"/>
                    <a:pt x="51439" y="13007"/>
                    <a:pt x="51327" y="12752"/>
                  </a:cubicBezTo>
                  <a:cubicBezTo>
                    <a:pt x="51225" y="12548"/>
                    <a:pt x="51295" y="12467"/>
                    <a:pt x="51546" y="12467"/>
                  </a:cubicBezTo>
                  <a:close/>
                  <a:moveTo>
                    <a:pt x="55481" y="12549"/>
                  </a:moveTo>
                  <a:cubicBezTo>
                    <a:pt x="55526" y="12549"/>
                    <a:pt x="55570" y="12553"/>
                    <a:pt x="55613" y="12562"/>
                  </a:cubicBezTo>
                  <a:lnTo>
                    <a:pt x="54576" y="13789"/>
                  </a:lnTo>
                  <a:lnTo>
                    <a:pt x="53954" y="13184"/>
                  </a:lnTo>
                  <a:cubicBezTo>
                    <a:pt x="54420" y="12976"/>
                    <a:pt x="54870" y="12752"/>
                    <a:pt x="55336" y="12562"/>
                  </a:cubicBezTo>
                  <a:cubicBezTo>
                    <a:pt x="55388" y="12553"/>
                    <a:pt x="55436" y="12549"/>
                    <a:pt x="55481" y="12549"/>
                  </a:cubicBezTo>
                  <a:close/>
                  <a:moveTo>
                    <a:pt x="116966" y="0"/>
                  </a:moveTo>
                  <a:cubicBezTo>
                    <a:pt x="112339" y="0"/>
                    <a:pt x="107712" y="747"/>
                    <a:pt x="103085" y="1035"/>
                  </a:cubicBezTo>
                  <a:cubicBezTo>
                    <a:pt x="101910" y="1104"/>
                    <a:pt x="100735" y="983"/>
                    <a:pt x="99542" y="1260"/>
                  </a:cubicBezTo>
                  <a:cubicBezTo>
                    <a:pt x="99533" y="1262"/>
                    <a:pt x="99523" y="1263"/>
                    <a:pt x="99512" y="1263"/>
                  </a:cubicBezTo>
                  <a:cubicBezTo>
                    <a:pt x="99194" y="1263"/>
                    <a:pt x="98389" y="307"/>
                    <a:pt x="97503" y="240"/>
                  </a:cubicBezTo>
                  <a:cubicBezTo>
                    <a:pt x="96554" y="172"/>
                    <a:pt x="95607" y="143"/>
                    <a:pt x="94661" y="143"/>
                  </a:cubicBezTo>
                  <a:cubicBezTo>
                    <a:pt x="91541" y="143"/>
                    <a:pt x="88432" y="459"/>
                    <a:pt x="85303" y="724"/>
                  </a:cubicBezTo>
                  <a:cubicBezTo>
                    <a:pt x="83379" y="875"/>
                    <a:pt x="81549" y="1637"/>
                    <a:pt x="79578" y="1637"/>
                  </a:cubicBezTo>
                  <a:cubicBezTo>
                    <a:pt x="79300" y="1637"/>
                    <a:pt x="79020" y="1622"/>
                    <a:pt x="78736" y="1588"/>
                  </a:cubicBezTo>
                  <a:cubicBezTo>
                    <a:pt x="78573" y="1568"/>
                    <a:pt x="78403" y="1557"/>
                    <a:pt x="78229" y="1557"/>
                  </a:cubicBezTo>
                  <a:cubicBezTo>
                    <a:pt x="77349" y="1557"/>
                    <a:pt x="76386" y="1840"/>
                    <a:pt x="75953" y="2677"/>
                  </a:cubicBezTo>
                  <a:cubicBezTo>
                    <a:pt x="75538" y="3489"/>
                    <a:pt x="76333" y="4163"/>
                    <a:pt x="76956" y="4750"/>
                  </a:cubicBezTo>
                  <a:cubicBezTo>
                    <a:pt x="77215" y="4992"/>
                    <a:pt x="77232" y="5511"/>
                    <a:pt x="77370" y="5891"/>
                  </a:cubicBezTo>
                  <a:cubicBezTo>
                    <a:pt x="77348" y="5890"/>
                    <a:pt x="77325" y="5889"/>
                    <a:pt x="77301" y="5889"/>
                  </a:cubicBezTo>
                  <a:cubicBezTo>
                    <a:pt x="77154" y="5889"/>
                    <a:pt x="76988" y="5912"/>
                    <a:pt x="76844" y="5912"/>
                  </a:cubicBezTo>
                  <a:cubicBezTo>
                    <a:pt x="76726" y="5912"/>
                    <a:pt x="76623" y="5896"/>
                    <a:pt x="76558" y="5839"/>
                  </a:cubicBezTo>
                  <a:cubicBezTo>
                    <a:pt x="76285" y="5586"/>
                    <a:pt x="76034" y="5489"/>
                    <a:pt x="75796" y="5489"/>
                  </a:cubicBezTo>
                  <a:cubicBezTo>
                    <a:pt x="75417" y="5489"/>
                    <a:pt x="75070" y="5733"/>
                    <a:pt x="74709" y="5977"/>
                  </a:cubicBezTo>
                  <a:lnTo>
                    <a:pt x="74709" y="5995"/>
                  </a:lnTo>
                  <a:lnTo>
                    <a:pt x="74692" y="5995"/>
                  </a:lnTo>
                  <a:cubicBezTo>
                    <a:pt x="74415" y="6358"/>
                    <a:pt x="73707" y="6479"/>
                    <a:pt x="73897" y="7066"/>
                  </a:cubicBezTo>
                  <a:cubicBezTo>
                    <a:pt x="74104" y="7654"/>
                    <a:pt x="74761" y="7671"/>
                    <a:pt x="75331" y="7723"/>
                  </a:cubicBezTo>
                  <a:lnTo>
                    <a:pt x="75625" y="7723"/>
                  </a:lnTo>
                  <a:lnTo>
                    <a:pt x="77146" y="7982"/>
                  </a:lnTo>
                  <a:cubicBezTo>
                    <a:pt x="76904" y="8068"/>
                    <a:pt x="76662" y="8120"/>
                    <a:pt x="76403" y="8120"/>
                  </a:cubicBezTo>
                  <a:cubicBezTo>
                    <a:pt x="76178" y="8103"/>
                    <a:pt x="75970" y="7930"/>
                    <a:pt x="75729" y="7861"/>
                  </a:cubicBezTo>
                  <a:cubicBezTo>
                    <a:pt x="75594" y="7823"/>
                    <a:pt x="75464" y="7807"/>
                    <a:pt x="75337" y="7807"/>
                  </a:cubicBezTo>
                  <a:cubicBezTo>
                    <a:pt x="74777" y="7807"/>
                    <a:pt x="74273" y="8116"/>
                    <a:pt x="73724" y="8172"/>
                  </a:cubicBezTo>
                  <a:cubicBezTo>
                    <a:pt x="73717" y="8173"/>
                    <a:pt x="73710" y="8174"/>
                    <a:pt x="73702" y="8174"/>
                  </a:cubicBezTo>
                  <a:cubicBezTo>
                    <a:pt x="73450" y="8174"/>
                    <a:pt x="72913" y="7613"/>
                    <a:pt x="72946" y="7394"/>
                  </a:cubicBezTo>
                  <a:cubicBezTo>
                    <a:pt x="73102" y="6479"/>
                    <a:pt x="73810" y="6098"/>
                    <a:pt x="74674" y="5995"/>
                  </a:cubicBezTo>
                  <a:lnTo>
                    <a:pt x="74674" y="5977"/>
                  </a:lnTo>
                  <a:cubicBezTo>
                    <a:pt x="74726" y="5545"/>
                    <a:pt x="74830" y="5113"/>
                    <a:pt x="74951" y="4681"/>
                  </a:cubicBezTo>
                  <a:cubicBezTo>
                    <a:pt x="75072" y="4370"/>
                    <a:pt x="75435" y="4076"/>
                    <a:pt x="75124" y="3748"/>
                  </a:cubicBezTo>
                  <a:cubicBezTo>
                    <a:pt x="74832" y="3467"/>
                    <a:pt x="74483" y="3396"/>
                    <a:pt x="74119" y="3396"/>
                  </a:cubicBezTo>
                  <a:cubicBezTo>
                    <a:pt x="73856" y="3396"/>
                    <a:pt x="73587" y="3433"/>
                    <a:pt x="73326" y="3454"/>
                  </a:cubicBezTo>
                  <a:cubicBezTo>
                    <a:pt x="72946" y="3506"/>
                    <a:pt x="72756" y="3748"/>
                    <a:pt x="72704" y="4180"/>
                  </a:cubicBezTo>
                  <a:cubicBezTo>
                    <a:pt x="72601" y="5252"/>
                    <a:pt x="72134" y="6098"/>
                    <a:pt x="70959" y="6340"/>
                  </a:cubicBezTo>
                  <a:cubicBezTo>
                    <a:pt x="70855" y="6427"/>
                    <a:pt x="70769" y="6513"/>
                    <a:pt x="70665" y="6617"/>
                  </a:cubicBezTo>
                  <a:cubicBezTo>
                    <a:pt x="70786" y="6859"/>
                    <a:pt x="70924" y="7083"/>
                    <a:pt x="71097" y="7291"/>
                  </a:cubicBezTo>
                  <a:cubicBezTo>
                    <a:pt x="71304" y="7412"/>
                    <a:pt x="71546" y="7515"/>
                    <a:pt x="71788" y="7567"/>
                  </a:cubicBezTo>
                  <a:cubicBezTo>
                    <a:pt x="71650" y="7550"/>
                    <a:pt x="71512" y="7541"/>
                    <a:pt x="71374" y="7541"/>
                  </a:cubicBezTo>
                  <a:cubicBezTo>
                    <a:pt x="71235" y="7541"/>
                    <a:pt x="71097" y="7550"/>
                    <a:pt x="70959" y="7567"/>
                  </a:cubicBezTo>
                  <a:cubicBezTo>
                    <a:pt x="70569" y="7671"/>
                    <a:pt x="70173" y="7708"/>
                    <a:pt x="69775" y="7708"/>
                  </a:cubicBezTo>
                  <a:cubicBezTo>
                    <a:pt x="68812" y="7708"/>
                    <a:pt x="67832" y="7494"/>
                    <a:pt x="66868" y="7494"/>
                  </a:cubicBezTo>
                  <a:cubicBezTo>
                    <a:pt x="66108" y="7494"/>
                    <a:pt x="65357" y="7627"/>
                    <a:pt x="64634" y="8103"/>
                  </a:cubicBezTo>
                  <a:cubicBezTo>
                    <a:pt x="64271" y="8345"/>
                    <a:pt x="63580" y="8379"/>
                    <a:pt x="63666" y="8863"/>
                  </a:cubicBezTo>
                  <a:cubicBezTo>
                    <a:pt x="63752" y="9382"/>
                    <a:pt x="64167" y="9900"/>
                    <a:pt x="64547" y="10315"/>
                  </a:cubicBezTo>
                  <a:cubicBezTo>
                    <a:pt x="64666" y="10447"/>
                    <a:pt x="64798" y="10498"/>
                    <a:pt x="64939" y="10498"/>
                  </a:cubicBezTo>
                  <a:cubicBezTo>
                    <a:pt x="65148" y="10498"/>
                    <a:pt x="65375" y="10387"/>
                    <a:pt x="65602" y="10263"/>
                  </a:cubicBezTo>
                  <a:cubicBezTo>
                    <a:pt x="66124" y="9977"/>
                    <a:pt x="66711" y="9789"/>
                    <a:pt x="67269" y="9556"/>
                  </a:cubicBezTo>
                  <a:lnTo>
                    <a:pt x="67269" y="9556"/>
                  </a:lnTo>
                  <a:cubicBezTo>
                    <a:pt x="66173" y="11022"/>
                    <a:pt x="64072" y="10911"/>
                    <a:pt x="62975" y="11974"/>
                  </a:cubicBezTo>
                  <a:cubicBezTo>
                    <a:pt x="62086" y="12850"/>
                    <a:pt x="61268" y="13162"/>
                    <a:pt x="60357" y="13162"/>
                  </a:cubicBezTo>
                  <a:cubicBezTo>
                    <a:pt x="59993" y="13162"/>
                    <a:pt x="59613" y="13112"/>
                    <a:pt x="59207" y="13028"/>
                  </a:cubicBezTo>
                  <a:cubicBezTo>
                    <a:pt x="58430" y="12873"/>
                    <a:pt x="57687" y="12510"/>
                    <a:pt x="56926" y="12233"/>
                  </a:cubicBezTo>
                  <a:cubicBezTo>
                    <a:pt x="57173" y="12050"/>
                    <a:pt x="57402" y="11981"/>
                    <a:pt x="57619" y="11981"/>
                  </a:cubicBezTo>
                  <a:cubicBezTo>
                    <a:pt x="58162" y="11981"/>
                    <a:pt x="58632" y="12416"/>
                    <a:pt x="59138" y="12613"/>
                  </a:cubicBezTo>
                  <a:cubicBezTo>
                    <a:pt x="59332" y="12687"/>
                    <a:pt x="59512" y="12718"/>
                    <a:pt x="59680" y="12718"/>
                  </a:cubicBezTo>
                  <a:cubicBezTo>
                    <a:pt x="60502" y="12718"/>
                    <a:pt x="61062" y="11967"/>
                    <a:pt x="61765" y="11680"/>
                  </a:cubicBezTo>
                  <a:cubicBezTo>
                    <a:pt x="62404" y="11421"/>
                    <a:pt x="61903" y="10851"/>
                    <a:pt x="61661" y="10384"/>
                  </a:cubicBezTo>
                  <a:cubicBezTo>
                    <a:pt x="61454" y="9987"/>
                    <a:pt x="61921" y="9745"/>
                    <a:pt x="62249" y="9537"/>
                  </a:cubicBezTo>
                  <a:cubicBezTo>
                    <a:pt x="62664" y="9295"/>
                    <a:pt x="63441" y="9226"/>
                    <a:pt x="63182" y="8518"/>
                  </a:cubicBezTo>
                  <a:cubicBezTo>
                    <a:pt x="63018" y="8098"/>
                    <a:pt x="62703" y="8030"/>
                    <a:pt x="62354" y="8030"/>
                  </a:cubicBezTo>
                  <a:cubicBezTo>
                    <a:pt x="62187" y="8030"/>
                    <a:pt x="62013" y="8045"/>
                    <a:pt x="61845" y="8045"/>
                  </a:cubicBezTo>
                  <a:cubicBezTo>
                    <a:pt x="61771" y="8045"/>
                    <a:pt x="61698" y="8042"/>
                    <a:pt x="61627" y="8034"/>
                  </a:cubicBezTo>
                  <a:cubicBezTo>
                    <a:pt x="61564" y="8027"/>
                    <a:pt x="61502" y="8024"/>
                    <a:pt x="61440" y="8024"/>
                  </a:cubicBezTo>
                  <a:cubicBezTo>
                    <a:pt x="60620" y="8024"/>
                    <a:pt x="59973" y="8583"/>
                    <a:pt x="59080" y="8583"/>
                  </a:cubicBezTo>
                  <a:cubicBezTo>
                    <a:pt x="59004" y="8583"/>
                    <a:pt x="58925" y="8579"/>
                    <a:pt x="58844" y="8570"/>
                  </a:cubicBezTo>
                  <a:cubicBezTo>
                    <a:pt x="57410" y="8414"/>
                    <a:pt x="56391" y="7671"/>
                    <a:pt x="55181" y="7187"/>
                  </a:cubicBezTo>
                  <a:cubicBezTo>
                    <a:pt x="54440" y="6892"/>
                    <a:pt x="53723" y="6767"/>
                    <a:pt x="53025" y="6767"/>
                  </a:cubicBezTo>
                  <a:cubicBezTo>
                    <a:pt x="51022" y="6767"/>
                    <a:pt x="49177" y="7799"/>
                    <a:pt x="47370" y="8812"/>
                  </a:cubicBezTo>
                  <a:cubicBezTo>
                    <a:pt x="46903" y="9071"/>
                    <a:pt x="46765" y="9434"/>
                    <a:pt x="46972" y="9969"/>
                  </a:cubicBezTo>
                  <a:cubicBezTo>
                    <a:pt x="47155" y="10426"/>
                    <a:pt x="47351" y="10748"/>
                    <a:pt x="47819" y="10748"/>
                  </a:cubicBezTo>
                  <a:cubicBezTo>
                    <a:pt x="47883" y="10748"/>
                    <a:pt x="47952" y="10742"/>
                    <a:pt x="48026" y="10730"/>
                  </a:cubicBezTo>
                  <a:lnTo>
                    <a:pt x="50498" y="10280"/>
                  </a:lnTo>
                  <a:cubicBezTo>
                    <a:pt x="50618" y="10263"/>
                    <a:pt x="50739" y="10229"/>
                    <a:pt x="50878" y="10194"/>
                  </a:cubicBezTo>
                  <a:lnTo>
                    <a:pt x="50878" y="10194"/>
                  </a:lnTo>
                  <a:cubicBezTo>
                    <a:pt x="50878" y="10298"/>
                    <a:pt x="50860" y="10401"/>
                    <a:pt x="50860" y="10505"/>
                  </a:cubicBezTo>
                  <a:cubicBezTo>
                    <a:pt x="50614" y="11663"/>
                    <a:pt x="50148" y="12321"/>
                    <a:pt x="49280" y="12321"/>
                  </a:cubicBezTo>
                  <a:cubicBezTo>
                    <a:pt x="48931" y="12321"/>
                    <a:pt x="48517" y="12214"/>
                    <a:pt x="48026" y="11991"/>
                  </a:cubicBezTo>
                  <a:cubicBezTo>
                    <a:pt x="46374" y="11254"/>
                    <a:pt x="44693" y="10979"/>
                    <a:pt x="42955" y="10979"/>
                  </a:cubicBezTo>
                  <a:cubicBezTo>
                    <a:pt x="42002" y="10979"/>
                    <a:pt x="41033" y="11062"/>
                    <a:pt x="40042" y="11196"/>
                  </a:cubicBezTo>
                  <a:cubicBezTo>
                    <a:pt x="38536" y="11404"/>
                    <a:pt x="37062" y="12285"/>
                    <a:pt x="35569" y="12285"/>
                  </a:cubicBezTo>
                  <a:cubicBezTo>
                    <a:pt x="35195" y="12285"/>
                    <a:pt x="34820" y="12230"/>
                    <a:pt x="34443" y="12095"/>
                  </a:cubicBezTo>
                  <a:cubicBezTo>
                    <a:pt x="32698" y="11490"/>
                    <a:pt x="30900" y="11110"/>
                    <a:pt x="29068" y="10920"/>
                  </a:cubicBezTo>
                  <a:cubicBezTo>
                    <a:pt x="27080" y="10698"/>
                    <a:pt x="25171" y="10202"/>
                    <a:pt x="23146" y="10202"/>
                  </a:cubicBezTo>
                  <a:cubicBezTo>
                    <a:pt x="22337" y="10202"/>
                    <a:pt x="21510" y="10281"/>
                    <a:pt x="20652" y="10488"/>
                  </a:cubicBezTo>
                  <a:cubicBezTo>
                    <a:pt x="18383" y="11055"/>
                    <a:pt x="16215" y="12269"/>
                    <a:pt x="13793" y="12269"/>
                  </a:cubicBezTo>
                  <a:cubicBezTo>
                    <a:pt x="13559" y="12269"/>
                    <a:pt x="13322" y="12258"/>
                    <a:pt x="13083" y="12233"/>
                  </a:cubicBezTo>
                  <a:cubicBezTo>
                    <a:pt x="13049" y="12230"/>
                    <a:pt x="13015" y="12229"/>
                    <a:pt x="12982" y="12229"/>
                  </a:cubicBezTo>
                  <a:cubicBezTo>
                    <a:pt x="12473" y="12229"/>
                    <a:pt x="12176" y="12605"/>
                    <a:pt x="12323" y="13287"/>
                  </a:cubicBezTo>
                  <a:cubicBezTo>
                    <a:pt x="12498" y="14071"/>
                    <a:pt x="12325" y="14707"/>
                    <a:pt x="11687" y="14707"/>
                  </a:cubicBezTo>
                  <a:cubicBezTo>
                    <a:pt x="11510" y="14707"/>
                    <a:pt x="11296" y="14658"/>
                    <a:pt x="11044" y="14549"/>
                  </a:cubicBezTo>
                  <a:cubicBezTo>
                    <a:pt x="10655" y="14378"/>
                    <a:pt x="10292" y="14308"/>
                    <a:pt x="9947" y="14308"/>
                  </a:cubicBezTo>
                  <a:cubicBezTo>
                    <a:pt x="9034" y="14308"/>
                    <a:pt x="8242" y="14801"/>
                    <a:pt x="7415" y="15240"/>
                  </a:cubicBezTo>
                  <a:cubicBezTo>
                    <a:pt x="6965" y="15482"/>
                    <a:pt x="6672" y="15914"/>
                    <a:pt x="6879" y="16467"/>
                  </a:cubicBezTo>
                  <a:cubicBezTo>
                    <a:pt x="7027" y="16886"/>
                    <a:pt x="7334" y="16988"/>
                    <a:pt x="7700" y="16988"/>
                  </a:cubicBezTo>
                  <a:cubicBezTo>
                    <a:pt x="7802" y="16988"/>
                    <a:pt x="7910" y="16980"/>
                    <a:pt x="8020" y="16968"/>
                  </a:cubicBezTo>
                  <a:cubicBezTo>
                    <a:pt x="8305" y="16929"/>
                    <a:pt x="8590" y="16910"/>
                    <a:pt x="8875" y="16910"/>
                  </a:cubicBezTo>
                  <a:cubicBezTo>
                    <a:pt x="8970" y="16910"/>
                    <a:pt x="9065" y="16912"/>
                    <a:pt x="9160" y="16917"/>
                  </a:cubicBezTo>
                  <a:cubicBezTo>
                    <a:pt x="9186" y="16919"/>
                    <a:pt x="9214" y="16920"/>
                    <a:pt x="9242" y="16920"/>
                  </a:cubicBezTo>
                  <a:cubicBezTo>
                    <a:pt x="9458" y="16920"/>
                    <a:pt x="9735" y="16862"/>
                    <a:pt x="9947" y="16862"/>
                  </a:cubicBezTo>
                  <a:cubicBezTo>
                    <a:pt x="10131" y="16862"/>
                    <a:pt x="10266" y="16906"/>
                    <a:pt x="10266" y="17072"/>
                  </a:cubicBezTo>
                  <a:cubicBezTo>
                    <a:pt x="10266" y="17498"/>
                    <a:pt x="9728" y="17637"/>
                    <a:pt x="9291" y="17637"/>
                  </a:cubicBezTo>
                  <a:cubicBezTo>
                    <a:pt x="9214" y="17637"/>
                    <a:pt x="9141" y="17633"/>
                    <a:pt x="9074" y="17625"/>
                  </a:cubicBezTo>
                  <a:cubicBezTo>
                    <a:pt x="8873" y="17604"/>
                    <a:pt x="8677" y="17594"/>
                    <a:pt x="8484" y="17594"/>
                  </a:cubicBezTo>
                  <a:cubicBezTo>
                    <a:pt x="6314" y="17594"/>
                    <a:pt x="4587" y="18859"/>
                    <a:pt x="2714" y="19716"/>
                  </a:cubicBezTo>
                  <a:cubicBezTo>
                    <a:pt x="1193" y="20407"/>
                    <a:pt x="2351" y="21548"/>
                    <a:pt x="2282" y="22429"/>
                  </a:cubicBezTo>
                  <a:cubicBezTo>
                    <a:pt x="2264" y="22814"/>
                    <a:pt x="2455" y="22907"/>
                    <a:pt x="2706" y="22907"/>
                  </a:cubicBezTo>
                  <a:cubicBezTo>
                    <a:pt x="2939" y="22907"/>
                    <a:pt x="3223" y="22827"/>
                    <a:pt x="3440" y="22827"/>
                  </a:cubicBezTo>
                  <a:cubicBezTo>
                    <a:pt x="3665" y="22827"/>
                    <a:pt x="3872" y="22982"/>
                    <a:pt x="4079" y="23069"/>
                  </a:cubicBezTo>
                  <a:cubicBezTo>
                    <a:pt x="3924" y="23242"/>
                    <a:pt x="3751" y="23380"/>
                    <a:pt x="3544" y="23501"/>
                  </a:cubicBezTo>
                  <a:cubicBezTo>
                    <a:pt x="2610" y="23881"/>
                    <a:pt x="1643" y="24192"/>
                    <a:pt x="709" y="24589"/>
                  </a:cubicBezTo>
                  <a:cubicBezTo>
                    <a:pt x="329" y="24745"/>
                    <a:pt x="1" y="25142"/>
                    <a:pt x="226" y="25609"/>
                  </a:cubicBezTo>
                  <a:cubicBezTo>
                    <a:pt x="325" y="25816"/>
                    <a:pt x="462" y="25880"/>
                    <a:pt x="615" y="25880"/>
                  </a:cubicBezTo>
                  <a:cubicBezTo>
                    <a:pt x="807" y="25880"/>
                    <a:pt x="1026" y="25778"/>
                    <a:pt x="1228" y="25730"/>
                  </a:cubicBezTo>
                  <a:cubicBezTo>
                    <a:pt x="2248" y="25454"/>
                    <a:pt x="3354" y="25350"/>
                    <a:pt x="4252" y="24866"/>
                  </a:cubicBezTo>
                  <a:cubicBezTo>
                    <a:pt x="4601" y="24679"/>
                    <a:pt x="4965" y="24620"/>
                    <a:pt x="5336" y="24620"/>
                  </a:cubicBezTo>
                  <a:cubicBezTo>
                    <a:pt x="5952" y="24620"/>
                    <a:pt x="6585" y="24782"/>
                    <a:pt x="7191" y="24782"/>
                  </a:cubicBezTo>
                  <a:cubicBezTo>
                    <a:pt x="7702" y="24782"/>
                    <a:pt x="8195" y="24667"/>
                    <a:pt x="8642" y="24244"/>
                  </a:cubicBezTo>
                  <a:cubicBezTo>
                    <a:pt x="9143" y="23760"/>
                    <a:pt x="9627" y="23276"/>
                    <a:pt x="10128" y="22809"/>
                  </a:cubicBezTo>
                  <a:cubicBezTo>
                    <a:pt x="10518" y="22438"/>
                    <a:pt x="10935" y="22335"/>
                    <a:pt x="11366" y="22335"/>
                  </a:cubicBezTo>
                  <a:cubicBezTo>
                    <a:pt x="11904" y="22335"/>
                    <a:pt x="12465" y="22495"/>
                    <a:pt x="13026" y="22495"/>
                  </a:cubicBezTo>
                  <a:cubicBezTo>
                    <a:pt x="13270" y="22495"/>
                    <a:pt x="13515" y="22465"/>
                    <a:pt x="13757" y="22377"/>
                  </a:cubicBezTo>
                  <a:cubicBezTo>
                    <a:pt x="14876" y="21972"/>
                    <a:pt x="15968" y="21278"/>
                    <a:pt x="17215" y="21278"/>
                  </a:cubicBezTo>
                  <a:cubicBezTo>
                    <a:pt x="17721" y="21278"/>
                    <a:pt x="18252" y="21392"/>
                    <a:pt x="18820" y="21686"/>
                  </a:cubicBezTo>
                  <a:cubicBezTo>
                    <a:pt x="20272" y="22429"/>
                    <a:pt x="22242" y="22343"/>
                    <a:pt x="21966" y="24780"/>
                  </a:cubicBezTo>
                  <a:cubicBezTo>
                    <a:pt x="21914" y="25212"/>
                    <a:pt x="22104" y="25868"/>
                    <a:pt x="22415" y="26127"/>
                  </a:cubicBezTo>
                  <a:cubicBezTo>
                    <a:pt x="23746" y="27251"/>
                    <a:pt x="23659" y="29411"/>
                    <a:pt x="23210" y="29981"/>
                  </a:cubicBezTo>
                  <a:cubicBezTo>
                    <a:pt x="22052" y="31485"/>
                    <a:pt x="22484" y="32573"/>
                    <a:pt x="22985" y="33973"/>
                  </a:cubicBezTo>
                  <a:cubicBezTo>
                    <a:pt x="23124" y="34405"/>
                    <a:pt x="22795" y="35045"/>
                    <a:pt x="22553" y="35529"/>
                  </a:cubicBezTo>
                  <a:cubicBezTo>
                    <a:pt x="21447" y="37844"/>
                    <a:pt x="19356" y="39469"/>
                    <a:pt x="18233" y="41802"/>
                  </a:cubicBezTo>
                  <a:cubicBezTo>
                    <a:pt x="17455" y="43409"/>
                    <a:pt x="17058" y="48783"/>
                    <a:pt x="18354" y="49734"/>
                  </a:cubicBezTo>
                  <a:cubicBezTo>
                    <a:pt x="20220" y="51116"/>
                    <a:pt x="19927" y="52862"/>
                    <a:pt x="20238" y="54659"/>
                  </a:cubicBezTo>
                  <a:cubicBezTo>
                    <a:pt x="20428" y="55748"/>
                    <a:pt x="20410" y="57528"/>
                    <a:pt x="20687" y="57752"/>
                  </a:cubicBezTo>
                  <a:cubicBezTo>
                    <a:pt x="22380" y="59083"/>
                    <a:pt x="22242" y="61364"/>
                    <a:pt x="23625" y="62764"/>
                  </a:cubicBezTo>
                  <a:cubicBezTo>
                    <a:pt x="23915" y="63066"/>
                    <a:pt x="24197" y="63258"/>
                    <a:pt x="24508" y="63258"/>
                  </a:cubicBezTo>
                  <a:cubicBezTo>
                    <a:pt x="24660" y="63258"/>
                    <a:pt x="24820" y="63212"/>
                    <a:pt x="24990" y="63110"/>
                  </a:cubicBezTo>
                  <a:cubicBezTo>
                    <a:pt x="25508" y="62816"/>
                    <a:pt x="25526" y="62246"/>
                    <a:pt x="25197" y="61831"/>
                  </a:cubicBezTo>
                  <a:cubicBezTo>
                    <a:pt x="23607" y="59671"/>
                    <a:pt x="23746" y="56888"/>
                    <a:pt x="22536" y="54590"/>
                  </a:cubicBezTo>
                  <a:cubicBezTo>
                    <a:pt x="22415" y="54348"/>
                    <a:pt x="22605" y="53933"/>
                    <a:pt x="22692" y="53605"/>
                  </a:cubicBezTo>
                  <a:cubicBezTo>
                    <a:pt x="22704" y="53568"/>
                    <a:pt x="22878" y="53539"/>
                    <a:pt x="22981" y="53539"/>
                  </a:cubicBezTo>
                  <a:cubicBezTo>
                    <a:pt x="23021" y="53539"/>
                    <a:pt x="23050" y="53543"/>
                    <a:pt x="23054" y="53553"/>
                  </a:cubicBezTo>
                  <a:cubicBezTo>
                    <a:pt x="23175" y="53812"/>
                    <a:pt x="23366" y="54106"/>
                    <a:pt x="23366" y="54400"/>
                  </a:cubicBezTo>
                  <a:cubicBezTo>
                    <a:pt x="23383" y="56819"/>
                    <a:pt x="24973" y="58617"/>
                    <a:pt x="26027" y="60569"/>
                  </a:cubicBezTo>
                  <a:cubicBezTo>
                    <a:pt x="26977" y="62297"/>
                    <a:pt x="28654" y="63663"/>
                    <a:pt x="27720" y="65978"/>
                  </a:cubicBezTo>
                  <a:cubicBezTo>
                    <a:pt x="27530" y="66445"/>
                    <a:pt x="27928" y="66791"/>
                    <a:pt x="28273" y="67136"/>
                  </a:cubicBezTo>
                  <a:cubicBezTo>
                    <a:pt x="29138" y="68000"/>
                    <a:pt x="30226" y="68536"/>
                    <a:pt x="31246" y="69193"/>
                  </a:cubicBezTo>
                  <a:cubicBezTo>
                    <a:pt x="32910" y="70222"/>
                    <a:pt x="34447" y="71516"/>
                    <a:pt x="36422" y="71516"/>
                  </a:cubicBezTo>
                  <a:cubicBezTo>
                    <a:pt x="36867" y="71516"/>
                    <a:pt x="37334" y="71451"/>
                    <a:pt x="37830" y="71301"/>
                  </a:cubicBezTo>
                  <a:cubicBezTo>
                    <a:pt x="37930" y="71272"/>
                    <a:pt x="38022" y="71258"/>
                    <a:pt x="38107" y="71258"/>
                  </a:cubicBezTo>
                  <a:cubicBezTo>
                    <a:pt x="38527" y="71258"/>
                    <a:pt x="38793" y="71582"/>
                    <a:pt x="39023" y="71941"/>
                  </a:cubicBezTo>
                  <a:cubicBezTo>
                    <a:pt x="39748" y="73098"/>
                    <a:pt x="40768" y="73721"/>
                    <a:pt x="42116" y="74032"/>
                  </a:cubicBezTo>
                  <a:cubicBezTo>
                    <a:pt x="43585" y="74360"/>
                    <a:pt x="45296" y="74775"/>
                    <a:pt x="45745" y="76399"/>
                  </a:cubicBezTo>
                  <a:cubicBezTo>
                    <a:pt x="46194" y="78110"/>
                    <a:pt x="47439" y="79112"/>
                    <a:pt x="48648" y="79907"/>
                  </a:cubicBezTo>
                  <a:cubicBezTo>
                    <a:pt x="49237" y="80296"/>
                    <a:pt x="50039" y="81326"/>
                    <a:pt x="50895" y="81326"/>
                  </a:cubicBezTo>
                  <a:cubicBezTo>
                    <a:pt x="51372" y="81326"/>
                    <a:pt x="51865" y="81007"/>
                    <a:pt x="52347" y="80080"/>
                  </a:cubicBezTo>
                  <a:cubicBezTo>
                    <a:pt x="52462" y="79850"/>
                    <a:pt x="52631" y="79714"/>
                    <a:pt x="52813" y="79714"/>
                  </a:cubicBezTo>
                  <a:cubicBezTo>
                    <a:pt x="53013" y="79714"/>
                    <a:pt x="53228" y="79880"/>
                    <a:pt x="53401" y="80270"/>
                  </a:cubicBezTo>
                  <a:cubicBezTo>
                    <a:pt x="54593" y="83156"/>
                    <a:pt x="53919" y="85697"/>
                    <a:pt x="51621" y="87943"/>
                  </a:cubicBezTo>
                  <a:cubicBezTo>
                    <a:pt x="50498" y="89049"/>
                    <a:pt x="49806" y="90604"/>
                    <a:pt x="50774" y="92194"/>
                  </a:cubicBezTo>
                  <a:cubicBezTo>
                    <a:pt x="51085" y="92730"/>
                    <a:pt x="51068" y="92886"/>
                    <a:pt x="50688" y="93283"/>
                  </a:cubicBezTo>
                  <a:cubicBezTo>
                    <a:pt x="49685" y="94337"/>
                    <a:pt x="49703" y="95875"/>
                    <a:pt x="50567" y="96636"/>
                  </a:cubicBezTo>
                  <a:cubicBezTo>
                    <a:pt x="52208" y="98087"/>
                    <a:pt x="52986" y="99971"/>
                    <a:pt x="53971" y="101803"/>
                  </a:cubicBezTo>
                  <a:cubicBezTo>
                    <a:pt x="55440" y="104516"/>
                    <a:pt x="56771" y="107281"/>
                    <a:pt x="59933" y="108629"/>
                  </a:cubicBezTo>
                  <a:cubicBezTo>
                    <a:pt x="61661" y="109372"/>
                    <a:pt x="62629" y="111014"/>
                    <a:pt x="62664" y="113122"/>
                  </a:cubicBezTo>
                  <a:cubicBezTo>
                    <a:pt x="62716" y="116319"/>
                    <a:pt x="62871" y="119516"/>
                    <a:pt x="63096" y="122713"/>
                  </a:cubicBezTo>
                  <a:cubicBezTo>
                    <a:pt x="63251" y="125115"/>
                    <a:pt x="64426" y="127431"/>
                    <a:pt x="63631" y="129920"/>
                  </a:cubicBezTo>
                  <a:cubicBezTo>
                    <a:pt x="63303" y="130922"/>
                    <a:pt x="63459" y="131907"/>
                    <a:pt x="63839" y="132875"/>
                  </a:cubicBezTo>
                  <a:cubicBezTo>
                    <a:pt x="64323" y="134067"/>
                    <a:pt x="64461" y="135363"/>
                    <a:pt x="64288" y="136642"/>
                  </a:cubicBezTo>
                  <a:cubicBezTo>
                    <a:pt x="64184" y="137593"/>
                    <a:pt x="64582" y="138664"/>
                    <a:pt x="65653" y="139148"/>
                  </a:cubicBezTo>
                  <a:cubicBezTo>
                    <a:pt x="65680" y="139159"/>
                    <a:pt x="65711" y="139163"/>
                    <a:pt x="65743" y="139163"/>
                  </a:cubicBezTo>
                  <a:cubicBezTo>
                    <a:pt x="65886" y="139163"/>
                    <a:pt x="66069" y="139076"/>
                    <a:pt x="66205" y="139076"/>
                  </a:cubicBezTo>
                  <a:cubicBezTo>
                    <a:pt x="66332" y="139076"/>
                    <a:pt x="66419" y="139151"/>
                    <a:pt x="66397" y="139442"/>
                  </a:cubicBezTo>
                  <a:cubicBezTo>
                    <a:pt x="66362" y="139995"/>
                    <a:pt x="67071" y="140565"/>
                    <a:pt x="66293" y="141135"/>
                  </a:cubicBezTo>
                  <a:cubicBezTo>
                    <a:pt x="65895" y="141412"/>
                    <a:pt x="65360" y="142259"/>
                    <a:pt x="65774" y="142414"/>
                  </a:cubicBezTo>
                  <a:cubicBezTo>
                    <a:pt x="66898" y="142846"/>
                    <a:pt x="66500" y="143797"/>
                    <a:pt x="66777" y="144488"/>
                  </a:cubicBezTo>
                  <a:cubicBezTo>
                    <a:pt x="67468" y="146164"/>
                    <a:pt x="68505" y="147668"/>
                    <a:pt x="69801" y="148929"/>
                  </a:cubicBezTo>
                  <a:cubicBezTo>
                    <a:pt x="71823" y="150906"/>
                    <a:pt x="74091" y="152091"/>
                    <a:pt x="76808" y="152091"/>
                  </a:cubicBezTo>
                  <a:cubicBezTo>
                    <a:pt x="77226" y="152091"/>
                    <a:pt x="77656" y="152063"/>
                    <a:pt x="78096" y="152005"/>
                  </a:cubicBezTo>
                  <a:cubicBezTo>
                    <a:pt x="78355" y="151953"/>
                    <a:pt x="78580" y="151781"/>
                    <a:pt x="78718" y="151556"/>
                  </a:cubicBezTo>
                  <a:cubicBezTo>
                    <a:pt x="78874" y="151262"/>
                    <a:pt x="78615" y="151038"/>
                    <a:pt x="78355" y="150882"/>
                  </a:cubicBezTo>
                  <a:cubicBezTo>
                    <a:pt x="77595" y="150415"/>
                    <a:pt x="76835" y="149914"/>
                    <a:pt x="76040" y="149482"/>
                  </a:cubicBezTo>
                  <a:cubicBezTo>
                    <a:pt x="73914" y="148342"/>
                    <a:pt x="73551" y="146648"/>
                    <a:pt x="74899" y="144695"/>
                  </a:cubicBezTo>
                  <a:cubicBezTo>
                    <a:pt x="75608" y="143658"/>
                    <a:pt x="75694" y="142570"/>
                    <a:pt x="74173" y="142017"/>
                  </a:cubicBezTo>
                  <a:cubicBezTo>
                    <a:pt x="73707" y="141861"/>
                    <a:pt x="72929" y="141550"/>
                    <a:pt x="73551" y="140997"/>
                  </a:cubicBezTo>
                  <a:cubicBezTo>
                    <a:pt x="74260" y="140340"/>
                    <a:pt x="74260" y="139597"/>
                    <a:pt x="74415" y="138837"/>
                  </a:cubicBezTo>
                  <a:cubicBezTo>
                    <a:pt x="74605" y="137783"/>
                    <a:pt x="73534" y="136193"/>
                    <a:pt x="75677" y="135985"/>
                  </a:cubicBezTo>
                  <a:cubicBezTo>
                    <a:pt x="75746" y="135985"/>
                    <a:pt x="75850" y="135588"/>
                    <a:pt x="75798" y="135432"/>
                  </a:cubicBezTo>
                  <a:cubicBezTo>
                    <a:pt x="75444" y="134260"/>
                    <a:pt x="75867" y="133923"/>
                    <a:pt x="76900" y="133923"/>
                  </a:cubicBezTo>
                  <a:cubicBezTo>
                    <a:pt x="76978" y="133923"/>
                    <a:pt x="77060" y="133925"/>
                    <a:pt x="77146" y="133929"/>
                  </a:cubicBezTo>
                  <a:cubicBezTo>
                    <a:pt x="77188" y="133931"/>
                    <a:pt x="77231" y="133932"/>
                    <a:pt x="77272" y="133932"/>
                  </a:cubicBezTo>
                  <a:cubicBezTo>
                    <a:pt x="78202" y="133932"/>
                    <a:pt x="78980" y="133388"/>
                    <a:pt x="79427" y="132512"/>
                  </a:cubicBezTo>
                  <a:cubicBezTo>
                    <a:pt x="79859" y="131648"/>
                    <a:pt x="79738" y="130836"/>
                    <a:pt x="79047" y="130110"/>
                  </a:cubicBezTo>
                  <a:cubicBezTo>
                    <a:pt x="78857" y="129902"/>
                    <a:pt x="78822" y="129557"/>
                    <a:pt x="78701" y="129280"/>
                  </a:cubicBezTo>
                  <a:lnTo>
                    <a:pt x="78701" y="129280"/>
                  </a:lnTo>
                  <a:cubicBezTo>
                    <a:pt x="78977" y="129298"/>
                    <a:pt x="79237" y="129332"/>
                    <a:pt x="79513" y="129384"/>
                  </a:cubicBezTo>
                  <a:cubicBezTo>
                    <a:pt x="79669" y="129427"/>
                    <a:pt x="79830" y="129448"/>
                    <a:pt x="79991" y="129448"/>
                  </a:cubicBezTo>
                  <a:cubicBezTo>
                    <a:pt x="80347" y="129448"/>
                    <a:pt x="80702" y="129344"/>
                    <a:pt x="80999" y="129142"/>
                  </a:cubicBezTo>
                  <a:cubicBezTo>
                    <a:pt x="82900" y="128001"/>
                    <a:pt x="83350" y="125841"/>
                    <a:pt x="84473" y="124148"/>
                  </a:cubicBezTo>
                  <a:cubicBezTo>
                    <a:pt x="85216" y="123024"/>
                    <a:pt x="86149" y="121815"/>
                    <a:pt x="85544" y="120225"/>
                  </a:cubicBezTo>
                  <a:cubicBezTo>
                    <a:pt x="85026" y="118808"/>
                    <a:pt x="85959" y="118186"/>
                    <a:pt x="86927" y="117356"/>
                  </a:cubicBezTo>
                  <a:cubicBezTo>
                    <a:pt x="88258" y="116233"/>
                    <a:pt x="90314" y="116371"/>
                    <a:pt x="91230" y="115213"/>
                  </a:cubicBezTo>
                  <a:cubicBezTo>
                    <a:pt x="93096" y="112846"/>
                    <a:pt x="93788" y="109908"/>
                    <a:pt x="93874" y="106866"/>
                  </a:cubicBezTo>
                  <a:cubicBezTo>
                    <a:pt x="93909" y="105743"/>
                    <a:pt x="93563" y="104637"/>
                    <a:pt x="94635" y="103635"/>
                  </a:cubicBezTo>
                  <a:cubicBezTo>
                    <a:pt x="95637" y="102650"/>
                    <a:pt x="96432" y="101492"/>
                    <a:pt x="97002" y="100213"/>
                  </a:cubicBezTo>
                  <a:cubicBezTo>
                    <a:pt x="98350" y="97189"/>
                    <a:pt x="97555" y="95668"/>
                    <a:pt x="93770" y="93404"/>
                  </a:cubicBezTo>
                  <a:cubicBezTo>
                    <a:pt x="92864" y="92866"/>
                    <a:pt x="92012" y="92178"/>
                    <a:pt x="90923" y="92178"/>
                  </a:cubicBezTo>
                  <a:cubicBezTo>
                    <a:pt x="90787" y="92178"/>
                    <a:pt x="90648" y="92189"/>
                    <a:pt x="90504" y="92212"/>
                  </a:cubicBezTo>
                  <a:cubicBezTo>
                    <a:pt x="90375" y="92232"/>
                    <a:pt x="90250" y="92241"/>
                    <a:pt x="90128" y="92241"/>
                  </a:cubicBezTo>
                  <a:cubicBezTo>
                    <a:pt x="89316" y="92241"/>
                    <a:pt x="88640" y="91827"/>
                    <a:pt x="87964" y="91451"/>
                  </a:cubicBezTo>
                  <a:cubicBezTo>
                    <a:pt x="86720" y="90760"/>
                    <a:pt x="85423" y="90190"/>
                    <a:pt x="84076" y="89740"/>
                  </a:cubicBezTo>
                  <a:cubicBezTo>
                    <a:pt x="83419" y="89533"/>
                    <a:pt x="82365" y="89412"/>
                    <a:pt x="82226" y="88306"/>
                  </a:cubicBezTo>
                  <a:cubicBezTo>
                    <a:pt x="81898" y="85511"/>
                    <a:pt x="80349" y="82231"/>
                    <a:pt x="77208" y="82231"/>
                  </a:cubicBezTo>
                  <a:cubicBezTo>
                    <a:pt x="77047" y="82231"/>
                    <a:pt x="76883" y="82240"/>
                    <a:pt x="76714" y="82258"/>
                  </a:cubicBezTo>
                  <a:cubicBezTo>
                    <a:pt x="76610" y="82274"/>
                    <a:pt x="76507" y="82282"/>
                    <a:pt x="76405" y="82282"/>
                  </a:cubicBezTo>
                  <a:cubicBezTo>
                    <a:pt x="75873" y="82282"/>
                    <a:pt x="75365" y="82061"/>
                    <a:pt x="75003" y="81670"/>
                  </a:cubicBezTo>
                  <a:cubicBezTo>
                    <a:pt x="73810" y="80478"/>
                    <a:pt x="72722" y="79147"/>
                    <a:pt x="71356" y="78179"/>
                  </a:cubicBezTo>
                  <a:cubicBezTo>
                    <a:pt x="70652" y="77672"/>
                    <a:pt x="69937" y="76844"/>
                    <a:pt x="68958" y="76844"/>
                  </a:cubicBezTo>
                  <a:cubicBezTo>
                    <a:pt x="68735" y="76844"/>
                    <a:pt x="68499" y="76887"/>
                    <a:pt x="68246" y="76987"/>
                  </a:cubicBezTo>
                  <a:cubicBezTo>
                    <a:pt x="68013" y="77081"/>
                    <a:pt x="67785" y="77113"/>
                    <a:pt x="67562" y="77113"/>
                  </a:cubicBezTo>
                  <a:cubicBezTo>
                    <a:pt x="67089" y="77113"/>
                    <a:pt x="66635" y="76969"/>
                    <a:pt x="66189" y="76969"/>
                  </a:cubicBezTo>
                  <a:cubicBezTo>
                    <a:pt x="64783" y="76969"/>
                    <a:pt x="63941" y="75706"/>
                    <a:pt x="62605" y="75706"/>
                  </a:cubicBezTo>
                  <a:cubicBezTo>
                    <a:pt x="62579" y="75706"/>
                    <a:pt x="62552" y="75707"/>
                    <a:pt x="62525" y="75708"/>
                  </a:cubicBezTo>
                  <a:cubicBezTo>
                    <a:pt x="62280" y="75708"/>
                    <a:pt x="61828" y="76012"/>
                    <a:pt x="61511" y="76012"/>
                  </a:cubicBezTo>
                  <a:cubicBezTo>
                    <a:pt x="61248" y="76012"/>
                    <a:pt x="61077" y="75802"/>
                    <a:pt x="61195" y="75034"/>
                  </a:cubicBezTo>
                  <a:cubicBezTo>
                    <a:pt x="61232" y="74788"/>
                    <a:pt x="60883" y="74612"/>
                    <a:pt x="60617" y="74612"/>
                  </a:cubicBezTo>
                  <a:cubicBezTo>
                    <a:pt x="60509" y="74612"/>
                    <a:pt x="60415" y="74641"/>
                    <a:pt x="60365" y="74706"/>
                  </a:cubicBezTo>
                  <a:cubicBezTo>
                    <a:pt x="59225" y="76088"/>
                    <a:pt x="57099" y="76071"/>
                    <a:pt x="56166" y="77747"/>
                  </a:cubicBezTo>
                  <a:cubicBezTo>
                    <a:pt x="55842" y="78325"/>
                    <a:pt x="55457" y="78771"/>
                    <a:pt x="54917" y="78771"/>
                  </a:cubicBezTo>
                  <a:cubicBezTo>
                    <a:pt x="54649" y="78771"/>
                    <a:pt x="54343" y="78661"/>
                    <a:pt x="53988" y="78404"/>
                  </a:cubicBezTo>
                  <a:cubicBezTo>
                    <a:pt x="53637" y="78125"/>
                    <a:pt x="53206" y="77982"/>
                    <a:pt x="52772" y="77982"/>
                  </a:cubicBezTo>
                  <a:cubicBezTo>
                    <a:pt x="52480" y="77982"/>
                    <a:pt x="52186" y="78047"/>
                    <a:pt x="51915" y="78179"/>
                  </a:cubicBezTo>
                  <a:cubicBezTo>
                    <a:pt x="51373" y="78410"/>
                    <a:pt x="50918" y="78527"/>
                    <a:pt x="50541" y="78527"/>
                  </a:cubicBezTo>
                  <a:cubicBezTo>
                    <a:pt x="49618" y="78527"/>
                    <a:pt x="49166" y="77825"/>
                    <a:pt x="49080" y="76365"/>
                  </a:cubicBezTo>
                  <a:cubicBezTo>
                    <a:pt x="49046" y="75397"/>
                    <a:pt x="49184" y="74446"/>
                    <a:pt x="49478" y="73530"/>
                  </a:cubicBezTo>
                  <a:cubicBezTo>
                    <a:pt x="50012" y="71861"/>
                    <a:pt x="49095" y="70692"/>
                    <a:pt x="47366" y="70692"/>
                  </a:cubicBezTo>
                  <a:cubicBezTo>
                    <a:pt x="47305" y="70692"/>
                    <a:pt x="47243" y="70693"/>
                    <a:pt x="47179" y="70696"/>
                  </a:cubicBezTo>
                  <a:cubicBezTo>
                    <a:pt x="46730" y="70714"/>
                    <a:pt x="46281" y="70765"/>
                    <a:pt x="45814" y="70783"/>
                  </a:cubicBezTo>
                  <a:cubicBezTo>
                    <a:pt x="45755" y="70784"/>
                    <a:pt x="45699" y="70786"/>
                    <a:pt x="45645" y="70786"/>
                  </a:cubicBezTo>
                  <a:cubicBezTo>
                    <a:pt x="45148" y="70786"/>
                    <a:pt x="44886" y="70683"/>
                    <a:pt x="45088" y="69919"/>
                  </a:cubicBezTo>
                  <a:cubicBezTo>
                    <a:pt x="45469" y="68484"/>
                    <a:pt x="46143" y="67240"/>
                    <a:pt x="46886" y="65996"/>
                  </a:cubicBezTo>
                  <a:cubicBezTo>
                    <a:pt x="47214" y="65443"/>
                    <a:pt x="47231" y="64993"/>
                    <a:pt x="46747" y="64613"/>
                  </a:cubicBezTo>
                  <a:cubicBezTo>
                    <a:pt x="46406" y="64334"/>
                    <a:pt x="45929" y="64209"/>
                    <a:pt x="45417" y="64209"/>
                  </a:cubicBezTo>
                  <a:cubicBezTo>
                    <a:pt x="44221" y="64209"/>
                    <a:pt x="42833" y="64889"/>
                    <a:pt x="42531" y="65857"/>
                  </a:cubicBezTo>
                  <a:cubicBezTo>
                    <a:pt x="42161" y="67044"/>
                    <a:pt x="40793" y="67929"/>
                    <a:pt x="39553" y="67929"/>
                  </a:cubicBezTo>
                  <a:cubicBezTo>
                    <a:pt x="39113" y="67929"/>
                    <a:pt x="38689" y="67817"/>
                    <a:pt x="38331" y="67568"/>
                  </a:cubicBezTo>
                  <a:cubicBezTo>
                    <a:pt x="36966" y="66601"/>
                    <a:pt x="35998" y="64872"/>
                    <a:pt x="36517" y="63455"/>
                  </a:cubicBezTo>
                  <a:cubicBezTo>
                    <a:pt x="37571" y="60569"/>
                    <a:pt x="37986" y="56802"/>
                    <a:pt x="41822" y="56093"/>
                  </a:cubicBezTo>
                  <a:cubicBezTo>
                    <a:pt x="44259" y="55627"/>
                    <a:pt x="46696" y="55299"/>
                    <a:pt x="49167" y="55126"/>
                  </a:cubicBezTo>
                  <a:cubicBezTo>
                    <a:pt x="49252" y="55120"/>
                    <a:pt x="49338" y="55117"/>
                    <a:pt x="49425" y="55117"/>
                  </a:cubicBezTo>
                  <a:cubicBezTo>
                    <a:pt x="50819" y="55117"/>
                    <a:pt x="52364" y="55920"/>
                    <a:pt x="51811" y="58133"/>
                  </a:cubicBezTo>
                  <a:cubicBezTo>
                    <a:pt x="51707" y="58582"/>
                    <a:pt x="52087" y="59204"/>
                    <a:pt x="52329" y="59688"/>
                  </a:cubicBezTo>
                  <a:cubicBezTo>
                    <a:pt x="52602" y="60250"/>
                    <a:pt x="52992" y="60846"/>
                    <a:pt x="53666" y="60846"/>
                  </a:cubicBezTo>
                  <a:cubicBezTo>
                    <a:pt x="53675" y="60846"/>
                    <a:pt x="53685" y="60846"/>
                    <a:pt x="53695" y="60846"/>
                  </a:cubicBezTo>
                  <a:cubicBezTo>
                    <a:pt x="54455" y="60811"/>
                    <a:pt x="54628" y="60085"/>
                    <a:pt x="54852" y="59498"/>
                  </a:cubicBezTo>
                  <a:cubicBezTo>
                    <a:pt x="55146" y="58703"/>
                    <a:pt x="55146" y="57822"/>
                    <a:pt x="54887" y="57027"/>
                  </a:cubicBezTo>
                  <a:cubicBezTo>
                    <a:pt x="54127" y="54642"/>
                    <a:pt x="54922" y="53017"/>
                    <a:pt x="57116" y="51894"/>
                  </a:cubicBezTo>
                  <a:cubicBezTo>
                    <a:pt x="58291" y="51307"/>
                    <a:pt x="59328" y="50442"/>
                    <a:pt x="60469" y="49786"/>
                  </a:cubicBezTo>
                  <a:cubicBezTo>
                    <a:pt x="62128" y="48818"/>
                    <a:pt x="61575" y="46641"/>
                    <a:pt x="63096" y="45448"/>
                  </a:cubicBezTo>
                  <a:cubicBezTo>
                    <a:pt x="64720" y="44169"/>
                    <a:pt x="65757" y="42113"/>
                    <a:pt x="68194" y="42061"/>
                  </a:cubicBezTo>
                  <a:cubicBezTo>
                    <a:pt x="68574" y="42044"/>
                    <a:pt x="69006" y="41888"/>
                    <a:pt x="69075" y="41456"/>
                  </a:cubicBezTo>
                  <a:cubicBezTo>
                    <a:pt x="69369" y="39711"/>
                    <a:pt x="70924" y="39417"/>
                    <a:pt x="72151" y="38760"/>
                  </a:cubicBezTo>
                  <a:cubicBezTo>
                    <a:pt x="72321" y="38667"/>
                    <a:pt x="72565" y="38512"/>
                    <a:pt x="72753" y="38512"/>
                  </a:cubicBezTo>
                  <a:cubicBezTo>
                    <a:pt x="72950" y="38512"/>
                    <a:pt x="73086" y="38680"/>
                    <a:pt x="73015" y="39261"/>
                  </a:cubicBezTo>
                  <a:cubicBezTo>
                    <a:pt x="72956" y="39796"/>
                    <a:pt x="73330" y="40078"/>
                    <a:pt x="73743" y="40078"/>
                  </a:cubicBezTo>
                  <a:cubicBezTo>
                    <a:pt x="73931" y="40078"/>
                    <a:pt x="74127" y="40020"/>
                    <a:pt x="74294" y="39901"/>
                  </a:cubicBezTo>
                  <a:cubicBezTo>
                    <a:pt x="75746" y="38898"/>
                    <a:pt x="77457" y="38501"/>
                    <a:pt x="78995" y="37723"/>
                  </a:cubicBezTo>
                  <a:cubicBezTo>
                    <a:pt x="79738" y="37326"/>
                    <a:pt x="80291" y="36773"/>
                    <a:pt x="79790" y="35995"/>
                  </a:cubicBezTo>
                  <a:cubicBezTo>
                    <a:pt x="79597" y="35708"/>
                    <a:pt x="79414" y="35603"/>
                    <a:pt x="79239" y="35603"/>
                  </a:cubicBezTo>
                  <a:cubicBezTo>
                    <a:pt x="78865" y="35603"/>
                    <a:pt x="78524" y="36083"/>
                    <a:pt x="78183" y="36306"/>
                  </a:cubicBezTo>
                  <a:cubicBezTo>
                    <a:pt x="77820" y="36545"/>
                    <a:pt x="77447" y="36741"/>
                    <a:pt x="77083" y="36741"/>
                  </a:cubicBezTo>
                  <a:cubicBezTo>
                    <a:pt x="76789" y="36741"/>
                    <a:pt x="76501" y="36612"/>
                    <a:pt x="76230" y="36272"/>
                  </a:cubicBezTo>
                  <a:cubicBezTo>
                    <a:pt x="75677" y="35563"/>
                    <a:pt x="76126" y="35148"/>
                    <a:pt x="76731" y="34751"/>
                  </a:cubicBezTo>
                  <a:cubicBezTo>
                    <a:pt x="77318" y="34371"/>
                    <a:pt x="77284" y="33818"/>
                    <a:pt x="77025" y="33196"/>
                  </a:cubicBezTo>
                  <a:cubicBezTo>
                    <a:pt x="76921" y="32919"/>
                    <a:pt x="76161" y="33023"/>
                    <a:pt x="76593" y="32643"/>
                  </a:cubicBezTo>
                  <a:cubicBezTo>
                    <a:pt x="76708" y="32536"/>
                    <a:pt x="76805" y="32492"/>
                    <a:pt x="76888" y="32492"/>
                  </a:cubicBezTo>
                  <a:cubicBezTo>
                    <a:pt x="77143" y="32492"/>
                    <a:pt x="77279" y="32892"/>
                    <a:pt x="77474" y="33126"/>
                  </a:cubicBezTo>
                  <a:cubicBezTo>
                    <a:pt x="77830" y="33563"/>
                    <a:pt x="78559" y="33892"/>
                    <a:pt x="79019" y="33892"/>
                  </a:cubicBezTo>
                  <a:cubicBezTo>
                    <a:pt x="79251" y="33892"/>
                    <a:pt x="79415" y="33808"/>
                    <a:pt x="79427" y="33610"/>
                  </a:cubicBezTo>
                  <a:cubicBezTo>
                    <a:pt x="79485" y="32639"/>
                    <a:pt x="79866" y="32465"/>
                    <a:pt x="80317" y="32465"/>
                  </a:cubicBezTo>
                  <a:cubicBezTo>
                    <a:pt x="80569" y="32465"/>
                    <a:pt x="80843" y="32519"/>
                    <a:pt x="81095" y="32519"/>
                  </a:cubicBezTo>
                  <a:cubicBezTo>
                    <a:pt x="81194" y="32519"/>
                    <a:pt x="81290" y="32511"/>
                    <a:pt x="81380" y="32487"/>
                  </a:cubicBezTo>
                  <a:cubicBezTo>
                    <a:pt x="81894" y="32340"/>
                    <a:pt x="82271" y="31830"/>
                    <a:pt x="82830" y="31830"/>
                  </a:cubicBezTo>
                  <a:cubicBezTo>
                    <a:pt x="82928" y="31830"/>
                    <a:pt x="83031" y="31846"/>
                    <a:pt x="83142" y="31882"/>
                  </a:cubicBezTo>
                  <a:cubicBezTo>
                    <a:pt x="82658" y="32470"/>
                    <a:pt x="82192" y="33075"/>
                    <a:pt x="81708" y="33679"/>
                  </a:cubicBezTo>
                  <a:cubicBezTo>
                    <a:pt x="81604" y="33766"/>
                    <a:pt x="81483" y="33835"/>
                    <a:pt x="81362" y="33904"/>
                  </a:cubicBezTo>
                  <a:cubicBezTo>
                    <a:pt x="81034" y="34129"/>
                    <a:pt x="80775" y="34423"/>
                    <a:pt x="80878" y="34872"/>
                  </a:cubicBezTo>
                  <a:cubicBezTo>
                    <a:pt x="80999" y="35304"/>
                    <a:pt x="81380" y="35252"/>
                    <a:pt x="81673" y="35425"/>
                  </a:cubicBezTo>
                  <a:cubicBezTo>
                    <a:pt x="81973" y="35596"/>
                    <a:pt x="82292" y="35648"/>
                    <a:pt x="82615" y="35648"/>
                  </a:cubicBezTo>
                  <a:cubicBezTo>
                    <a:pt x="83130" y="35648"/>
                    <a:pt x="83658" y="35514"/>
                    <a:pt x="84141" y="35514"/>
                  </a:cubicBezTo>
                  <a:cubicBezTo>
                    <a:pt x="84489" y="35514"/>
                    <a:pt x="84814" y="35584"/>
                    <a:pt x="85095" y="35822"/>
                  </a:cubicBezTo>
                  <a:cubicBezTo>
                    <a:pt x="85535" y="36187"/>
                    <a:pt x="85875" y="36332"/>
                    <a:pt x="86134" y="36332"/>
                  </a:cubicBezTo>
                  <a:cubicBezTo>
                    <a:pt x="86710" y="36332"/>
                    <a:pt x="86887" y="35618"/>
                    <a:pt x="86875" y="35010"/>
                  </a:cubicBezTo>
                  <a:cubicBezTo>
                    <a:pt x="86858" y="34215"/>
                    <a:pt x="87601" y="32729"/>
                    <a:pt x="85665" y="32625"/>
                  </a:cubicBezTo>
                  <a:cubicBezTo>
                    <a:pt x="84991" y="32591"/>
                    <a:pt x="85130" y="31986"/>
                    <a:pt x="85596" y="31485"/>
                  </a:cubicBezTo>
                  <a:cubicBezTo>
                    <a:pt x="87186" y="29791"/>
                    <a:pt x="86650" y="27527"/>
                    <a:pt x="84508" y="26767"/>
                  </a:cubicBezTo>
                  <a:cubicBezTo>
                    <a:pt x="84006" y="26594"/>
                    <a:pt x="83557" y="26214"/>
                    <a:pt x="83661" y="25834"/>
                  </a:cubicBezTo>
                  <a:cubicBezTo>
                    <a:pt x="83972" y="24503"/>
                    <a:pt x="83039" y="23432"/>
                    <a:pt x="83090" y="22170"/>
                  </a:cubicBezTo>
                  <a:cubicBezTo>
                    <a:pt x="83108" y="21773"/>
                    <a:pt x="83073" y="21375"/>
                    <a:pt x="82624" y="21220"/>
                  </a:cubicBezTo>
                  <a:cubicBezTo>
                    <a:pt x="82529" y="21188"/>
                    <a:pt x="82437" y="21174"/>
                    <a:pt x="82348" y="21174"/>
                  </a:cubicBezTo>
                  <a:cubicBezTo>
                    <a:pt x="82049" y="21174"/>
                    <a:pt x="81787" y="21339"/>
                    <a:pt x="81587" y="21565"/>
                  </a:cubicBezTo>
                  <a:cubicBezTo>
                    <a:pt x="81086" y="22135"/>
                    <a:pt x="80464" y="22602"/>
                    <a:pt x="79755" y="22913"/>
                  </a:cubicBezTo>
                  <a:cubicBezTo>
                    <a:pt x="79583" y="22995"/>
                    <a:pt x="79411" y="23071"/>
                    <a:pt x="79247" y="23071"/>
                  </a:cubicBezTo>
                  <a:cubicBezTo>
                    <a:pt x="79097" y="23071"/>
                    <a:pt x="78954" y="23008"/>
                    <a:pt x="78822" y="22827"/>
                  </a:cubicBezTo>
                  <a:cubicBezTo>
                    <a:pt x="78563" y="22498"/>
                    <a:pt x="78753" y="22274"/>
                    <a:pt x="78960" y="22015"/>
                  </a:cubicBezTo>
                  <a:cubicBezTo>
                    <a:pt x="79496" y="21254"/>
                    <a:pt x="79254" y="20736"/>
                    <a:pt x="78459" y="20338"/>
                  </a:cubicBezTo>
                  <a:cubicBezTo>
                    <a:pt x="78131" y="20165"/>
                    <a:pt x="77837" y="19941"/>
                    <a:pt x="77578" y="19664"/>
                  </a:cubicBezTo>
                  <a:cubicBezTo>
                    <a:pt x="77168" y="19146"/>
                    <a:pt x="76356" y="18913"/>
                    <a:pt x="75491" y="18913"/>
                  </a:cubicBezTo>
                  <a:cubicBezTo>
                    <a:pt x="74278" y="18913"/>
                    <a:pt x="72961" y="19371"/>
                    <a:pt x="72497" y="20148"/>
                  </a:cubicBezTo>
                  <a:cubicBezTo>
                    <a:pt x="72065" y="20874"/>
                    <a:pt x="71788" y="21824"/>
                    <a:pt x="70803" y="22170"/>
                  </a:cubicBezTo>
                  <a:cubicBezTo>
                    <a:pt x="70354" y="22326"/>
                    <a:pt x="70043" y="22792"/>
                    <a:pt x="70337" y="23276"/>
                  </a:cubicBezTo>
                  <a:cubicBezTo>
                    <a:pt x="71356" y="25004"/>
                    <a:pt x="70043" y="25488"/>
                    <a:pt x="68902" y="26024"/>
                  </a:cubicBezTo>
                  <a:cubicBezTo>
                    <a:pt x="67693" y="26577"/>
                    <a:pt x="66241" y="26801"/>
                    <a:pt x="66345" y="28685"/>
                  </a:cubicBezTo>
                  <a:cubicBezTo>
                    <a:pt x="66379" y="29117"/>
                    <a:pt x="65895" y="29601"/>
                    <a:pt x="65584" y="30016"/>
                  </a:cubicBezTo>
                  <a:cubicBezTo>
                    <a:pt x="65442" y="30197"/>
                    <a:pt x="65232" y="30465"/>
                    <a:pt x="64983" y="30465"/>
                  </a:cubicBezTo>
                  <a:cubicBezTo>
                    <a:pt x="64899" y="30465"/>
                    <a:pt x="64811" y="30435"/>
                    <a:pt x="64720" y="30361"/>
                  </a:cubicBezTo>
                  <a:cubicBezTo>
                    <a:pt x="64409" y="30120"/>
                    <a:pt x="64288" y="29705"/>
                    <a:pt x="64409" y="29342"/>
                  </a:cubicBezTo>
                  <a:cubicBezTo>
                    <a:pt x="64893" y="27596"/>
                    <a:pt x="65083" y="25989"/>
                    <a:pt x="62508" y="25903"/>
                  </a:cubicBezTo>
                  <a:cubicBezTo>
                    <a:pt x="62249" y="25903"/>
                    <a:pt x="61938" y="25644"/>
                    <a:pt x="61748" y="25436"/>
                  </a:cubicBezTo>
                  <a:cubicBezTo>
                    <a:pt x="61084" y="24759"/>
                    <a:pt x="60400" y="24243"/>
                    <a:pt x="59552" y="24243"/>
                  </a:cubicBezTo>
                  <a:cubicBezTo>
                    <a:pt x="59252" y="24243"/>
                    <a:pt x="58932" y="24307"/>
                    <a:pt x="58585" y="24451"/>
                  </a:cubicBezTo>
                  <a:cubicBezTo>
                    <a:pt x="58566" y="24457"/>
                    <a:pt x="58545" y="24459"/>
                    <a:pt x="58523" y="24459"/>
                  </a:cubicBezTo>
                  <a:cubicBezTo>
                    <a:pt x="58409" y="24459"/>
                    <a:pt x="58269" y="24394"/>
                    <a:pt x="58153" y="24365"/>
                  </a:cubicBezTo>
                  <a:cubicBezTo>
                    <a:pt x="58758" y="23501"/>
                    <a:pt x="57687" y="22429"/>
                    <a:pt x="58827" y="21462"/>
                  </a:cubicBezTo>
                  <a:cubicBezTo>
                    <a:pt x="61800" y="18990"/>
                    <a:pt x="65757" y="18558"/>
                    <a:pt x="68781" y="16294"/>
                  </a:cubicBezTo>
                  <a:lnTo>
                    <a:pt x="69455" y="15828"/>
                  </a:lnTo>
                  <a:cubicBezTo>
                    <a:pt x="70337" y="15586"/>
                    <a:pt x="71218" y="15206"/>
                    <a:pt x="72117" y="15119"/>
                  </a:cubicBezTo>
                  <a:cubicBezTo>
                    <a:pt x="74346" y="14912"/>
                    <a:pt x="75331" y="13910"/>
                    <a:pt x="75262" y="11767"/>
                  </a:cubicBezTo>
                  <a:cubicBezTo>
                    <a:pt x="75262" y="11596"/>
                    <a:pt x="75299" y="11543"/>
                    <a:pt x="75353" y="11543"/>
                  </a:cubicBezTo>
                  <a:cubicBezTo>
                    <a:pt x="75441" y="11543"/>
                    <a:pt x="75574" y="11687"/>
                    <a:pt x="75659" y="11698"/>
                  </a:cubicBezTo>
                  <a:cubicBezTo>
                    <a:pt x="76835" y="11749"/>
                    <a:pt x="77733" y="12683"/>
                    <a:pt x="78943" y="12752"/>
                  </a:cubicBezTo>
                  <a:cubicBezTo>
                    <a:pt x="79461" y="12769"/>
                    <a:pt x="79945" y="13391"/>
                    <a:pt x="80412" y="13789"/>
                  </a:cubicBezTo>
                  <a:cubicBezTo>
                    <a:pt x="80395" y="13944"/>
                    <a:pt x="80325" y="14082"/>
                    <a:pt x="80204" y="14203"/>
                  </a:cubicBezTo>
                  <a:cubicBezTo>
                    <a:pt x="79099" y="14649"/>
                    <a:pt x="78211" y="15599"/>
                    <a:pt x="76924" y="15599"/>
                  </a:cubicBezTo>
                  <a:cubicBezTo>
                    <a:pt x="76763" y="15599"/>
                    <a:pt x="76595" y="15584"/>
                    <a:pt x="76420" y="15551"/>
                  </a:cubicBezTo>
                  <a:cubicBezTo>
                    <a:pt x="76325" y="15534"/>
                    <a:pt x="76229" y="15525"/>
                    <a:pt x="76135" y="15525"/>
                  </a:cubicBezTo>
                  <a:cubicBezTo>
                    <a:pt x="75478" y="15525"/>
                    <a:pt x="74895" y="15947"/>
                    <a:pt x="74985" y="16778"/>
                  </a:cubicBezTo>
                  <a:cubicBezTo>
                    <a:pt x="75041" y="17437"/>
                    <a:pt x="75422" y="17620"/>
                    <a:pt x="75866" y="17620"/>
                  </a:cubicBezTo>
                  <a:cubicBezTo>
                    <a:pt x="76109" y="17620"/>
                    <a:pt x="76372" y="17565"/>
                    <a:pt x="76610" y="17504"/>
                  </a:cubicBezTo>
                  <a:cubicBezTo>
                    <a:pt x="76822" y="17451"/>
                    <a:pt x="77015" y="17425"/>
                    <a:pt x="77193" y="17425"/>
                  </a:cubicBezTo>
                  <a:cubicBezTo>
                    <a:pt x="77828" y="17425"/>
                    <a:pt x="78286" y="17750"/>
                    <a:pt x="78839" y="18316"/>
                  </a:cubicBezTo>
                  <a:cubicBezTo>
                    <a:pt x="79617" y="19094"/>
                    <a:pt x="80723" y="19612"/>
                    <a:pt x="81794" y="19993"/>
                  </a:cubicBezTo>
                  <a:cubicBezTo>
                    <a:pt x="81906" y="20034"/>
                    <a:pt x="82005" y="20053"/>
                    <a:pt x="82094" y="20053"/>
                  </a:cubicBezTo>
                  <a:cubicBezTo>
                    <a:pt x="82595" y="20053"/>
                    <a:pt x="82747" y="19445"/>
                    <a:pt x="82762" y="18887"/>
                  </a:cubicBezTo>
                  <a:cubicBezTo>
                    <a:pt x="82805" y="18878"/>
                    <a:pt x="82849" y="18874"/>
                    <a:pt x="82892" y="18874"/>
                  </a:cubicBezTo>
                  <a:cubicBezTo>
                    <a:pt x="82935" y="18874"/>
                    <a:pt x="82978" y="18878"/>
                    <a:pt x="83021" y="18887"/>
                  </a:cubicBezTo>
                  <a:cubicBezTo>
                    <a:pt x="83375" y="18985"/>
                    <a:pt x="83662" y="19030"/>
                    <a:pt x="83892" y="19030"/>
                  </a:cubicBezTo>
                  <a:cubicBezTo>
                    <a:pt x="85038" y="19030"/>
                    <a:pt x="84816" y="17932"/>
                    <a:pt x="84629" y="16882"/>
                  </a:cubicBezTo>
                  <a:cubicBezTo>
                    <a:pt x="84577" y="16588"/>
                    <a:pt x="84404" y="16122"/>
                    <a:pt x="84525" y="16018"/>
                  </a:cubicBezTo>
                  <a:cubicBezTo>
                    <a:pt x="84606" y="15948"/>
                    <a:pt x="84680" y="15920"/>
                    <a:pt x="84749" y="15920"/>
                  </a:cubicBezTo>
                  <a:cubicBezTo>
                    <a:pt x="84985" y="15920"/>
                    <a:pt x="85161" y="16252"/>
                    <a:pt x="85389" y="16346"/>
                  </a:cubicBezTo>
                  <a:cubicBezTo>
                    <a:pt x="85637" y="16436"/>
                    <a:pt x="85876" y="16474"/>
                    <a:pt x="86110" y="16474"/>
                  </a:cubicBezTo>
                  <a:cubicBezTo>
                    <a:pt x="86771" y="16474"/>
                    <a:pt x="87381" y="16174"/>
                    <a:pt x="87981" y="15931"/>
                  </a:cubicBezTo>
                  <a:cubicBezTo>
                    <a:pt x="88344" y="15793"/>
                    <a:pt x="88500" y="15275"/>
                    <a:pt x="88258" y="15033"/>
                  </a:cubicBezTo>
                  <a:cubicBezTo>
                    <a:pt x="87065" y="13754"/>
                    <a:pt x="85976" y="12406"/>
                    <a:pt x="84819" y="11110"/>
                  </a:cubicBezTo>
                  <a:cubicBezTo>
                    <a:pt x="84162" y="10350"/>
                    <a:pt x="83160" y="9779"/>
                    <a:pt x="82537" y="8915"/>
                  </a:cubicBezTo>
                  <a:cubicBezTo>
                    <a:pt x="82209" y="8379"/>
                    <a:pt x="81639" y="8034"/>
                    <a:pt x="81017" y="7999"/>
                  </a:cubicBezTo>
                  <a:cubicBezTo>
                    <a:pt x="80983" y="7995"/>
                    <a:pt x="80950" y="7994"/>
                    <a:pt x="80916" y="7994"/>
                  </a:cubicBezTo>
                  <a:cubicBezTo>
                    <a:pt x="80688" y="7994"/>
                    <a:pt x="80453" y="8074"/>
                    <a:pt x="80228" y="8074"/>
                  </a:cubicBezTo>
                  <a:cubicBezTo>
                    <a:pt x="80056" y="8074"/>
                    <a:pt x="79890" y="8027"/>
                    <a:pt x="79738" y="7861"/>
                  </a:cubicBezTo>
                  <a:cubicBezTo>
                    <a:pt x="80170" y="7757"/>
                    <a:pt x="80602" y="7654"/>
                    <a:pt x="81017" y="7585"/>
                  </a:cubicBezTo>
                  <a:cubicBezTo>
                    <a:pt x="81518" y="7481"/>
                    <a:pt x="82192" y="7567"/>
                    <a:pt x="82226" y="6859"/>
                  </a:cubicBezTo>
                  <a:cubicBezTo>
                    <a:pt x="82278" y="6202"/>
                    <a:pt x="81673" y="6167"/>
                    <a:pt x="81207" y="6046"/>
                  </a:cubicBezTo>
                  <a:cubicBezTo>
                    <a:pt x="81086" y="6012"/>
                    <a:pt x="80948" y="5960"/>
                    <a:pt x="80844" y="5891"/>
                  </a:cubicBezTo>
                  <a:cubicBezTo>
                    <a:pt x="80958" y="5878"/>
                    <a:pt x="81101" y="5837"/>
                    <a:pt x="81223" y="5837"/>
                  </a:cubicBezTo>
                  <a:cubicBezTo>
                    <a:pt x="81267" y="5837"/>
                    <a:pt x="81309" y="5843"/>
                    <a:pt x="81345" y="5856"/>
                  </a:cubicBezTo>
                  <a:cubicBezTo>
                    <a:pt x="81816" y="6065"/>
                    <a:pt x="82272" y="6151"/>
                    <a:pt x="82714" y="6151"/>
                  </a:cubicBezTo>
                  <a:cubicBezTo>
                    <a:pt x="83993" y="6151"/>
                    <a:pt x="85157" y="5437"/>
                    <a:pt x="86236" y="4923"/>
                  </a:cubicBezTo>
                  <a:cubicBezTo>
                    <a:pt x="89182" y="3528"/>
                    <a:pt x="92334" y="3094"/>
                    <a:pt x="95401" y="2235"/>
                  </a:cubicBezTo>
                  <a:lnTo>
                    <a:pt x="95401" y="2235"/>
                  </a:lnTo>
                  <a:cubicBezTo>
                    <a:pt x="93986" y="3267"/>
                    <a:pt x="92263" y="3834"/>
                    <a:pt x="90504" y="3834"/>
                  </a:cubicBezTo>
                  <a:cubicBezTo>
                    <a:pt x="90401" y="3834"/>
                    <a:pt x="90295" y="3831"/>
                    <a:pt x="90191" y="3831"/>
                  </a:cubicBezTo>
                  <a:cubicBezTo>
                    <a:pt x="89827" y="3831"/>
                    <a:pt x="89479" y="3873"/>
                    <a:pt x="89277" y="4249"/>
                  </a:cubicBezTo>
                  <a:cubicBezTo>
                    <a:pt x="89018" y="4802"/>
                    <a:pt x="89467" y="5113"/>
                    <a:pt x="89744" y="5528"/>
                  </a:cubicBezTo>
                  <a:cubicBezTo>
                    <a:pt x="90251" y="6307"/>
                    <a:pt x="90887" y="6586"/>
                    <a:pt x="91608" y="6586"/>
                  </a:cubicBezTo>
                  <a:cubicBezTo>
                    <a:pt x="91943" y="6586"/>
                    <a:pt x="92297" y="6525"/>
                    <a:pt x="92664" y="6427"/>
                  </a:cubicBezTo>
                  <a:cubicBezTo>
                    <a:pt x="93037" y="6322"/>
                    <a:pt x="93404" y="6272"/>
                    <a:pt x="93755" y="6272"/>
                  </a:cubicBezTo>
                  <a:cubicBezTo>
                    <a:pt x="95314" y="6272"/>
                    <a:pt x="96561" y="7243"/>
                    <a:pt x="96518" y="8639"/>
                  </a:cubicBezTo>
                  <a:cubicBezTo>
                    <a:pt x="96501" y="9123"/>
                    <a:pt x="96000" y="9710"/>
                    <a:pt x="96155" y="10073"/>
                  </a:cubicBezTo>
                  <a:cubicBezTo>
                    <a:pt x="96656" y="11300"/>
                    <a:pt x="95758" y="12302"/>
                    <a:pt x="95378" y="13045"/>
                  </a:cubicBezTo>
                  <a:cubicBezTo>
                    <a:pt x="94393" y="15016"/>
                    <a:pt x="93649" y="16709"/>
                    <a:pt x="95412" y="18541"/>
                  </a:cubicBezTo>
                  <a:cubicBezTo>
                    <a:pt x="95602" y="18714"/>
                    <a:pt x="95723" y="18938"/>
                    <a:pt x="95758" y="19180"/>
                  </a:cubicBezTo>
                  <a:cubicBezTo>
                    <a:pt x="95810" y="21358"/>
                    <a:pt x="97901" y="20788"/>
                    <a:pt x="99007" y="21479"/>
                  </a:cubicBezTo>
                  <a:cubicBezTo>
                    <a:pt x="99192" y="21597"/>
                    <a:pt x="99367" y="21648"/>
                    <a:pt x="99531" y="21648"/>
                  </a:cubicBezTo>
                  <a:cubicBezTo>
                    <a:pt x="100207" y="21648"/>
                    <a:pt x="100708" y="20784"/>
                    <a:pt x="101098" y="20200"/>
                  </a:cubicBezTo>
                  <a:cubicBezTo>
                    <a:pt x="102256" y="18472"/>
                    <a:pt x="104088" y="17055"/>
                    <a:pt x="105729" y="16536"/>
                  </a:cubicBezTo>
                  <a:cubicBezTo>
                    <a:pt x="109220" y="15396"/>
                    <a:pt x="112486" y="13547"/>
                    <a:pt x="116254" y="13115"/>
                  </a:cubicBezTo>
                  <a:cubicBezTo>
                    <a:pt x="117965" y="12907"/>
                    <a:pt x="119935" y="12320"/>
                    <a:pt x="120021" y="9883"/>
                  </a:cubicBezTo>
                  <a:cubicBezTo>
                    <a:pt x="120021" y="9693"/>
                    <a:pt x="120349" y="9485"/>
                    <a:pt x="120557" y="9330"/>
                  </a:cubicBezTo>
                  <a:cubicBezTo>
                    <a:pt x="121663" y="8552"/>
                    <a:pt x="123132" y="8034"/>
                    <a:pt x="122631" y="6202"/>
                  </a:cubicBezTo>
                  <a:cubicBezTo>
                    <a:pt x="122594" y="6055"/>
                    <a:pt x="122626" y="6020"/>
                    <a:pt x="122682" y="6020"/>
                  </a:cubicBezTo>
                  <a:cubicBezTo>
                    <a:pt x="122731" y="6020"/>
                    <a:pt x="122799" y="6046"/>
                    <a:pt x="122855" y="6046"/>
                  </a:cubicBezTo>
                  <a:cubicBezTo>
                    <a:pt x="122928" y="6051"/>
                    <a:pt x="122998" y="6053"/>
                    <a:pt x="123064" y="6053"/>
                  </a:cubicBezTo>
                  <a:cubicBezTo>
                    <a:pt x="124269" y="6053"/>
                    <a:pt x="124381" y="5321"/>
                    <a:pt x="123840" y="4387"/>
                  </a:cubicBezTo>
                  <a:cubicBezTo>
                    <a:pt x="123581" y="3921"/>
                    <a:pt x="123875" y="3955"/>
                    <a:pt x="124048" y="3817"/>
                  </a:cubicBezTo>
                  <a:cubicBezTo>
                    <a:pt x="125240" y="2867"/>
                    <a:pt x="126640" y="2728"/>
                    <a:pt x="128092" y="2659"/>
                  </a:cubicBezTo>
                  <a:cubicBezTo>
                    <a:pt x="128575" y="2625"/>
                    <a:pt x="129180" y="2521"/>
                    <a:pt x="129249" y="1934"/>
                  </a:cubicBezTo>
                  <a:cubicBezTo>
                    <a:pt x="129301" y="1363"/>
                    <a:pt x="128714" y="1242"/>
                    <a:pt x="128299" y="1190"/>
                  </a:cubicBezTo>
                  <a:cubicBezTo>
                    <a:pt x="125707" y="948"/>
                    <a:pt x="123132" y="430"/>
                    <a:pt x="120557" y="171"/>
                  </a:cubicBezTo>
                  <a:cubicBezTo>
                    <a:pt x="119360" y="50"/>
                    <a:pt x="118163" y="0"/>
                    <a:pt x="11696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78" name="Google Shape;8378;p79"/>
            <p:cNvSpPr/>
            <p:nvPr/>
          </p:nvSpPr>
          <p:spPr>
            <a:xfrm>
              <a:off x="1581325" y="1051125"/>
              <a:ext cx="283000" cy="91675"/>
            </a:xfrm>
            <a:custGeom>
              <a:rect b="b" l="l" r="r" t="t"/>
              <a:pathLst>
                <a:path extrusionOk="0" h="3667" w="11320">
                  <a:moveTo>
                    <a:pt x="6214" y="0"/>
                  </a:moveTo>
                  <a:cubicBezTo>
                    <a:pt x="5926" y="0"/>
                    <a:pt x="5584" y="48"/>
                    <a:pt x="5219" y="71"/>
                  </a:cubicBezTo>
                  <a:cubicBezTo>
                    <a:pt x="5082" y="56"/>
                    <a:pt x="4943" y="49"/>
                    <a:pt x="4804" y="49"/>
                  </a:cubicBezTo>
                  <a:cubicBezTo>
                    <a:pt x="3493" y="49"/>
                    <a:pt x="2115" y="667"/>
                    <a:pt x="709" y="1073"/>
                  </a:cubicBezTo>
                  <a:cubicBezTo>
                    <a:pt x="432" y="1177"/>
                    <a:pt x="208" y="1401"/>
                    <a:pt x="69" y="1678"/>
                  </a:cubicBezTo>
                  <a:cubicBezTo>
                    <a:pt x="0" y="1781"/>
                    <a:pt x="242" y="2213"/>
                    <a:pt x="363" y="2231"/>
                  </a:cubicBezTo>
                  <a:cubicBezTo>
                    <a:pt x="2163" y="2438"/>
                    <a:pt x="3786" y="3667"/>
                    <a:pt x="5640" y="3667"/>
                  </a:cubicBezTo>
                  <a:cubicBezTo>
                    <a:pt x="6100" y="3667"/>
                    <a:pt x="6574" y="3591"/>
                    <a:pt x="7068" y="3406"/>
                  </a:cubicBezTo>
                  <a:cubicBezTo>
                    <a:pt x="7396" y="3281"/>
                    <a:pt x="7767" y="3236"/>
                    <a:pt x="8142" y="3236"/>
                  </a:cubicBezTo>
                  <a:cubicBezTo>
                    <a:pt x="8439" y="3236"/>
                    <a:pt x="8738" y="3264"/>
                    <a:pt x="9021" y="3302"/>
                  </a:cubicBezTo>
                  <a:cubicBezTo>
                    <a:pt x="9277" y="3340"/>
                    <a:pt x="9523" y="3370"/>
                    <a:pt x="9759" y="3370"/>
                  </a:cubicBezTo>
                  <a:cubicBezTo>
                    <a:pt x="10271" y="3370"/>
                    <a:pt x="10728" y="3229"/>
                    <a:pt x="11095" y="2732"/>
                  </a:cubicBezTo>
                  <a:cubicBezTo>
                    <a:pt x="11320" y="2473"/>
                    <a:pt x="11268" y="2075"/>
                    <a:pt x="10991" y="1885"/>
                  </a:cubicBezTo>
                  <a:cubicBezTo>
                    <a:pt x="10479" y="1524"/>
                    <a:pt x="10006" y="1077"/>
                    <a:pt x="9430" y="1077"/>
                  </a:cubicBezTo>
                  <a:cubicBezTo>
                    <a:pt x="9151" y="1077"/>
                    <a:pt x="8847" y="1182"/>
                    <a:pt x="8503" y="1453"/>
                  </a:cubicBezTo>
                  <a:cubicBezTo>
                    <a:pt x="8280" y="1626"/>
                    <a:pt x="7919" y="1737"/>
                    <a:pt x="7612" y="1737"/>
                  </a:cubicBezTo>
                  <a:cubicBezTo>
                    <a:pt x="7277" y="1737"/>
                    <a:pt x="7006" y="1605"/>
                    <a:pt x="7051" y="1280"/>
                  </a:cubicBezTo>
                  <a:cubicBezTo>
                    <a:pt x="7179" y="207"/>
                    <a:pt x="6812" y="0"/>
                    <a:pt x="621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79" name="Google Shape;8379;p79"/>
            <p:cNvSpPr/>
            <p:nvPr/>
          </p:nvSpPr>
          <p:spPr>
            <a:xfrm>
              <a:off x="3144425" y="1319375"/>
              <a:ext cx="213450" cy="95575"/>
            </a:xfrm>
            <a:custGeom>
              <a:rect b="b" l="l" r="r" t="t"/>
              <a:pathLst>
                <a:path extrusionOk="0" h="3823" w="8538">
                  <a:moveTo>
                    <a:pt x="6155" y="1"/>
                  </a:moveTo>
                  <a:cubicBezTo>
                    <a:pt x="6054" y="1"/>
                    <a:pt x="5950" y="7"/>
                    <a:pt x="5842" y="20"/>
                  </a:cubicBezTo>
                  <a:cubicBezTo>
                    <a:pt x="4846" y="139"/>
                    <a:pt x="3874" y="469"/>
                    <a:pt x="2859" y="469"/>
                  </a:cubicBezTo>
                  <a:cubicBezTo>
                    <a:pt x="2396" y="469"/>
                    <a:pt x="1923" y="400"/>
                    <a:pt x="1435" y="211"/>
                  </a:cubicBezTo>
                  <a:cubicBezTo>
                    <a:pt x="1292" y="150"/>
                    <a:pt x="1133" y="113"/>
                    <a:pt x="974" y="113"/>
                  </a:cubicBezTo>
                  <a:cubicBezTo>
                    <a:pt x="501" y="113"/>
                    <a:pt x="35" y="441"/>
                    <a:pt x="35" y="1438"/>
                  </a:cubicBezTo>
                  <a:cubicBezTo>
                    <a:pt x="1" y="3771"/>
                    <a:pt x="1573" y="3580"/>
                    <a:pt x="3025" y="3822"/>
                  </a:cubicBezTo>
                  <a:cubicBezTo>
                    <a:pt x="4338" y="3753"/>
                    <a:pt x="5617" y="3408"/>
                    <a:pt x="6792" y="2837"/>
                  </a:cubicBezTo>
                  <a:cubicBezTo>
                    <a:pt x="7415" y="2526"/>
                    <a:pt x="8538" y="2474"/>
                    <a:pt x="8192" y="1541"/>
                  </a:cubicBezTo>
                  <a:cubicBezTo>
                    <a:pt x="7892" y="720"/>
                    <a:pt x="7218" y="1"/>
                    <a:pt x="615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80" name="Google Shape;8380;p79"/>
            <p:cNvSpPr/>
            <p:nvPr/>
          </p:nvSpPr>
          <p:spPr>
            <a:xfrm>
              <a:off x="1453000" y="2509000"/>
              <a:ext cx="263575" cy="113100"/>
            </a:xfrm>
            <a:custGeom>
              <a:rect b="b" l="l" r="r" t="t"/>
              <a:pathLst>
                <a:path extrusionOk="0" h="4524" w="10543">
                  <a:moveTo>
                    <a:pt x="3451" y="1"/>
                  </a:moveTo>
                  <a:cubicBezTo>
                    <a:pt x="2445" y="1"/>
                    <a:pt x="1486" y="228"/>
                    <a:pt x="761" y="702"/>
                  </a:cubicBezTo>
                  <a:cubicBezTo>
                    <a:pt x="398" y="927"/>
                    <a:pt x="1" y="1186"/>
                    <a:pt x="243" y="1687"/>
                  </a:cubicBezTo>
                  <a:cubicBezTo>
                    <a:pt x="390" y="1972"/>
                    <a:pt x="609" y="2083"/>
                    <a:pt x="855" y="2083"/>
                  </a:cubicBezTo>
                  <a:cubicBezTo>
                    <a:pt x="1012" y="2083"/>
                    <a:pt x="1180" y="2038"/>
                    <a:pt x="1349" y="1964"/>
                  </a:cubicBezTo>
                  <a:cubicBezTo>
                    <a:pt x="1677" y="1828"/>
                    <a:pt x="1990" y="1776"/>
                    <a:pt x="2298" y="1776"/>
                  </a:cubicBezTo>
                  <a:cubicBezTo>
                    <a:pt x="2932" y="1776"/>
                    <a:pt x="3543" y="1997"/>
                    <a:pt x="4217" y="2171"/>
                  </a:cubicBezTo>
                  <a:cubicBezTo>
                    <a:pt x="5708" y="2540"/>
                    <a:pt x="6405" y="4523"/>
                    <a:pt x="7868" y="4523"/>
                  </a:cubicBezTo>
                  <a:cubicBezTo>
                    <a:pt x="8118" y="4523"/>
                    <a:pt x="8391" y="4465"/>
                    <a:pt x="8693" y="4332"/>
                  </a:cubicBezTo>
                  <a:cubicBezTo>
                    <a:pt x="8824" y="4337"/>
                    <a:pt x="8947" y="4340"/>
                    <a:pt x="9062" y="4340"/>
                  </a:cubicBezTo>
                  <a:cubicBezTo>
                    <a:pt x="10032" y="4340"/>
                    <a:pt x="10475" y="4144"/>
                    <a:pt x="10491" y="3727"/>
                  </a:cubicBezTo>
                  <a:cubicBezTo>
                    <a:pt x="10542" y="2897"/>
                    <a:pt x="9817" y="2724"/>
                    <a:pt x="9264" y="2517"/>
                  </a:cubicBezTo>
                  <a:cubicBezTo>
                    <a:pt x="8711" y="2292"/>
                    <a:pt x="8209" y="1964"/>
                    <a:pt x="7777" y="1567"/>
                  </a:cubicBezTo>
                  <a:cubicBezTo>
                    <a:pt x="6685" y="547"/>
                    <a:pt x="5011" y="1"/>
                    <a:pt x="345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81" name="Google Shape;8381;p79"/>
            <p:cNvSpPr/>
            <p:nvPr/>
          </p:nvSpPr>
          <p:spPr>
            <a:xfrm>
              <a:off x="1880725" y="1020350"/>
              <a:ext cx="162025" cy="112025"/>
            </a:xfrm>
            <a:custGeom>
              <a:rect b="b" l="l" r="r" t="t"/>
              <a:pathLst>
                <a:path extrusionOk="0" h="4481" w="6481">
                  <a:moveTo>
                    <a:pt x="4294" y="0"/>
                  </a:moveTo>
                  <a:cubicBezTo>
                    <a:pt x="4062" y="0"/>
                    <a:pt x="3818" y="44"/>
                    <a:pt x="3560" y="144"/>
                  </a:cubicBezTo>
                  <a:cubicBezTo>
                    <a:pt x="3094" y="317"/>
                    <a:pt x="2593" y="541"/>
                    <a:pt x="2886" y="1198"/>
                  </a:cubicBezTo>
                  <a:cubicBezTo>
                    <a:pt x="3042" y="1509"/>
                    <a:pt x="3232" y="1820"/>
                    <a:pt x="3457" y="2114"/>
                  </a:cubicBezTo>
                  <a:cubicBezTo>
                    <a:pt x="3147" y="2260"/>
                    <a:pt x="2851" y="2348"/>
                    <a:pt x="2545" y="2348"/>
                  </a:cubicBezTo>
                  <a:cubicBezTo>
                    <a:pt x="2270" y="2348"/>
                    <a:pt x="1987" y="2277"/>
                    <a:pt x="1677" y="2114"/>
                  </a:cubicBezTo>
                  <a:cubicBezTo>
                    <a:pt x="1531" y="2037"/>
                    <a:pt x="1393" y="2002"/>
                    <a:pt x="1262" y="2002"/>
                  </a:cubicBezTo>
                  <a:cubicBezTo>
                    <a:pt x="867" y="2002"/>
                    <a:pt x="545" y="2320"/>
                    <a:pt x="311" y="2736"/>
                  </a:cubicBezTo>
                  <a:cubicBezTo>
                    <a:pt x="0" y="3289"/>
                    <a:pt x="467" y="3479"/>
                    <a:pt x="813" y="3807"/>
                  </a:cubicBezTo>
                  <a:cubicBezTo>
                    <a:pt x="1327" y="4309"/>
                    <a:pt x="1837" y="4480"/>
                    <a:pt x="2344" y="4480"/>
                  </a:cubicBezTo>
                  <a:cubicBezTo>
                    <a:pt x="3164" y="4480"/>
                    <a:pt x="3976" y="4032"/>
                    <a:pt x="4787" y="3807"/>
                  </a:cubicBezTo>
                  <a:lnTo>
                    <a:pt x="5081" y="3514"/>
                  </a:lnTo>
                  <a:cubicBezTo>
                    <a:pt x="5237" y="2788"/>
                    <a:pt x="5098" y="1924"/>
                    <a:pt x="6204" y="1734"/>
                  </a:cubicBezTo>
                  <a:cubicBezTo>
                    <a:pt x="6464" y="1699"/>
                    <a:pt x="6481" y="1129"/>
                    <a:pt x="6222" y="921"/>
                  </a:cubicBezTo>
                  <a:cubicBezTo>
                    <a:pt x="5644" y="436"/>
                    <a:pt x="5027" y="0"/>
                    <a:pt x="429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82" name="Google Shape;8382;p79"/>
            <p:cNvSpPr/>
            <p:nvPr/>
          </p:nvSpPr>
          <p:spPr>
            <a:xfrm>
              <a:off x="1688900" y="2603450"/>
              <a:ext cx="165050" cy="73950"/>
            </a:xfrm>
            <a:custGeom>
              <a:rect b="b" l="l" r="r" t="t"/>
              <a:pathLst>
                <a:path extrusionOk="0" h="2958" w="6602">
                  <a:moveTo>
                    <a:pt x="2842" y="0"/>
                  </a:moveTo>
                  <a:cubicBezTo>
                    <a:pt x="2588" y="0"/>
                    <a:pt x="2332" y="28"/>
                    <a:pt x="2074" y="87"/>
                  </a:cubicBezTo>
                  <a:cubicBezTo>
                    <a:pt x="1452" y="225"/>
                    <a:pt x="1055" y="1331"/>
                    <a:pt x="225" y="1694"/>
                  </a:cubicBezTo>
                  <a:cubicBezTo>
                    <a:pt x="0" y="1798"/>
                    <a:pt x="277" y="2247"/>
                    <a:pt x="536" y="2454"/>
                  </a:cubicBezTo>
                  <a:cubicBezTo>
                    <a:pt x="957" y="2789"/>
                    <a:pt x="2162" y="2958"/>
                    <a:pt x="3373" y="2958"/>
                  </a:cubicBezTo>
                  <a:cubicBezTo>
                    <a:pt x="4599" y="2958"/>
                    <a:pt x="5830" y="2785"/>
                    <a:pt x="6256" y="2437"/>
                  </a:cubicBezTo>
                  <a:cubicBezTo>
                    <a:pt x="6395" y="2282"/>
                    <a:pt x="6515" y="2109"/>
                    <a:pt x="6602" y="1919"/>
                  </a:cubicBezTo>
                  <a:cubicBezTo>
                    <a:pt x="6481" y="1711"/>
                    <a:pt x="6429" y="1469"/>
                    <a:pt x="6291" y="1366"/>
                  </a:cubicBezTo>
                  <a:cubicBezTo>
                    <a:pt x="5231" y="636"/>
                    <a:pt x="4065" y="0"/>
                    <a:pt x="284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83" name="Google Shape;8383;p79"/>
            <p:cNvSpPr/>
            <p:nvPr/>
          </p:nvSpPr>
          <p:spPr>
            <a:xfrm>
              <a:off x="1922200" y="1344925"/>
              <a:ext cx="129625" cy="64525"/>
            </a:xfrm>
            <a:custGeom>
              <a:rect b="b" l="l" r="r" t="t"/>
              <a:pathLst>
                <a:path extrusionOk="0" h="2581" w="5185">
                  <a:moveTo>
                    <a:pt x="1901" y="1"/>
                  </a:moveTo>
                  <a:lnTo>
                    <a:pt x="1227" y="467"/>
                  </a:lnTo>
                  <a:cubicBezTo>
                    <a:pt x="934" y="1020"/>
                    <a:pt x="0" y="1383"/>
                    <a:pt x="415" y="2144"/>
                  </a:cubicBezTo>
                  <a:cubicBezTo>
                    <a:pt x="602" y="2475"/>
                    <a:pt x="838" y="2581"/>
                    <a:pt x="1096" y="2581"/>
                  </a:cubicBezTo>
                  <a:cubicBezTo>
                    <a:pt x="1482" y="2581"/>
                    <a:pt x="1915" y="2344"/>
                    <a:pt x="2299" y="2282"/>
                  </a:cubicBezTo>
                  <a:cubicBezTo>
                    <a:pt x="2552" y="2236"/>
                    <a:pt x="2806" y="2213"/>
                    <a:pt x="3064" y="2213"/>
                  </a:cubicBezTo>
                  <a:cubicBezTo>
                    <a:pt x="3194" y="2213"/>
                    <a:pt x="3324" y="2219"/>
                    <a:pt x="3457" y="2230"/>
                  </a:cubicBezTo>
                  <a:cubicBezTo>
                    <a:pt x="3730" y="2245"/>
                    <a:pt x="4039" y="2324"/>
                    <a:pt x="4314" y="2324"/>
                  </a:cubicBezTo>
                  <a:cubicBezTo>
                    <a:pt x="4665" y="2324"/>
                    <a:pt x="4959" y="2195"/>
                    <a:pt x="5047" y="1643"/>
                  </a:cubicBezTo>
                  <a:cubicBezTo>
                    <a:pt x="5185" y="744"/>
                    <a:pt x="4563" y="277"/>
                    <a:pt x="3768" y="122"/>
                  </a:cubicBezTo>
                  <a:cubicBezTo>
                    <a:pt x="3146" y="35"/>
                    <a:pt x="2523" y="1"/>
                    <a:pt x="190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84" name="Google Shape;8384;p79"/>
            <p:cNvSpPr/>
            <p:nvPr/>
          </p:nvSpPr>
          <p:spPr>
            <a:xfrm>
              <a:off x="1787825" y="1030550"/>
              <a:ext cx="94250" cy="44825"/>
            </a:xfrm>
            <a:custGeom>
              <a:rect b="b" l="l" r="r" t="t"/>
              <a:pathLst>
                <a:path extrusionOk="0" h="1793" w="3770">
                  <a:moveTo>
                    <a:pt x="2929" y="0"/>
                  </a:moveTo>
                  <a:cubicBezTo>
                    <a:pt x="2800" y="0"/>
                    <a:pt x="2676" y="17"/>
                    <a:pt x="2576" y="47"/>
                  </a:cubicBezTo>
                  <a:cubicBezTo>
                    <a:pt x="2412" y="93"/>
                    <a:pt x="2229" y="105"/>
                    <a:pt x="2039" y="105"/>
                  </a:cubicBezTo>
                  <a:cubicBezTo>
                    <a:pt x="1817" y="105"/>
                    <a:pt x="1584" y="88"/>
                    <a:pt x="1360" y="88"/>
                  </a:cubicBezTo>
                  <a:cubicBezTo>
                    <a:pt x="763" y="88"/>
                    <a:pt x="227" y="208"/>
                    <a:pt x="105" y="1084"/>
                  </a:cubicBezTo>
                  <a:cubicBezTo>
                    <a:pt x="1" y="1792"/>
                    <a:pt x="865" y="1688"/>
                    <a:pt x="1504" y="1740"/>
                  </a:cubicBezTo>
                  <a:cubicBezTo>
                    <a:pt x="2265" y="1568"/>
                    <a:pt x="3405" y="1792"/>
                    <a:pt x="3665" y="652"/>
                  </a:cubicBezTo>
                  <a:cubicBezTo>
                    <a:pt x="3769" y="167"/>
                    <a:pt x="3329" y="0"/>
                    <a:pt x="292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85" name="Google Shape;8385;p79"/>
            <p:cNvSpPr/>
            <p:nvPr/>
          </p:nvSpPr>
          <p:spPr>
            <a:xfrm>
              <a:off x="1870350" y="2639275"/>
              <a:ext cx="59225" cy="44325"/>
            </a:xfrm>
            <a:custGeom>
              <a:rect b="b" l="l" r="r" t="t"/>
              <a:pathLst>
                <a:path extrusionOk="0" h="1773" w="2369">
                  <a:moveTo>
                    <a:pt x="922" y="1"/>
                  </a:moveTo>
                  <a:cubicBezTo>
                    <a:pt x="435" y="1"/>
                    <a:pt x="1" y="156"/>
                    <a:pt x="1" y="762"/>
                  </a:cubicBezTo>
                  <a:cubicBezTo>
                    <a:pt x="1" y="1414"/>
                    <a:pt x="337" y="1773"/>
                    <a:pt x="982" y="1773"/>
                  </a:cubicBezTo>
                  <a:cubicBezTo>
                    <a:pt x="1038" y="1773"/>
                    <a:pt x="1097" y="1770"/>
                    <a:pt x="1158" y="1765"/>
                  </a:cubicBezTo>
                  <a:cubicBezTo>
                    <a:pt x="1711" y="1730"/>
                    <a:pt x="2368" y="1678"/>
                    <a:pt x="2299" y="901"/>
                  </a:cubicBezTo>
                  <a:cubicBezTo>
                    <a:pt x="2264" y="175"/>
                    <a:pt x="1642" y="2"/>
                    <a:pt x="1003" y="2"/>
                  </a:cubicBezTo>
                  <a:cubicBezTo>
                    <a:pt x="976" y="1"/>
                    <a:pt x="949" y="1"/>
                    <a:pt x="92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86" name="Google Shape;8386;p79"/>
            <p:cNvSpPr/>
            <p:nvPr/>
          </p:nvSpPr>
          <p:spPr>
            <a:xfrm>
              <a:off x="2264800" y="4630125"/>
              <a:ext cx="62675" cy="39225"/>
            </a:xfrm>
            <a:custGeom>
              <a:rect b="b" l="l" r="r" t="t"/>
              <a:pathLst>
                <a:path extrusionOk="0" h="1569" w="2507">
                  <a:moveTo>
                    <a:pt x="1176" y="52"/>
                  </a:moveTo>
                  <a:cubicBezTo>
                    <a:pt x="675" y="87"/>
                    <a:pt x="1" y="1"/>
                    <a:pt x="1" y="813"/>
                  </a:cubicBezTo>
                  <a:cubicBezTo>
                    <a:pt x="1" y="1241"/>
                    <a:pt x="341" y="1568"/>
                    <a:pt x="742" y="1568"/>
                  </a:cubicBezTo>
                  <a:cubicBezTo>
                    <a:pt x="811" y="1568"/>
                    <a:pt x="881" y="1559"/>
                    <a:pt x="951" y="1539"/>
                  </a:cubicBezTo>
                  <a:cubicBezTo>
                    <a:pt x="1077" y="1515"/>
                    <a:pt x="1221" y="1513"/>
                    <a:pt x="1369" y="1513"/>
                  </a:cubicBezTo>
                  <a:cubicBezTo>
                    <a:pt x="1403" y="1513"/>
                    <a:pt x="1437" y="1513"/>
                    <a:pt x="1471" y="1513"/>
                  </a:cubicBezTo>
                  <a:cubicBezTo>
                    <a:pt x="1947" y="1513"/>
                    <a:pt x="2434" y="1491"/>
                    <a:pt x="2472" y="830"/>
                  </a:cubicBezTo>
                  <a:cubicBezTo>
                    <a:pt x="2506" y="52"/>
                    <a:pt x="1781" y="87"/>
                    <a:pt x="1176" y="52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87" name="Google Shape;8387;p79"/>
            <p:cNvSpPr/>
            <p:nvPr/>
          </p:nvSpPr>
          <p:spPr>
            <a:xfrm>
              <a:off x="1604225" y="2645350"/>
              <a:ext cx="56175" cy="38275"/>
            </a:xfrm>
            <a:custGeom>
              <a:rect b="b" l="l" r="r" t="t"/>
              <a:pathLst>
                <a:path extrusionOk="0" h="1531" w="2247">
                  <a:moveTo>
                    <a:pt x="1003" y="1"/>
                  </a:moveTo>
                  <a:cubicBezTo>
                    <a:pt x="536" y="35"/>
                    <a:pt x="0" y="1"/>
                    <a:pt x="17" y="554"/>
                  </a:cubicBezTo>
                  <a:cubicBezTo>
                    <a:pt x="17" y="1297"/>
                    <a:pt x="640" y="1452"/>
                    <a:pt x="1262" y="1522"/>
                  </a:cubicBezTo>
                  <a:cubicBezTo>
                    <a:pt x="1319" y="1528"/>
                    <a:pt x="1377" y="1531"/>
                    <a:pt x="1434" y="1531"/>
                  </a:cubicBezTo>
                  <a:cubicBezTo>
                    <a:pt x="1857" y="1531"/>
                    <a:pt x="2247" y="1352"/>
                    <a:pt x="2247" y="865"/>
                  </a:cubicBezTo>
                  <a:cubicBezTo>
                    <a:pt x="2247" y="18"/>
                    <a:pt x="1504" y="139"/>
                    <a:pt x="100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88" name="Google Shape;8388;p79"/>
            <p:cNvSpPr/>
            <p:nvPr/>
          </p:nvSpPr>
          <p:spPr>
            <a:xfrm>
              <a:off x="7045475" y="3384250"/>
              <a:ext cx="47375" cy="53550"/>
            </a:xfrm>
            <a:custGeom>
              <a:rect b="b" l="l" r="r" t="t"/>
              <a:pathLst>
                <a:path extrusionOk="0" h="2142" w="1895">
                  <a:moveTo>
                    <a:pt x="416" y="1"/>
                  </a:moveTo>
                  <a:cubicBezTo>
                    <a:pt x="93" y="1"/>
                    <a:pt x="0" y="338"/>
                    <a:pt x="63" y="618"/>
                  </a:cubicBezTo>
                  <a:cubicBezTo>
                    <a:pt x="201" y="1292"/>
                    <a:pt x="339" y="2035"/>
                    <a:pt x="1203" y="2139"/>
                  </a:cubicBezTo>
                  <a:cubicBezTo>
                    <a:pt x="1224" y="2141"/>
                    <a:pt x="1245" y="2142"/>
                    <a:pt x="1265" y="2142"/>
                  </a:cubicBezTo>
                  <a:cubicBezTo>
                    <a:pt x="1645" y="2142"/>
                    <a:pt x="1895" y="1835"/>
                    <a:pt x="1895" y="1327"/>
                  </a:cubicBezTo>
                  <a:cubicBezTo>
                    <a:pt x="1670" y="705"/>
                    <a:pt x="1273" y="169"/>
                    <a:pt x="529" y="13"/>
                  </a:cubicBezTo>
                  <a:cubicBezTo>
                    <a:pt x="489" y="5"/>
                    <a:pt x="451" y="1"/>
                    <a:pt x="41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89" name="Google Shape;8389;p79"/>
            <p:cNvSpPr/>
            <p:nvPr/>
          </p:nvSpPr>
          <p:spPr>
            <a:xfrm>
              <a:off x="4291500" y="1250400"/>
              <a:ext cx="54900" cy="37900"/>
            </a:xfrm>
            <a:custGeom>
              <a:rect b="b" l="l" r="r" t="t"/>
              <a:pathLst>
                <a:path extrusionOk="0" h="1516" w="2196">
                  <a:moveTo>
                    <a:pt x="1013" y="0"/>
                  </a:moveTo>
                  <a:cubicBezTo>
                    <a:pt x="676" y="0"/>
                    <a:pt x="369" y="181"/>
                    <a:pt x="190" y="464"/>
                  </a:cubicBezTo>
                  <a:cubicBezTo>
                    <a:pt x="0" y="706"/>
                    <a:pt x="35" y="1034"/>
                    <a:pt x="259" y="1224"/>
                  </a:cubicBezTo>
                  <a:cubicBezTo>
                    <a:pt x="466" y="1444"/>
                    <a:pt x="678" y="1515"/>
                    <a:pt x="892" y="1515"/>
                  </a:cubicBezTo>
                  <a:cubicBezTo>
                    <a:pt x="1233" y="1515"/>
                    <a:pt x="1579" y="1336"/>
                    <a:pt x="1919" y="1293"/>
                  </a:cubicBezTo>
                  <a:cubicBezTo>
                    <a:pt x="2195" y="567"/>
                    <a:pt x="1901" y="153"/>
                    <a:pt x="1175" y="14"/>
                  </a:cubicBezTo>
                  <a:cubicBezTo>
                    <a:pt x="1121" y="5"/>
                    <a:pt x="1066" y="0"/>
                    <a:pt x="101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90" name="Google Shape;8390;p79"/>
            <p:cNvSpPr/>
            <p:nvPr/>
          </p:nvSpPr>
          <p:spPr>
            <a:xfrm>
              <a:off x="6323375" y="3314875"/>
              <a:ext cx="50125" cy="37325"/>
            </a:xfrm>
            <a:custGeom>
              <a:rect b="b" l="l" r="r" t="t"/>
              <a:pathLst>
                <a:path extrusionOk="0" h="1493" w="2005">
                  <a:moveTo>
                    <a:pt x="754" y="1"/>
                  </a:moveTo>
                  <a:cubicBezTo>
                    <a:pt x="409" y="1"/>
                    <a:pt x="93" y="129"/>
                    <a:pt x="52" y="542"/>
                  </a:cubicBezTo>
                  <a:cubicBezTo>
                    <a:pt x="0" y="1198"/>
                    <a:pt x="536" y="1371"/>
                    <a:pt x="1106" y="1492"/>
                  </a:cubicBezTo>
                  <a:cubicBezTo>
                    <a:pt x="1504" y="1475"/>
                    <a:pt x="1988" y="1440"/>
                    <a:pt x="1988" y="905"/>
                  </a:cubicBezTo>
                  <a:cubicBezTo>
                    <a:pt x="2005" y="317"/>
                    <a:pt x="1504" y="110"/>
                    <a:pt x="1020" y="23"/>
                  </a:cubicBezTo>
                  <a:cubicBezTo>
                    <a:pt x="932" y="9"/>
                    <a:pt x="842" y="1"/>
                    <a:pt x="75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91" name="Google Shape;8391;p79"/>
            <p:cNvSpPr/>
            <p:nvPr/>
          </p:nvSpPr>
          <p:spPr>
            <a:xfrm>
              <a:off x="6680225" y="1890750"/>
              <a:ext cx="46075" cy="42200"/>
            </a:xfrm>
            <a:custGeom>
              <a:rect b="b" l="l" r="r" t="t"/>
              <a:pathLst>
                <a:path extrusionOk="0" h="1688" w="1843">
                  <a:moveTo>
                    <a:pt x="1376" y="1"/>
                  </a:moveTo>
                  <a:cubicBezTo>
                    <a:pt x="1345" y="1"/>
                    <a:pt x="1312" y="4"/>
                    <a:pt x="1280" y="11"/>
                  </a:cubicBezTo>
                  <a:cubicBezTo>
                    <a:pt x="675" y="29"/>
                    <a:pt x="156" y="478"/>
                    <a:pt x="70" y="1083"/>
                  </a:cubicBezTo>
                  <a:cubicBezTo>
                    <a:pt x="1" y="1446"/>
                    <a:pt x="208" y="1670"/>
                    <a:pt x="675" y="1688"/>
                  </a:cubicBezTo>
                  <a:cubicBezTo>
                    <a:pt x="1193" y="1480"/>
                    <a:pt x="1643" y="1135"/>
                    <a:pt x="1781" y="513"/>
                  </a:cubicBezTo>
                  <a:cubicBezTo>
                    <a:pt x="1843" y="250"/>
                    <a:pt x="1642" y="1"/>
                    <a:pt x="137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92" name="Google Shape;8392;p79"/>
            <p:cNvSpPr/>
            <p:nvPr/>
          </p:nvSpPr>
          <p:spPr>
            <a:xfrm>
              <a:off x="3550975" y="1955400"/>
              <a:ext cx="53600" cy="126175"/>
            </a:xfrm>
            <a:custGeom>
              <a:rect b="b" l="l" r="r" t="t"/>
              <a:pathLst>
                <a:path extrusionOk="0" h="5047" w="2144">
                  <a:moveTo>
                    <a:pt x="1297" y="0"/>
                  </a:moveTo>
                  <a:cubicBezTo>
                    <a:pt x="778" y="0"/>
                    <a:pt x="260" y="363"/>
                    <a:pt x="364" y="795"/>
                  </a:cubicBezTo>
                  <a:cubicBezTo>
                    <a:pt x="640" y="1850"/>
                    <a:pt x="122" y="2731"/>
                    <a:pt x="1" y="3491"/>
                  </a:cubicBezTo>
                  <a:cubicBezTo>
                    <a:pt x="70" y="4338"/>
                    <a:pt x="1" y="5047"/>
                    <a:pt x="951" y="5047"/>
                  </a:cubicBezTo>
                  <a:cubicBezTo>
                    <a:pt x="1781" y="5047"/>
                    <a:pt x="1971" y="4476"/>
                    <a:pt x="2040" y="3785"/>
                  </a:cubicBezTo>
                  <a:cubicBezTo>
                    <a:pt x="2144" y="2748"/>
                    <a:pt x="1642" y="1746"/>
                    <a:pt x="1936" y="692"/>
                  </a:cubicBezTo>
                  <a:cubicBezTo>
                    <a:pt x="2023" y="381"/>
                    <a:pt x="1712" y="0"/>
                    <a:pt x="129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93" name="Google Shape;8393;p79"/>
            <p:cNvSpPr/>
            <p:nvPr/>
          </p:nvSpPr>
          <p:spPr>
            <a:xfrm>
              <a:off x="3910000" y="2161475"/>
              <a:ext cx="93775" cy="45400"/>
            </a:xfrm>
            <a:custGeom>
              <a:rect b="b" l="l" r="r" t="t"/>
              <a:pathLst>
                <a:path extrusionOk="0" h="1816" w="3751">
                  <a:moveTo>
                    <a:pt x="1383" y="1"/>
                  </a:moveTo>
                  <a:cubicBezTo>
                    <a:pt x="778" y="87"/>
                    <a:pt x="1" y="18"/>
                    <a:pt x="122" y="640"/>
                  </a:cubicBezTo>
                  <a:cubicBezTo>
                    <a:pt x="329" y="1625"/>
                    <a:pt x="1297" y="1815"/>
                    <a:pt x="2195" y="1815"/>
                  </a:cubicBezTo>
                  <a:cubicBezTo>
                    <a:pt x="2835" y="1815"/>
                    <a:pt x="3751" y="1712"/>
                    <a:pt x="3613" y="951"/>
                  </a:cubicBezTo>
                  <a:cubicBezTo>
                    <a:pt x="3466" y="240"/>
                    <a:pt x="2970" y="188"/>
                    <a:pt x="2455" y="188"/>
                  </a:cubicBezTo>
                  <a:cubicBezTo>
                    <a:pt x="2366" y="188"/>
                    <a:pt x="2276" y="189"/>
                    <a:pt x="2187" y="189"/>
                  </a:cubicBezTo>
                  <a:cubicBezTo>
                    <a:pt x="1880" y="189"/>
                    <a:pt x="1588" y="170"/>
                    <a:pt x="138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94" name="Google Shape;8394;p79"/>
            <p:cNvSpPr/>
            <p:nvPr/>
          </p:nvSpPr>
          <p:spPr>
            <a:xfrm>
              <a:off x="4125600" y="2173875"/>
              <a:ext cx="50575" cy="37600"/>
            </a:xfrm>
            <a:custGeom>
              <a:rect b="b" l="l" r="r" t="t"/>
              <a:pathLst>
                <a:path extrusionOk="0" h="1504" w="2023">
                  <a:moveTo>
                    <a:pt x="1294" y="1"/>
                  </a:moveTo>
                  <a:cubicBezTo>
                    <a:pt x="1249" y="1"/>
                    <a:pt x="1204" y="3"/>
                    <a:pt x="1158" y="6"/>
                  </a:cubicBezTo>
                  <a:cubicBezTo>
                    <a:pt x="691" y="144"/>
                    <a:pt x="0" y="109"/>
                    <a:pt x="17" y="904"/>
                  </a:cubicBezTo>
                  <a:cubicBezTo>
                    <a:pt x="17" y="1352"/>
                    <a:pt x="364" y="1503"/>
                    <a:pt x="748" y="1503"/>
                  </a:cubicBezTo>
                  <a:cubicBezTo>
                    <a:pt x="809" y="1503"/>
                    <a:pt x="872" y="1499"/>
                    <a:pt x="933" y="1492"/>
                  </a:cubicBezTo>
                  <a:cubicBezTo>
                    <a:pt x="1486" y="1440"/>
                    <a:pt x="2022" y="1233"/>
                    <a:pt x="2022" y="593"/>
                  </a:cubicBezTo>
                  <a:cubicBezTo>
                    <a:pt x="2022" y="156"/>
                    <a:pt x="1711" y="1"/>
                    <a:pt x="129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95" name="Google Shape;8395;p79"/>
            <p:cNvSpPr/>
            <p:nvPr/>
          </p:nvSpPr>
          <p:spPr>
            <a:xfrm>
              <a:off x="3415775" y="2038325"/>
              <a:ext cx="44925" cy="38175"/>
            </a:xfrm>
            <a:custGeom>
              <a:rect b="b" l="l" r="r" t="t"/>
              <a:pathLst>
                <a:path extrusionOk="0" h="1527" w="1797">
                  <a:moveTo>
                    <a:pt x="812" y="0"/>
                  </a:moveTo>
                  <a:cubicBezTo>
                    <a:pt x="383" y="0"/>
                    <a:pt x="1" y="211"/>
                    <a:pt x="34" y="710"/>
                  </a:cubicBezTo>
                  <a:cubicBezTo>
                    <a:pt x="34" y="1164"/>
                    <a:pt x="400" y="1527"/>
                    <a:pt x="845" y="1527"/>
                  </a:cubicBezTo>
                  <a:cubicBezTo>
                    <a:pt x="874" y="1527"/>
                    <a:pt x="903" y="1525"/>
                    <a:pt x="933" y="1522"/>
                  </a:cubicBezTo>
                  <a:cubicBezTo>
                    <a:pt x="1382" y="1522"/>
                    <a:pt x="1745" y="1315"/>
                    <a:pt x="1797" y="796"/>
                  </a:cubicBezTo>
                  <a:cubicBezTo>
                    <a:pt x="1745" y="226"/>
                    <a:pt x="1330" y="19"/>
                    <a:pt x="864" y="1"/>
                  </a:cubicBezTo>
                  <a:cubicBezTo>
                    <a:pt x="847" y="1"/>
                    <a:pt x="829" y="0"/>
                    <a:pt x="81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396" name="Google Shape;8396;p79"/>
          <p:cNvSpPr/>
          <p:nvPr/>
        </p:nvSpPr>
        <p:spPr>
          <a:xfrm>
            <a:off x="959925" y="1606732"/>
            <a:ext cx="216000" cy="2160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97" name="Google Shape;8397;p79"/>
          <p:cNvSpPr txBox="1"/>
          <p:nvPr/>
        </p:nvSpPr>
        <p:spPr>
          <a:xfrm>
            <a:off x="959925" y="2673025"/>
            <a:ext cx="2921100" cy="9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The data is obtained from </a:t>
            </a:r>
            <a:r>
              <a:rPr lang="en" sz="1100" u="sng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Zillow Research</a:t>
            </a:r>
            <a:r>
              <a:rPr lang="en" sz="11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, a public platform that provides comprehensive, </a:t>
            </a:r>
            <a:r>
              <a:rPr b="1" lang="en" sz="11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regularly updated datasets</a:t>
            </a:r>
            <a:r>
              <a:rPr lang="en" sz="11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on the U.S. housing market.</a:t>
            </a:r>
            <a:endParaRPr sz="130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pic>
        <p:nvPicPr>
          <p:cNvPr id="8398" name="Google Shape;8398;p7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86599" y="3763700"/>
            <a:ext cx="900000" cy="274578"/>
          </a:xfrm>
          <a:prstGeom prst="rect">
            <a:avLst/>
          </a:prstGeom>
          <a:noFill/>
          <a:ln>
            <a:noFill/>
          </a:ln>
        </p:spPr>
      </p:pic>
      <p:sp>
        <p:nvSpPr>
          <p:cNvPr id="8399" name="Google Shape;8399;p79"/>
          <p:cNvSpPr txBox="1"/>
          <p:nvPr/>
        </p:nvSpPr>
        <p:spPr>
          <a:xfrm>
            <a:off x="970275" y="4225375"/>
            <a:ext cx="28299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Data span: </a:t>
            </a:r>
            <a:r>
              <a:rPr b="1" lang="en" sz="11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March 2018 - February 2025.</a:t>
            </a:r>
            <a:endParaRPr b="1" sz="110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8400" name="Google Shape;8400;p79"/>
          <p:cNvSpPr/>
          <p:nvPr/>
        </p:nvSpPr>
        <p:spPr>
          <a:xfrm>
            <a:off x="4142250" y="4038275"/>
            <a:ext cx="3986400" cy="671700"/>
          </a:xfrm>
          <a:prstGeom prst="roundRect">
            <a:avLst>
              <a:gd fmla="val 16667" name="adj"/>
            </a:avLst>
          </a:prstGeom>
          <a:solidFill>
            <a:srgbClr val="F6AC3C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FFFFFF"/>
              </a:highlight>
            </a:endParaRPr>
          </a:p>
        </p:txBody>
      </p:sp>
      <p:sp>
        <p:nvSpPr>
          <p:cNvPr id="8401" name="Google Shape;8401;p79"/>
          <p:cNvSpPr txBox="1"/>
          <p:nvPr/>
        </p:nvSpPr>
        <p:spPr>
          <a:xfrm>
            <a:off x="4390800" y="4188250"/>
            <a:ext cx="34152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Challenges in Data Gathering</a:t>
            </a:r>
            <a:endParaRPr b="1" sz="110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Bucharest data unavailable due to privacy restrictions</a:t>
            </a:r>
            <a:endParaRPr sz="90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  <p:sp>
        <p:nvSpPr>
          <p:cNvPr id="8402" name="Google Shape;8402;p79"/>
          <p:cNvSpPr/>
          <p:nvPr/>
        </p:nvSpPr>
        <p:spPr>
          <a:xfrm>
            <a:off x="4074575" y="1847350"/>
            <a:ext cx="4066200" cy="2054400"/>
          </a:xfrm>
          <a:prstGeom prst="roundRect">
            <a:avLst>
              <a:gd fmla="val 16667" name="adj"/>
            </a:avLst>
          </a:prstGeom>
          <a:solidFill>
            <a:srgbClr val="994F6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highlight>
                <a:schemeClr val="accent6"/>
              </a:highlight>
            </a:endParaRPr>
          </a:p>
        </p:txBody>
      </p:sp>
      <p:sp>
        <p:nvSpPr>
          <p:cNvPr id="8403" name="Google Shape;8403;p79"/>
          <p:cNvSpPr txBox="1"/>
          <p:nvPr/>
        </p:nvSpPr>
        <p:spPr>
          <a:xfrm>
            <a:off x="4270600" y="1766350"/>
            <a:ext cx="1590000" cy="21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Variables</a:t>
            </a:r>
            <a:endParaRPr b="1" sz="1500">
              <a:solidFill>
                <a:srgbClr val="FFFFFF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E69138"/>
              </a:buClr>
              <a:buSzPts val="1000"/>
              <a:buFont typeface="Rubik"/>
              <a:buChar char="●"/>
            </a:pPr>
            <a:r>
              <a:rPr b="1" lang="en" sz="1000">
                <a:solidFill>
                  <a:srgbClr val="E69138"/>
                </a:solidFill>
                <a:latin typeface="Rubik"/>
                <a:ea typeface="Rubik"/>
                <a:cs typeface="Rubik"/>
                <a:sym typeface="Rubik"/>
              </a:rPr>
              <a:t>RegionID</a:t>
            </a:r>
            <a:endParaRPr b="1" sz="1000">
              <a:solidFill>
                <a:srgbClr val="E69138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69138"/>
              </a:buClr>
              <a:buSzPts val="1000"/>
              <a:buFont typeface="Rubik"/>
              <a:buChar char="●"/>
            </a:pPr>
            <a:r>
              <a:rPr b="1" lang="en" sz="1000">
                <a:solidFill>
                  <a:srgbClr val="E69138"/>
                </a:solidFill>
                <a:latin typeface="Rubik"/>
                <a:ea typeface="Rubik"/>
                <a:cs typeface="Rubik"/>
                <a:sym typeface="Rubik"/>
              </a:rPr>
              <a:t>RegionName</a:t>
            </a:r>
            <a:endParaRPr b="1" sz="1000">
              <a:solidFill>
                <a:srgbClr val="E69138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69138"/>
              </a:buClr>
              <a:buSzPts val="1000"/>
              <a:buFont typeface="Rubik"/>
              <a:buChar char="●"/>
            </a:pPr>
            <a:r>
              <a:rPr b="1" lang="en" sz="1000">
                <a:solidFill>
                  <a:srgbClr val="E69138"/>
                </a:solidFill>
                <a:latin typeface="Rubik"/>
                <a:ea typeface="Rubik"/>
                <a:cs typeface="Rubik"/>
                <a:sym typeface="Rubik"/>
              </a:rPr>
              <a:t>RegionType</a:t>
            </a:r>
            <a:endParaRPr b="1" sz="1000">
              <a:solidFill>
                <a:srgbClr val="E69138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69138"/>
              </a:buClr>
              <a:buSzPts val="1000"/>
              <a:buFont typeface="Rubik"/>
              <a:buChar char="●"/>
            </a:pPr>
            <a:r>
              <a:rPr b="1" lang="en" sz="1000">
                <a:solidFill>
                  <a:srgbClr val="E69138"/>
                </a:solidFill>
                <a:latin typeface="Rubik"/>
                <a:ea typeface="Rubik"/>
                <a:cs typeface="Rubik"/>
                <a:sym typeface="Rubik"/>
              </a:rPr>
              <a:t>StateName</a:t>
            </a:r>
            <a:endParaRPr b="1" sz="1000">
              <a:solidFill>
                <a:srgbClr val="E69138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69138"/>
              </a:buClr>
              <a:buSzPts val="1000"/>
              <a:buFont typeface="Rubik"/>
              <a:buChar char="●"/>
            </a:pPr>
            <a:r>
              <a:rPr b="1" lang="en" sz="1000">
                <a:solidFill>
                  <a:srgbClr val="E69138"/>
                </a:solidFill>
                <a:latin typeface="Rubik"/>
                <a:ea typeface="Rubik"/>
                <a:cs typeface="Rubik"/>
                <a:sym typeface="Rubik"/>
              </a:rPr>
              <a:t>Date</a:t>
            </a:r>
            <a:endParaRPr b="1" sz="1000">
              <a:solidFill>
                <a:srgbClr val="E69138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8404" name="Google Shape;8404;p79"/>
          <p:cNvSpPr txBox="1"/>
          <p:nvPr/>
        </p:nvSpPr>
        <p:spPr>
          <a:xfrm>
            <a:off x="643800" y="1218550"/>
            <a:ext cx="39864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ubik ExtraBold"/>
              <a:buAutoNum type="arabicPeriod"/>
            </a:pPr>
            <a:r>
              <a:rPr lang="en" sz="1500">
                <a:solidFill>
                  <a:schemeClr val="dk1"/>
                </a:solidFill>
                <a:latin typeface="Rubik ExtraBold"/>
                <a:ea typeface="Rubik ExtraBold"/>
                <a:cs typeface="Rubik ExtraBold"/>
                <a:sym typeface="Rubik ExtraBold"/>
              </a:rPr>
              <a:t>DATASET</a:t>
            </a:r>
            <a:r>
              <a:rPr lang="en" sz="700">
                <a:solidFill>
                  <a:schemeClr val="dk1"/>
                </a:solidFill>
                <a:latin typeface="Rubik ExtraBold"/>
                <a:ea typeface="Rubik ExtraBold"/>
                <a:cs typeface="Rubik ExtraBold"/>
                <a:sym typeface="Rubik ExtraBold"/>
              </a:rPr>
              <a:t> </a:t>
            </a:r>
            <a:r>
              <a:rPr lang="en" sz="1500">
                <a:solidFill>
                  <a:schemeClr val="dk1"/>
                </a:solidFill>
                <a:latin typeface="Rubik ExtraBold"/>
                <a:ea typeface="Rubik ExtraBold"/>
                <a:cs typeface="Rubik ExtraBold"/>
                <a:sym typeface="Rubik ExtraBold"/>
              </a:rPr>
              <a:t>DESCRIPTION</a:t>
            </a:r>
            <a:endParaRPr b="1" sz="200">
              <a:solidFill>
                <a:srgbClr val="0B5394"/>
              </a:solidFill>
            </a:endParaRPr>
          </a:p>
        </p:txBody>
      </p:sp>
      <p:sp>
        <p:nvSpPr>
          <p:cNvPr id="8405" name="Google Shape;8405;p79"/>
          <p:cNvSpPr txBox="1"/>
          <p:nvPr/>
        </p:nvSpPr>
        <p:spPr>
          <a:xfrm>
            <a:off x="5749850" y="1766350"/>
            <a:ext cx="2496600" cy="18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accent6"/>
                </a:solidFill>
                <a:latin typeface="Rubik"/>
                <a:ea typeface="Rubik"/>
                <a:cs typeface="Rubik"/>
                <a:sym typeface="Rubik"/>
              </a:rPr>
              <a:t>Dependent Variable</a:t>
            </a:r>
            <a:endParaRPr b="1" sz="1000">
              <a:solidFill>
                <a:schemeClr val="accent6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E69138"/>
              </a:buClr>
              <a:buSzPts val="1000"/>
              <a:buFont typeface="Rubik"/>
              <a:buChar char="●"/>
            </a:pPr>
            <a:r>
              <a:rPr b="1" lang="en" sz="1000">
                <a:solidFill>
                  <a:srgbClr val="E69138"/>
                </a:solidFill>
                <a:latin typeface="Rubik"/>
                <a:ea typeface="Rubik"/>
                <a:cs typeface="Rubik"/>
                <a:sym typeface="Rubik"/>
              </a:rPr>
              <a:t>Median Sale Price</a:t>
            </a:r>
            <a:endParaRPr b="1" sz="1000">
              <a:solidFill>
                <a:srgbClr val="E69138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accent6"/>
                </a:solidFill>
                <a:latin typeface="Rubik"/>
                <a:ea typeface="Rubik"/>
                <a:cs typeface="Rubik"/>
                <a:sym typeface="Rubik"/>
              </a:rPr>
              <a:t>Independent Variables</a:t>
            </a:r>
            <a:endParaRPr b="1" sz="1000">
              <a:solidFill>
                <a:schemeClr val="accent6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E69138"/>
              </a:buClr>
              <a:buSzPts val="1000"/>
              <a:buFont typeface="Rubik"/>
              <a:buChar char="●"/>
            </a:pPr>
            <a:r>
              <a:rPr b="1" lang="en" sz="1000">
                <a:solidFill>
                  <a:srgbClr val="E69138"/>
                </a:solidFill>
                <a:latin typeface="Rubik"/>
                <a:ea typeface="Rubik"/>
                <a:cs typeface="Rubik"/>
                <a:sym typeface="Rubik"/>
              </a:rPr>
              <a:t>Pct Sold Above List</a:t>
            </a:r>
            <a:endParaRPr b="1" sz="1000">
              <a:solidFill>
                <a:srgbClr val="E69138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69138"/>
              </a:buClr>
              <a:buSzPts val="1000"/>
              <a:buFont typeface="Rubik"/>
              <a:buChar char="●"/>
            </a:pPr>
            <a:r>
              <a:rPr b="1" lang="en" sz="1000">
                <a:solidFill>
                  <a:srgbClr val="E69138"/>
                </a:solidFill>
                <a:latin typeface="Rubik"/>
                <a:ea typeface="Rubik"/>
                <a:cs typeface="Rubik"/>
                <a:sym typeface="Rubik"/>
              </a:rPr>
              <a:t>Median Rent</a:t>
            </a:r>
            <a:endParaRPr b="1" sz="1000">
              <a:solidFill>
                <a:srgbClr val="E69138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69138"/>
              </a:buClr>
              <a:buSzPts val="1000"/>
              <a:buFont typeface="Rubik"/>
              <a:buChar char="●"/>
            </a:pPr>
            <a:r>
              <a:rPr b="1" lang="en" sz="1000">
                <a:solidFill>
                  <a:srgbClr val="E69138"/>
                </a:solidFill>
                <a:latin typeface="Rubik"/>
                <a:ea typeface="Rubik"/>
                <a:cs typeface="Rubik"/>
                <a:sym typeface="Rubik"/>
              </a:rPr>
              <a:t>Market Heat Index</a:t>
            </a:r>
            <a:endParaRPr b="1" sz="1000">
              <a:solidFill>
                <a:srgbClr val="E69138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69138"/>
              </a:buClr>
              <a:buSzPts val="1000"/>
              <a:buFont typeface="Rubik"/>
              <a:buChar char="●"/>
            </a:pPr>
            <a:r>
              <a:rPr b="1" lang="en" sz="1000">
                <a:solidFill>
                  <a:srgbClr val="E69138"/>
                </a:solidFill>
                <a:latin typeface="Rubik"/>
                <a:ea typeface="Rubik"/>
                <a:cs typeface="Rubik"/>
                <a:sym typeface="Rubik"/>
              </a:rPr>
              <a:t>YearsToSave</a:t>
            </a:r>
            <a:endParaRPr b="1" sz="1000">
              <a:solidFill>
                <a:srgbClr val="E69138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69138"/>
              </a:buClr>
              <a:buSzPts val="1000"/>
              <a:buFont typeface="Rubik"/>
              <a:buChar char="●"/>
            </a:pPr>
            <a:r>
              <a:rPr b="1" lang="en" sz="1000">
                <a:solidFill>
                  <a:srgbClr val="E69138"/>
                </a:solidFill>
                <a:latin typeface="Rubik"/>
                <a:ea typeface="Rubik"/>
                <a:cs typeface="Rubik"/>
                <a:sym typeface="Rubik"/>
              </a:rPr>
              <a:t>SaleToListRatio</a:t>
            </a:r>
            <a:endParaRPr b="1" sz="1000">
              <a:solidFill>
                <a:srgbClr val="E69138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69138"/>
              </a:buClr>
              <a:buSzPts val="1000"/>
              <a:buFont typeface="Rubik"/>
              <a:buChar char="●"/>
            </a:pPr>
            <a:r>
              <a:rPr b="1" lang="en" sz="1000">
                <a:solidFill>
                  <a:srgbClr val="E69138"/>
                </a:solidFill>
                <a:latin typeface="Rubik"/>
                <a:ea typeface="Rubik"/>
                <a:cs typeface="Rubik"/>
                <a:sym typeface="Rubik"/>
              </a:rPr>
              <a:t>NewCon Median Sale Price</a:t>
            </a:r>
            <a:endParaRPr b="1" sz="1000">
              <a:solidFill>
                <a:srgbClr val="E69138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E69138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09" name="Shape 8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0" name="Google Shape;8410;p80"/>
          <p:cNvSpPr txBox="1"/>
          <p:nvPr>
            <p:ph idx="8" type="title"/>
          </p:nvPr>
        </p:nvSpPr>
        <p:spPr>
          <a:xfrm>
            <a:off x="1507375" y="540000"/>
            <a:ext cx="6916500" cy="503400"/>
          </a:xfrm>
          <a:prstGeom prst="rect">
            <a:avLst/>
          </a:prstGeom>
        </p:spPr>
        <p:txBody>
          <a:bodyPr anchorCtr="0" anchor="t" bIns="91425" lIns="90000" spcFirstLastPara="1" rIns="900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 QUALITY CONTROL &amp; </a:t>
            </a:r>
            <a:r>
              <a:rPr lang="en" sz="2400"/>
              <a:t>DATA CLEANING</a:t>
            </a:r>
            <a:endParaRPr sz="2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11" name="Google Shape;8411;p80"/>
          <p:cNvSpPr/>
          <p:nvPr/>
        </p:nvSpPr>
        <p:spPr>
          <a:xfrm>
            <a:off x="3803450" y="2070133"/>
            <a:ext cx="720000" cy="7200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>
            <a:noFill/>
          </a:ln>
          <a:effectLst>
            <a:outerShdw blurRad="57150" rotWithShape="0" algn="bl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12" name="Google Shape;8412;p80"/>
          <p:cNvSpPr/>
          <p:nvPr/>
        </p:nvSpPr>
        <p:spPr>
          <a:xfrm>
            <a:off x="3803450" y="2953779"/>
            <a:ext cx="720000" cy="7200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>
            <a:noFill/>
          </a:ln>
          <a:effectLst>
            <a:outerShdw blurRad="57150" rotWithShape="0" algn="bl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13" name="Google Shape;8413;p80"/>
          <p:cNvSpPr/>
          <p:nvPr/>
        </p:nvSpPr>
        <p:spPr>
          <a:xfrm>
            <a:off x="3803450" y="1247533"/>
            <a:ext cx="720000" cy="7200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>
            <a:noFill/>
          </a:ln>
          <a:effectLst>
            <a:outerShdw blurRad="57150" rotWithShape="0" algn="bl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14" name="Google Shape;8414;p80"/>
          <p:cNvSpPr/>
          <p:nvPr/>
        </p:nvSpPr>
        <p:spPr>
          <a:xfrm>
            <a:off x="3825650" y="3731429"/>
            <a:ext cx="720000" cy="7200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>
            <a:noFill/>
          </a:ln>
          <a:effectLst>
            <a:outerShdw blurRad="57150" rotWithShape="0" algn="bl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15" name="Google Shape;8415;p80"/>
          <p:cNvSpPr/>
          <p:nvPr/>
        </p:nvSpPr>
        <p:spPr>
          <a:xfrm>
            <a:off x="7648442" y="354907"/>
            <a:ext cx="2597733" cy="728606"/>
          </a:xfrm>
          <a:custGeom>
            <a:rect b="b" l="l" r="r" t="t"/>
            <a:pathLst>
              <a:path extrusionOk="0" h="9109" w="32494">
                <a:moveTo>
                  <a:pt x="19825" y="0"/>
                </a:moveTo>
                <a:cubicBezTo>
                  <a:pt x="17960" y="0"/>
                  <a:pt x="16015" y="1336"/>
                  <a:pt x="15988" y="4549"/>
                </a:cubicBezTo>
                <a:cubicBezTo>
                  <a:pt x="15988" y="4549"/>
                  <a:pt x="14841" y="2536"/>
                  <a:pt x="13492" y="2536"/>
                </a:cubicBezTo>
                <a:cubicBezTo>
                  <a:pt x="13304" y="2536"/>
                  <a:pt x="13112" y="2575"/>
                  <a:pt x="12918" y="2665"/>
                </a:cubicBezTo>
                <a:cubicBezTo>
                  <a:pt x="12250" y="3029"/>
                  <a:pt x="12645" y="4154"/>
                  <a:pt x="12949" y="4640"/>
                </a:cubicBezTo>
                <a:cubicBezTo>
                  <a:pt x="11291" y="3838"/>
                  <a:pt x="9690" y="3492"/>
                  <a:pt x="8397" y="3492"/>
                </a:cubicBezTo>
                <a:cubicBezTo>
                  <a:pt x="6014" y="3492"/>
                  <a:pt x="4677" y="4668"/>
                  <a:pt x="5958" y="6343"/>
                </a:cubicBezTo>
                <a:cubicBezTo>
                  <a:pt x="1368" y="6464"/>
                  <a:pt x="0" y="9109"/>
                  <a:pt x="0" y="9109"/>
                </a:cubicBezTo>
                <a:lnTo>
                  <a:pt x="32493" y="9109"/>
                </a:lnTo>
                <a:cubicBezTo>
                  <a:pt x="32391" y="8648"/>
                  <a:pt x="31750" y="7174"/>
                  <a:pt x="28954" y="7174"/>
                </a:cubicBezTo>
                <a:cubicBezTo>
                  <a:pt x="28430" y="7174"/>
                  <a:pt x="27830" y="7226"/>
                  <a:pt x="27144" y="7346"/>
                </a:cubicBezTo>
                <a:cubicBezTo>
                  <a:pt x="27873" y="6677"/>
                  <a:pt x="28329" y="5735"/>
                  <a:pt x="28147" y="4823"/>
                </a:cubicBezTo>
                <a:cubicBezTo>
                  <a:pt x="28056" y="4549"/>
                  <a:pt x="27934" y="4306"/>
                  <a:pt x="27752" y="4063"/>
                </a:cubicBezTo>
                <a:cubicBezTo>
                  <a:pt x="27569" y="3881"/>
                  <a:pt x="27326" y="3759"/>
                  <a:pt x="27113" y="3698"/>
                </a:cubicBezTo>
                <a:cubicBezTo>
                  <a:pt x="26918" y="3628"/>
                  <a:pt x="26705" y="3597"/>
                  <a:pt x="26481" y="3597"/>
                </a:cubicBezTo>
                <a:cubicBezTo>
                  <a:pt x="24759" y="3597"/>
                  <a:pt x="22402" y="5431"/>
                  <a:pt x="22402" y="5431"/>
                </a:cubicBezTo>
                <a:cubicBezTo>
                  <a:pt x="24467" y="2189"/>
                  <a:pt x="22211" y="0"/>
                  <a:pt x="19825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16" name="Google Shape;8416;p80"/>
          <p:cNvSpPr/>
          <p:nvPr/>
        </p:nvSpPr>
        <p:spPr>
          <a:xfrm>
            <a:off x="-67386" y="540000"/>
            <a:ext cx="1574757" cy="438811"/>
          </a:xfrm>
          <a:custGeom>
            <a:rect b="b" l="l" r="r" t="t"/>
            <a:pathLst>
              <a:path extrusionOk="0" h="5486" w="19698">
                <a:moveTo>
                  <a:pt x="12063" y="1"/>
                </a:moveTo>
                <a:cubicBezTo>
                  <a:pt x="10934" y="1"/>
                  <a:pt x="9754" y="807"/>
                  <a:pt x="9727" y="2750"/>
                </a:cubicBezTo>
                <a:cubicBezTo>
                  <a:pt x="9727" y="2750"/>
                  <a:pt x="9077" y="1543"/>
                  <a:pt x="8244" y="1543"/>
                </a:cubicBezTo>
                <a:cubicBezTo>
                  <a:pt x="8124" y="1543"/>
                  <a:pt x="8000" y="1568"/>
                  <a:pt x="7873" y="1625"/>
                </a:cubicBezTo>
                <a:cubicBezTo>
                  <a:pt x="7508" y="1838"/>
                  <a:pt x="7721" y="2537"/>
                  <a:pt x="7904" y="2841"/>
                </a:cubicBezTo>
                <a:cubicBezTo>
                  <a:pt x="6905" y="2358"/>
                  <a:pt x="5937" y="2148"/>
                  <a:pt x="5156" y="2148"/>
                </a:cubicBezTo>
                <a:cubicBezTo>
                  <a:pt x="3726" y="2148"/>
                  <a:pt x="2923" y="2852"/>
                  <a:pt x="3709" y="3875"/>
                </a:cubicBezTo>
                <a:cubicBezTo>
                  <a:pt x="821" y="3875"/>
                  <a:pt x="1" y="5486"/>
                  <a:pt x="1" y="5486"/>
                </a:cubicBezTo>
                <a:lnTo>
                  <a:pt x="19697" y="5486"/>
                </a:lnTo>
                <a:cubicBezTo>
                  <a:pt x="19620" y="5204"/>
                  <a:pt x="19242" y="4319"/>
                  <a:pt x="17562" y="4319"/>
                </a:cubicBezTo>
                <a:cubicBezTo>
                  <a:pt x="17248" y="4319"/>
                  <a:pt x="16888" y="4350"/>
                  <a:pt x="16475" y="4422"/>
                </a:cubicBezTo>
                <a:cubicBezTo>
                  <a:pt x="16870" y="4057"/>
                  <a:pt x="17174" y="3479"/>
                  <a:pt x="17083" y="2902"/>
                </a:cubicBezTo>
                <a:cubicBezTo>
                  <a:pt x="17022" y="2750"/>
                  <a:pt x="16961" y="2568"/>
                  <a:pt x="16840" y="2446"/>
                </a:cubicBezTo>
                <a:cubicBezTo>
                  <a:pt x="16718" y="2355"/>
                  <a:pt x="16566" y="2264"/>
                  <a:pt x="16475" y="2233"/>
                </a:cubicBezTo>
                <a:cubicBezTo>
                  <a:pt x="16352" y="2186"/>
                  <a:pt x="16217" y="2165"/>
                  <a:pt x="16076" y="2165"/>
                </a:cubicBezTo>
                <a:cubicBezTo>
                  <a:pt x="15033" y="2165"/>
                  <a:pt x="13618" y="3297"/>
                  <a:pt x="13618" y="3297"/>
                </a:cubicBezTo>
                <a:cubicBezTo>
                  <a:pt x="14883" y="1332"/>
                  <a:pt x="13514" y="1"/>
                  <a:pt x="12063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417" name="Google Shape;8417;p80"/>
          <p:cNvGrpSpPr/>
          <p:nvPr/>
        </p:nvGrpSpPr>
        <p:grpSpPr>
          <a:xfrm>
            <a:off x="3875451" y="1355786"/>
            <a:ext cx="576011" cy="503494"/>
            <a:chOff x="2738950" y="1691050"/>
            <a:chExt cx="408750" cy="360850"/>
          </a:xfrm>
        </p:grpSpPr>
        <p:sp>
          <p:nvSpPr>
            <p:cNvPr id="8418" name="Google Shape;8418;p80"/>
            <p:cNvSpPr/>
            <p:nvPr/>
          </p:nvSpPr>
          <p:spPr>
            <a:xfrm>
              <a:off x="2784400" y="1952875"/>
              <a:ext cx="84175" cy="84000"/>
            </a:xfrm>
            <a:custGeom>
              <a:rect b="b" l="l" r="r" t="t"/>
              <a:pathLst>
                <a:path extrusionOk="0" h="3360" w="3367">
                  <a:moveTo>
                    <a:pt x="1684" y="1"/>
                  </a:moveTo>
                  <a:cubicBezTo>
                    <a:pt x="752" y="1"/>
                    <a:pt x="1" y="752"/>
                    <a:pt x="1" y="1684"/>
                  </a:cubicBezTo>
                  <a:cubicBezTo>
                    <a:pt x="1" y="2608"/>
                    <a:pt x="752" y="3359"/>
                    <a:pt x="1684" y="3359"/>
                  </a:cubicBezTo>
                  <a:cubicBezTo>
                    <a:pt x="2615" y="3359"/>
                    <a:pt x="3367" y="2608"/>
                    <a:pt x="3367" y="1684"/>
                  </a:cubicBezTo>
                  <a:cubicBezTo>
                    <a:pt x="3367" y="752"/>
                    <a:pt x="2615" y="1"/>
                    <a:pt x="168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19" name="Google Shape;8419;p80"/>
            <p:cNvSpPr/>
            <p:nvPr/>
          </p:nvSpPr>
          <p:spPr>
            <a:xfrm>
              <a:off x="2738950" y="1985175"/>
              <a:ext cx="96950" cy="66525"/>
            </a:xfrm>
            <a:custGeom>
              <a:rect b="b" l="l" r="r" t="t"/>
              <a:pathLst>
                <a:path extrusionOk="0" h="2661" w="3878">
                  <a:moveTo>
                    <a:pt x="1931" y="1"/>
                  </a:moveTo>
                  <a:cubicBezTo>
                    <a:pt x="1105" y="1"/>
                    <a:pt x="391" y="519"/>
                    <a:pt x="121" y="1248"/>
                  </a:cubicBezTo>
                  <a:cubicBezTo>
                    <a:pt x="46" y="1466"/>
                    <a:pt x="1" y="1706"/>
                    <a:pt x="1" y="1947"/>
                  </a:cubicBezTo>
                  <a:cubicBezTo>
                    <a:pt x="1" y="2202"/>
                    <a:pt x="46" y="2435"/>
                    <a:pt x="128" y="2661"/>
                  </a:cubicBezTo>
                  <a:lnTo>
                    <a:pt x="3750" y="2661"/>
                  </a:lnTo>
                  <a:cubicBezTo>
                    <a:pt x="3832" y="2443"/>
                    <a:pt x="3877" y="2202"/>
                    <a:pt x="3877" y="1947"/>
                  </a:cubicBezTo>
                  <a:cubicBezTo>
                    <a:pt x="3877" y="1699"/>
                    <a:pt x="3832" y="1466"/>
                    <a:pt x="3750" y="1248"/>
                  </a:cubicBezTo>
                  <a:cubicBezTo>
                    <a:pt x="3464" y="519"/>
                    <a:pt x="2758" y="1"/>
                    <a:pt x="193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20" name="Google Shape;8420;p80"/>
            <p:cNvSpPr/>
            <p:nvPr/>
          </p:nvSpPr>
          <p:spPr>
            <a:xfrm>
              <a:off x="2802450" y="2022375"/>
              <a:ext cx="281400" cy="29325"/>
            </a:xfrm>
            <a:custGeom>
              <a:rect b="b" l="l" r="r" t="t"/>
              <a:pathLst>
                <a:path extrusionOk="0" h="1173" w="11256">
                  <a:moveTo>
                    <a:pt x="0" y="1"/>
                  </a:moveTo>
                  <a:lnTo>
                    <a:pt x="0" y="1173"/>
                  </a:lnTo>
                  <a:lnTo>
                    <a:pt x="11255" y="1173"/>
                  </a:lnTo>
                  <a:lnTo>
                    <a:pt x="112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21" name="Google Shape;8421;p80"/>
            <p:cNvSpPr/>
            <p:nvPr/>
          </p:nvSpPr>
          <p:spPr>
            <a:xfrm>
              <a:off x="2802450" y="1992875"/>
              <a:ext cx="281400" cy="29525"/>
            </a:xfrm>
            <a:custGeom>
              <a:rect b="b" l="l" r="r" t="t"/>
              <a:pathLst>
                <a:path extrusionOk="0" h="1181" w="11256">
                  <a:moveTo>
                    <a:pt x="0" y="1"/>
                  </a:moveTo>
                  <a:lnTo>
                    <a:pt x="0" y="1181"/>
                  </a:lnTo>
                  <a:lnTo>
                    <a:pt x="11255" y="1181"/>
                  </a:lnTo>
                  <a:lnTo>
                    <a:pt x="112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22" name="Google Shape;8422;p80"/>
            <p:cNvSpPr/>
            <p:nvPr/>
          </p:nvSpPr>
          <p:spPr>
            <a:xfrm>
              <a:off x="2802450" y="1963400"/>
              <a:ext cx="281400" cy="29325"/>
            </a:xfrm>
            <a:custGeom>
              <a:rect b="b" l="l" r="r" t="t"/>
              <a:pathLst>
                <a:path extrusionOk="0" h="1173" w="11256">
                  <a:moveTo>
                    <a:pt x="0" y="0"/>
                  </a:moveTo>
                  <a:lnTo>
                    <a:pt x="0" y="1172"/>
                  </a:lnTo>
                  <a:lnTo>
                    <a:pt x="11255" y="1172"/>
                  </a:lnTo>
                  <a:lnTo>
                    <a:pt x="112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23" name="Google Shape;8423;p80"/>
            <p:cNvSpPr/>
            <p:nvPr/>
          </p:nvSpPr>
          <p:spPr>
            <a:xfrm>
              <a:off x="2802450" y="1934100"/>
              <a:ext cx="281400" cy="29325"/>
            </a:xfrm>
            <a:custGeom>
              <a:rect b="b" l="l" r="r" t="t"/>
              <a:pathLst>
                <a:path extrusionOk="0" h="1173" w="11256">
                  <a:moveTo>
                    <a:pt x="0" y="0"/>
                  </a:moveTo>
                  <a:lnTo>
                    <a:pt x="0" y="1172"/>
                  </a:lnTo>
                  <a:lnTo>
                    <a:pt x="11255" y="1172"/>
                  </a:lnTo>
                  <a:lnTo>
                    <a:pt x="112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24" name="Google Shape;8424;p80"/>
            <p:cNvSpPr/>
            <p:nvPr/>
          </p:nvSpPr>
          <p:spPr>
            <a:xfrm>
              <a:off x="2802450" y="1904800"/>
              <a:ext cx="281400" cy="29325"/>
            </a:xfrm>
            <a:custGeom>
              <a:rect b="b" l="l" r="r" t="t"/>
              <a:pathLst>
                <a:path extrusionOk="0" h="1173" w="11256">
                  <a:moveTo>
                    <a:pt x="0" y="0"/>
                  </a:moveTo>
                  <a:lnTo>
                    <a:pt x="0" y="1172"/>
                  </a:lnTo>
                  <a:lnTo>
                    <a:pt x="11255" y="1172"/>
                  </a:lnTo>
                  <a:lnTo>
                    <a:pt x="112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25" name="Google Shape;8425;p80"/>
            <p:cNvSpPr/>
            <p:nvPr/>
          </p:nvSpPr>
          <p:spPr>
            <a:xfrm>
              <a:off x="2802450" y="1875300"/>
              <a:ext cx="281400" cy="29525"/>
            </a:xfrm>
            <a:custGeom>
              <a:rect b="b" l="l" r="r" t="t"/>
              <a:pathLst>
                <a:path extrusionOk="0" h="1181" w="11256">
                  <a:moveTo>
                    <a:pt x="0" y="1"/>
                  </a:moveTo>
                  <a:lnTo>
                    <a:pt x="0" y="1180"/>
                  </a:lnTo>
                  <a:lnTo>
                    <a:pt x="11255" y="1180"/>
                  </a:lnTo>
                  <a:lnTo>
                    <a:pt x="112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26" name="Google Shape;8426;p80"/>
            <p:cNvSpPr/>
            <p:nvPr/>
          </p:nvSpPr>
          <p:spPr>
            <a:xfrm>
              <a:off x="2802450" y="1846000"/>
              <a:ext cx="281400" cy="29325"/>
            </a:xfrm>
            <a:custGeom>
              <a:rect b="b" l="l" r="r" t="t"/>
              <a:pathLst>
                <a:path extrusionOk="0" h="1173" w="11256">
                  <a:moveTo>
                    <a:pt x="0" y="1"/>
                  </a:moveTo>
                  <a:lnTo>
                    <a:pt x="0" y="1173"/>
                  </a:lnTo>
                  <a:lnTo>
                    <a:pt x="11255" y="1173"/>
                  </a:lnTo>
                  <a:lnTo>
                    <a:pt x="112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27" name="Google Shape;8427;p80"/>
            <p:cNvSpPr/>
            <p:nvPr/>
          </p:nvSpPr>
          <p:spPr>
            <a:xfrm>
              <a:off x="2802625" y="1816700"/>
              <a:ext cx="281225" cy="29325"/>
            </a:xfrm>
            <a:custGeom>
              <a:rect b="b" l="l" r="r" t="t"/>
              <a:pathLst>
                <a:path extrusionOk="0" h="1173" w="11249">
                  <a:moveTo>
                    <a:pt x="737" y="0"/>
                  </a:moveTo>
                  <a:lnTo>
                    <a:pt x="1" y="744"/>
                  </a:lnTo>
                  <a:lnTo>
                    <a:pt x="1" y="1173"/>
                  </a:lnTo>
                  <a:lnTo>
                    <a:pt x="11248" y="1173"/>
                  </a:lnTo>
                  <a:lnTo>
                    <a:pt x="11248" y="744"/>
                  </a:lnTo>
                  <a:lnTo>
                    <a:pt x="1051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28" name="Google Shape;8428;p80"/>
            <p:cNvSpPr/>
            <p:nvPr/>
          </p:nvSpPr>
          <p:spPr>
            <a:xfrm>
              <a:off x="2821025" y="1787400"/>
              <a:ext cx="244600" cy="29325"/>
            </a:xfrm>
            <a:custGeom>
              <a:rect b="b" l="l" r="r" t="t"/>
              <a:pathLst>
                <a:path extrusionOk="0" h="1173" w="9784">
                  <a:moveTo>
                    <a:pt x="1165" y="0"/>
                  </a:moveTo>
                  <a:lnTo>
                    <a:pt x="1" y="1172"/>
                  </a:lnTo>
                  <a:lnTo>
                    <a:pt x="9783" y="1172"/>
                  </a:lnTo>
                  <a:lnTo>
                    <a:pt x="861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29" name="Google Shape;8429;p80"/>
            <p:cNvSpPr/>
            <p:nvPr/>
          </p:nvSpPr>
          <p:spPr>
            <a:xfrm>
              <a:off x="2850150" y="1757900"/>
              <a:ext cx="186350" cy="29525"/>
            </a:xfrm>
            <a:custGeom>
              <a:rect b="b" l="l" r="r" t="t"/>
              <a:pathLst>
                <a:path extrusionOk="0" h="1181" w="7454">
                  <a:moveTo>
                    <a:pt x="1165" y="1"/>
                  </a:moveTo>
                  <a:lnTo>
                    <a:pt x="0" y="1180"/>
                  </a:lnTo>
                  <a:lnTo>
                    <a:pt x="7454" y="1180"/>
                  </a:lnTo>
                  <a:lnTo>
                    <a:pt x="627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30" name="Google Shape;8430;p80"/>
            <p:cNvSpPr/>
            <p:nvPr/>
          </p:nvSpPr>
          <p:spPr>
            <a:xfrm>
              <a:off x="2879275" y="1728600"/>
              <a:ext cx="127750" cy="29325"/>
            </a:xfrm>
            <a:custGeom>
              <a:rect b="b" l="l" r="r" t="t"/>
              <a:pathLst>
                <a:path extrusionOk="0" h="1173" w="5110">
                  <a:moveTo>
                    <a:pt x="1180" y="1"/>
                  </a:moveTo>
                  <a:lnTo>
                    <a:pt x="0" y="1173"/>
                  </a:lnTo>
                  <a:lnTo>
                    <a:pt x="5109" y="1173"/>
                  </a:lnTo>
                  <a:lnTo>
                    <a:pt x="394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31" name="Google Shape;8431;p80"/>
            <p:cNvSpPr/>
            <p:nvPr/>
          </p:nvSpPr>
          <p:spPr>
            <a:xfrm>
              <a:off x="2908750" y="1699125"/>
              <a:ext cx="69150" cy="29500"/>
            </a:xfrm>
            <a:custGeom>
              <a:rect b="b" l="l" r="r" t="t"/>
              <a:pathLst>
                <a:path extrusionOk="0" h="1180" w="2766">
                  <a:moveTo>
                    <a:pt x="1165" y="0"/>
                  </a:moveTo>
                  <a:lnTo>
                    <a:pt x="1" y="1180"/>
                  </a:lnTo>
                  <a:lnTo>
                    <a:pt x="2766" y="1180"/>
                  </a:lnTo>
                  <a:lnTo>
                    <a:pt x="160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32" name="Google Shape;8432;p80"/>
            <p:cNvSpPr/>
            <p:nvPr/>
          </p:nvSpPr>
          <p:spPr>
            <a:xfrm>
              <a:off x="2802625" y="1693675"/>
              <a:ext cx="281225" cy="358025"/>
            </a:xfrm>
            <a:custGeom>
              <a:rect b="b" l="l" r="r" t="t"/>
              <a:pathLst>
                <a:path extrusionOk="0" h="14321" w="11249">
                  <a:moveTo>
                    <a:pt x="5621" y="0"/>
                  </a:moveTo>
                  <a:lnTo>
                    <a:pt x="1" y="5665"/>
                  </a:lnTo>
                  <a:lnTo>
                    <a:pt x="1" y="6619"/>
                  </a:lnTo>
                  <a:lnTo>
                    <a:pt x="7702" y="14321"/>
                  </a:lnTo>
                  <a:lnTo>
                    <a:pt x="11248" y="14321"/>
                  </a:lnTo>
                  <a:lnTo>
                    <a:pt x="11248" y="5665"/>
                  </a:lnTo>
                  <a:lnTo>
                    <a:pt x="5621" y="0"/>
                  </a:lnTo>
                  <a:close/>
                </a:path>
              </a:pathLst>
            </a:custGeom>
            <a:solidFill>
              <a:srgbClr val="000000">
                <a:alpha val="148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33" name="Google Shape;8433;p80"/>
            <p:cNvSpPr/>
            <p:nvPr/>
          </p:nvSpPr>
          <p:spPr>
            <a:xfrm>
              <a:off x="2901425" y="1770675"/>
              <a:ext cx="182425" cy="259050"/>
            </a:xfrm>
            <a:custGeom>
              <a:rect b="b" l="l" r="r" t="t"/>
              <a:pathLst>
                <a:path extrusionOk="0" h="10362" w="7297">
                  <a:moveTo>
                    <a:pt x="1669" y="1"/>
                  </a:moveTo>
                  <a:cubicBezTo>
                    <a:pt x="752" y="1"/>
                    <a:pt x="1" y="752"/>
                    <a:pt x="1" y="1669"/>
                  </a:cubicBezTo>
                  <a:lnTo>
                    <a:pt x="1" y="2901"/>
                  </a:lnTo>
                  <a:cubicBezTo>
                    <a:pt x="1" y="3059"/>
                    <a:pt x="83" y="3201"/>
                    <a:pt x="219" y="3277"/>
                  </a:cubicBezTo>
                  <a:lnTo>
                    <a:pt x="7296" y="10362"/>
                  </a:lnTo>
                  <a:lnTo>
                    <a:pt x="7296" y="4937"/>
                  </a:lnTo>
                  <a:lnTo>
                    <a:pt x="2923" y="564"/>
                  </a:lnTo>
                  <a:cubicBezTo>
                    <a:pt x="2608" y="219"/>
                    <a:pt x="2172" y="1"/>
                    <a:pt x="1669" y="1"/>
                  </a:cubicBezTo>
                  <a:close/>
                </a:path>
              </a:pathLst>
            </a:custGeom>
            <a:solidFill>
              <a:srgbClr val="000000">
                <a:alpha val="148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34" name="Google Shape;8434;p80"/>
            <p:cNvSpPr/>
            <p:nvPr/>
          </p:nvSpPr>
          <p:spPr>
            <a:xfrm>
              <a:off x="2908200" y="1777250"/>
              <a:ext cx="70275" cy="70275"/>
            </a:xfrm>
            <a:custGeom>
              <a:rect b="b" l="l" r="r" t="t"/>
              <a:pathLst>
                <a:path extrusionOk="0" h="2811" w="2811">
                  <a:moveTo>
                    <a:pt x="1398" y="1"/>
                  </a:moveTo>
                  <a:cubicBezTo>
                    <a:pt x="631" y="1"/>
                    <a:pt x="0" y="632"/>
                    <a:pt x="0" y="1398"/>
                  </a:cubicBezTo>
                  <a:lnTo>
                    <a:pt x="0" y="2630"/>
                  </a:lnTo>
                  <a:cubicBezTo>
                    <a:pt x="0" y="2736"/>
                    <a:pt x="83" y="2811"/>
                    <a:pt x="180" y="2811"/>
                  </a:cubicBezTo>
                  <a:lnTo>
                    <a:pt x="2630" y="2811"/>
                  </a:lnTo>
                  <a:cubicBezTo>
                    <a:pt x="2727" y="2811"/>
                    <a:pt x="2810" y="2736"/>
                    <a:pt x="2803" y="2638"/>
                  </a:cubicBezTo>
                  <a:lnTo>
                    <a:pt x="2803" y="1398"/>
                  </a:lnTo>
                  <a:cubicBezTo>
                    <a:pt x="2803" y="632"/>
                    <a:pt x="2171" y="1"/>
                    <a:pt x="13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35" name="Google Shape;8435;p80"/>
            <p:cNvSpPr/>
            <p:nvPr/>
          </p:nvSpPr>
          <p:spPr>
            <a:xfrm>
              <a:off x="2901425" y="1770675"/>
              <a:ext cx="83625" cy="83625"/>
            </a:xfrm>
            <a:custGeom>
              <a:rect b="b" l="l" r="r" t="t"/>
              <a:pathLst>
                <a:path extrusionOk="0" h="3345" w="3345">
                  <a:moveTo>
                    <a:pt x="1406" y="564"/>
                  </a:moveTo>
                  <a:lnTo>
                    <a:pt x="1406" y="1518"/>
                  </a:lnTo>
                  <a:lnTo>
                    <a:pt x="542" y="1518"/>
                  </a:lnTo>
                  <a:cubicBezTo>
                    <a:pt x="609" y="1060"/>
                    <a:pt x="955" y="677"/>
                    <a:pt x="1406" y="564"/>
                  </a:cubicBezTo>
                  <a:close/>
                  <a:moveTo>
                    <a:pt x="1932" y="572"/>
                  </a:moveTo>
                  <a:cubicBezTo>
                    <a:pt x="2397" y="677"/>
                    <a:pt x="2743" y="1060"/>
                    <a:pt x="2796" y="1533"/>
                  </a:cubicBezTo>
                  <a:lnTo>
                    <a:pt x="1932" y="1533"/>
                  </a:lnTo>
                  <a:lnTo>
                    <a:pt x="1932" y="572"/>
                  </a:lnTo>
                  <a:close/>
                  <a:moveTo>
                    <a:pt x="1406" y="2067"/>
                  </a:moveTo>
                  <a:lnTo>
                    <a:pt x="1406" y="2811"/>
                  </a:lnTo>
                  <a:lnTo>
                    <a:pt x="534" y="2811"/>
                  </a:lnTo>
                  <a:lnTo>
                    <a:pt x="534" y="2067"/>
                  </a:lnTo>
                  <a:close/>
                  <a:moveTo>
                    <a:pt x="2818" y="2067"/>
                  </a:moveTo>
                  <a:lnTo>
                    <a:pt x="2818" y="2811"/>
                  </a:lnTo>
                  <a:lnTo>
                    <a:pt x="1947" y="2811"/>
                  </a:lnTo>
                  <a:lnTo>
                    <a:pt x="1947" y="2067"/>
                  </a:lnTo>
                  <a:close/>
                  <a:moveTo>
                    <a:pt x="1669" y="1"/>
                  </a:moveTo>
                  <a:cubicBezTo>
                    <a:pt x="752" y="1"/>
                    <a:pt x="1" y="752"/>
                    <a:pt x="1" y="1669"/>
                  </a:cubicBezTo>
                  <a:lnTo>
                    <a:pt x="1" y="2901"/>
                  </a:lnTo>
                  <a:cubicBezTo>
                    <a:pt x="1" y="3149"/>
                    <a:pt x="196" y="3344"/>
                    <a:pt x="444" y="3344"/>
                  </a:cubicBezTo>
                  <a:lnTo>
                    <a:pt x="2893" y="3344"/>
                  </a:lnTo>
                  <a:cubicBezTo>
                    <a:pt x="3134" y="3344"/>
                    <a:pt x="3337" y="3149"/>
                    <a:pt x="3337" y="2901"/>
                  </a:cubicBezTo>
                  <a:lnTo>
                    <a:pt x="3337" y="1669"/>
                  </a:lnTo>
                  <a:cubicBezTo>
                    <a:pt x="3344" y="752"/>
                    <a:pt x="2593" y="1"/>
                    <a:pt x="166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36" name="Google Shape;8436;p80"/>
            <p:cNvSpPr/>
            <p:nvPr/>
          </p:nvSpPr>
          <p:spPr>
            <a:xfrm>
              <a:off x="2860300" y="1887425"/>
              <a:ext cx="223550" cy="164475"/>
            </a:xfrm>
            <a:custGeom>
              <a:rect b="b" l="l" r="r" t="t"/>
              <a:pathLst>
                <a:path extrusionOk="0" h="6579" w="8942">
                  <a:moveTo>
                    <a:pt x="5958" y="0"/>
                  </a:moveTo>
                  <a:cubicBezTo>
                    <a:pt x="5910" y="0"/>
                    <a:pt x="5861" y="19"/>
                    <a:pt x="5823" y="57"/>
                  </a:cubicBezTo>
                  <a:lnTo>
                    <a:pt x="75" y="5804"/>
                  </a:lnTo>
                  <a:cubicBezTo>
                    <a:pt x="0" y="5879"/>
                    <a:pt x="0" y="6000"/>
                    <a:pt x="75" y="6075"/>
                  </a:cubicBezTo>
                  <a:lnTo>
                    <a:pt x="586" y="6578"/>
                  </a:lnTo>
                  <a:lnTo>
                    <a:pt x="8934" y="6578"/>
                  </a:lnTo>
                  <a:lnTo>
                    <a:pt x="8934" y="5399"/>
                  </a:lnTo>
                  <a:lnTo>
                    <a:pt x="8941" y="5399"/>
                  </a:lnTo>
                  <a:lnTo>
                    <a:pt x="8941" y="4227"/>
                  </a:lnTo>
                  <a:lnTo>
                    <a:pt x="8941" y="3047"/>
                  </a:lnTo>
                  <a:lnTo>
                    <a:pt x="8941" y="2897"/>
                  </a:lnTo>
                  <a:lnTo>
                    <a:pt x="6094" y="57"/>
                  </a:lnTo>
                  <a:cubicBezTo>
                    <a:pt x="6056" y="19"/>
                    <a:pt x="6007" y="0"/>
                    <a:pt x="5958" y="0"/>
                  </a:cubicBezTo>
                  <a:close/>
                </a:path>
              </a:pathLst>
            </a:custGeom>
            <a:solidFill>
              <a:srgbClr val="000000">
                <a:alpha val="148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37" name="Google Shape;8437;p80"/>
            <p:cNvSpPr/>
            <p:nvPr/>
          </p:nvSpPr>
          <p:spPr>
            <a:xfrm>
              <a:off x="2859175" y="1893325"/>
              <a:ext cx="168325" cy="158375"/>
            </a:xfrm>
            <a:custGeom>
              <a:rect b="b" l="l" r="r" t="t"/>
              <a:pathLst>
                <a:path extrusionOk="0" h="6335" w="6733">
                  <a:moveTo>
                    <a:pt x="0" y="1"/>
                  </a:moveTo>
                  <a:lnTo>
                    <a:pt x="0" y="6335"/>
                  </a:lnTo>
                  <a:lnTo>
                    <a:pt x="6732" y="6335"/>
                  </a:lnTo>
                  <a:lnTo>
                    <a:pt x="673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38" name="Google Shape;8438;p80"/>
            <p:cNvSpPr/>
            <p:nvPr/>
          </p:nvSpPr>
          <p:spPr>
            <a:xfrm>
              <a:off x="2850725" y="1884325"/>
              <a:ext cx="185225" cy="167375"/>
            </a:xfrm>
            <a:custGeom>
              <a:rect b="b" l="l" r="r" t="t"/>
              <a:pathLst>
                <a:path extrusionOk="0" h="6695" w="7409">
                  <a:moveTo>
                    <a:pt x="691" y="0"/>
                  </a:moveTo>
                  <a:cubicBezTo>
                    <a:pt x="308" y="0"/>
                    <a:pt x="0" y="308"/>
                    <a:pt x="0" y="691"/>
                  </a:cubicBezTo>
                  <a:lnTo>
                    <a:pt x="0" y="6695"/>
                  </a:lnTo>
                  <a:lnTo>
                    <a:pt x="676" y="6695"/>
                  </a:lnTo>
                  <a:lnTo>
                    <a:pt x="676" y="691"/>
                  </a:lnTo>
                  <a:cubicBezTo>
                    <a:pt x="676" y="684"/>
                    <a:pt x="684" y="676"/>
                    <a:pt x="691" y="676"/>
                  </a:cubicBezTo>
                  <a:lnTo>
                    <a:pt x="6709" y="676"/>
                  </a:lnTo>
                  <a:cubicBezTo>
                    <a:pt x="6725" y="676"/>
                    <a:pt x="6732" y="684"/>
                    <a:pt x="6732" y="691"/>
                  </a:cubicBezTo>
                  <a:lnTo>
                    <a:pt x="6732" y="6695"/>
                  </a:lnTo>
                  <a:lnTo>
                    <a:pt x="7408" y="6695"/>
                  </a:lnTo>
                  <a:lnTo>
                    <a:pt x="7408" y="691"/>
                  </a:lnTo>
                  <a:cubicBezTo>
                    <a:pt x="7408" y="308"/>
                    <a:pt x="7093" y="0"/>
                    <a:pt x="670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39" name="Google Shape;8439;p80"/>
            <p:cNvSpPr/>
            <p:nvPr/>
          </p:nvSpPr>
          <p:spPr>
            <a:xfrm>
              <a:off x="2860475" y="1887050"/>
              <a:ext cx="165700" cy="164750"/>
            </a:xfrm>
            <a:custGeom>
              <a:rect b="b" l="l" r="r" t="t"/>
              <a:pathLst>
                <a:path extrusionOk="0" h="6590" w="6628">
                  <a:moveTo>
                    <a:pt x="677" y="0"/>
                  </a:moveTo>
                  <a:cubicBezTo>
                    <a:pt x="628" y="0"/>
                    <a:pt x="579" y="19"/>
                    <a:pt x="542" y="57"/>
                  </a:cubicBezTo>
                  <a:lnTo>
                    <a:pt x="91" y="507"/>
                  </a:lnTo>
                  <a:cubicBezTo>
                    <a:pt x="1" y="598"/>
                    <a:pt x="1" y="710"/>
                    <a:pt x="76" y="785"/>
                  </a:cubicBezTo>
                  <a:lnTo>
                    <a:pt x="5824" y="6533"/>
                  </a:lnTo>
                  <a:cubicBezTo>
                    <a:pt x="5861" y="6571"/>
                    <a:pt x="5912" y="6589"/>
                    <a:pt x="5963" y="6589"/>
                  </a:cubicBezTo>
                  <a:cubicBezTo>
                    <a:pt x="6013" y="6589"/>
                    <a:pt x="6064" y="6571"/>
                    <a:pt x="6102" y="6533"/>
                  </a:cubicBezTo>
                  <a:lnTo>
                    <a:pt x="6552" y="6082"/>
                  </a:lnTo>
                  <a:cubicBezTo>
                    <a:pt x="6628" y="6007"/>
                    <a:pt x="6628" y="5879"/>
                    <a:pt x="6552" y="5804"/>
                  </a:cubicBezTo>
                  <a:lnTo>
                    <a:pt x="812" y="57"/>
                  </a:lnTo>
                  <a:cubicBezTo>
                    <a:pt x="775" y="19"/>
                    <a:pt x="726" y="0"/>
                    <a:pt x="67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40" name="Google Shape;8440;p80"/>
            <p:cNvSpPr/>
            <p:nvPr/>
          </p:nvSpPr>
          <p:spPr>
            <a:xfrm>
              <a:off x="2860675" y="1887050"/>
              <a:ext cx="175275" cy="164650"/>
            </a:xfrm>
            <a:custGeom>
              <a:rect b="b" l="l" r="r" t="t"/>
              <a:pathLst>
                <a:path extrusionOk="0" h="6586" w="7011">
                  <a:moveTo>
                    <a:pt x="5962" y="0"/>
                  </a:moveTo>
                  <a:cubicBezTo>
                    <a:pt x="5911" y="0"/>
                    <a:pt x="5861" y="19"/>
                    <a:pt x="5823" y="57"/>
                  </a:cubicBezTo>
                  <a:lnTo>
                    <a:pt x="5327" y="560"/>
                  </a:lnTo>
                  <a:lnTo>
                    <a:pt x="75" y="5804"/>
                  </a:lnTo>
                  <a:cubicBezTo>
                    <a:pt x="0" y="5879"/>
                    <a:pt x="0" y="6007"/>
                    <a:pt x="75" y="6082"/>
                  </a:cubicBezTo>
                  <a:lnTo>
                    <a:pt x="586" y="6586"/>
                  </a:lnTo>
                  <a:lnTo>
                    <a:pt x="7010" y="6586"/>
                  </a:lnTo>
                  <a:lnTo>
                    <a:pt x="7010" y="988"/>
                  </a:lnTo>
                  <a:lnTo>
                    <a:pt x="6101" y="57"/>
                  </a:lnTo>
                  <a:cubicBezTo>
                    <a:pt x="6064" y="19"/>
                    <a:pt x="6013" y="0"/>
                    <a:pt x="5962" y="0"/>
                  </a:cubicBezTo>
                  <a:close/>
                </a:path>
              </a:pathLst>
            </a:custGeom>
            <a:solidFill>
              <a:srgbClr val="000000">
                <a:alpha val="148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41" name="Google Shape;8441;p80"/>
            <p:cNvSpPr/>
            <p:nvPr/>
          </p:nvSpPr>
          <p:spPr>
            <a:xfrm>
              <a:off x="2860300" y="1887050"/>
              <a:ext cx="165500" cy="164750"/>
            </a:xfrm>
            <a:custGeom>
              <a:rect b="b" l="l" r="r" t="t"/>
              <a:pathLst>
                <a:path extrusionOk="0" h="6590" w="6620">
                  <a:moveTo>
                    <a:pt x="5958" y="0"/>
                  </a:moveTo>
                  <a:cubicBezTo>
                    <a:pt x="5910" y="0"/>
                    <a:pt x="5861" y="19"/>
                    <a:pt x="5823" y="57"/>
                  </a:cubicBezTo>
                  <a:lnTo>
                    <a:pt x="75" y="5804"/>
                  </a:lnTo>
                  <a:cubicBezTo>
                    <a:pt x="0" y="5879"/>
                    <a:pt x="0" y="6007"/>
                    <a:pt x="75" y="6082"/>
                  </a:cubicBezTo>
                  <a:lnTo>
                    <a:pt x="526" y="6533"/>
                  </a:lnTo>
                  <a:cubicBezTo>
                    <a:pt x="567" y="6571"/>
                    <a:pt x="618" y="6589"/>
                    <a:pt x="669" y="6589"/>
                  </a:cubicBezTo>
                  <a:cubicBezTo>
                    <a:pt x="720" y="6589"/>
                    <a:pt x="770" y="6571"/>
                    <a:pt x="812" y="6533"/>
                  </a:cubicBezTo>
                  <a:lnTo>
                    <a:pt x="6544" y="785"/>
                  </a:lnTo>
                  <a:cubicBezTo>
                    <a:pt x="6620" y="710"/>
                    <a:pt x="6620" y="582"/>
                    <a:pt x="6544" y="507"/>
                  </a:cubicBezTo>
                  <a:lnTo>
                    <a:pt x="6094" y="57"/>
                  </a:lnTo>
                  <a:cubicBezTo>
                    <a:pt x="6056" y="19"/>
                    <a:pt x="6007" y="0"/>
                    <a:pt x="595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42" name="Google Shape;8442;p80"/>
            <p:cNvSpPr/>
            <p:nvPr/>
          </p:nvSpPr>
          <p:spPr>
            <a:xfrm>
              <a:off x="2770500" y="1691875"/>
              <a:ext cx="345450" cy="182400"/>
            </a:xfrm>
            <a:custGeom>
              <a:rect b="b" l="l" r="r" t="t"/>
              <a:pathLst>
                <a:path extrusionOk="0" h="7296" w="13818">
                  <a:moveTo>
                    <a:pt x="6907" y="1"/>
                  </a:moveTo>
                  <a:cubicBezTo>
                    <a:pt x="6800" y="1"/>
                    <a:pt x="6695" y="35"/>
                    <a:pt x="6605" y="102"/>
                  </a:cubicBezTo>
                  <a:lnTo>
                    <a:pt x="2548" y="3085"/>
                  </a:lnTo>
                  <a:cubicBezTo>
                    <a:pt x="2503" y="3123"/>
                    <a:pt x="2458" y="3168"/>
                    <a:pt x="2420" y="3228"/>
                  </a:cubicBezTo>
                  <a:lnTo>
                    <a:pt x="98" y="6534"/>
                  </a:lnTo>
                  <a:cubicBezTo>
                    <a:pt x="1" y="6661"/>
                    <a:pt x="38" y="6849"/>
                    <a:pt x="174" y="6947"/>
                  </a:cubicBezTo>
                  <a:lnTo>
                    <a:pt x="579" y="7225"/>
                  </a:lnTo>
                  <a:cubicBezTo>
                    <a:pt x="628" y="7262"/>
                    <a:pt x="685" y="7280"/>
                    <a:pt x="743" y="7280"/>
                  </a:cubicBezTo>
                  <a:cubicBezTo>
                    <a:pt x="837" y="7280"/>
                    <a:pt x="932" y="7233"/>
                    <a:pt x="993" y="7150"/>
                  </a:cubicBezTo>
                  <a:lnTo>
                    <a:pt x="3217" y="3987"/>
                  </a:lnTo>
                  <a:cubicBezTo>
                    <a:pt x="3254" y="3934"/>
                    <a:pt x="3292" y="3881"/>
                    <a:pt x="3344" y="3844"/>
                  </a:cubicBezTo>
                  <a:lnTo>
                    <a:pt x="6605" y="1440"/>
                  </a:lnTo>
                  <a:cubicBezTo>
                    <a:pt x="6699" y="1376"/>
                    <a:pt x="6808" y="1344"/>
                    <a:pt x="6915" y="1344"/>
                  </a:cubicBezTo>
                  <a:cubicBezTo>
                    <a:pt x="7022" y="1344"/>
                    <a:pt x="7127" y="1376"/>
                    <a:pt x="7214" y="1440"/>
                  </a:cubicBezTo>
                  <a:lnTo>
                    <a:pt x="10474" y="3844"/>
                  </a:lnTo>
                  <a:cubicBezTo>
                    <a:pt x="10520" y="3881"/>
                    <a:pt x="10572" y="3934"/>
                    <a:pt x="10610" y="3987"/>
                  </a:cubicBezTo>
                  <a:lnTo>
                    <a:pt x="12871" y="7202"/>
                  </a:lnTo>
                  <a:cubicBezTo>
                    <a:pt x="12919" y="7264"/>
                    <a:pt x="12993" y="7296"/>
                    <a:pt x="13068" y="7296"/>
                  </a:cubicBezTo>
                  <a:cubicBezTo>
                    <a:pt x="13111" y="7296"/>
                    <a:pt x="13155" y="7285"/>
                    <a:pt x="13194" y="7262"/>
                  </a:cubicBezTo>
                  <a:lnTo>
                    <a:pt x="13653" y="6947"/>
                  </a:lnTo>
                  <a:cubicBezTo>
                    <a:pt x="13795" y="6849"/>
                    <a:pt x="13818" y="6661"/>
                    <a:pt x="13728" y="6534"/>
                  </a:cubicBezTo>
                  <a:lnTo>
                    <a:pt x="11406" y="3228"/>
                  </a:lnTo>
                  <a:cubicBezTo>
                    <a:pt x="11369" y="3168"/>
                    <a:pt x="11331" y="3123"/>
                    <a:pt x="11271" y="3085"/>
                  </a:cubicBezTo>
                  <a:lnTo>
                    <a:pt x="7214" y="102"/>
                  </a:lnTo>
                  <a:cubicBezTo>
                    <a:pt x="7120" y="35"/>
                    <a:pt x="7013" y="1"/>
                    <a:pt x="690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43" name="Google Shape;8443;p80"/>
            <p:cNvSpPr/>
            <p:nvPr/>
          </p:nvSpPr>
          <p:spPr>
            <a:xfrm>
              <a:off x="2943325" y="1691050"/>
              <a:ext cx="173000" cy="182875"/>
            </a:xfrm>
            <a:custGeom>
              <a:rect b="b" l="l" r="r" t="t"/>
              <a:pathLst>
                <a:path extrusionOk="0" h="7315" w="6920">
                  <a:moveTo>
                    <a:pt x="0" y="0"/>
                  </a:moveTo>
                  <a:lnTo>
                    <a:pt x="0" y="1352"/>
                  </a:lnTo>
                  <a:cubicBezTo>
                    <a:pt x="105" y="1352"/>
                    <a:pt x="218" y="1390"/>
                    <a:pt x="301" y="1458"/>
                  </a:cubicBezTo>
                  <a:lnTo>
                    <a:pt x="3561" y="3862"/>
                  </a:lnTo>
                  <a:cubicBezTo>
                    <a:pt x="3622" y="3899"/>
                    <a:pt x="3659" y="3945"/>
                    <a:pt x="3697" y="4005"/>
                  </a:cubicBezTo>
                  <a:lnTo>
                    <a:pt x="5958" y="7213"/>
                  </a:lnTo>
                  <a:cubicBezTo>
                    <a:pt x="6005" y="7278"/>
                    <a:pt x="6078" y="7315"/>
                    <a:pt x="6154" y="7315"/>
                  </a:cubicBezTo>
                  <a:cubicBezTo>
                    <a:pt x="6199" y="7315"/>
                    <a:pt x="6246" y="7301"/>
                    <a:pt x="6289" y="7273"/>
                  </a:cubicBezTo>
                  <a:lnTo>
                    <a:pt x="6747" y="6950"/>
                  </a:lnTo>
                  <a:cubicBezTo>
                    <a:pt x="6882" y="6860"/>
                    <a:pt x="6920" y="6672"/>
                    <a:pt x="6822" y="6537"/>
                  </a:cubicBezTo>
                  <a:lnTo>
                    <a:pt x="4493" y="3238"/>
                  </a:lnTo>
                  <a:cubicBezTo>
                    <a:pt x="4456" y="3186"/>
                    <a:pt x="4411" y="3141"/>
                    <a:pt x="4358" y="3103"/>
                  </a:cubicBezTo>
                  <a:lnTo>
                    <a:pt x="301" y="105"/>
                  </a:lnTo>
                  <a:cubicBezTo>
                    <a:pt x="211" y="38"/>
                    <a:pt x="105" y="0"/>
                    <a:pt x="0" y="0"/>
                  </a:cubicBezTo>
                  <a:close/>
                </a:path>
              </a:pathLst>
            </a:custGeom>
            <a:solidFill>
              <a:srgbClr val="000000">
                <a:alpha val="148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44" name="Google Shape;8444;p80"/>
            <p:cNvSpPr/>
            <p:nvPr/>
          </p:nvSpPr>
          <p:spPr>
            <a:xfrm>
              <a:off x="3065025" y="1995150"/>
              <a:ext cx="82675" cy="56375"/>
            </a:xfrm>
            <a:custGeom>
              <a:rect b="b" l="l" r="r" t="t"/>
              <a:pathLst>
                <a:path extrusionOk="0" h="2255" w="3307">
                  <a:moveTo>
                    <a:pt x="1654" y="0"/>
                  </a:moveTo>
                  <a:cubicBezTo>
                    <a:pt x="948" y="0"/>
                    <a:pt x="346" y="443"/>
                    <a:pt x="114" y="1060"/>
                  </a:cubicBezTo>
                  <a:cubicBezTo>
                    <a:pt x="38" y="1247"/>
                    <a:pt x="1" y="1443"/>
                    <a:pt x="1" y="1653"/>
                  </a:cubicBezTo>
                  <a:cubicBezTo>
                    <a:pt x="1" y="1871"/>
                    <a:pt x="38" y="2066"/>
                    <a:pt x="114" y="2254"/>
                  </a:cubicBezTo>
                  <a:lnTo>
                    <a:pt x="3194" y="2254"/>
                  </a:lnTo>
                  <a:cubicBezTo>
                    <a:pt x="3269" y="2066"/>
                    <a:pt x="3307" y="1856"/>
                    <a:pt x="3307" y="1653"/>
                  </a:cubicBezTo>
                  <a:cubicBezTo>
                    <a:pt x="3307" y="1443"/>
                    <a:pt x="3269" y="1247"/>
                    <a:pt x="3194" y="1060"/>
                  </a:cubicBezTo>
                  <a:cubicBezTo>
                    <a:pt x="2961" y="443"/>
                    <a:pt x="2360" y="0"/>
                    <a:pt x="165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45" name="Google Shape;8445;p80"/>
            <p:cNvSpPr/>
            <p:nvPr/>
          </p:nvSpPr>
          <p:spPr>
            <a:xfrm>
              <a:off x="3038175" y="2010550"/>
              <a:ext cx="60325" cy="41150"/>
            </a:xfrm>
            <a:custGeom>
              <a:rect b="b" l="l" r="r" t="t"/>
              <a:pathLst>
                <a:path extrusionOk="0" h="1646" w="2413">
                  <a:moveTo>
                    <a:pt x="1218" y="0"/>
                  </a:moveTo>
                  <a:cubicBezTo>
                    <a:pt x="707" y="0"/>
                    <a:pt x="271" y="323"/>
                    <a:pt x="98" y="774"/>
                  </a:cubicBezTo>
                  <a:cubicBezTo>
                    <a:pt x="30" y="917"/>
                    <a:pt x="0" y="1052"/>
                    <a:pt x="0" y="1202"/>
                  </a:cubicBezTo>
                  <a:cubicBezTo>
                    <a:pt x="0" y="1368"/>
                    <a:pt x="30" y="1503"/>
                    <a:pt x="91" y="1646"/>
                  </a:cubicBezTo>
                  <a:lnTo>
                    <a:pt x="2322" y="1646"/>
                  </a:lnTo>
                  <a:cubicBezTo>
                    <a:pt x="2382" y="1503"/>
                    <a:pt x="2412" y="1368"/>
                    <a:pt x="2412" y="1202"/>
                  </a:cubicBezTo>
                  <a:cubicBezTo>
                    <a:pt x="2412" y="1052"/>
                    <a:pt x="2382" y="917"/>
                    <a:pt x="2337" y="774"/>
                  </a:cubicBezTo>
                  <a:cubicBezTo>
                    <a:pt x="2164" y="323"/>
                    <a:pt x="1721" y="0"/>
                    <a:pt x="12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446" name="Google Shape;8446;p80"/>
          <p:cNvGrpSpPr/>
          <p:nvPr/>
        </p:nvGrpSpPr>
        <p:grpSpPr>
          <a:xfrm>
            <a:off x="3875449" y="2265331"/>
            <a:ext cx="576002" cy="535430"/>
            <a:chOff x="2162475" y="1681025"/>
            <a:chExt cx="409325" cy="380250"/>
          </a:xfrm>
        </p:grpSpPr>
        <p:sp>
          <p:nvSpPr>
            <p:cNvPr id="8447" name="Google Shape;8447;p80"/>
            <p:cNvSpPr/>
            <p:nvPr/>
          </p:nvSpPr>
          <p:spPr>
            <a:xfrm>
              <a:off x="2162475" y="1972050"/>
              <a:ext cx="18250" cy="89225"/>
            </a:xfrm>
            <a:custGeom>
              <a:rect b="b" l="l" r="r" t="t"/>
              <a:pathLst>
                <a:path extrusionOk="0" h="3569" w="730">
                  <a:moveTo>
                    <a:pt x="1" y="0"/>
                  </a:moveTo>
                  <a:lnTo>
                    <a:pt x="1" y="3569"/>
                  </a:lnTo>
                  <a:lnTo>
                    <a:pt x="730" y="3569"/>
                  </a:lnTo>
                  <a:lnTo>
                    <a:pt x="73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48" name="Google Shape;8448;p80"/>
            <p:cNvSpPr/>
            <p:nvPr/>
          </p:nvSpPr>
          <p:spPr>
            <a:xfrm>
              <a:off x="2522375" y="1972050"/>
              <a:ext cx="18425" cy="89225"/>
            </a:xfrm>
            <a:custGeom>
              <a:rect b="b" l="l" r="r" t="t"/>
              <a:pathLst>
                <a:path extrusionOk="0" h="3569" w="737">
                  <a:moveTo>
                    <a:pt x="1" y="0"/>
                  </a:moveTo>
                  <a:lnTo>
                    <a:pt x="1" y="3569"/>
                  </a:lnTo>
                  <a:lnTo>
                    <a:pt x="737" y="3569"/>
                  </a:lnTo>
                  <a:lnTo>
                    <a:pt x="73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49" name="Google Shape;8449;p80"/>
            <p:cNvSpPr/>
            <p:nvPr/>
          </p:nvSpPr>
          <p:spPr>
            <a:xfrm>
              <a:off x="2292100" y="1936925"/>
              <a:ext cx="248700" cy="35325"/>
            </a:xfrm>
            <a:custGeom>
              <a:rect b="b" l="l" r="r" t="t"/>
              <a:pathLst>
                <a:path extrusionOk="0" h="1413" w="9948">
                  <a:moveTo>
                    <a:pt x="0" y="0"/>
                  </a:moveTo>
                  <a:lnTo>
                    <a:pt x="0" y="1413"/>
                  </a:lnTo>
                  <a:lnTo>
                    <a:pt x="9948" y="1413"/>
                  </a:lnTo>
                  <a:lnTo>
                    <a:pt x="994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50" name="Google Shape;8450;p80"/>
            <p:cNvSpPr/>
            <p:nvPr/>
          </p:nvSpPr>
          <p:spPr>
            <a:xfrm>
              <a:off x="2292100" y="1901400"/>
              <a:ext cx="248700" cy="35525"/>
            </a:xfrm>
            <a:custGeom>
              <a:rect b="b" l="l" r="r" t="t"/>
              <a:pathLst>
                <a:path extrusionOk="0" h="1421" w="9948">
                  <a:moveTo>
                    <a:pt x="0" y="1"/>
                  </a:moveTo>
                  <a:lnTo>
                    <a:pt x="0" y="1421"/>
                  </a:lnTo>
                  <a:lnTo>
                    <a:pt x="9948" y="1421"/>
                  </a:lnTo>
                  <a:lnTo>
                    <a:pt x="994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51" name="Google Shape;8451;p80"/>
            <p:cNvSpPr/>
            <p:nvPr/>
          </p:nvSpPr>
          <p:spPr>
            <a:xfrm>
              <a:off x="2292100" y="1865900"/>
              <a:ext cx="248700" cy="35525"/>
            </a:xfrm>
            <a:custGeom>
              <a:rect b="b" l="l" r="r" t="t"/>
              <a:pathLst>
                <a:path extrusionOk="0" h="1421" w="9948">
                  <a:moveTo>
                    <a:pt x="0" y="1"/>
                  </a:moveTo>
                  <a:lnTo>
                    <a:pt x="0" y="1421"/>
                  </a:lnTo>
                  <a:lnTo>
                    <a:pt x="9948" y="1421"/>
                  </a:lnTo>
                  <a:lnTo>
                    <a:pt x="994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52" name="Google Shape;8452;p80"/>
            <p:cNvSpPr/>
            <p:nvPr/>
          </p:nvSpPr>
          <p:spPr>
            <a:xfrm>
              <a:off x="2292100" y="1830775"/>
              <a:ext cx="248700" cy="35525"/>
            </a:xfrm>
            <a:custGeom>
              <a:rect b="b" l="l" r="r" t="t"/>
              <a:pathLst>
                <a:path extrusionOk="0" h="1421" w="9948">
                  <a:moveTo>
                    <a:pt x="0" y="1"/>
                  </a:moveTo>
                  <a:lnTo>
                    <a:pt x="0" y="1421"/>
                  </a:lnTo>
                  <a:lnTo>
                    <a:pt x="9948" y="1421"/>
                  </a:lnTo>
                  <a:lnTo>
                    <a:pt x="994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53" name="Google Shape;8453;p80"/>
            <p:cNvSpPr/>
            <p:nvPr/>
          </p:nvSpPr>
          <p:spPr>
            <a:xfrm>
              <a:off x="2292100" y="1795275"/>
              <a:ext cx="248700" cy="35525"/>
            </a:xfrm>
            <a:custGeom>
              <a:rect b="b" l="l" r="r" t="t"/>
              <a:pathLst>
                <a:path extrusionOk="0" h="1421" w="9948">
                  <a:moveTo>
                    <a:pt x="669" y="1"/>
                  </a:moveTo>
                  <a:lnTo>
                    <a:pt x="0" y="670"/>
                  </a:lnTo>
                  <a:lnTo>
                    <a:pt x="0" y="1421"/>
                  </a:lnTo>
                  <a:lnTo>
                    <a:pt x="9948" y="1421"/>
                  </a:lnTo>
                  <a:lnTo>
                    <a:pt x="9948" y="670"/>
                  </a:lnTo>
                  <a:lnTo>
                    <a:pt x="927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54" name="Google Shape;8454;p80"/>
            <p:cNvSpPr/>
            <p:nvPr/>
          </p:nvSpPr>
          <p:spPr>
            <a:xfrm>
              <a:off x="2308800" y="1759775"/>
              <a:ext cx="215300" cy="35525"/>
            </a:xfrm>
            <a:custGeom>
              <a:rect b="b" l="l" r="r" t="t"/>
              <a:pathLst>
                <a:path extrusionOk="0" h="1421" w="8612">
                  <a:moveTo>
                    <a:pt x="1406" y="1"/>
                  </a:moveTo>
                  <a:lnTo>
                    <a:pt x="1" y="1421"/>
                  </a:lnTo>
                  <a:lnTo>
                    <a:pt x="8611" y="1421"/>
                  </a:lnTo>
                  <a:lnTo>
                    <a:pt x="720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55" name="Google Shape;8455;p80"/>
            <p:cNvSpPr/>
            <p:nvPr/>
          </p:nvSpPr>
          <p:spPr>
            <a:xfrm>
              <a:off x="2343925" y="1724650"/>
              <a:ext cx="145050" cy="35150"/>
            </a:xfrm>
            <a:custGeom>
              <a:rect b="b" l="l" r="r" t="t"/>
              <a:pathLst>
                <a:path extrusionOk="0" h="1406" w="5802">
                  <a:moveTo>
                    <a:pt x="1413" y="1"/>
                  </a:moveTo>
                  <a:lnTo>
                    <a:pt x="1" y="1406"/>
                  </a:lnTo>
                  <a:lnTo>
                    <a:pt x="5801" y="1406"/>
                  </a:lnTo>
                  <a:lnTo>
                    <a:pt x="439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56" name="Google Shape;8456;p80"/>
            <p:cNvSpPr/>
            <p:nvPr/>
          </p:nvSpPr>
          <p:spPr>
            <a:xfrm>
              <a:off x="2379250" y="1689150"/>
              <a:ext cx="74600" cy="35525"/>
            </a:xfrm>
            <a:custGeom>
              <a:rect b="b" l="l" r="r" t="t"/>
              <a:pathLst>
                <a:path extrusionOk="0" h="1421" w="2984">
                  <a:moveTo>
                    <a:pt x="1398" y="1"/>
                  </a:moveTo>
                  <a:lnTo>
                    <a:pt x="0" y="1421"/>
                  </a:lnTo>
                  <a:lnTo>
                    <a:pt x="2983" y="1421"/>
                  </a:lnTo>
                  <a:lnTo>
                    <a:pt x="157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57" name="Google Shape;8457;p80"/>
            <p:cNvSpPr/>
            <p:nvPr/>
          </p:nvSpPr>
          <p:spPr>
            <a:xfrm>
              <a:off x="2292100" y="1686900"/>
              <a:ext cx="248700" cy="285150"/>
            </a:xfrm>
            <a:custGeom>
              <a:rect b="b" l="l" r="r" t="t"/>
              <a:pathLst>
                <a:path extrusionOk="0" h="11406" w="9948">
                  <a:moveTo>
                    <a:pt x="4982" y="1"/>
                  </a:moveTo>
                  <a:lnTo>
                    <a:pt x="0" y="5005"/>
                  </a:lnTo>
                  <a:lnTo>
                    <a:pt x="0" y="5861"/>
                  </a:lnTo>
                  <a:lnTo>
                    <a:pt x="3081" y="8942"/>
                  </a:lnTo>
                  <a:lnTo>
                    <a:pt x="3682" y="9528"/>
                  </a:lnTo>
                  <a:lnTo>
                    <a:pt x="3937" y="9791"/>
                  </a:lnTo>
                  <a:lnTo>
                    <a:pt x="4200" y="10046"/>
                  </a:lnTo>
                  <a:lnTo>
                    <a:pt x="5560" y="11406"/>
                  </a:lnTo>
                  <a:lnTo>
                    <a:pt x="9948" y="11406"/>
                  </a:lnTo>
                  <a:lnTo>
                    <a:pt x="9948" y="5005"/>
                  </a:lnTo>
                  <a:lnTo>
                    <a:pt x="4982" y="1"/>
                  </a:lnTo>
                  <a:close/>
                </a:path>
              </a:pathLst>
            </a:custGeom>
            <a:solidFill>
              <a:srgbClr val="000000">
                <a:alpha val="148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58" name="Google Shape;8458;p80"/>
            <p:cNvSpPr/>
            <p:nvPr/>
          </p:nvSpPr>
          <p:spPr>
            <a:xfrm>
              <a:off x="2337175" y="1740450"/>
              <a:ext cx="203625" cy="231600"/>
            </a:xfrm>
            <a:custGeom>
              <a:rect b="b" l="l" r="r" t="t"/>
              <a:pathLst>
                <a:path extrusionOk="0" h="9264" w="8145">
                  <a:moveTo>
                    <a:pt x="3179" y="0"/>
                  </a:moveTo>
                  <a:cubicBezTo>
                    <a:pt x="3013" y="0"/>
                    <a:pt x="2893" y="120"/>
                    <a:pt x="2893" y="278"/>
                  </a:cubicBezTo>
                  <a:lnTo>
                    <a:pt x="2893" y="361"/>
                  </a:lnTo>
                  <a:cubicBezTo>
                    <a:pt x="2825" y="391"/>
                    <a:pt x="2773" y="428"/>
                    <a:pt x="2713" y="488"/>
                  </a:cubicBezTo>
                  <a:lnTo>
                    <a:pt x="113" y="3088"/>
                  </a:lnTo>
                  <a:cubicBezTo>
                    <a:pt x="0" y="3201"/>
                    <a:pt x="8" y="3381"/>
                    <a:pt x="121" y="3494"/>
                  </a:cubicBezTo>
                  <a:lnTo>
                    <a:pt x="1946" y="5304"/>
                  </a:lnTo>
                  <a:lnTo>
                    <a:pt x="2157" y="5522"/>
                  </a:lnTo>
                  <a:lnTo>
                    <a:pt x="2405" y="5763"/>
                  </a:lnTo>
                  <a:lnTo>
                    <a:pt x="3967" y="7311"/>
                  </a:lnTo>
                  <a:lnTo>
                    <a:pt x="4215" y="7566"/>
                  </a:lnTo>
                  <a:lnTo>
                    <a:pt x="4471" y="7821"/>
                  </a:lnTo>
                  <a:lnTo>
                    <a:pt x="5921" y="9264"/>
                  </a:lnTo>
                  <a:lnTo>
                    <a:pt x="8145" y="9264"/>
                  </a:lnTo>
                  <a:lnTo>
                    <a:pt x="8145" y="4884"/>
                  </a:lnTo>
                  <a:lnTo>
                    <a:pt x="3434" y="173"/>
                  </a:lnTo>
                  <a:cubicBezTo>
                    <a:pt x="3404" y="75"/>
                    <a:pt x="3299" y="0"/>
                    <a:pt x="3179" y="0"/>
                  </a:cubicBezTo>
                  <a:close/>
                </a:path>
              </a:pathLst>
            </a:custGeom>
            <a:solidFill>
              <a:srgbClr val="000000">
                <a:alpha val="148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59" name="Google Shape;8459;p80"/>
            <p:cNvSpPr/>
            <p:nvPr/>
          </p:nvSpPr>
          <p:spPr>
            <a:xfrm>
              <a:off x="2309000" y="1862900"/>
              <a:ext cx="162300" cy="109150"/>
            </a:xfrm>
            <a:custGeom>
              <a:rect b="b" l="l" r="r" t="t"/>
              <a:pathLst>
                <a:path extrusionOk="0" h="4366" w="6492">
                  <a:moveTo>
                    <a:pt x="429" y="1"/>
                  </a:moveTo>
                  <a:cubicBezTo>
                    <a:pt x="188" y="1"/>
                    <a:pt x="0" y="196"/>
                    <a:pt x="0" y="437"/>
                  </a:cubicBezTo>
                  <a:lnTo>
                    <a:pt x="0" y="2578"/>
                  </a:lnTo>
                  <a:lnTo>
                    <a:pt x="0" y="2600"/>
                  </a:lnTo>
                  <a:lnTo>
                    <a:pt x="0" y="2623"/>
                  </a:lnTo>
                  <a:lnTo>
                    <a:pt x="0" y="2638"/>
                  </a:lnTo>
                  <a:cubicBezTo>
                    <a:pt x="0" y="2660"/>
                    <a:pt x="8" y="2668"/>
                    <a:pt x="8" y="2691"/>
                  </a:cubicBezTo>
                  <a:cubicBezTo>
                    <a:pt x="8" y="2698"/>
                    <a:pt x="15" y="2706"/>
                    <a:pt x="15" y="2713"/>
                  </a:cubicBezTo>
                  <a:cubicBezTo>
                    <a:pt x="15" y="2736"/>
                    <a:pt x="30" y="2743"/>
                    <a:pt x="38" y="2766"/>
                  </a:cubicBezTo>
                  <a:cubicBezTo>
                    <a:pt x="45" y="2781"/>
                    <a:pt x="53" y="2788"/>
                    <a:pt x="68" y="2811"/>
                  </a:cubicBezTo>
                  <a:cubicBezTo>
                    <a:pt x="75" y="2811"/>
                    <a:pt x="75" y="2818"/>
                    <a:pt x="83" y="2826"/>
                  </a:cubicBezTo>
                  <a:lnTo>
                    <a:pt x="106" y="2848"/>
                  </a:lnTo>
                  <a:lnTo>
                    <a:pt x="121" y="2863"/>
                  </a:lnTo>
                  <a:lnTo>
                    <a:pt x="143" y="2886"/>
                  </a:lnTo>
                  <a:lnTo>
                    <a:pt x="158" y="2901"/>
                  </a:lnTo>
                  <a:lnTo>
                    <a:pt x="181" y="2923"/>
                  </a:lnTo>
                  <a:cubicBezTo>
                    <a:pt x="181" y="2931"/>
                    <a:pt x="188" y="2931"/>
                    <a:pt x="196" y="2938"/>
                  </a:cubicBezTo>
                  <a:lnTo>
                    <a:pt x="1623" y="4366"/>
                  </a:lnTo>
                  <a:lnTo>
                    <a:pt x="6492" y="4366"/>
                  </a:lnTo>
                  <a:lnTo>
                    <a:pt x="5320" y="3201"/>
                  </a:lnTo>
                  <a:lnTo>
                    <a:pt x="5064" y="2946"/>
                  </a:lnTo>
                  <a:lnTo>
                    <a:pt x="4065" y="1954"/>
                  </a:lnTo>
                  <a:lnTo>
                    <a:pt x="3742" y="1624"/>
                  </a:lnTo>
                  <a:lnTo>
                    <a:pt x="3502" y="1391"/>
                  </a:lnTo>
                  <a:lnTo>
                    <a:pt x="3246" y="1135"/>
                  </a:lnTo>
                  <a:lnTo>
                    <a:pt x="2322" y="211"/>
                  </a:lnTo>
                  <a:lnTo>
                    <a:pt x="2330" y="196"/>
                  </a:lnTo>
                  <a:cubicBezTo>
                    <a:pt x="2322" y="189"/>
                    <a:pt x="2314" y="174"/>
                    <a:pt x="2299" y="159"/>
                  </a:cubicBezTo>
                  <a:lnTo>
                    <a:pt x="2284" y="143"/>
                  </a:lnTo>
                  <a:lnTo>
                    <a:pt x="2262" y="121"/>
                  </a:lnTo>
                  <a:cubicBezTo>
                    <a:pt x="2262" y="113"/>
                    <a:pt x="2254" y="113"/>
                    <a:pt x="2247" y="106"/>
                  </a:cubicBezTo>
                  <a:lnTo>
                    <a:pt x="2224" y="83"/>
                  </a:lnTo>
                  <a:cubicBezTo>
                    <a:pt x="2224" y="76"/>
                    <a:pt x="2217" y="76"/>
                    <a:pt x="2209" y="68"/>
                  </a:cubicBezTo>
                  <a:cubicBezTo>
                    <a:pt x="2187" y="61"/>
                    <a:pt x="2179" y="46"/>
                    <a:pt x="2157" y="38"/>
                  </a:cubicBezTo>
                  <a:cubicBezTo>
                    <a:pt x="2149" y="31"/>
                    <a:pt x="2134" y="31"/>
                    <a:pt x="2112" y="23"/>
                  </a:cubicBezTo>
                  <a:cubicBezTo>
                    <a:pt x="2104" y="23"/>
                    <a:pt x="2097" y="8"/>
                    <a:pt x="2082" y="8"/>
                  </a:cubicBezTo>
                  <a:cubicBezTo>
                    <a:pt x="2082" y="1"/>
                    <a:pt x="2074" y="1"/>
                    <a:pt x="2067" y="1"/>
                  </a:cubicBezTo>
                  <a:close/>
                </a:path>
              </a:pathLst>
            </a:custGeom>
            <a:solidFill>
              <a:srgbClr val="000000">
                <a:alpha val="148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60" name="Google Shape;8460;p80"/>
            <p:cNvSpPr/>
            <p:nvPr/>
          </p:nvSpPr>
          <p:spPr>
            <a:xfrm>
              <a:off x="2315375" y="1869300"/>
              <a:ext cx="47750" cy="62750"/>
            </a:xfrm>
            <a:custGeom>
              <a:rect b="b" l="l" r="r" t="t"/>
              <a:pathLst>
                <a:path extrusionOk="0" h="2510" w="1910">
                  <a:moveTo>
                    <a:pt x="181" y="0"/>
                  </a:moveTo>
                  <a:cubicBezTo>
                    <a:pt x="76" y="0"/>
                    <a:pt x="1" y="83"/>
                    <a:pt x="1" y="181"/>
                  </a:cubicBezTo>
                  <a:lnTo>
                    <a:pt x="1" y="2329"/>
                  </a:lnTo>
                  <a:cubicBezTo>
                    <a:pt x="1" y="2435"/>
                    <a:pt x="83" y="2510"/>
                    <a:pt x="181" y="2510"/>
                  </a:cubicBezTo>
                  <a:lnTo>
                    <a:pt x="1729" y="2510"/>
                  </a:lnTo>
                  <a:cubicBezTo>
                    <a:pt x="1819" y="2510"/>
                    <a:pt x="1909" y="2435"/>
                    <a:pt x="1909" y="2329"/>
                  </a:cubicBezTo>
                  <a:lnTo>
                    <a:pt x="1909" y="181"/>
                  </a:lnTo>
                  <a:cubicBezTo>
                    <a:pt x="1909" y="75"/>
                    <a:pt x="1819" y="0"/>
                    <a:pt x="17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61" name="Google Shape;8461;p80"/>
            <p:cNvSpPr/>
            <p:nvPr/>
          </p:nvSpPr>
          <p:spPr>
            <a:xfrm>
              <a:off x="2309175" y="1863100"/>
              <a:ext cx="60525" cy="75525"/>
            </a:xfrm>
            <a:custGeom>
              <a:rect b="b" l="l" r="r" t="t"/>
              <a:pathLst>
                <a:path extrusionOk="0" h="3021" w="2421">
                  <a:moveTo>
                    <a:pt x="1902" y="504"/>
                  </a:moveTo>
                  <a:lnTo>
                    <a:pt x="1902" y="2502"/>
                  </a:lnTo>
                  <a:lnTo>
                    <a:pt x="504" y="2502"/>
                  </a:lnTo>
                  <a:lnTo>
                    <a:pt x="504" y="504"/>
                  </a:lnTo>
                  <a:close/>
                  <a:moveTo>
                    <a:pt x="437" y="0"/>
                  </a:moveTo>
                  <a:cubicBezTo>
                    <a:pt x="196" y="0"/>
                    <a:pt x="1" y="188"/>
                    <a:pt x="1" y="436"/>
                  </a:cubicBezTo>
                  <a:lnTo>
                    <a:pt x="1" y="2585"/>
                  </a:lnTo>
                  <a:lnTo>
                    <a:pt x="1" y="2615"/>
                  </a:lnTo>
                  <a:lnTo>
                    <a:pt x="1" y="2630"/>
                  </a:lnTo>
                  <a:lnTo>
                    <a:pt x="1" y="2652"/>
                  </a:lnTo>
                  <a:cubicBezTo>
                    <a:pt x="1" y="2667"/>
                    <a:pt x="8" y="2683"/>
                    <a:pt x="8" y="2698"/>
                  </a:cubicBezTo>
                  <a:cubicBezTo>
                    <a:pt x="8" y="2705"/>
                    <a:pt x="23" y="2720"/>
                    <a:pt x="23" y="2728"/>
                  </a:cubicBezTo>
                  <a:cubicBezTo>
                    <a:pt x="31" y="2743"/>
                    <a:pt x="31" y="2765"/>
                    <a:pt x="38" y="2773"/>
                  </a:cubicBezTo>
                  <a:cubicBezTo>
                    <a:pt x="46" y="2795"/>
                    <a:pt x="61" y="2803"/>
                    <a:pt x="68" y="2818"/>
                  </a:cubicBezTo>
                  <a:cubicBezTo>
                    <a:pt x="76" y="2833"/>
                    <a:pt x="76" y="2840"/>
                    <a:pt x="84" y="2840"/>
                  </a:cubicBezTo>
                  <a:lnTo>
                    <a:pt x="106" y="2855"/>
                  </a:lnTo>
                  <a:lnTo>
                    <a:pt x="129" y="2878"/>
                  </a:lnTo>
                  <a:lnTo>
                    <a:pt x="144" y="2893"/>
                  </a:lnTo>
                  <a:lnTo>
                    <a:pt x="166" y="2915"/>
                  </a:lnTo>
                  <a:cubicBezTo>
                    <a:pt x="174" y="2915"/>
                    <a:pt x="174" y="2923"/>
                    <a:pt x="181" y="2930"/>
                  </a:cubicBezTo>
                  <a:cubicBezTo>
                    <a:pt x="189" y="2945"/>
                    <a:pt x="204" y="2945"/>
                    <a:pt x="204" y="2953"/>
                  </a:cubicBezTo>
                  <a:cubicBezTo>
                    <a:pt x="264" y="2998"/>
                    <a:pt x="339" y="3021"/>
                    <a:pt x="437" y="3021"/>
                  </a:cubicBezTo>
                  <a:lnTo>
                    <a:pt x="1984" y="3021"/>
                  </a:lnTo>
                  <a:cubicBezTo>
                    <a:pt x="2217" y="3021"/>
                    <a:pt x="2420" y="2833"/>
                    <a:pt x="2420" y="2585"/>
                  </a:cubicBezTo>
                  <a:lnTo>
                    <a:pt x="2420" y="429"/>
                  </a:lnTo>
                  <a:cubicBezTo>
                    <a:pt x="2398" y="361"/>
                    <a:pt x="2390" y="293"/>
                    <a:pt x="2360" y="248"/>
                  </a:cubicBezTo>
                  <a:cubicBezTo>
                    <a:pt x="2353" y="226"/>
                    <a:pt x="2345" y="218"/>
                    <a:pt x="2330" y="203"/>
                  </a:cubicBezTo>
                  <a:cubicBezTo>
                    <a:pt x="2323" y="188"/>
                    <a:pt x="2315" y="173"/>
                    <a:pt x="2307" y="166"/>
                  </a:cubicBezTo>
                  <a:lnTo>
                    <a:pt x="2285" y="143"/>
                  </a:lnTo>
                  <a:lnTo>
                    <a:pt x="2270" y="128"/>
                  </a:lnTo>
                  <a:lnTo>
                    <a:pt x="2247" y="105"/>
                  </a:lnTo>
                  <a:lnTo>
                    <a:pt x="2232" y="90"/>
                  </a:lnTo>
                  <a:lnTo>
                    <a:pt x="2210" y="68"/>
                  </a:lnTo>
                  <a:cubicBezTo>
                    <a:pt x="2187" y="60"/>
                    <a:pt x="2180" y="53"/>
                    <a:pt x="2165" y="38"/>
                  </a:cubicBezTo>
                  <a:cubicBezTo>
                    <a:pt x="2142" y="30"/>
                    <a:pt x="2135" y="23"/>
                    <a:pt x="2112" y="23"/>
                  </a:cubicBezTo>
                  <a:cubicBezTo>
                    <a:pt x="2105" y="23"/>
                    <a:pt x="2097" y="15"/>
                    <a:pt x="2090" y="15"/>
                  </a:cubicBezTo>
                  <a:cubicBezTo>
                    <a:pt x="2082" y="15"/>
                    <a:pt x="2067" y="15"/>
                    <a:pt x="206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62" name="Google Shape;8462;p80"/>
            <p:cNvSpPr/>
            <p:nvPr/>
          </p:nvSpPr>
          <p:spPr>
            <a:xfrm>
              <a:off x="2465075" y="1862900"/>
              <a:ext cx="75725" cy="109150"/>
            </a:xfrm>
            <a:custGeom>
              <a:rect b="b" l="l" r="r" t="t"/>
              <a:pathLst>
                <a:path extrusionOk="0" h="4366" w="3029">
                  <a:moveTo>
                    <a:pt x="437" y="1"/>
                  </a:moveTo>
                  <a:cubicBezTo>
                    <a:pt x="189" y="1"/>
                    <a:pt x="1" y="196"/>
                    <a:pt x="1" y="437"/>
                  </a:cubicBezTo>
                  <a:lnTo>
                    <a:pt x="1" y="2578"/>
                  </a:lnTo>
                  <a:lnTo>
                    <a:pt x="1" y="2600"/>
                  </a:lnTo>
                  <a:lnTo>
                    <a:pt x="1" y="2623"/>
                  </a:lnTo>
                  <a:lnTo>
                    <a:pt x="1" y="2638"/>
                  </a:lnTo>
                  <a:cubicBezTo>
                    <a:pt x="1" y="2660"/>
                    <a:pt x="9" y="2668"/>
                    <a:pt x="9" y="2691"/>
                  </a:cubicBezTo>
                  <a:cubicBezTo>
                    <a:pt x="9" y="2698"/>
                    <a:pt x="24" y="2706"/>
                    <a:pt x="24" y="2713"/>
                  </a:cubicBezTo>
                  <a:cubicBezTo>
                    <a:pt x="24" y="2736"/>
                    <a:pt x="31" y="2743"/>
                    <a:pt x="39" y="2766"/>
                  </a:cubicBezTo>
                  <a:cubicBezTo>
                    <a:pt x="46" y="2781"/>
                    <a:pt x="61" y="2788"/>
                    <a:pt x="69" y="2811"/>
                  </a:cubicBezTo>
                  <a:cubicBezTo>
                    <a:pt x="76" y="2811"/>
                    <a:pt x="76" y="2818"/>
                    <a:pt x="84" y="2826"/>
                  </a:cubicBezTo>
                  <a:lnTo>
                    <a:pt x="106" y="2848"/>
                  </a:lnTo>
                  <a:lnTo>
                    <a:pt x="121" y="2863"/>
                  </a:lnTo>
                  <a:lnTo>
                    <a:pt x="144" y="2886"/>
                  </a:lnTo>
                  <a:lnTo>
                    <a:pt x="166" y="2901"/>
                  </a:lnTo>
                  <a:lnTo>
                    <a:pt x="181" y="2923"/>
                  </a:lnTo>
                  <a:cubicBezTo>
                    <a:pt x="181" y="2931"/>
                    <a:pt x="189" y="2931"/>
                    <a:pt x="204" y="2938"/>
                  </a:cubicBezTo>
                  <a:lnTo>
                    <a:pt x="1631" y="4366"/>
                  </a:lnTo>
                  <a:lnTo>
                    <a:pt x="3029" y="4366"/>
                  </a:lnTo>
                  <a:lnTo>
                    <a:pt x="3029" y="895"/>
                  </a:lnTo>
                  <a:lnTo>
                    <a:pt x="2360" y="189"/>
                  </a:lnTo>
                  <a:lnTo>
                    <a:pt x="2353" y="181"/>
                  </a:lnTo>
                  <a:lnTo>
                    <a:pt x="2338" y="181"/>
                  </a:lnTo>
                  <a:cubicBezTo>
                    <a:pt x="2330" y="174"/>
                    <a:pt x="2323" y="151"/>
                    <a:pt x="2315" y="143"/>
                  </a:cubicBezTo>
                  <a:lnTo>
                    <a:pt x="2293" y="121"/>
                  </a:lnTo>
                  <a:cubicBezTo>
                    <a:pt x="2263" y="98"/>
                    <a:pt x="2240" y="76"/>
                    <a:pt x="2210" y="61"/>
                  </a:cubicBezTo>
                  <a:cubicBezTo>
                    <a:pt x="2210" y="61"/>
                    <a:pt x="2202" y="46"/>
                    <a:pt x="2187" y="46"/>
                  </a:cubicBezTo>
                  <a:cubicBezTo>
                    <a:pt x="2165" y="38"/>
                    <a:pt x="2142" y="31"/>
                    <a:pt x="2112" y="23"/>
                  </a:cubicBezTo>
                  <a:cubicBezTo>
                    <a:pt x="2105" y="23"/>
                    <a:pt x="2097" y="8"/>
                    <a:pt x="2090" y="8"/>
                  </a:cubicBezTo>
                  <a:cubicBezTo>
                    <a:pt x="2090" y="1"/>
                    <a:pt x="2075" y="1"/>
                    <a:pt x="2067" y="1"/>
                  </a:cubicBezTo>
                  <a:close/>
                </a:path>
              </a:pathLst>
            </a:custGeom>
            <a:solidFill>
              <a:srgbClr val="000000">
                <a:alpha val="148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63" name="Google Shape;8463;p80"/>
            <p:cNvSpPr/>
            <p:nvPr/>
          </p:nvSpPr>
          <p:spPr>
            <a:xfrm>
              <a:off x="2471475" y="1869300"/>
              <a:ext cx="47725" cy="62750"/>
            </a:xfrm>
            <a:custGeom>
              <a:rect b="b" l="l" r="r" t="t"/>
              <a:pathLst>
                <a:path extrusionOk="0" h="2510" w="1909">
                  <a:moveTo>
                    <a:pt x="181" y="0"/>
                  </a:moveTo>
                  <a:cubicBezTo>
                    <a:pt x="76" y="0"/>
                    <a:pt x="0" y="83"/>
                    <a:pt x="0" y="181"/>
                  </a:cubicBezTo>
                  <a:lnTo>
                    <a:pt x="0" y="2329"/>
                  </a:lnTo>
                  <a:cubicBezTo>
                    <a:pt x="0" y="2435"/>
                    <a:pt x="83" y="2510"/>
                    <a:pt x="181" y="2510"/>
                  </a:cubicBezTo>
                  <a:lnTo>
                    <a:pt x="1729" y="2510"/>
                  </a:lnTo>
                  <a:cubicBezTo>
                    <a:pt x="1826" y="2510"/>
                    <a:pt x="1909" y="2435"/>
                    <a:pt x="1909" y="2329"/>
                  </a:cubicBezTo>
                  <a:lnTo>
                    <a:pt x="1909" y="181"/>
                  </a:lnTo>
                  <a:cubicBezTo>
                    <a:pt x="1909" y="75"/>
                    <a:pt x="1826" y="0"/>
                    <a:pt x="17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64" name="Google Shape;8464;p80"/>
            <p:cNvSpPr/>
            <p:nvPr/>
          </p:nvSpPr>
          <p:spPr>
            <a:xfrm>
              <a:off x="2464900" y="1863100"/>
              <a:ext cx="60325" cy="75350"/>
            </a:xfrm>
            <a:custGeom>
              <a:rect b="b" l="l" r="r" t="t"/>
              <a:pathLst>
                <a:path extrusionOk="0" h="3014" w="2413">
                  <a:moveTo>
                    <a:pt x="1916" y="504"/>
                  </a:moveTo>
                  <a:lnTo>
                    <a:pt x="1916" y="2502"/>
                  </a:lnTo>
                  <a:lnTo>
                    <a:pt x="519" y="2502"/>
                  </a:lnTo>
                  <a:lnTo>
                    <a:pt x="519" y="504"/>
                  </a:lnTo>
                  <a:close/>
                  <a:moveTo>
                    <a:pt x="436" y="0"/>
                  </a:moveTo>
                  <a:cubicBezTo>
                    <a:pt x="196" y="0"/>
                    <a:pt x="0" y="188"/>
                    <a:pt x="0" y="436"/>
                  </a:cubicBezTo>
                  <a:lnTo>
                    <a:pt x="0" y="2585"/>
                  </a:lnTo>
                  <a:lnTo>
                    <a:pt x="0" y="2615"/>
                  </a:lnTo>
                  <a:lnTo>
                    <a:pt x="0" y="2630"/>
                  </a:lnTo>
                  <a:lnTo>
                    <a:pt x="0" y="2652"/>
                  </a:lnTo>
                  <a:cubicBezTo>
                    <a:pt x="0" y="2667"/>
                    <a:pt x="8" y="2675"/>
                    <a:pt x="8" y="2698"/>
                  </a:cubicBezTo>
                  <a:cubicBezTo>
                    <a:pt x="8" y="2705"/>
                    <a:pt x="8" y="2713"/>
                    <a:pt x="23" y="2728"/>
                  </a:cubicBezTo>
                  <a:cubicBezTo>
                    <a:pt x="31" y="2743"/>
                    <a:pt x="31" y="2765"/>
                    <a:pt x="38" y="2773"/>
                  </a:cubicBezTo>
                  <a:cubicBezTo>
                    <a:pt x="46" y="2788"/>
                    <a:pt x="61" y="2803"/>
                    <a:pt x="68" y="2818"/>
                  </a:cubicBezTo>
                  <a:cubicBezTo>
                    <a:pt x="76" y="2833"/>
                    <a:pt x="76" y="2840"/>
                    <a:pt x="83" y="2840"/>
                  </a:cubicBezTo>
                  <a:cubicBezTo>
                    <a:pt x="98" y="2848"/>
                    <a:pt x="98" y="2855"/>
                    <a:pt x="106" y="2855"/>
                  </a:cubicBezTo>
                  <a:lnTo>
                    <a:pt x="121" y="2878"/>
                  </a:lnTo>
                  <a:lnTo>
                    <a:pt x="143" y="2893"/>
                  </a:lnTo>
                  <a:lnTo>
                    <a:pt x="158" y="2915"/>
                  </a:lnTo>
                  <a:lnTo>
                    <a:pt x="181" y="2930"/>
                  </a:lnTo>
                  <a:lnTo>
                    <a:pt x="196" y="2953"/>
                  </a:lnTo>
                  <a:cubicBezTo>
                    <a:pt x="263" y="2998"/>
                    <a:pt x="339" y="3013"/>
                    <a:pt x="436" y="3013"/>
                  </a:cubicBezTo>
                  <a:lnTo>
                    <a:pt x="1984" y="3013"/>
                  </a:lnTo>
                  <a:cubicBezTo>
                    <a:pt x="2217" y="3013"/>
                    <a:pt x="2412" y="2825"/>
                    <a:pt x="2412" y="2585"/>
                  </a:cubicBezTo>
                  <a:lnTo>
                    <a:pt x="2412" y="429"/>
                  </a:lnTo>
                  <a:cubicBezTo>
                    <a:pt x="2412" y="353"/>
                    <a:pt x="2397" y="278"/>
                    <a:pt x="2360" y="211"/>
                  </a:cubicBezTo>
                  <a:lnTo>
                    <a:pt x="2352" y="203"/>
                  </a:lnTo>
                  <a:lnTo>
                    <a:pt x="2352" y="188"/>
                  </a:lnTo>
                  <a:cubicBezTo>
                    <a:pt x="2337" y="173"/>
                    <a:pt x="2330" y="158"/>
                    <a:pt x="2322" y="151"/>
                  </a:cubicBezTo>
                  <a:lnTo>
                    <a:pt x="2300" y="135"/>
                  </a:lnTo>
                  <a:cubicBezTo>
                    <a:pt x="2277" y="105"/>
                    <a:pt x="2254" y="90"/>
                    <a:pt x="2217" y="68"/>
                  </a:cubicBezTo>
                  <a:cubicBezTo>
                    <a:pt x="2209" y="60"/>
                    <a:pt x="2202" y="60"/>
                    <a:pt x="2202" y="60"/>
                  </a:cubicBezTo>
                  <a:cubicBezTo>
                    <a:pt x="2187" y="45"/>
                    <a:pt x="2172" y="45"/>
                    <a:pt x="2164" y="38"/>
                  </a:cubicBezTo>
                  <a:cubicBezTo>
                    <a:pt x="2149" y="30"/>
                    <a:pt x="2134" y="30"/>
                    <a:pt x="2127" y="23"/>
                  </a:cubicBezTo>
                  <a:cubicBezTo>
                    <a:pt x="2112" y="23"/>
                    <a:pt x="2104" y="15"/>
                    <a:pt x="2097" y="15"/>
                  </a:cubicBezTo>
                  <a:cubicBezTo>
                    <a:pt x="2089" y="15"/>
                    <a:pt x="2074" y="15"/>
                    <a:pt x="207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65" name="Google Shape;8465;p80"/>
            <p:cNvSpPr/>
            <p:nvPr/>
          </p:nvSpPr>
          <p:spPr>
            <a:xfrm>
              <a:off x="2261275" y="1681025"/>
              <a:ext cx="310350" cy="166175"/>
            </a:xfrm>
            <a:custGeom>
              <a:rect b="b" l="l" r="r" t="t"/>
              <a:pathLst>
                <a:path extrusionOk="0" h="6647" w="12414">
                  <a:moveTo>
                    <a:pt x="6212" y="1"/>
                  </a:moveTo>
                  <a:cubicBezTo>
                    <a:pt x="6104" y="1"/>
                    <a:pt x="5997" y="44"/>
                    <a:pt x="5914" y="131"/>
                  </a:cubicBezTo>
                  <a:lnTo>
                    <a:pt x="114" y="5923"/>
                  </a:lnTo>
                  <a:cubicBezTo>
                    <a:pt x="1" y="6036"/>
                    <a:pt x="1" y="6209"/>
                    <a:pt x="114" y="6322"/>
                  </a:cubicBezTo>
                  <a:lnTo>
                    <a:pt x="362" y="6562"/>
                  </a:lnTo>
                  <a:cubicBezTo>
                    <a:pt x="418" y="6618"/>
                    <a:pt x="487" y="6646"/>
                    <a:pt x="557" y="6646"/>
                  </a:cubicBezTo>
                  <a:cubicBezTo>
                    <a:pt x="626" y="6646"/>
                    <a:pt x="696" y="6618"/>
                    <a:pt x="752" y="6562"/>
                  </a:cubicBezTo>
                  <a:lnTo>
                    <a:pt x="6139" y="1182"/>
                  </a:lnTo>
                  <a:cubicBezTo>
                    <a:pt x="6162" y="1160"/>
                    <a:pt x="6190" y="1149"/>
                    <a:pt x="6218" y="1149"/>
                  </a:cubicBezTo>
                  <a:cubicBezTo>
                    <a:pt x="6246" y="1149"/>
                    <a:pt x="6275" y="1160"/>
                    <a:pt x="6297" y="1182"/>
                  </a:cubicBezTo>
                  <a:lnTo>
                    <a:pt x="11677" y="6562"/>
                  </a:lnTo>
                  <a:cubicBezTo>
                    <a:pt x="11733" y="6615"/>
                    <a:pt x="11805" y="6641"/>
                    <a:pt x="11876" y="6641"/>
                  </a:cubicBezTo>
                  <a:cubicBezTo>
                    <a:pt x="11947" y="6641"/>
                    <a:pt x="12019" y="6615"/>
                    <a:pt x="12075" y="6562"/>
                  </a:cubicBezTo>
                  <a:lnTo>
                    <a:pt x="12315" y="6322"/>
                  </a:lnTo>
                  <a:cubicBezTo>
                    <a:pt x="12413" y="6216"/>
                    <a:pt x="12413" y="6036"/>
                    <a:pt x="12308" y="5931"/>
                  </a:cubicBezTo>
                  <a:lnTo>
                    <a:pt x="6515" y="131"/>
                  </a:lnTo>
                  <a:cubicBezTo>
                    <a:pt x="6429" y="44"/>
                    <a:pt x="6320" y="1"/>
                    <a:pt x="621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66" name="Google Shape;8466;p80"/>
            <p:cNvSpPr/>
            <p:nvPr/>
          </p:nvSpPr>
          <p:spPr>
            <a:xfrm>
              <a:off x="2416625" y="1681275"/>
              <a:ext cx="155175" cy="165775"/>
            </a:xfrm>
            <a:custGeom>
              <a:rect b="b" l="l" r="r" t="t"/>
              <a:pathLst>
                <a:path extrusionOk="0" h="6631" w="6207">
                  <a:moveTo>
                    <a:pt x="1" y="0"/>
                  </a:moveTo>
                  <a:lnTo>
                    <a:pt x="1" y="1142"/>
                  </a:lnTo>
                  <a:cubicBezTo>
                    <a:pt x="23" y="1142"/>
                    <a:pt x="53" y="1150"/>
                    <a:pt x="68" y="1172"/>
                  </a:cubicBezTo>
                  <a:lnTo>
                    <a:pt x="5455" y="6552"/>
                  </a:lnTo>
                  <a:cubicBezTo>
                    <a:pt x="5512" y="6605"/>
                    <a:pt x="5581" y="6631"/>
                    <a:pt x="5651" y="6631"/>
                  </a:cubicBezTo>
                  <a:cubicBezTo>
                    <a:pt x="5720" y="6631"/>
                    <a:pt x="5790" y="6605"/>
                    <a:pt x="5846" y="6552"/>
                  </a:cubicBezTo>
                  <a:lnTo>
                    <a:pt x="6094" y="6312"/>
                  </a:lnTo>
                  <a:cubicBezTo>
                    <a:pt x="6207" y="6206"/>
                    <a:pt x="6207" y="6026"/>
                    <a:pt x="6094" y="5913"/>
                  </a:cubicBezTo>
                  <a:lnTo>
                    <a:pt x="301" y="121"/>
                  </a:lnTo>
                  <a:cubicBezTo>
                    <a:pt x="211" y="38"/>
                    <a:pt x="113" y="0"/>
                    <a:pt x="1" y="0"/>
                  </a:cubicBezTo>
                  <a:close/>
                </a:path>
              </a:pathLst>
            </a:custGeom>
            <a:solidFill>
              <a:srgbClr val="000000">
                <a:alpha val="148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67" name="Google Shape;8467;p80"/>
            <p:cNvSpPr/>
            <p:nvPr/>
          </p:nvSpPr>
          <p:spPr>
            <a:xfrm>
              <a:off x="2390525" y="1856525"/>
              <a:ext cx="51850" cy="115525"/>
            </a:xfrm>
            <a:custGeom>
              <a:rect b="b" l="l" r="r" t="t"/>
              <a:pathLst>
                <a:path extrusionOk="0" h="4621" w="2074">
                  <a:moveTo>
                    <a:pt x="1030" y="0"/>
                  </a:moveTo>
                  <a:cubicBezTo>
                    <a:pt x="519" y="0"/>
                    <a:pt x="83" y="376"/>
                    <a:pt x="8" y="879"/>
                  </a:cubicBezTo>
                  <a:cubicBezTo>
                    <a:pt x="0" y="932"/>
                    <a:pt x="0" y="992"/>
                    <a:pt x="0" y="1045"/>
                  </a:cubicBezTo>
                  <a:lnTo>
                    <a:pt x="0" y="4621"/>
                  </a:lnTo>
                  <a:lnTo>
                    <a:pt x="2074" y="4621"/>
                  </a:lnTo>
                  <a:lnTo>
                    <a:pt x="2074" y="1045"/>
                  </a:lnTo>
                  <a:cubicBezTo>
                    <a:pt x="2074" y="752"/>
                    <a:pt x="1961" y="504"/>
                    <a:pt x="1766" y="301"/>
                  </a:cubicBezTo>
                  <a:cubicBezTo>
                    <a:pt x="1578" y="113"/>
                    <a:pt x="1315" y="0"/>
                    <a:pt x="10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68" name="Google Shape;8468;p80"/>
            <p:cNvSpPr/>
            <p:nvPr/>
          </p:nvSpPr>
          <p:spPr>
            <a:xfrm>
              <a:off x="2384125" y="1850500"/>
              <a:ext cx="64650" cy="121550"/>
            </a:xfrm>
            <a:custGeom>
              <a:rect b="b" l="l" r="r" t="t"/>
              <a:pathLst>
                <a:path extrusionOk="0" h="4862" w="2586">
                  <a:moveTo>
                    <a:pt x="1301" y="1"/>
                  </a:moveTo>
                  <a:cubicBezTo>
                    <a:pt x="714" y="1"/>
                    <a:pt x="219" y="384"/>
                    <a:pt x="61" y="910"/>
                  </a:cubicBezTo>
                  <a:cubicBezTo>
                    <a:pt x="23" y="1030"/>
                    <a:pt x="1" y="1158"/>
                    <a:pt x="1" y="1286"/>
                  </a:cubicBezTo>
                  <a:lnTo>
                    <a:pt x="1" y="4862"/>
                  </a:lnTo>
                  <a:lnTo>
                    <a:pt x="519" y="4862"/>
                  </a:lnTo>
                  <a:lnTo>
                    <a:pt x="519" y="1278"/>
                  </a:lnTo>
                  <a:cubicBezTo>
                    <a:pt x="519" y="857"/>
                    <a:pt x="865" y="504"/>
                    <a:pt x="1286" y="504"/>
                  </a:cubicBezTo>
                  <a:lnTo>
                    <a:pt x="1301" y="504"/>
                  </a:lnTo>
                  <a:cubicBezTo>
                    <a:pt x="1721" y="504"/>
                    <a:pt x="2067" y="857"/>
                    <a:pt x="2067" y="1278"/>
                  </a:cubicBezTo>
                  <a:lnTo>
                    <a:pt x="2067" y="4862"/>
                  </a:lnTo>
                  <a:lnTo>
                    <a:pt x="2585" y="4862"/>
                  </a:lnTo>
                  <a:lnTo>
                    <a:pt x="2585" y="1286"/>
                  </a:lnTo>
                  <a:cubicBezTo>
                    <a:pt x="2585" y="933"/>
                    <a:pt x="2443" y="602"/>
                    <a:pt x="2210" y="377"/>
                  </a:cubicBezTo>
                  <a:cubicBezTo>
                    <a:pt x="1977" y="144"/>
                    <a:pt x="1654" y="1"/>
                    <a:pt x="130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69" name="Google Shape;8469;p80"/>
            <p:cNvSpPr/>
            <p:nvPr/>
          </p:nvSpPr>
          <p:spPr>
            <a:xfrm>
              <a:off x="2401600" y="1901975"/>
              <a:ext cx="11675" cy="11675"/>
            </a:xfrm>
            <a:custGeom>
              <a:rect b="b" l="l" r="r" t="t"/>
              <a:pathLst>
                <a:path extrusionOk="0" h="467" w="467">
                  <a:moveTo>
                    <a:pt x="233" y="1"/>
                  </a:moveTo>
                  <a:cubicBezTo>
                    <a:pt x="98" y="1"/>
                    <a:pt x="0" y="98"/>
                    <a:pt x="0" y="233"/>
                  </a:cubicBezTo>
                  <a:cubicBezTo>
                    <a:pt x="0" y="361"/>
                    <a:pt x="98" y="466"/>
                    <a:pt x="233" y="466"/>
                  </a:cubicBezTo>
                  <a:cubicBezTo>
                    <a:pt x="361" y="466"/>
                    <a:pt x="466" y="361"/>
                    <a:pt x="466" y="233"/>
                  </a:cubicBezTo>
                  <a:cubicBezTo>
                    <a:pt x="466" y="98"/>
                    <a:pt x="361" y="1"/>
                    <a:pt x="23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70" name="Google Shape;8470;p80"/>
            <p:cNvSpPr/>
            <p:nvPr/>
          </p:nvSpPr>
          <p:spPr>
            <a:xfrm>
              <a:off x="2357075" y="1753775"/>
              <a:ext cx="118750" cy="59375"/>
            </a:xfrm>
            <a:custGeom>
              <a:rect b="b" l="l" r="r" t="t"/>
              <a:pathLst>
                <a:path extrusionOk="0" h="2375" w="4750">
                  <a:moveTo>
                    <a:pt x="2383" y="0"/>
                  </a:moveTo>
                  <a:lnTo>
                    <a:pt x="1" y="2375"/>
                  </a:lnTo>
                  <a:lnTo>
                    <a:pt x="4749" y="2375"/>
                  </a:lnTo>
                  <a:lnTo>
                    <a:pt x="23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71" name="Google Shape;8471;p80"/>
            <p:cNvSpPr/>
            <p:nvPr/>
          </p:nvSpPr>
          <p:spPr>
            <a:xfrm>
              <a:off x="2409500" y="1740050"/>
              <a:ext cx="14100" cy="81175"/>
            </a:xfrm>
            <a:custGeom>
              <a:rect b="b" l="l" r="r" t="t"/>
              <a:pathLst>
                <a:path extrusionOk="0" h="3247" w="564">
                  <a:moveTo>
                    <a:pt x="286" y="1"/>
                  </a:moveTo>
                  <a:cubicBezTo>
                    <a:pt x="120" y="1"/>
                    <a:pt x="0" y="129"/>
                    <a:pt x="0" y="287"/>
                  </a:cubicBezTo>
                  <a:lnTo>
                    <a:pt x="0" y="2961"/>
                  </a:lnTo>
                  <a:cubicBezTo>
                    <a:pt x="0" y="3119"/>
                    <a:pt x="120" y="3247"/>
                    <a:pt x="286" y="3247"/>
                  </a:cubicBezTo>
                  <a:cubicBezTo>
                    <a:pt x="436" y="3247"/>
                    <a:pt x="564" y="3119"/>
                    <a:pt x="564" y="2961"/>
                  </a:cubicBezTo>
                  <a:lnTo>
                    <a:pt x="564" y="287"/>
                  </a:lnTo>
                  <a:cubicBezTo>
                    <a:pt x="564" y="129"/>
                    <a:pt x="443" y="1"/>
                    <a:pt x="28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72" name="Google Shape;8472;p80"/>
            <p:cNvSpPr/>
            <p:nvPr/>
          </p:nvSpPr>
          <p:spPr>
            <a:xfrm>
              <a:off x="2348250" y="1809000"/>
              <a:ext cx="136575" cy="14100"/>
            </a:xfrm>
            <a:custGeom>
              <a:rect b="b" l="l" r="r" t="t"/>
              <a:pathLst>
                <a:path extrusionOk="0" h="564" w="5463">
                  <a:moveTo>
                    <a:pt x="279" y="0"/>
                  </a:moveTo>
                  <a:cubicBezTo>
                    <a:pt x="121" y="0"/>
                    <a:pt x="1" y="128"/>
                    <a:pt x="1" y="278"/>
                  </a:cubicBezTo>
                  <a:cubicBezTo>
                    <a:pt x="1" y="436"/>
                    <a:pt x="121" y="564"/>
                    <a:pt x="279" y="564"/>
                  </a:cubicBezTo>
                  <a:lnTo>
                    <a:pt x="5185" y="564"/>
                  </a:lnTo>
                  <a:cubicBezTo>
                    <a:pt x="5343" y="564"/>
                    <a:pt x="5463" y="436"/>
                    <a:pt x="5463" y="278"/>
                  </a:cubicBezTo>
                  <a:cubicBezTo>
                    <a:pt x="5463" y="121"/>
                    <a:pt x="5343" y="0"/>
                    <a:pt x="518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73" name="Google Shape;8473;p80"/>
            <p:cNvSpPr/>
            <p:nvPr/>
          </p:nvSpPr>
          <p:spPr>
            <a:xfrm>
              <a:off x="2336975" y="1748050"/>
              <a:ext cx="158750" cy="81825"/>
            </a:xfrm>
            <a:custGeom>
              <a:rect b="b" l="l" r="r" t="t"/>
              <a:pathLst>
                <a:path extrusionOk="0" h="3273" w="6350">
                  <a:moveTo>
                    <a:pt x="3174" y="0"/>
                  </a:moveTo>
                  <a:cubicBezTo>
                    <a:pt x="3008" y="0"/>
                    <a:pt x="2841" y="64"/>
                    <a:pt x="2713" y="192"/>
                  </a:cubicBezTo>
                  <a:lnTo>
                    <a:pt x="114" y="2792"/>
                  </a:lnTo>
                  <a:cubicBezTo>
                    <a:pt x="1" y="2904"/>
                    <a:pt x="8" y="3085"/>
                    <a:pt x="121" y="3197"/>
                  </a:cubicBezTo>
                  <a:cubicBezTo>
                    <a:pt x="173" y="3245"/>
                    <a:pt x="238" y="3268"/>
                    <a:pt x="305" y="3268"/>
                  </a:cubicBezTo>
                  <a:cubicBezTo>
                    <a:pt x="384" y="3268"/>
                    <a:pt x="466" y="3236"/>
                    <a:pt x="527" y="3175"/>
                  </a:cubicBezTo>
                  <a:lnTo>
                    <a:pt x="2969" y="733"/>
                  </a:lnTo>
                  <a:cubicBezTo>
                    <a:pt x="3029" y="673"/>
                    <a:pt x="3106" y="643"/>
                    <a:pt x="3183" y="643"/>
                  </a:cubicBezTo>
                  <a:cubicBezTo>
                    <a:pt x="3260" y="643"/>
                    <a:pt x="3337" y="673"/>
                    <a:pt x="3397" y="733"/>
                  </a:cubicBezTo>
                  <a:lnTo>
                    <a:pt x="5854" y="3190"/>
                  </a:lnTo>
                  <a:cubicBezTo>
                    <a:pt x="5906" y="3242"/>
                    <a:pt x="5974" y="3272"/>
                    <a:pt x="6049" y="3272"/>
                  </a:cubicBezTo>
                  <a:cubicBezTo>
                    <a:pt x="6117" y="3272"/>
                    <a:pt x="6192" y="3242"/>
                    <a:pt x="6237" y="3197"/>
                  </a:cubicBezTo>
                  <a:cubicBezTo>
                    <a:pt x="6350" y="3085"/>
                    <a:pt x="6350" y="2904"/>
                    <a:pt x="6237" y="2792"/>
                  </a:cubicBezTo>
                  <a:lnTo>
                    <a:pt x="3630" y="192"/>
                  </a:lnTo>
                  <a:cubicBezTo>
                    <a:pt x="3506" y="64"/>
                    <a:pt x="3341" y="0"/>
                    <a:pt x="317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74" name="Google Shape;8474;p80"/>
            <p:cNvSpPr/>
            <p:nvPr/>
          </p:nvSpPr>
          <p:spPr>
            <a:xfrm>
              <a:off x="2423575" y="1749275"/>
              <a:ext cx="72350" cy="80600"/>
            </a:xfrm>
            <a:custGeom>
              <a:rect b="b" l="l" r="r" t="t"/>
              <a:pathLst>
                <a:path extrusionOk="0" h="3224" w="2894">
                  <a:moveTo>
                    <a:pt x="1" y="0"/>
                  </a:moveTo>
                  <a:lnTo>
                    <a:pt x="1" y="751"/>
                  </a:lnTo>
                  <a:lnTo>
                    <a:pt x="2390" y="3141"/>
                  </a:lnTo>
                  <a:cubicBezTo>
                    <a:pt x="2442" y="3193"/>
                    <a:pt x="2510" y="3223"/>
                    <a:pt x="2585" y="3223"/>
                  </a:cubicBezTo>
                  <a:cubicBezTo>
                    <a:pt x="2653" y="3223"/>
                    <a:pt x="2728" y="3193"/>
                    <a:pt x="2780" y="3141"/>
                  </a:cubicBezTo>
                  <a:cubicBezTo>
                    <a:pt x="2893" y="3028"/>
                    <a:pt x="2893" y="2848"/>
                    <a:pt x="2780" y="2728"/>
                  </a:cubicBezTo>
                  <a:lnTo>
                    <a:pt x="181" y="120"/>
                  </a:lnTo>
                  <a:cubicBezTo>
                    <a:pt x="121" y="75"/>
                    <a:pt x="68" y="30"/>
                    <a:pt x="1" y="0"/>
                  </a:cubicBezTo>
                  <a:close/>
                </a:path>
              </a:pathLst>
            </a:custGeom>
            <a:solidFill>
              <a:srgbClr val="000000">
                <a:alpha val="148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75" name="Google Shape;8475;p80"/>
            <p:cNvSpPr/>
            <p:nvPr/>
          </p:nvSpPr>
          <p:spPr>
            <a:xfrm>
              <a:off x="2162475" y="1923200"/>
              <a:ext cx="129825" cy="18425"/>
            </a:xfrm>
            <a:custGeom>
              <a:rect b="b" l="l" r="r" t="t"/>
              <a:pathLst>
                <a:path extrusionOk="0" h="737" w="5193">
                  <a:moveTo>
                    <a:pt x="369" y="1"/>
                  </a:moveTo>
                  <a:cubicBezTo>
                    <a:pt x="159" y="1"/>
                    <a:pt x="1" y="173"/>
                    <a:pt x="1" y="369"/>
                  </a:cubicBezTo>
                  <a:cubicBezTo>
                    <a:pt x="1" y="579"/>
                    <a:pt x="174" y="737"/>
                    <a:pt x="369" y="737"/>
                  </a:cubicBezTo>
                  <a:lnTo>
                    <a:pt x="4832" y="737"/>
                  </a:lnTo>
                  <a:cubicBezTo>
                    <a:pt x="5027" y="737"/>
                    <a:pt x="5185" y="579"/>
                    <a:pt x="5193" y="369"/>
                  </a:cubicBezTo>
                  <a:cubicBezTo>
                    <a:pt x="5193" y="166"/>
                    <a:pt x="5027" y="1"/>
                    <a:pt x="483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76" name="Google Shape;8476;p80"/>
            <p:cNvSpPr/>
            <p:nvPr/>
          </p:nvSpPr>
          <p:spPr>
            <a:xfrm>
              <a:off x="2236675" y="1923575"/>
              <a:ext cx="36650" cy="18250"/>
            </a:xfrm>
            <a:custGeom>
              <a:rect b="b" l="l" r="r" t="t"/>
              <a:pathLst>
                <a:path extrusionOk="0" h="730" w="1466">
                  <a:moveTo>
                    <a:pt x="369" y="1"/>
                  </a:moveTo>
                  <a:cubicBezTo>
                    <a:pt x="173" y="1"/>
                    <a:pt x="1" y="158"/>
                    <a:pt x="1" y="361"/>
                  </a:cubicBezTo>
                  <a:cubicBezTo>
                    <a:pt x="1" y="564"/>
                    <a:pt x="158" y="729"/>
                    <a:pt x="369" y="729"/>
                  </a:cubicBezTo>
                  <a:lnTo>
                    <a:pt x="1466" y="729"/>
                  </a:lnTo>
                  <a:lnTo>
                    <a:pt x="745" y="1"/>
                  </a:lnTo>
                  <a:close/>
                </a:path>
              </a:pathLst>
            </a:custGeom>
            <a:solidFill>
              <a:srgbClr val="000000">
                <a:alpha val="148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77" name="Google Shape;8477;p80"/>
            <p:cNvSpPr/>
            <p:nvPr/>
          </p:nvSpPr>
          <p:spPr>
            <a:xfrm>
              <a:off x="2199300" y="1923575"/>
              <a:ext cx="36650" cy="18250"/>
            </a:xfrm>
            <a:custGeom>
              <a:rect b="b" l="l" r="r" t="t"/>
              <a:pathLst>
                <a:path extrusionOk="0" h="730" w="1466">
                  <a:moveTo>
                    <a:pt x="369" y="1"/>
                  </a:moveTo>
                  <a:cubicBezTo>
                    <a:pt x="173" y="1"/>
                    <a:pt x="1" y="158"/>
                    <a:pt x="1" y="361"/>
                  </a:cubicBezTo>
                  <a:cubicBezTo>
                    <a:pt x="1" y="564"/>
                    <a:pt x="166" y="729"/>
                    <a:pt x="369" y="729"/>
                  </a:cubicBezTo>
                  <a:lnTo>
                    <a:pt x="1466" y="729"/>
                  </a:lnTo>
                  <a:lnTo>
                    <a:pt x="744" y="1"/>
                  </a:lnTo>
                  <a:close/>
                </a:path>
              </a:pathLst>
            </a:custGeom>
            <a:solidFill>
              <a:srgbClr val="000000">
                <a:alpha val="148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78" name="Google Shape;8478;p80"/>
            <p:cNvSpPr/>
            <p:nvPr/>
          </p:nvSpPr>
          <p:spPr>
            <a:xfrm>
              <a:off x="2199675" y="1909500"/>
              <a:ext cx="18250" cy="71775"/>
            </a:xfrm>
            <a:custGeom>
              <a:rect b="b" l="l" r="r" t="t"/>
              <a:pathLst>
                <a:path extrusionOk="0" h="2871" w="730">
                  <a:moveTo>
                    <a:pt x="361" y="0"/>
                  </a:moveTo>
                  <a:cubicBezTo>
                    <a:pt x="158" y="0"/>
                    <a:pt x="1" y="158"/>
                    <a:pt x="1" y="361"/>
                  </a:cubicBezTo>
                  <a:lnTo>
                    <a:pt x="1" y="2502"/>
                  </a:lnTo>
                  <a:cubicBezTo>
                    <a:pt x="1" y="2712"/>
                    <a:pt x="158" y="2870"/>
                    <a:pt x="361" y="2870"/>
                  </a:cubicBezTo>
                  <a:cubicBezTo>
                    <a:pt x="564" y="2870"/>
                    <a:pt x="729" y="2712"/>
                    <a:pt x="729" y="2502"/>
                  </a:cubicBezTo>
                  <a:lnTo>
                    <a:pt x="729" y="361"/>
                  </a:lnTo>
                  <a:cubicBezTo>
                    <a:pt x="729" y="158"/>
                    <a:pt x="572" y="0"/>
                    <a:pt x="36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79" name="Google Shape;8479;p80"/>
            <p:cNvSpPr/>
            <p:nvPr/>
          </p:nvSpPr>
          <p:spPr>
            <a:xfrm>
              <a:off x="2236875" y="1909500"/>
              <a:ext cx="18425" cy="71775"/>
            </a:xfrm>
            <a:custGeom>
              <a:rect b="b" l="l" r="r" t="t"/>
              <a:pathLst>
                <a:path extrusionOk="0" h="2871" w="737">
                  <a:moveTo>
                    <a:pt x="368" y="0"/>
                  </a:moveTo>
                  <a:cubicBezTo>
                    <a:pt x="165" y="0"/>
                    <a:pt x="0" y="158"/>
                    <a:pt x="0" y="361"/>
                  </a:cubicBezTo>
                  <a:lnTo>
                    <a:pt x="0" y="2502"/>
                  </a:lnTo>
                  <a:cubicBezTo>
                    <a:pt x="0" y="2712"/>
                    <a:pt x="165" y="2870"/>
                    <a:pt x="368" y="2870"/>
                  </a:cubicBezTo>
                  <a:cubicBezTo>
                    <a:pt x="564" y="2870"/>
                    <a:pt x="737" y="2712"/>
                    <a:pt x="737" y="2502"/>
                  </a:cubicBezTo>
                  <a:lnTo>
                    <a:pt x="737" y="361"/>
                  </a:lnTo>
                  <a:cubicBezTo>
                    <a:pt x="737" y="158"/>
                    <a:pt x="579" y="0"/>
                    <a:pt x="36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80" name="Google Shape;8480;p80"/>
            <p:cNvSpPr/>
            <p:nvPr/>
          </p:nvSpPr>
          <p:spPr>
            <a:xfrm>
              <a:off x="2162475" y="1923575"/>
              <a:ext cx="36650" cy="18250"/>
            </a:xfrm>
            <a:custGeom>
              <a:rect b="b" l="l" r="r" t="t"/>
              <a:pathLst>
                <a:path extrusionOk="0" h="730" w="1466">
                  <a:moveTo>
                    <a:pt x="369" y="1"/>
                  </a:moveTo>
                  <a:cubicBezTo>
                    <a:pt x="174" y="1"/>
                    <a:pt x="1" y="158"/>
                    <a:pt x="1" y="361"/>
                  </a:cubicBezTo>
                  <a:cubicBezTo>
                    <a:pt x="1" y="564"/>
                    <a:pt x="159" y="729"/>
                    <a:pt x="369" y="729"/>
                  </a:cubicBezTo>
                  <a:lnTo>
                    <a:pt x="1466" y="729"/>
                  </a:lnTo>
                  <a:lnTo>
                    <a:pt x="745" y="1"/>
                  </a:lnTo>
                  <a:close/>
                </a:path>
              </a:pathLst>
            </a:custGeom>
            <a:solidFill>
              <a:srgbClr val="000000">
                <a:alpha val="148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81" name="Google Shape;8481;p80"/>
            <p:cNvSpPr/>
            <p:nvPr/>
          </p:nvSpPr>
          <p:spPr>
            <a:xfrm>
              <a:off x="2162475" y="1909500"/>
              <a:ext cx="18450" cy="71775"/>
            </a:xfrm>
            <a:custGeom>
              <a:rect b="b" l="l" r="r" t="t"/>
              <a:pathLst>
                <a:path extrusionOk="0" h="2871" w="738">
                  <a:moveTo>
                    <a:pt x="369" y="0"/>
                  </a:moveTo>
                  <a:cubicBezTo>
                    <a:pt x="159" y="0"/>
                    <a:pt x="1" y="158"/>
                    <a:pt x="1" y="361"/>
                  </a:cubicBezTo>
                  <a:lnTo>
                    <a:pt x="1" y="2502"/>
                  </a:lnTo>
                  <a:cubicBezTo>
                    <a:pt x="1" y="2712"/>
                    <a:pt x="159" y="2870"/>
                    <a:pt x="369" y="2870"/>
                  </a:cubicBezTo>
                  <a:cubicBezTo>
                    <a:pt x="572" y="2870"/>
                    <a:pt x="737" y="2712"/>
                    <a:pt x="737" y="2502"/>
                  </a:cubicBezTo>
                  <a:lnTo>
                    <a:pt x="737" y="361"/>
                  </a:lnTo>
                  <a:cubicBezTo>
                    <a:pt x="737" y="158"/>
                    <a:pt x="572" y="0"/>
                    <a:pt x="36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82" name="Google Shape;8482;p80"/>
            <p:cNvSpPr/>
            <p:nvPr/>
          </p:nvSpPr>
          <p:spPr>
            <a:xfrm>
              <a:off x="2273875" y="1909500"/>
              <a:ext cx="18250" cy="71775"/>
            </a:xfrm>
            <a:custGeom>
              <a:rect b="b" l="l" r="r" t="t"/>
              <a:pathLst>
                <a:path extrusionOk="0" h="2871" w="730">
                  <a:moveTo>
                    <a:pt x="361" y="0"/>
                  </a:moveTo>
                  <a:cubicBezTo>
                    <a:pt x="158" y="0"/>
                    <a:pt x="0" y="158"/>
                    <a:pt x="0" y="361"/>
                  </a:cubicBezTo>
                  <a:lnTo>
                    <a:pt x="0" y="2502"/>
                  </a:lnTo>
                  <a:cubicBezTo>
                    <a:pt x="0" y="2712"/>
                    <a:pt x="158" y="2870"/>
                    <a:pt x="361" y="2870"/>
                  </a:cubicBezTo>
                  <a:cubicBezTo>
                    <a:pt x="571" y="2870"/>
                    <a:pt x="729" y="2712"/>
                    <a:pt x="729" y="2502"/>
                  </a:cubicBezTo>
                  <a:lnTo>
                    <a:pt x="729" y="361"/>
                  </a:lnTo>
                  <a:cubicBezTo>
                    <a:pt x="729" y="158"/>
                    <a:pt x="571" y="0"/>
                    <a:pt x="36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83" name="Google Shape;8483;p80"/>
            <p:cNvSpPr/>
            <p:nvPr/>
          </p:nvSpPr>
          <p:spPr>
            <a:xfrm>
              <a:off x="2162475" y="1963025"/>
              <a:ext cx="378325" cy="18250"/>
            </a:xfrm>
            <a:custGeom>
              <a:rect b="b" l="l" r="r" t="t"/>
              <a:pathLst>
                <a:path extrusionOk="0" h="730" w="15133">
                  <a:moveTo>
                    <a:pt x="1" y="0"/>
                  </a:moveTo>
                  <a:lnTo>
                    <a:pt x="1" y="729"/>
                  </a:lnTo>
                  <a:lnTo>
                    <a:pt x="15133" y="729"/>
                  </a:lnTo>
                  <a:lnTo>
                    <a:pt x="15133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84" name="Google Shape;8484;p80"/>
            <p:cNvSpPr/>
            <p:nvPr/>
          </p:nvSpPr>
          <p:spPr>
            <a:xfrm>
              <a:off x="2337175" y="1963025"/>
              <a:ext cx="203625" cy="98250"/>
            </a:xfrm>
            <a:custGeom>
              <a:rect b="b" l="l" r="r" t="t"/>
              <a:pathLst>
                <a:path extrusionOk="0" h="3930" w="8145">
                  <a:moveTo>
                    <a:pt x="3937" y="0"/>
                  </a:moveTo>
                  <a:lnTo>
                    <a:pt x="1691" y="2254"/>
                  </a:lnTo>
                  <a:lnTo>
                    <a:pt x="0" y="3930"/>
                  </a:lnTo>
                  <a:lnTo>
                    <a:pt x="1045" y="3930"/>
                  </a:lnTo>
                  <a:lnTo>
                    <a:pt x="2728" y="2254"/>
                  </a:lnTo>
                  <a:lnTo>
                    <a:pt x="4245" y="729"/>
                  </a:lnTo>
                  <a:lnTo>
                    <a:pt x="8145" y="729"/>
                  </a:lnTo>
                  <a:lnTo>
                    <a:pt x="814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85" name="Google Shape;8485;p80"/>
            <p:cNvSpPr/>
            <p:nvPr/>
          </p:nvSpPr>
          <p:spPr>
            <a:xfrm>
              <a:off x="2162475" y="2019375"/>
              <a:ext cx="18250" cy="41900"/>
            </a:xfrm>
            <a:custGeom>
              <a:rect b="b" l="l" r="r" t="t"/>
              <a:pathLst>
                <a:path extrusionOk="0" h="1676" w="730">
                  <a:moveTo>
                    <a:pt x="1" y="0"/>
                  </a:moveTo>
                  <a:lnTo>
                    <a:pt x="1" y="1676"/>
                  </a:lnTo>
                  <a:lnTo>
                    <a:pt x="730" y="1676"/>
                  </a:lnTo>
                  <a:lnTo>
                    <a:pt x="730" y="0"/>
                  </a:lnTo>
                  <a:close/>
                </a:path>
              </a:pathLst>
            </a:custGeom>
            <a:solidFill>
              <a:srgbClr val="000000">
                <a:alpha val="148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86" name="Google Shape;8486;p80"/>
            <p:cNvSpPr/>
            <p:nvPr/>
          </p:nvSpPr>
          <p:spPr>
            <a:xfrm>
              <a:off x="2522375" y="2019375"/>
              <a:ext cx="18425" cy="41900"/>
            </a:xfrm>
            <a:custGeom>
              <a:rect b="b" l="l" r="r" t="t"/>
              <a:pathLst>
                <a:path extrusionOk="0" h="1676" w="737">
                  <a:moveTo>
                    <a:pt x="1" y="0"/>
                  </a:moveTo>
                  <a:lnTo>
                    <a:pt x="1" y="1676"/>
                  </a:lnTo>
                  <a:lnTo>
                    <a:pt x="737" y="1676"/>
                  </a:lnTo>
                  <a:lnTo>
                    <a:pt x="737" y="0"/>
                  </a:lnTo>
                  <a:close/>
                </a:path>
              </a:pathLst>
            </a:custGeom>
            <a:solidFill>
              <a:srgbClr val="000000">
                <a:alpha val="148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87" name="Google Shape;8487;p80"/>
            <p:cNvSpPr/>
            <p:nvPr/>
          </p:nvSpPr>
          <p:spPr>
            <a:xfrm>
              <a:off x="2337175" y="2019375"/>
              <a:ext cx="68200" cy="41900"/>
            </a:xfrm>
            <a:custGeom>
              <a:rect b="b" l="l" r="r" t="t"/>
              <a:pathLst>
                <a:path extrusionOk="0" h="1676" w="2728">
                  <a:moveTo>
                    <a:pt x="1691" y="0"/>
                  </a:moveTo>
                  <a:lnTo>
                    <a:pt x="0" y="1676"/>
                  </a:lnTo>
                  <a:lnTo>
                    <a:pt x="1045" y="1676"/>
                  </a:lnTo>
                  <a:lnTo>
                    <a:pt x="2728" y="0"/>
                  </a:lnTo>
                  <a:close/>
                </a:path>
              </a:pathLst>
            </a:custGeom>
            <a:solidFill>
              <a:srgbClr val="000000">
                <a:alpha val="148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88" name="Google Shape;8488;p80"/>
            <p:cNvSpPr/>
            <p:nvPr/>
          </p:nvSpPr>
          <p:spPr>
            <a:xfrm>
              <a:off x="2162475" y="2019375"/>
              <a:ext cx="408400" cy="41900"/>
            </a:xfrm>
            <a:custGeom>
              <a:rect b="b" l="l" r="r" t="t"/>
              <a:pathLst>
                <a:path extrusionOk="0" h="1676" w="16336">
                  <a:moveTo>
                    <a:pt x="1" y="0"/>
                  </a:moveTo>
                  <a:lnTo>
                    <a:pt x="1" y="1676"/>
                  </a:lnTo>
                  <a:lnTo>
                    <a:pt x="16335" y="1676"/>
                  </a:lnTo>
                  <a:lnTo>
                    <a:pt x="16335" y="0"/>
                  </a:lnTo>
                  <a:close/>
                </a:path>
              </a:pathLst>
            </a:custGeom>
            <a:solidFill>
              <a:srgbClr val="6B9AB3">
                <a:alpha val="523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489" name="Google Shape;8489;p80"/>
          <p:cNvGrpSpPr/>
          <p:nvPr/>
        </p:nvGrpSpPr>
        <p:grpSpPr>
          <a:xfrm>
            <a:off x="3912477" y="3826806"/>
            <a:ext cx="546340" cy="576002"/>
            <a:chOff x="5065100" y="2658200"/>
            <a:chExt cx="370450" cy="392025"/>
          </a:xfrm>
        </p:grpSpPr>
        <p:sp>
          <p:nvSpPr>
            <p:cNvPr id="8490" name="Google Shape;8490;p80"/>
            <p:cNvSpPr/>
            <p:nvPr/>
          </p:nvSpPr>
          <p:spPr>
            <a:xfrm>
              <a:off x="5311350" y="2955350"/>
              <a:ext cx="80800" cy="80800"/>
            </a:xfrm>
            <a:custGeom>
              <a:rect b="b" l="l" r="r" t="t"/>
              <a:pathLst>
                <a:path extrusionOk="0" h="3232" w="3232">
                  <a:moveTo>
                    <a:pt x="1616" y="0"/>
                  </a:moveTo>
                  <a:cubicBezTo>
                    <a:pt x="722" y="0"/>
                    <a:pt x="1" y="714"/>
                    <a:pt x="1" y="1616"/>
                  </a:cubicBezTo>
                  <a:cubicBezTo>
                    <a:pt x="1" y="2510"/>
                    <a:pt x="722" y="3231"/>
                    <a:pt x="1616" y="3231"/>
                  </a:cubicBezTo>
                  <a:cubicBezTo>
                    <a:pt x="2510" y="3231"/>
                    <a:pt x="3231" y="2510"/>
                    <a:pt x="3231" y="1616"/>
                  </a:cubicBezTo>
                  <a:cubicBezTo>
                    <a:pt x="3231" y="729"/>
                    <a:pt x="2510" y="0"/>
                    <a:pt x="161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91" name="Google Shape;8491;p80"/>
            <p:cNvSpPr/>
            <p:nvPr/>
          </p:nvSpPr>
          <p:spPr>
            <a:xfrm>
              <a:off x="5342350" y="2986525"/>
              <a:ext cx="93200" cy="63700"/>
            </a:xfrm>
            <a:custGeom>
              <a:rect b="b" l="l" r="r" t="t"/>
              <a:pathLst>
                <a:path extrusionOk="0" h="2548" w="3728">
                  <a:moveTo>
                    <a:pt x="1856" y="1"/>
                  </a:moveTo>
                  <a:cubicBezTo>
                    <a:pt x="1067" y="1"/>
                    <a:pt x="391" y="497"/>
                    <a:pt x="121" y="1195"/>
                  </a:cubicBezTo>
                  <a:cubicBezTo>
                    <a:pt x="45" y="1406"/>
                    <a:pt x="0" y="1631"/>
                    <a:pt x="0" y="1864"/>
                  </a:cubicBezTo>
                  <a:cubicBezTo>
                    <a:pt x="0" y="2104"/>
                    <a:pt x="45" y="2345"/>
                    <a:pt x="128" y="2548"/>
                  </a:cubicBezTo>
                  <a:lnTo>
                    <a:pt x="3592" y="2548"/>
                  </a:lnTo>
                  <a:cubicBezTo>
                    <a:pt x="3682" y="2337"/>
                    <a:pt x="3727" y="2112"/>
                    <a:pt x="3727" y="1864"/>
                  </a:cubicBezTo>
                  <a:cubicBezTo>
                    <a:pt x="3727" y="1631"/>
                    <a:pt x="3689" y="1406"/>
                    <a:pt x="3592" y="1195"/>
                  </a:cubicBezTo>
                  <a:cubicBezTo>
                    <a:pt x="3329" y="504"/>
                    <a:pt x="2645" y="1"/>
                    <a:pt x="185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92" name="Google Shape;8492;p80"/>
            <p:cNvSpPr/>
            <p:nvPr/>
          </p:nvSpPr>
          <p:spPr>
            <a:xfrm>
              <a:off x="5134225" y="2670775"/>
              <a:ext cx="232375" cy="379275"/>
            </a:xfrm>
            <a:custGeom>
              <a:rect b="b" l="l" r="r" t="t"/>
              <a:pathLst>
                <a:path extrusionOk="0" h="15171" w="9295">
                  <a:moveTo>
                    <a:pt x="1" y="1"/>
                  </a:moveTo>
                  <a:lnTo>
                    <a:pt x="1" y="15170"/>
                  </a:lnTo>
                  <a:lnTo>
                    <a:pt x="9295" y="15170"/>
                  </a:lnTo>
                  <a:lnTo>
                    <a:pt x="92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93" name="Google Shape;8493;p80"/>
            <p:cNvSpPr/>
            <p:nvPr/>
          </p:nvSpPr>
          <p:spPr>
            <a:xfrm>
              <a:off x="5134225" y="2670775"/>
              <a:ext cx="232200" cy="71400"/>
            </a:xfrm>
            <a:custGeom>
              <a:rect b="b" l="l" r="r" t="t"/>
              <a:pathLst>
                <a:path extrusionOk="0" h="2856" w="9288">
                  <a:moveTo>
                    <a:pt x="1" y="1"/>
                  </a:moveTo>
                  <a:lnTo>
                    <a:pt x="1" y="707"/>
                  </a:lnTo>
                  <a:lnTo>
                    <a:pt x="2149" y="2856"/>
                  </a:lnTo>
                  <a:lnTo>
                    <a:pt x="9287" y="2856"/>
                  </a:lnTo>
                  <a:lnTo>
                    <a:pt x="9287" y="1"/>
                  </a:lnTo>
                  <a:close/>
                </a:path>
              </a:pathLst>
            </a:custGeom>
            <a:solidFill>
              <a:srgbClr val="000000">
                <a:alpha val="59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94" name="Google Shape;8494;p80"/>
            <p:cNvSpPr/>
            <p:nvPr/>
          </p:nvSpPr>
          <p:spPr>
            <a:xfrm>
              <a:off x="5134225" y="2790800"/>
              <a:ext cx="232200" cy="71400"/>
            </a:xfrm>
            <a:custGeom>
              <a:rect b="b" l="l" r="r" t="t"/>
              <a:pathLst>
                <a:path extrusionOk="0" h="2856" w="9288">
                  <a:moveTo>
                    <a:pt x="1" y="1"/>
                  </a:moveTo>
                  <a:lnTo>
                    <a:pt x="1" y="700"/>
                  </a:lnTo>
                  <a:lnTo>
                    <a:pt x="2149" y="2856"/>
                  </a:lnTo>
                  <a:lnTo>
                    <a:pt x="9287" y="2856"/>
                  </a:lnTo>
                  <a:lnTo>
                    <a:pt x="9287" y="1"/>
                  </a:lnTo>
                  <a:close/>
                </a:path>
              </a:pathLst>
            </a:custGeom>
            <a:solidFill>
              <a:srgbClr val="000000">
                <a:alpha val="59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95" name="Google Shape;8495;p80"/>
            <p:cNvSpPr/>
            <p:nvPr/>
          </p:nvSpPr>
          <p:spPr>
            <a:xfrm>
              <a:off x="5134225" y="2910825"/>
              <a:ext cx="232200" cy="71400"/>
            </a:xfrm>
            <a:custGeom>
              <a:rect b="b" l="l" r="r" t="t"/>
              <a:pathLst>
                <a:path extrusionOk="0" h="2856" w="9288">
                  <a:moveTo>
                    <a:pt x="1" y="1"/>
                  </a:moveTo>
                  <a:lnTo>
                    <a:pt x="1" y="692"/>
                  </a:lnTo>
                  <a:lnTo>
                    <a:pt x="2149" y="2856"/>
                  </a:lnTo>
                  <a:lnTo>
                    <a:pt x="9287" y="2856"/>
                  </a:lnTo>
                  <a:lnTo>
                    <a:pt x="9287" y="1"/>
                  </a:lnTo>
                  <a:close/>
                </a:path>
              </a:pathLst>
            </a:custGeom>
            <a:solidFill>
              <a:srgbClr val="000000">
                <a:alpha val="59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96" name="Google Shape;8496;p80"/>
            <p:cNvSpPr/>
            <p:nvPr/>
          </p:nvSpPr>
          <p:spPr>
            <a:xfrm>
              <a:off x="5128025" y="2658200"/>
              <a:ext cx="244400" cy="29325"/>
            </a:xfrm>
            <a:custGeom>
              <a:rect b="b" l="l" r="r" t="t"/>
              <a:pathLst>
                <a:path extrusionOk="0" h="1173" w="9776">
                  <a:moveTo>
                    <a:pt x="203" y="0"/>
                  </a:moveTo>
                  <a:cubicBezTo>
                    <a:pt x="91" y="0"/>
                    <a:pt x="1" y="90"/>
                    <a:pt x="1" y="203"/>
                  </a:cubicBezTo>
                  <a:lnTo>
                    <a:pt x="1" y="970"/>
                  </a:lnTo>
                  <a:cubicBezTo>
                    <a:pt x="1" y="1082"/>
                    <a:pt x="91" y="1172"/>
                    <a:pt x="203" y="1172"/>
                  </a:cubicBezTo>
                  <a:lnTo>
                    <a:pt x="9565" y="1172"/>
                  </a:lnTo>
                  <a:cubicBezTo>
                    <a:pt x="9678" y="1172"/>
                    <a:pt x="9776" y="1082"/>
                    <a:pt x="9776" y="970"/>
                  </a:cubicBezTo>
                  <a:lnTo>
                    <a:pt x="9776" y="203"/>
                  </a:lnTo>
                  <a:cubicBezTo>
                    <a:pt x="9776" y="90"/>
                    <a:pt x="9693" y="8"/>
                    <a:pt x="956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97" name="Google Shape;8497;p80"/>
            <p:cNvSpPr/>
            <p:nvPr/>
          </p:nvSpPr>
          <p:spPr>
            <a:xfrm>
              <a:off x="5155450" y="2701775"/>
              <a:ext cx="133775" cy="90175"/>
            </a:xfrm>
            <a:custGeom>
              <a:rect b="b" l="l" r="r" t="t"/>
              <a:pathLst>
                <a:path extrusionOk="0" h="3607" w="5351">
                  <a:moveTo>
                    <a:pt x="354" y="0"/>
                  </a:moveTo>
                  <a:cubicBezTo>
                    <a:pt x="158" y="0"/>
                    <a:pt x="1" y="158"/>
                    <a:pt x="1" y="361"/>
                  </a:cubicBezTo>
                  <a:lnTo>
                    <a:pt x="1" y="2134"/>
                  </a:lnTo>
                  <a:lnTo>
                    <a:pt x="1" y="2149"/>
                  </a:lnTo>
                  <a:lnTo>
                    <a:pt x="1" y="2172"/>
                  </a:lnTo>
                  <a:lnTo>
                    <a:pt x="1" y="2187"/>
                  </a:lnTo>
                  <a:cubicBezTo>
                    <a:pt x="1" y="2202"/>
                    <a:pt x="8" y="2217"/>
                    <a:pt x="8" y="2224"/>
                  </a:cubicBezTo>
                  <a:cubicBezTo>
                    <a:pt x="16" y="2239"/>
                    <a:pt x="16" y="2239"/>
                    <a:pt x="16" y="2247"/>
                  </a:cubicBezTo>
                  <a:cubicBezTo>
                    <a:pt x="31" y="2254"/>
                    <a:pt x="31" y="2277"/>
                    <a:pt x="38" y="2284"/>
                  </a:cubicBezTo>
                  <a:cubicBezTo>
                    <a:pt x="38" y="2292"/>
                    <a:pt x="46" y="2315"/>
                    <a:pt x="53" y="2322"/>
                  </a:cubicBezTo>
                  <a:cubicBezTo>
                    <a:pt x="53" y="2330"/>
                    <a:pt x="68" y="2330"/>
                    <a:pt x="68" y="2337"/>
                  </a:cubicBezTo>
                  <a:cubicBezTo>
                    <a:pt x="68" y="2352"/>
                    <a:pt x="68" y="2352"/>
                    <a:pt x="76" y="2360"/>
                  </a:cubicBezTo>
                  <a:lnTo>
                    <a:pt x="91" y="2375"/>
                  </a:lnTo>
                  <a:lnTo>
                    <a:pt x="113" y="2397"/>
                  </a:lnTo>
                  <a:lnTo>
                    <a:pt x="128" y="2420"/>
                  </a:lnTo>
                  <a:cubicBezTo>
                    <a:pt x="143" y="2420"/>
                    <a:pt x="143" y="2427"/>
                    <a:pt x="151" y="2427"/>
                  </a:cubicBezTo>
                  <a:cubicBezTo>
                    <a:pt x="158" y="2427"/>
                    <a:pt x="158" y="2435"/>
                    <a:pt x="166" y="2435"/>
                  </a:cubicBezTo>
                  <a:lnTo>
                    <a:pt x="1345" y="3607"/>
                  </a:lnTo>
                  <a:lnTo>
                    <a:pt x="5350" y="3607"/>
                  </a:lnTo>
                  <a:lnTo>
                    <a:pt x="4403" y="2645"/>
                  </a:lnTo>
                  <a:lnTo>
                    <a:pt x="4186" y="2427"/>
                  </a:lnTo>
                  <a:lnTo>
                    <a:pt x="3374" y="1608"/>
                  </a:lnTo>
                  <a:lnTo>
                    <a:pt x="3096" y="1338"/>
                  </a:lnTo>
                  <a:lnTo>
                    <a:pt x="2901" y="1142"/>
                  </a:lnTo>
                  <a:lnTo>
                    <a:pt x="2683" y="925"/>
                  </a:lnTo>
                  <a:lnTo>
                    <a:pt x="1916" y="151"/>
                  </a:lnTo>
                  <a:lnTo>
                    <a:pt x="1924" y="143"/>
                  </a:lnTo>
                  <a:lnTo>
                    <a:pt x="1894" y="113"/>
                  </a:lnTo>
                  <a:cubicBezTo>
                    <a:pt x="1894" y="106"/>
                    <a:pt x="1894" y="106"/>
                    <a:pt x="1886" y="98"/>
                  </a:cubicBezTo>
                  <a:lnTo>
                    <a:pt x="1879" y="83"/>
                  </a:lnTo>
                  <a:lnTo>
                    <a:pt x="1856" y="68"/>
                  </a:lnTo>
                  <a:cubicBezTo>
                    <a:pt x="1849" y="68"/>
                    <a:pt x="1849" y="61"/>
                    <a:pt x="1841" y="61"/>
                  </a:cubicBezTo>
                  <a:cubicBezTo>
                    <a:pt x="1834" y="61"/>
                    <a:pt x="1834" y="46"/>
                    <a:pt x="1819" y="46"/>
                  </a:cubicBezTo>
                  <a:cubicBezTo>
                    <a:pt x="1811" y="38"/>
                    <a:pt x="1796" y="38"/>
                    <a:pt x="1781" y="30"/>
                  </a:cubicBezTo>
                  <a:cubicBezTo>
                    <a:pt x="1774" y="23"/>
                    <a:pt x="1759" y="23"/>
                    <a:pt x="1744" y="8"/>
                  </a:cubicBezTo>
                  <a:cubicBezTo>
                    <a:pt x="1744" y="0"/>
                    <a:pt x="1736" y="0"/>
                    <a:pt x="1729" y="0"/>
                  </a:cubicBezTo>
                  <a:close/>
                </a:path>
              </a:pathLst>
            </a:custGeom>
            <a:solidFill>
              <a:srgbClr val="000000">
                <a:alpha val="59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98" name="Google Shape;8498;p80"/>
            <p:cNvSpPr/>
            <p:nvPr/>
          </p:nvSpPr>
          <p:spPr>
            <a:xfrm>
              <a:off x="5160325" y="2707025"/>
              <a:ext cx="39475" cy="51875"/>
            </a:xfrm>
            <a:custGeom>
              <a:rect b="b" l="l" r="r" t="t"/>
              <a:pathLst>
                <a:path extrusionOk="0" h="2075" w="1579">
                  <a:moveTo>
                    <a:pt x="151" y="1"/>
                  </a:moveTo>
                  <a:cubicBezTo>
                    <a:pt x="69" y="1"/>
                    <a:pt x="1" y="68"/>
                    <a:pt x="1" y="151"/>
                  </a:cubicBezTo>
                  <a:lnTo>
                    <a:pt x="1" y="1924"/>
                  </a:lnTo>
                  <a:cubicBezTo>
                    <a:pt x="1" y="2007"/>
                    <a:pt x="69" y="2074"/>
                    <a:pt x="151" y="2074"/>
                  </a:cubicBezTo>
                  <a:lnTo>
                    <a:pt x="1436" y="2074"/>
                  </a:lnTo>
                  <a:cubicBezTo>
                    <a:pt x="1511" y="2074"/>
                    <a:pt x="1579" y="2007"/>
                    <a:pt x="1579" y="1924"/>
                  </a:cubicBezTo>
                  <a:lnTo>
                    <a:pt x="1579" y="151"/>
                  </a:lnTo>
                  <a:cubicBezTo>
                    <a:pt x="1579" y="68"/>
                    <a:pt x="1511" y="1"/>
                    <a:pt x="1428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99" name="Google Shape;8499;p80"/>
            <p:cNvSpPr/>
            <p:nvPr/>
          </p:nvSpPr>
          <p:spPr>
            <a:xfrm>
              <a:off x="5155075" y="2702525"/>
              <a:ext cx="50000" cy="62200"/>
            </a:xfrm>
            <a:custGeom>
              <a:rect b="b" l="l" r="r" t="t"/>
              <a:pathLst>
                <a:path extrusionOk="0" h="2488" w="2000">
                  <a:moveTo>
                    <a:pt x="1586" y="399"/>
                  </a:moveTo>
                  <a:lnTo>
                    <a:pt x="1586" y="2052"/>
                  </a:lnTo>
                  <a:lnTo>
                    <a:pt x="429" y="2052"/>
                  </a:lnTo>
                  <a:lnTo>
                    <a:pt x="429" y="399"/>
                  </a:lnTo>
                  <a:close/>
                  <a:moveTo>
                    <a:pt x="361" y="0"/>
                  </a:moveTo>
                  <a:cubicBezTo>
                    <a:pt x="166" y="0"/>
                    <a:pt x="1" y="158"/>
                    <a:pt x="1" y="354"/>
                  </a:cubicBezTo>
                  <a:lnTo>
                    <a:pt x="1" y="2134"/>
                  </a:lnTo>
                  <a:lnTo>
                    <a:pt x="1" y="2149"/>
                  </a:lnTo>
                  <a:lnTo>
                    <a:pt x="1" y="2172"/>
                  </a:lnTo>
                  <a:lnTo>
                    <a:pt x="1" y="2187"/>
                  </a:lnTo>
                  <a:cubicBezTo>
                    <a:pt x="1" y="2194"/>
                    <a:pt x="1" y="2217"/>
                    <a:pt x="16" y="2224"/>
                  </a:cubicBezTo>
                  <a:cubicBezTo>
                    <a:pt x="16" y="2232"/>
                    <a:pt x="16" y="2232"/>
                    <a:pt x="23" y="2247"/>
                  </a:cubicBezTo>
                  <a:cubicBezTo>
                    <a:pt x="23" y="2254"/>
                    <a:pt x="31" y="2270"/>
                    <a:pt x="38" y="2285"/>
                  </a:cubicBezTo>
                  <a:cubicBezTo>
                    <a:pt x="53" y="2292"/>
                    <a:pt x="53" y="2307"/>
                    <a:pt x="61" y="2322"/>
                  </a:cubicBezTo>
                  <a:cubicBezTo>
                    <a:pt x="61" y="2330"/>
                    <a:pt x="68" y="2330"/>
                    <a:pt x="68" y="2337"/>
                  </a:cubicBezTo>
                  <a:cubicBezTo>
                    <a:pt x="68" y="2345"/>
                    <a:pt x="76" y="2345"/>
                    <a:pt x="76" y="2360"/>
                  </a:cubicBezTo>
                  <a:lnTo>
                    <a:pt x="98" y="2375"/>
                  </a:lnTo>
                  <a:lnTo>
                    <a:pt x="113" y="2397"/>
                  </a:lnTo>
                  <a:lnTo>
                    <a:pt x="136" y="2412"/>
                  </a:lnTo>
                  <a:cubicBezTo>
                    <a:pt x="143" y="2412"/>
                    <a:pt x="143" y="2427"/>
                    <a:pt x="151" y="2427"/>
                  </a:cubicBezTo>
                  <a:cubicBezTo>
                    <a:pt x="166" y="2427"/>
                    <a:pt x="166" y="2435"/>
                    <a:pt x="173" y="2435"/>
                  </a:cubicBezTo>
                  <a:cubicBezTo>
                    <a:pt x="226" y="2472"/>
                    <a:pt x="294" y="2487"/>
                    <a:pt x="361" y="2487"/>
                  </a:cubicBezTo>
                  <a:lnTo>
                    <a:pt x="1638" y="2487"/>
                  </a:lnTo>
                  <a:cubicBezTo>
                    <a:pt x="1834" y="2487"/>
                    <a:pt x="1992" y="2330"/>
                    <a:pt x="1992" y="2134"/>
                  </a:cubicBezTo>
                  <a:lnTo>
                    <a:pt x="1992" y="361"/>
                  </a:lnTo>
                  <a:cubicBezTo>
                    <a:pt x="1999" y="271"/>
                    <a:pt x="1984" y="226"/>
                    <a:pt x="1969" y="181"/>
                  </a:cubicBezTo>
                  <a:cubicBezTo>
                    <a:pt x="1962" y="173"/>
                    <a:pt x="1962" y="151"/>
                    <a:pt x="1947" y="143"/>
                  </a:cubicBezTo>
                  <a:lnTo>
                    <a:pt x="1924" y="113"/>
                  </a:lnTo>
                  <a:cubicBezTo>
                    <a:pt x="1924" y="106"/>
                    <a:pt x="1909" y="106"/>
                    <a:pt x="1909" y="98"/>
                  </a:cubicBezTo>
                  <a:lnTo>
                    <a:pt x="1901" y="83"/>
                  </a:lnTo>
                  <a:lnTo>
                    <a:pt x="1886" y="68"/>
                  </a:lnTo>
                  <a:cubicBezTo>
                    <a:pt x="1871" y="68"/>
                    <a:pt x="1871" y="53"/>
                    <a:pt x="1864" y="53"/>
                  </a:cubicBezTo>
                  <a:cubicBezTo>
                    <a:pt x="1856" y="53"/>
                    <a:pt x="1856" y="46"/>
                    <a:pt x="1849" y="46"/>
                  </a:cubicBezTo>
                  <a:cubicBezTo>
                    <a:pt x="1834" y="38"/>
                    <a:pt x="1819" y="31"/>
                    <a:pt x="1811" y="31"/>
                  </a:cubicBezTo>
                  <a:cubicBezTo>
                    <a:pt x="1796" y="16"/>
                    <a:pt x="1781" y="16"/>
                    <a:pt x="1774" y="8"/>
                  </a:cubicBezTo>
                  <a:cubicBezTo>
                    <a:pt x="1759" y="8"/>
                    <a:pt x="1759" y="8"/>
                    <a:pt x="175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00" name="Google Shape;8500;p80"/>
            <p:cNvSpPr/>
            <p:nvPr/>
          </p:nvSpPr>
          <p:spPr>
            <a:xfrm>
              <a:off x="5226825" y="2701775"/>
              <a:ext cx="133775" cy="90175"/>
            </a:xfrm>
            <a:custGeom>
              <a:rect b="b" l="l" r="r" t="t"/>
              <a:pathLst>
                <a:path extrusionOk="0" h="3607" w="5351">
                  <a:moveTo>
                    <a:pt x="354" y="0"/>
                  </a:moveTo>
                  <a:cubicBezTo>
                    <a:pt x="158" y="0"/>
                    <a:pt x="1" y="158"/>
                    <a:pt x="1" y="361"/>
                  </a:cubicBezTo>
                  <a:lnTo>
                    <a:pt x="1" y="2134"/>
                  </a:lnTo>
                  <a:lnTo>
                    <a:pt x="1" y="2149"/>
                  </a:lnTo>
                  <a:lnTo>
                    <a:pt x="1" y="2172"/>
                  </a:lnTo>
                  <a:lnTo>
                    <a:pt x="1" y="2187"/>
                  </a:lnTo>
                  <a:cubicBezTo>
                    <a:pt x="1" y="2202"/>
                    <a:pt x="8" y="2217"/>
                    <a:pt x="8" y="2224"/>
                  </a:cubicBezTo>
                  <a:cubicBezTo>
                    <a:pt x="16" y="2239"/>
                    <a:pt x="16" y="2239"/>
                    <a:pt x="16" y="2247"/>
                  </a:cubicBezTo>
                  <a:cubicBezTo>
                    <a:pt x="31" y="2254"/>
                    <a:pt x="31" y="2277"/>
                    <a:pt x="38" y="2284"/>
                  </a:cubicBezTo>
                  <a:cubicBezTo>
                    <a:pt x="38" y="2292"/>
                    <a:pt x="46" y="2315"/>
                    <a:pt x="53" y="2322"/>
                  </a:cubicBezTo>
                  <a:cubicBezTo>
                    <a:pt x="53" y="2330"/>
                    <a:pt x="68" y="2330"/>
                    <a:pt x="68" y="2337"/>
                  </a:cubicBezTo>
                  <a:cubicBezTo>
                    <a:pt x="68" y="2352"/>
                    <a:pt x="68" y="2352"/>
                    <a:pt x="76" y="2360"/>
                  </a:cubicBezTo>
                  <a:lnTo>
                    <a:pt x="91" y="2375"/>
                  </a:lnTo>
                  <a:lnTo>
                    <a:pt x="113" y="2397"/>
                  </a:lnTo>
                  <a:lnTo>
                    <a:pt x="128" y="2420"/>
                  </a:lnTo>
                  <a:cubicBezTo>
                    <a:pt x="143" y="2420"/>
                    <a:pt x="143" y="2427"/>
                    <a:pt x="151" y="2427"/>
                  </a:cubicBezTo>
                  <a:cubicBezTo>
                    <a:pt x="158" y="2427"/>
                    <a:pt x="158" y="2435"/>
                    <a:pt x="166" y="2435"/>
                  </a:cubicBezTo>
                  <a:lnTo>
                    <a:pt x="1346" y="3607"/>
                  </a:lnTo>
                  <a:lnTo>
                    <a:pt x="5350" y="3607"/>
                  </a:lnTo>
                  <a:lnTo>
                    <a:pt x="4404" y="2645"/>
                  </a:lnTo>
                  <a:lnTo>
                    <a:pt x="4186" y="2427"/>
                  </a:lnTo>
                  <a:lnTo>
                    <a:pt x="3374" y="1608"/>
                  </a:lnTo>
                  <a:lnTo>
                    <a:pt x="3096" y="1338"/>
                  </a:lnTo>
                  <a:lnTo>
                    <a:pt x="2901" y="1142"/>
                  </a:lnTo>
                  <a:lnTo>
                    <a:pt x="2683" y="925"/>
                  </a:lnTo>
                  <a:lnTo>
                    <a:pt x="1917" y="151"/>
                  </a:lnTo>
                  <a:lnTo>
                    <a:pt x="1924" y="143"/>
                  </a:lnTo>
                  <a:lnTo>
                    <a:pt x="1894" y="113"/>
                  </a:lnTo>
                  <a:cubicBezTo>
                    <a:pt x="1894" y="106"/>
                    <a:pt x="1894" y="106"/>
                    <a:pt x="1887" y="98"/>
                  </a:cubicBezTo>
                  <a:lnTo>
                    <a:pt x="1879" y="83"/>
                  </a:lnTo>
                  <a:lnTo>
                    <a:pt x="1856" y="68"/>
                  </a:lnTo>
                  <a:cubicBezTo>
                    <a:pt x="1849" y="68"/>
                    <a:pt x="1849" y="61"/>
                    <a:pt x="1841" y="61"/>
                  </a:cubicBezTo>
                  <a:cubicBezTo>
                    <a:pt x="1834" y="61"/>
                    <a:pt x="1834" y="46"/>
                    <a:pt x="1819" y="46"/>
                  </a:cubicBezTo>
                  <a:cubicBezTo>
                    <a:pt x="1811" y="38"/>
                    <a:pt x="1796" y="38"/>
                    <a:pt x="1781" y="30"/>
                  </a:cubicBezTo>
                  <a:cubicBezTo>
                    <a:pt x="1774" y="23"/>
                    <a:pt x="1759" y="23"/>
                    <a:pt x="1744" y="8"/>
                  </a:cubicBezTo>
                  <a:cubicBezTo>
                    <a:pt x="1744" y="0"/>
                    <a:pt x="1736" y="0"/>
                    <a:pt x="1729" y="0"/>
                  </a:cubicBezTo>
                  <a:close/>
                </a:path>
              </a:pathLst>
            </a:custGeom>
            <a:solidFill>
              <a:srgbClr val="000000">
                <a:alpha val="59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01" name="Google Shape;8501;p80"/>
            <p:cNvSpPr/>
            <p:nvPr/>
          </p:nvSpPr>
          <p:spPr>
            <a:xfrm>
              <a:off x="5231900" y="2707025"/>
              <a:ext cx="39475" cy="51875"/>
            </a:xfrm>
            <a:custGeom>
              <a:rect b="b" l="l" r="r" t="t"/>
              <a:pathLst>
                <a:path extrusionOk="0" h="2075" w="1579">
                  <a:moveTo>
                    <a:pt x="151" y="1"/>
                  </a:moveTo>
                  <a:cubicBezTo>
                    <a:pt x="68" y="1"/>
                    <a:pt x="1" y="68"/>
                    <a:pt x="1" y="151"/>
                  </a:cubicBezTo>
                  <a:lnTo>
                    <a:pt x="1" y="1924"/>
                  </a:lnTo>
                  <a:cubicBezTo>
                    <a:pt x="1" y="2007"/>
                    <a:pt x="68" y="2074"/>
                    <a:pt x="151" y="2074"/>
                  </a:cubicBezTo>
                  <a:lnTo>
                    <a:pt x="1428" y="2074"/>
                  </a:lnTo>
                  <a:cubicBezTo>
                    <a:pt x="1503" y="2074"/>
                    <a:pt x="1571" y="2007"/>
                    <a:pt x="1578" y="1924"/>
                  </a:cubicBezTo>
                  <a:lnTo>
                    <a:pt x="1578" y="151"/>
                  </a:lnTo>
                  <a:cubicBezTo>
                    <a:pt x="1578" y="68"/>
                    <a:pt x="1518" y="1"/>
                    <a:pt x="1428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02" name="Google Shape;8502;p80"/>
            <p:cNvSpPr/>
            <p:nvPr/>
          </p:nvSpPr>
          <p:spPr>
            <a:xfrm>
              <a:off x="5227025" y="2702525"/>
              <a:ext cx="49600" cy="62200"/>
            </a:xfrm>
            <a:custGeom>
              <a:rect b="b" l="l" r="r" t="t"/>
              <a:pathLst>
                <a:path extrusionOk="0" h="2488" w="1984">
                  <a:moveTo>
                    <a:pt x="1563" y="399"/>
                  </a:moveTo>
                  <a:lnTo>
                    <a:pt x="1563" y="2052"/>
                  </a:lnTo>
                  <a:lnTo>
                    <a:pt x="406" y="2052"/>
                  </a:lnTo>
                  <a:lnTo>
                    <a:pt x="406" y="399"/>
                  </a:lnTo>
                  <a:close/>
                  <a:moveTo>
                    <a:pt x="361" y="0"/>
                  </a:moveTo>
                  <a:cubicBezTo>
                    <a:pt x="158" y="0"/>
                    <a:pt x="0" y="158"/>
                    <a:pt x="0" y="354"/>
                  </a:cubicBezTo>
                  <a:lnTo>
                    <a:pt x="0" y="2134"/>
                  </a:lnTo>
                  <a:lnTo>
                    <a:pt x="0" y="2149"/>
                  </a:lnTo>
                  <a:lnTo>
                    <a:pt x="0" y="2172"/>
                  </a:lnTo>
                  <a:lnTo>
                    <a:pt x="0" y="2187"/>
                  </a:lnTo>
                  <a:cubicBezTo>
                    <a:pt x="0" y="2194"/>
                    <a:pt x="0" y="2217"/>
                    <a:pt x="8" y="2224"/>
                  </a:cubicBezTo>
                  <a:cubicBezTo>
                    <a:pt x="8" y="2232"/>
                    <a:pt x="8" y="2232"/>
                    <a:pt x="23" y="2247"/>
                  </a:cubicBezTo>
                  <a:cubicBezTo>
                    <a:pt x="30" y="2254"/>
                    <a:pt x="30" y="2270"/>
                    <a:pt x="38" y="2285"/>
                  </a:cubicBezTo>
                  <a:cubicBezTo>
                    <a:pt x="45" y="2292"/>
                    <a:pt x="45" y="2307"/>
                    <a:pt x="60" y="2322"/>
                  </a:cubicBezTo>
                  <a:cubicBezTo>
                    <a:pt x="60" y="2330"/>
                    <a:pt x="68" y="2330"/>
                    <a:pt x="68" y="2337"/>
                  </a:cubicBezTo>
                  <a:cubicBezTo>
                    <a:pt x="68" y="2345"/>
                    <a:pt x="75" y="2345"/>
                    <a:pt x="75" y="2360"/>
                  </a:cubicBezTo>
                  <a:cubicBezTo>
                    <a:pt x="75" y="2367"/>
                    <a:pt x="83" y="2367"/>
                    <a:pt x="83" y="2375"/>
                  </a:cubicBezTo>
                  <a:lnTo>
                    <a:pt x="105" y="2397"/>
                  </a:lnTo>
                  <a:lnTo>
                    <a:pt x="120" y="2412"/>
                  </a:lnTo>
                  <a:cubicBezTo>
                    <a:pt x="135" y="2412"/>
                    <a:pt x="135" y="2427"/>
                    <a:pt x="143" y="2427"/>
                  </a:cubicBezTo>
                  <a:cubicBezTo>
                    <a:pt x="150" y="2427"/>
                    <a:pt x="150" y="2435"/>
                    <a:pt x="158" y="2435"/>
                  </a:cubicBezTo>
                  <a:cubicBezTo>
                    <a:pt x="218" y="2472"/>
                    <a:pt x="286" y="2487"/>
                    <a:pt x="346" y="2487"/>
                  </a:cubicBezTo>
                  <a:lnTo>
                    <a:pt x="1623" y="2487"/>
                  </a:lnTo>
                  <a:cubicBezTo>
                    <a:pt x="1818" y="2487"/>
                    <a:pt x="1984" y="2330"/>
                    <a:pt x="1984" y="2134"/>
                  </a:cubicBezTo>
                  <a:lnTo>
                    <a:pt x="1984" y="361"/>
                  </a:lnTo>
                  <a:cubicBezTo>
                    <a:pt x="1976" y="271"/>
                    <a:pt x="1961" y="226"/>
                    <a:pt x="1946" y="181"/>
                  </a:cubicBezTo>
                  <a:cubicBezTo>
                    <a:pt x="1939" y="158"/>
                    <a:pt x="1924" y="151"/>
                    <a:pt x="1924" y="143"/>
                  </a:cubicBezTo>
                  <a:lnTo>
                    <a:pt x="1901" y="113"/>
                  </a:lnTo>
                  <a:cubicBezTo>
                    <a:pt x="1901" y="106"/>
                    <a:pt x="1886" y="106"/>
                    <a:pt x="1886" y="98"/>
                  </a:cubicBezTo>
                  <a:lnTo>
                    <a:pt x="1879" y="83"/>
                  </a:lnTo>
                  <a:lnTo>
                    <a:pt x="1863" y="68"/>
                  </a:lnTo>
                  <a:cubicBezTo>
                    <a:pt x="1848" y="68"/>
                    <a:pt x="1848" y="53"/>
                    <a:pt x="1841" y="53"/>
                  </a:cubicBezTo>
                  <a:cubicBezTo>
                    <a:pt x="1833" y="53"/>
                    <a:pt x="1833" y="46"/>
                    <a:pt x="1826" y="46"/>
                  </a:cubicBezTo>
                  <a:cubicBezTo>
                    <a:pt x="1811" y="38"/>
                    <a:pt x="1796" y="31"/>
                    <a:pt x="1788" y="31"/>
                  </a:cubicBezTo>
                  <a:cubicBezTo>
                    <a:pt x="1773" y="16"/>
                    <a:pt x="1758" y="16"/>
                    <a:pt x="1751" y="8"/>
                  </a:cubicBezTo>
                  <a:cubicBezTo>
                    <a:pt x="1736" y="8"/>
                    <a:pt x="1736" y="8"/>
                    <a:pt x="172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03" name="Google Shape;8503;p80"/>
            <p:cNvSpPr/>
            <p:nvPr/>
          </p:nvSpPr>
          <p:spPr>
            <a:xfrm>
              <a:off x="5298025" y="2701775"/>
              <a:ext cx="68400" cy="90175"/>
            </a:xfrm>
            <a:custGeom>
              <a:rect b="b" l="l" r="r" t="t"/>
              <a:pathLst>
                <a:path extrusionOk="0" h="3607" w="2736">
                  <a:moveTo>
                    <a:pt x="353" y="0"/>
                  </a:moveTo>
                  <a:cubicBezTo>
                    <a:pt x="158" y="0"/>
                    <a:pt x="0" y="158"/>
                    <a:pt x="0" y="361"/>
                  </a:cubicBezTo>
                  <a:lnTo>
                    <a:pt x="0" y="2134"/>
                  </a:lnTo>
                  <a:lnTo>
                    <a:pt x="0" y="2149"/>
                  </a:lnTo>
                  <a:lnTo>
                    <a:pt x="0" y="2172"/>
                  </a:lnTo>
                  <a:lnTo>
                    <a:pt x="0" y="2187"/>
                  </a:lnTo>
                  <a:cubicBezTo>
                    <a:pt x="0" y="2202"/>
                    <a:pt x="8" y="2217"/>
                    <a:pt x="8" y="2224"/>
                  </a:cubicBezTo>
                  <a:cubicBezTo>
                    <a:pt x="15" y="2239"/>
                    <a:pt x="15" y="2239"/>
                    <a:pt x="15" y="2247"/>
                  </a:cubicBezTo>
                  <a:cubicBezTo>
                    <a:pt x="23" y="2254"/>
                    <a:pt x="23" y="2277"/>
                    <a:pt x="38" y="2284"/>
                  </a:cubicBezTo>
                  <a:cubicBezTo>
                    <a:pt x="38" y="2292"/>
                    <a:pt x="45" y="2315"/>
                    <a:pt x="53" y="2322"/>
                  </a:cubicBezTo>
                  <a:cubicBezTo>
                    <a:pt x="53" y="2330"/>
                    <a:pt x="60" y="2330"/>
                    <a:pt x="60" y="2337"/>
                  </a:cubicBezTo>
                  <a:cubicBezTo>
                    <a:pt x="60" y="2352"/>
                    <a:pt x="60" y="2352"/>
                    <a:pt x="75" y="2360"/>
                  </a:cubicBezTo>
                  <a:lnTo>
                    <a:pt x="90" y="2375"/>
                  </a:lnTo>
                  <a:lnTo>
                    <a:pt x="113" y="2397"/>
                  </a:lnTo>
                  <a:lnTo>
                    <a:pt x="128" y="2412"/>
                  </a:lnTo>
                  <a:cubicBezTo>
                    <a:pt x="135" y="2412"/>
                    <a:pt x="135" y="2427"/>
                    <a:pt x="151" y="2427"/>
                  </a:cubicBezTo>
                  <a:cubicBezTo>
                    <a:pt x="158" y="2427"/>
                    <a:pt x="158" y="2435"/>
                    <a:pt x="166" y="2435"/>
                  </a:cubicBezTo>
                  <a:lnTo>
                    <a:pt x="1338" y="3607"/>
                  </a:lnTo>
                  <a:lnTo>
                    <a:pt x="2735" y="3607"/>
                  </a:lnTo>
                  <a:lnTo>
                    <a:pt x="2735" y="1000"/>
                  </a:lnTo>
                  <a:lnTo>
                    <a:pt x="2683" y="925"/>
                  </a:lnTo>
                  <a:lnTo>
                    <a:pt x="1939" y="181"/>
                  </a:lnTo>
                  <a:lnTo>
                    <a:pt x="1916" y="151"/>
                  </a:lnTo>
                  <a:lnTo>
                    <a:pt x="1924" y="143"/>
                  </a:lnTo>
                  <a:lnTo>
                    <a:pt x="1894" y="113"/>
                  </a:lnTo>
                  <a:cubicBezTo>
                    <a:pt x="1894" y="106"/>
                    <a:pt x="1894" y="106"/>
                    <a:pt x="1886" y="98"/>
                  </a:cubicBezTo>
                  <a:lnTo>
                    <a:pt x="1879" y="83"/>
                  </a:lnTo>
                  <a:lnTo>
                    <a:pt x="1856" y="68"/>
                  </a:lnTo>
                  <a:cubicBezTo>
                    <a:pt x="1849" y="68"/>
                    <a:pt x="1849" y="61"/>
                    <a:pt x="1841" y="61"/>
                  </a:cubicBezTo>
                  <a:cubicBezTo>
                    <a:pt x="1826" y="61"/>
                    <a:pt x="1826" y="46"/>
                    <a:pt x="1818" y="46"/>
                  </a:cubicBezTo>
                  <a:cubicBezTo>
                    <a:pt x="1811" y="38"/>
                    <a:pt x="1788" y="38"/>
                    <a:pt x="1781" y="30"/>
                  </a:cubicBezTo>
                  <a:cubicBezTo>
                    <a:pt x="1773" y="23"/>
                    <a:pt x="1751" y="8"/>
                    <a:pt x="1743" y="8"/>
                  </a:cubicBezTo>
                  <a:cubicBezTo>
                    <a:pt x="1743" y="0"/>
                    <a:pt x="1736" y="0"/>
                    <a:pt x="1728" y="0"/>
                  </a:cubicBezTo>
                  <a:close/>
                </a:path>
              </a:pathLst>
            </a:custGeom>
            <a:solidFill>
              <a:srgbClr val="000000">
                <a:alpha val="59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04" name="Google Shape;8504;p80"/>
            <p:cNvSpPr/>
            <p:nvPr/>
          </p:nvSpPr>
          <p:spPr>
            <a:xfrm>
              <a:off x="5303100" y="2707025"/>
              <a:ext cx="39450" cy="51875"/>
            </a:xfrm>
            <a:custGeom>
              <a:rect b="b" l="l" r="r" t="t"/>
              <a:pathLst>
                <a:path extrusionOk="0" h="2075" w="1578">
                  <a:moveTo>
                    <a:pt x="150" y="1"/>
                  </a:moveTo>
                  <a:cubicBezTo>
                    <a:pt x="68" y="1"/>
                    <a:pt x="0" y="68"/>
                    <a:pt x="0" y="151"/>
                  </a:cubicBezTo>
                  <a:lnTo>
                    <a:pt x="0" y="1924"/>
                  </a:lnTo>
                  <a:cubicBezTo>
                    <a:pt x="0" y="2007"/>
                    <a:pt x="68" y="2074"/>
                    <a:pt x="150" y="2074"/>
                  </a:cubicBezTo>
                  <a:lnTo>
                    <a:pt x="1428" y="2074"/>
                  </a:lnTo>
                  <a:cubicBezTo>
                    <a:pt x="1510" y="2074"/>
                    <a:pt x="1578" y="2007"/>
                    <a:pt x="1578" y="1924"/>
                  </a:cubicBezTo>
                  <a:lnTo>
                    <a:pt x="1578" y="151"/>
                  </a:lnTo>
                  <a:cubicBezTo>
                    <a:pt x="1578" y="68"/>
                    <a:pt x="1510" y="1"/>
                    <a:pt x="1428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05" name="Google Shape;8505;p80"/>
            <p:cNvSpPr/>
            <p:nvPr/>
          </p:nvSpPr>
          <p:spPr>
            <a:xfrm>
              <a:off x="5298200" y="2702525"/>
              <a:ext cx="49800" cy="62200"/>
            </a:xfrm>
            <a:custGeom>
              <a:rect b="b" l="l" r="r" t="t"/>
              <a:pathLst>
                <a:path extrusionOk="0" h="2488" w="1992">
                  <a:moveTo>
                    <a:pt x="1571" y="399"/>
                  </a:moveTo>
                  <a:lnTo>
                    <a:pt x="1571" y="2052"/>
                  </a:lnTo>
                  <a:lnTo>
                    <a:pt x="414" y="2052"/>
                  </a:lnTo>
                  <a:lnTo>
                    <a:pt x="414" y="399"/>
                  </a:lnTo>
                  <a:close/>
                  <a:moveTo>
                    <a:pt x="354" y="0"/>
                  </a:moveTo>
                  <a:cubicBezTo>
                    <a:pt x="159" y="0"/>
                    <a:pt x="1" y="158"/>
                    <a:pt x="1" y="354"/>
                  </a:cubicBezTo>
                  <a:lnTo>
                    <a:pt x="1" y="2134"/>
                  </a:lnTo>
                  <a:lnTo>
                    <a:pt x="1" y="2149"/>
                  </a:lnTo>
                  <a:lnTo>
                    <a:pt x="1" y="2172"/>
                  </a:lnTo>
                  <a:lnTo>
                    <a:pt x="1" y="2187"/>
                  </a:lnTo>
                  <a:cubicBezTo>
                    <a:pt x="1" y="2194"/>
                    <a:pt x="1" y="2217"/>
                    <a:pt x="8" y="2224"/>
                  </a:cubicBezTo>
                  <a:cubicBezTo>
                    <a:pt x="8" y="2232"/>
                    <a:pt x="8" y="2232"/>
                    <a:pt x="16" y="2247"/>
                  </a:cubicBezTo>
                  <a:cubicBezTo>
                    <a:pt x="16" y="2254"/>
                    <a:pt x="31" y="2270"/>
                    <a:pt x="38" y="2285"/>
                  </a:cubicBezTo>
                  <a:cubicBezTo>
                    <a:pt x="46" y="2292"/>
                    <a:pt x="46" y="2307"/>
                    <a:pt x="53" y="2322"/>
                  </a:cubicBezTo>
                  <a:cubicBezTo>
                    <a:pt x="53" y="2330"/>
                    <a:pt x="68" y="2330"/>
                    <a:pt x="68" y="2337"/>
                  </a:cubicBezTo>
                  <a:cubicBezTo>
                    <a:pt x="68" y="2345"/>
                    <a:pt x="76" y="2345"/>
                    <a:pt x="76" y="2360"/>
                  </a:cubicBezTo>
                  <a:lnTo>
                    <a:pt x="91" y="2375"/>
                  </a:lnTo>
                  <a:lnTo>
                    <a:pt x="113" y="2397"/>
                  </a:lnTo>
                  <a:lnTo>
                    <a:pt x="128" y="2412"/>
                  </a:lnTo>
                  <a:cubicBezTo>
                    <a:pt x="144" y="2412"/>
                    <a:pt x="144" y="2427"/>
                    <a:pt x="151" y="2427"/>
                  </a:cubicBezTo>
                  <a:cubicBezTo>
                    <a:pt x="159" y="2427"/>
                    <a:pt x="159" y="2435"/>
                    <a:pt x="166" y="2435"/>
                  </a:cubicBezTo>
                  <a:cubicBezTo>
                    <a:pt x="226" y="2472"/>
                    <a:pt x="294" y="2487"/>
                    <a:pt x="354" y="2487"/>
                  </a:cubicBezTo>
                  <a:lnTo>
                    <a:pt x="1631" y="2487"/>
                  </a:lnTo>
                  <a:cubicBezTo>
                    <a:pt x="1834" y="2487"/>
                    <a:pt x="1992" y="2330"/>
                    <a:pt x="1992" y="2134"/>
                  </a:cubicBezTo>
                  <a:lnTo>
                    <a:pt x="1992" y="361"/>
                  </a:lnTo>
                  <a:cubicBezTo>
                    <a:pt x="1977" y="271"/>
                    <a:pt x="1969" y="226"/>
                    <a:pt x="1947" y="181"/>
                  </a:cubicBezTo>
                  <a:cubicBezTo>
                    <a:pt x="1932" y="173"/>
                    <a:pt x="1932" y="151"/>
                    <a:pt x="1924" y="143"/>
                  </a:cubicBezTo>
                  <a:lnTo>
                    <a:pt x="1894" y="113"/>
                  </a:lnTo>
                  <a:cubicBezTo>
                    <a:pt x="1894" y="106"/>
                    <a:pt x="1887" y="106"/>
                    <a:pt x="1887" y="98"/>
                  </a:cubicBezTo>
                  <a:lnTo>
                    <a:pt x="1879" y="83"/>
                  </a:lnTo>
                  <a:lnTo>
                    <a:pt x="1857" y="68"/>
                  </a:lnTo>
                  <a:cubicBezTo>
                    <a:pt x="1849" y="68"/>
                    <a:pt x="1849" y="53"/>
                    <a:pt x="1842" y="53"/>
                  </a:cubicBezTo>
                  <a:cubicBezTo>
                    <a:pt x="1834" y="53"/>
                    <a:pt x="1834" y="46"/>
                    <a:pt x="1819" y="46"/>
                  </a:cubicBezTo>
                  <a:cubicBezTo>
                    <a:pt x="1811" y="38"/>
                    <a:pt x="1796" y="31"/>
                    <a:pt x="1781" y="31"/>
                  </a:cubicBezTo>
                  <a:cubicBezTo>
                    <a:pt x="1774" y="16"/>
                    <a:pt x="1759" y="16"/>
                    <a:pt x="1744" y="8"/>
                  </a:cubicBezTo>
                  <a:cubicBezTo>
                    <a:pt x="1736" y="8"/>
                    <a:pt x="1736" y="8"/>
                    <a:pt x="172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06" name="Google Shape;8506;p80"/>
            <p:cNvSpPr/>
            <p:nvPr/>
          </p:nvSpPr>
          <p:spPr>
            <a:xfrm>
              <a:off x="5128025" y="2779350"/>
              <a:ext cx="244400" cy="29325"/>
            </a:xfrm>
            <a:custGeom>
              <a:rect b="b" l="l" r="r" t="t"/>
              <a:pathLst>
                <a:path extrusionOk="0" h="1173" w="9776">
                  <a:moveTo>
                    <a:pt x="203" y="0"/>
                  </a:moveTo>
                  <a:cubicBezTo>
                    <a:pt x="91" y="0"/>
                    <a:pt x="1" y="91"/>
                    <a:pt x="1" y="203"/>
                  </a:cubicBezTo>
                  <a:lnTo>
                    <a:pt x="1" y="970"/>
                  </a:lnTo>
                  <a:cubicBezTo>
                    <a:pt x="1" y="1082"/>
                    <a:pt x="91" y="1173"/>
                    <a:pt x="203" y="1173"/>
                  </a:cubicBezTo>
                  <a:lnTo>
                    <a:pt x="9565" y="1173"/>
                  </a:lnTo>
                  <a:cubicBezTo>
                    <a:pt x="9678" y="1173"/>
                    <a:pt x="9776" y="1082"/>
                    <a:pt x="9776" y="970"/>
                  </a:cubicBezTo>
                  <a:lnTo>
                    <a:pt x="9776" y="203"/>
                  </a:lnTo>
                  <a:cubicBezTo>
                    <a:pt x="9776" y="91"/>
                    <a:pt x="9693" y="0"/>
                    <a:pt x="956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07" name="Google Shape;8507;p80"/>
            <p:cNvSpPr/>
            <p:nvPr/>
          </p:nvSpPr>
          <p:spPr>
            <a:xfrm>
              <a:off x="5155450" y="2822750"/>
              <a:ext cx="133775" cy="90175"/>
            </a:xfrm>
            <a:custGeom>
              <a:rect b="b" l="l" r="r" t="t"/>
              <a:pathLst>
                <a:path extrusionOk="0" h="3607" w="5351">
                  <a:moveTo>
                    <a:pt x="354" y="0"/>
                  </a:moveTo>
                  <a:cubicBezTo>
                    <a:pt x="158" y="0"/>
                    <a:pt x="1" y="158"/>
                    <a:pt x="1" y="361"/>
                  </a:cubicBezTo>
                  <a:lnTo>
                    <a:pt x="1" y="2134"/>
                  </a:lnTo>
                  <a:lnTo>
                    <a:pt x="1" y="2149"/>
                  </a:lnTo>
                  <a:lnTo>
                    <a:pt x="1" y="2171"/>
                  </a:lnTo>
                  <a:lnTo>
                    <a:pt x="1" y="2186"/>
                  </a:lnTo>
                  <a:cubicBezTo>
                    <a:pt x="1" y="2194"/>
                    <a:pt x="8" y="2216"/>
                    <a:pt x="8" y="2224"/>
                  </a:cubicBezTo>
                  <a:cubicBezTo>
                    <a:pt x="16" y="2232"/>
                    <a:pt x="16" y="2232"/>
                    <a:pt x="16" y="2247"/>
                  </a:cubicBezTo>
                  <a:cubicBezTo>
                    <a:pt x="31" y="2254"/>
                    <a:pt x="31" y="2269"/>
                    <a:pt x="38" y="2284"/>
                  </a:cubicBezTo>
                  <a:cubicBezTo>
                    <a:pt x="38" y="2292"/>
                    <a:pt x="46" y="2307"/>
                    <a:pt x="53" y="2322"/>
                  </a:cubicBezTo>
                  <a:cubicBezTo>
                    <a:pt x="53" y="2329"/>
                    <a:pt x="68" y="2329"/>
                    <a:pt x="68" y="2337"/>
                  </a:cubicBezTo>
                  <a:cubicBezTo>
                    <a:pt x="68" y="2344"/>
                    <a:pt x="68" y="2344"/>
                    <a:pt x="76" y="2359"/>
                  </a:cubicBezTo>
                  <a:lnTo>
                    <a:pt x="91" y="2374"/>
                  </a:lnTo>
                  <a:lnTo>
                    <a:pt x="113" y="2397"/>
                  </a:lnTo>
                  <a:lnTo>
                    <a:pt x="128" y="2412"/>
                  </a:lnTo>
                  <a:cubicBezTo>
                    <a:pt x="143" y="2412"/>
                    <a:pt x="143" y="2427"/>
                    <a:pt x="151" y="2427"/>
                  </a:cubicBezTo>
                  <a:cubicBezTo>
                    <a:pt x="158" y="2427"/>
                    <a:pt x="158" y="2434"/>
                    <a:pt x="166" y="2434"/>
                  </a:cubicBezTo>
                  <a:lnTo>
                    <a:pt x="1345" y="3606"/>
                  </a:lnTo>
                  <a:lnTo>
                    <a:pt x="5350" y="3606"/>
                  </a:lnTo>
                  <a:lnTo>
                    <a:pt x="4403" y="2637"/>
                  </a:lnTo>
                  <a:lnTo>
                    <a:pt x="4186" y="2427"/>
                  </a:lnTo>
                  <a:lnTo>
                    <a:pt x="3374" y="1608"/>
                  </a:lnTo>
                  <a:lnTo>
                    <a:pt x="3096" y="1337"/>
                  </a:lnTo>
                  <a:lnTo>
                    <a:pt x="2901" y="1135"/>
                  </a:lnTo>
                  <a:lnTo>
                    <a:pt x="2683" y="924"/>
                  </a:lnTo>
                  <a:lnTo>
                    <a:pt x="1916" y="150"/>
                  </a:lnTo>
                  <a:lnTo>
                    <a:pt x="1924" y="143"/>
                  </a:lnTo>
                  <a:lnTo>
                    <a:pt x="1894" y="113"/>
                  </a:lnTo>
                  <a:cubicBezTo>
                    <a:pt x="1894" y="105"/>
                    <a:pt x="1894" y="105"/>
                    <a:pt x="1886" y="98"/>
                  </a:cubicBezTo>
                  <a:lnTo>
                    <a:pt x="1879" y="83"/>
                  </a:lnTo>
                  <a:lnTo>
                    <a:pt x="1856" y="68"/>
                  </a:lnTo>
                  <a:cubicBezTo>
                    <a:pt x="1849" y="68"/>
                    <a:pt x="1849" y="60"/>
                    <a:pt x="1841" y="60"/>
                  </a:cubicBezTo>
                  <a:cubicBezTo>
                    <a:pt x="1834" y="60"/>
                    <a:pt x="1834" y="45"/>
                    <a:pt x="1819" y="45"/>
                  </a:cubicBezTo>
                  <a:cubicBezTo>
                    <a:pt x="1811" y="38"/>
                    <a:pt x="1796" y="38"/>
                    <a:pt x="1781" y="30"/>
                  </a:cubicBezTo>
                  <a:cubicBezTo>
                    <a:pt x="1774" y="23"/>
                    <a:pt x="1759" y="8"/>
                    <a:pt x="1744" y="8"/>
                  </a:cubicBezTo>
                  <a:cubicBezTo>
                    <a:pt x="1744" y="0"/>
                    <a:pt x="1736" y="0"/>
                    <a:pt x="1729" y="0"/>
                  </a:cubicBezTo>
                  <a:close/>
                </a:path>
              </a:pathLst>
            </a:custGeom>
            <a:solidFill>
              <a:srgbClr val="000000">
                <a:alpha val="59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08" name="Google Shape;8508;p80"/>
            <p:cNvSpPr/>
            <p:nvPr/>
          </p:nvSpPr>
          <p:spPr>
            <a:xfrm>
              <a:off x="5160325" y="2828000"/>
              <a:ext cx="39475" cy="51875"/>
            </a:xfrm>
            <a:custGeom>
              <a:rect b="b" l="l" r="r" t="t"/>
              <a:pathLst>
                <a:path extrusionOk="0" h="2075" w="1579">
                  <a:moveTo>
                    <a:pt x="151" y="0"/>
                  </a:moveTo>
                  <a:cubicBezTo>
                    <a:pt x="69" y="0"/>
                    <a:pt x="1" y="61"/>
                    <a:pt x="1" y="151"/>
                  </a:cubicBezTo>
                  <a:lnTo>
                    <a:pt x="1" y="1924"/>
                  </a:lnTo>
                  <a:cubicBezTo>
                    <a:pt x="1" y="2006"/>
                    <a:pt x="69" y="2074"/>
                    <a:pt x="151" y="2074"/>
                  </a:cubicBezTo>
                  <a:lnTo>
                    <a:pt x="1436" y="2074"/>
                  </a:lnTo>
                  <a:cubicBezTo>
                    <a:pt x="1511" y="2074"/>
                    <a:pt x="1579" y="2006"/>
                    <a:pt x="1579" y="1924"/>
                  </a:cubicBezTo>
                  <a:lnTo>
                    <a:pt x="1579" y="151"/>
                  </a:lnTo>
                  <a:cubicBezTo>
                    <a:pt x="1579" y="61"/>
                    <a:pt x="1511" y="0"/>
                    <a:pt x="1428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09" name="Google Shape;8509;p80"/>
            <p:cNvSpPr/>
            <p:nvPr/>
          </p:nvSpPr>
          <p:spPr>
            <a:xfrm>
              <a:off x="5155075" y="2823500"/>
              <a:ext cx="50000" cy="61800"/>
            </a:xfrm>
            <a:custGeom>
              <a:rect b="b" l="l" r="r" t="t"/>
              <a:pathLst>
                <a:path extrusionOk="0" h="2472" w="2000">
                  <a:moveTo>
                    <a:pt x="1586" y="391"/>
                  </a:moveTo>
                  <a:lnTo>
                    <a:pt x="1586" y="2044"/>
                  </a:lnTo>
                  <a:lnTo>
                    <a:pt x="429" y="2044"/>
                  </a:lnTo>
                  <a:lnTo>
                    <a:pt x="429" y="391"/>
                  </a:lnTo>
                  <a:close/>
                  <a:moveTo>
                    <a:pt x="361" y="0"/>
                  </a:moveTo>
                  <a:cubicBezTo>
                    <a:pt x="166" y="0"/>
                    <a:pt x="1" y="158"/>
                    <a:pt x="1" y="353"/>
                  </a:cubicBezTo>
                  <a:lnTo>
                    <a:pt x="1" y="2111"/>
                  </a:lnTo>
                  <a:lnTo>
                    <a:pt x="1" y="2134"/>
                  </a:lnTo>
                  <a:lnTo>
                    <a:pt x="1" y="2149"/>
                  </a:lnTo>
                  <a:lnTo>
                    <a:pt x="1" y="2171"/>
                  </a:lnTo>
                  <a:cubicBezTo>
                    <a:pt x="1" y="2179"/>
                    <a:pt x="1" y="2194"/>
                    <a:pt x="16" y="2209"/>
                  </a:cubicBezTo>
                  <a:cubicBezTo>
                    <a:pt x="16" y="2217"/>
                    <a:pt x="16" y="2217"/>
                    <a:pt x="23" y="2224"/>
                  </a:cubicBezTo>
                  <a:cubicBezTo>
                    <a:pt x="23" y="2232"/>
                    <a:pt x="31" y="2254"/>
                    <a:pt x="38" y="2262"/>
                  </a:cubicBezTo>
                  <a:cubicBezTo>
                    <a:pt x="53" y="2269"/>
                    <a:pt x="53" y="2292"/>
                    <a:pt x="61" y="2299"/>
                  </a:cubicBezTo>
                  <a:cubicBezTo>
                    <a:pt x="61" y="2307"/>
                    <a:pt x="68" y="2307"/>
                    <a:pt x="68" y="2322"/>
                  </a:cubicBezTo>
                  <a:cubicBezTo>
                    <a:pt x="68" y="2329"/>
                    <a:pt x="76" y="2329"/>
                    <a:pt x="76" y="2337"/>
                  </a:cubicBezTo>
                  <a:lnTo>
                    <a:pt x="98" y="2359"/>
                  </a:lnTo>
                  <a:lnTo>
                    <a:pt x="113" y="2374"/>
                  </a:lnTo>
                  <a:lnTo>
                    <a:pt x="136" y="2397"/>
                  </a:lnTo>
                  <a:cubicBezTo>
                    <a:pt x="143" y="2397"/>
                    <a:pt x="143" y="2404"/>
                    <a:pt x="151" y="2404"/>
                  </a:cubicBezTo>
                  <a:cubicBezTo>
                    <a:pt x="166" y="2404"/>
                    <a:pt x="166" y="2412"/>
                    <a:pt x="173" y="2412"/>
                  </a:cubicBezTo>
                  <a:cubicBezTo>
                    <a:pt x="226" y="2449"/>
                    <a:pt x="294" y="2472"/>
                    <a:pt x="361" y="2472"/>
                  </a:cubicBezTo>
                  <a:lnTo>
                    <a:pt x="1638" y="2472"/>
                  </a:lnTo>
                  <a:cubicBezTo>
                    <a:pt x="1834" y="2472"/>
                    <a:pt x="1992" y="2307"/>
                    <a:pt x="1992" y="2111"/>
                  </a:cubicBezTo>
                  <a:lnTo>
                    <a:pt x="1992" y="331"/>
                  </a:lnTo>
                  <a:cubicBezTo>
                    <a:pt x="1999" y="278"/>
                    <a:pt x="1984" y="225"/>
                    <a:pt x="1969" y="180"/>
                  </a:cubicBezTo>
                  <a:cubicBezTo>
                    <a:pt x="1962" y="165"/>
                    <a:pt x="1962" y="150"/>
                    <a:pt x="1947" y="143"/>
                  </a:cubicBezTo>
                  <a:lnTo>
                    <a:pt x="1924" y="113"/>
                  </a:lnTo>
                  <a:cubicBezTo>
                    <a:pt x="1924" y="105"/>
                    <a:pt x="1909" y="105"/>
                    <a:pt x="1909" y="90"/>
                  </a:cubicBezTo>
                  <a:lnTo>
                    <a:pt x="1901" y="83"/>
                  </a:lnTo>
                  <a:lnTo>
                    <a:pt x="1886" y="68"/>
                  </a:lnTo>
                  <a:cubicBezTo>
                    <a:pt x="1871" y="68"/>
                    <a:pt x="1871" y="53"/>
                    <a:pt x="1864" y="53"/>
                  </a:cubicBezTo>
                  <a:cubicBezTo>
                    <a:pt x="1856" y="53"/>
                    <a:pt x="1856" y="45"/>
                    <a:pt x="1849" y="45"/>
                  </a:cubicBezTo>
                  <a:cubicBezTo>
                    <a:pt x="1834" y="38"/>
                    <a:pt x="1819" y="23"/>
                    <a:pt x="1811" y="23"/>
                  </a:cubicBezTo>
                  <a:cubicBezTo>
                    <a:pt x="1796" y="15"/>
                    <a:pt x="1781" y="15"/>
                    <a:pt x="1774" y="8"/>
                  </a:cubicBezTo>
                  <a:cubicBezTo>
                    <a:pt x="1759" y="8"/>
                    <a:pt x="1759" y="8"/>
                    <a:pt x="175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10" name="Google Shape;8510;p80"/>
            <p:cNvSpPr/>
            <p:nvPr/>
          </p:nvSpPr>
          <p:spPr>
            <a:xfrm>
              <a:off x="5226825" y="2822750"/>
              <a:ext cx="133775" cy="90175"/>
            </a:xfrm>
            <a:custGeom>
              <a:rect b="b" l="l" r="r" t="t"/>
              <a:pathLst>
                <a:path extrusionOk="0" h="3607" w="5351">
                  <a:moveTo>
                    <a:pt x="354" y="0"/>
                  </a:moveTo>
                  <a:cubicBezTo>
                    <a:pt x="158" y="0"/>
                    <a:pt x="1" y="158"/>
                    <a:pt x="1" y="361"/>
                  </a:cubicBezTo>
                  <a:lnTo>
                    <a:pt x="1" y="2134"/>
                  </a:lnTo>
                  <a:lnTo>
                    <a:pt x="1" y="2149"/>
                  </a:lnTo>
                  <a:lnTo>
                    <a:pt x="1" y="2171"/>
                  </a:lnTo>
                  <a:lnTo>
                    <a:pt x="1" y="2186"/>
                  </a:lnTo>
                  <a:cubicBezTo>
                    <a:pt x="1" y="2194"/>
                    <a:pt x="8" y="2216"/>
                    <a:pt x="8" y="2224"/>
                  </a:cubicBezTo>
                  <a:cubicBezTo>
                    <a:pt x="16" y="2232"/>
                    <a:pt x="16" y="2232"/>
                    <a:pt x="16" y="2247"/>
                  </a:cubicBezTo>
                  <a:cubicBezTo>
                    <a:pt x="31" y="2254"/>
                    <a:pt x="31" y="2269"/>
                    <a:pt x="38" y="2284"/>
                  </a:cubicBezTo>
                  <a:cubicBezTo>
                    <a:pt x="38" y="2292"/>
                    <a:pt x="46" y="2307"/>
                    <a:pt x="53" y="2322"/>
                  </a:cubicBezTo>
                  <a:cubicBezTo>
                    <a:pt x="53" y="2329"/>
                    <a:pt x="68" y="2329"/>
                    <a:pt x="68" y="2337"/>
                  </a:cubicBezTo>
                  <a:cubicBezTo>
                    <a:pt x="68" y="2344"/>
                    <a:pt x="68" y="2344"/>
                    <a:pt x="76" y="2359"/>
                  </a:cubicBezTo>
                  <a:lnTo>
                    <a:pt x="91" y="2374"/>
                  </a:lnTo>
                  <a:lnTo>
                    <a:pt x="113" y="2397"/>
                  </a:lnTo>
                  <a:lnTo>
                    <a:pt x="128" y="2412"/>
                  </a:lnTo>
                  <a:cubicBezTo>
                    <a:pt x="143" y="2412"/>
                    <a:pt x="143" y="2427"/>
                    <a:pt x="151" y="2427"/>
                  </a:cubicBezTo>
                  <a:cubicBezTo>
                    <a:pt x="158" y="2427"/>
                    <a:pt x="158" y="2434"/>
                    <a:pt x="166" y="2434"/>
                  </a:cubicBezTo>
                  <a:lnTo>
                    <a:pt x="1346" y="3606"/>
                  </a:lnTo>
                  <a:lnTo>
                    <a:pt x="5350" y="3606"/>
                  </a:lnTo>
                  <a:lnTo>
                    <a:pt x="4404" y="2637"/>
                  </a:lnTo>
                  <a:lnTo>
                    <a:pt x="4186" y="2427"/>
                  </a:lnTo>
                  <a:lnTo>
                    <a:pt x="3374" y="1608"/>
                  </a:lnTo>
                  <a:lnTo>
                    <a:pt x="3096" y="1337"/>
                  </a:lnTo>
                  <a:lnTo>
                    <a:pt x="2901" y="1135"/>
                  </a:lnTo>
                  <a:lnTo>
                    <a:pt x="2683" y="924"/>
                  </a:lnTo>
                  <a:lnTo>
                    <a:pt x="1917" y="150"/>
                  </a:lnTo>
                  <a:lnTo>
                    <a:pt x="1924" y="143"/>
                  </a:lnTo>
                  <a:lnTo>
                    <a:pt x="1894" y="113"/>
                  </a:lnTo>
                  <a:cubicBezTo>
                    <a:pt x="1894" y="105"/>
                    <a:pt x="1894" y="105"/>
                    <a:pt x="1887" y="98"/>
                  </a:cubicBezTo>
                  <a:lnTo>
                    <a:pt x="1879" y="83"/>
                  </a:lnTo>
                  <a:lnTo>
                    <a:pt x="1856" y="68"/>
                  </a:lnTo>
                  <a:cubicBezTo>
                    <a:pt x="1849" y="68"/>
                    <a:pt x="1849" y="60"/>
                    <a:pt x="1841" y="60"/>
                  </a:cubicBezTo>
                  <a:cubicBezTo>
                    <a:pt x="1834" y="60"/>
                    <a:pt x="1834" y="45"/>
                    <a:pt x="1819" y="45"/>
                  </a:cubicBezTo>
                  <a:cubicBezTo>
                    <a:pt x="1811" y="38"/>
                    <a:pt x="1796" y="38"/>
                    <a:pt x="1781" y="30"/>
                  </a:cubicBezTo>
                  <a:cubicBezTo>
                    <a:pt x="1774" y="23"/>
                    <a:pt x="1759" y="8"/>
                    <a:pt x="1744" y="8"/>
                  </a:cubicBezTo>
                  <a:cubicBezTo>
                    <a:pt x="1744" y="0"/>
                    <a:pt x="1736" y="0"/>
                    <a:pt x="1729" y="0"/>
                  </a:cubicBezTo>
                  <a:close/>
                </a:path>
              </a:pathLst>
            </a:custGeom>
            <a:solidFill>
              <a:srgbClr val="000000">
                <a:alpha val="59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11" name="Google Shape;8511;p80"/>
            <p:cNvSpPr/>
            <p:nvPr/>
          </p:nvSpPr>
          <p:spPr>
            <a:xfrm>
              <a:off x="5231900" y="2828000"/>
              <a:ext cx="39475" cy="51875"/>
            </a:xfrm>
            <a:custGeom>
              <a:rect b="b" l="l" r="r" t="t"/>
              <a:pathLst>
                <a:path extrusionOk="0" h="2075" w="1579">
                  <a:moveTo>
                    <a:pt x="151" y="0"/>
                  </a:moveTo>
                  <a:cubicBezTo>
                    <a:pt x="68" y="0"/>
                    <a:pt x="1" y="61"/>
                    <a:pt x="1" y="151"/>
                  </a:cubicBezTo>
                  <a:lnTo>
                    <a:pt x="1" y="1924"/>
                  </a:lnTo>
                  <a:cubicBezTo>
                    <a:pt x="1" y="2006"/>
                    <a:pt x="68" y="2074"/>
                    <a:pt x="151" y="2074"/>
                  </a:cubicBezTo>
                  <a:lnTo>
                    <a:pt x="1428" y="2074"/>
                  </a:lnTo>
                  <a:cubicBezTo>
                    <a:pt x="1503" y="2074"/>
                    <a:pt x="1571" y="2006"/>
                    <a:pt x="1578" y="1924"/>
                  </a:cubicBezTo>
                  <a:lnTo>
                    <a:pt x="1578" y="151"/>
                  </a:lnTo>
                  <a:cubicBezTo>
                    <a:pt x="1578" y="61"/>
                    <a:pt x="1518" y="0"/>
                    <a:pt x="1428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12" name="Google Shape;8512;p80"/>
            <p:cNvSpPr/>
            <p:nvPr/>
          </p:nvSpPr>
          <p:spPr>
            <a:xfrm>
              <a:off x="5227025" y="2823500"/>
              <a:ext cx="49600" cy="61800"/>
            </a:xfrm>
            <a:custGeom>
              <a:rect b="b" l="l" r="r" t="t"/>
              <a:pathLst>
                <a:path extrusionOk="0" h="2472" w="1984">
                  <a:moveTo>
                    <a:pt x="1563" y="391"/>
                  </a:moveTo>
                  <a:lnTo>
                    <a:pt x="1563" y="2044"/>
                  </a:lnTo>
                  <a:lnTo>
                    <a:pt x="406" y="2044"/>
                  </a:lnTo>
                  <a:lnTo>
                    <a:pt x="406" y="391"/>
                  </a:lnTo>
                  <a:close/>
                  <a:moveTo>
                    <a:pt x="361" y="0"/>
                  </a:moveTo>
                  <a:cubicBezTo>
                    <a:pt x="158" y="0"/>
                    <a:pt x="0" y="158"/>
                    <a:pt x="0" y="353"/>
                  </a:cubicBezTo>
                  <a:lnTo>
                    <a:pt x="0" y="2111"/>
                  </a:lnTo>
                  <a:lnTo>
                    <a:pt x="0" y="2134"/>
                  </a:lnTo>
                  <a:lnTo>
                    <a:pt x="0" y="2149"/>
                  </a:lnTo>
                  <a:lnTo>
                    <a:pt x="0" y="2171"/>
                  </a:lnTo>
                  <a:cubicBezTo>
                    <a:pt x="0" y="2179"/>
                    <a:pt x="0" y="2194"/>
                    <a:pt x="8" y="2209"/>
                  </a:cubicBezTo>
                  <a:cubicBezTo>
                    <a:pt x="8" y="2217"/>
                    <a:pt x="8" y="2217"/>
                    <a:pt x="23" y="2224"/>
                  </a:cubicBezTo>
                  <a:cubicBezTo>
                    <a:pt x="30" y="2232"/>
                    <a:pt x="30" y="2254"/>
                    <a:pt x="38" y="2262"/>
                  </a:cubicBezTo>
                  <a:cubicBezTo>
                    <a:pt x="45" y="2269"/>
                    <a:pt x="45" y="2292"/>
                    <a:pt x="60" y="2299"/>
                  </a:cubicBezTo>
                  <a:cubicBezTo>
                    <a:pt x="60" y="2307"/>
                    <a:pt x="68" y="2307"/>
                    <a:pt x="68" y="2322"/>
                  </a:cubicBezTo>
                  <a:cubicBezTo>
                    <a:pt x="68" y="2329"/>
                    <a:pt x="75" y="2329"/>
                    <a:pt x="75" y="2337"/>
                  </a:cubicBezTo>
                  <a:cubicBezTo>
                    <a:pt x="75" y="2344"/>
                    <a:pt x="83" y="2344"/>
                    <a:pt x="83" y="2359"/>
                  </a:cubicBezTo>
                  <a:lnTo>
                    <a:pt x="105" y="2374"/>
                  </a:lnTo>
                  <a:lnTo>
                    <a:pt x="120" y="2397"/>
                  </a:lnTo>
                  <a:cubicBezTo>
                    <a:pt x="135" y="2397"/>
                    <a:pt x="135" y="2404"/>
                    <a:pt x="143" y="2404"/>
                  </a:cubicBezTo>
                  <a:cubicBezTo>
                    <a:pt x="150" y="2404"/>
                    <a:pt x="150" y="2412"/>
                    <a:pt x="158" y="2412"/>
                  </a:cubicBezTo>
                  <a:cubicBezTo>
                    <a:pt x="218" y="2449"/>
                    <a:pt x="286" y="2472"/>
                    <a:pt x="346" y="2472"/>
                  </a:cubicBezTo>
                  <a:lnTo>
                    <a:pt x="1623" y="2472"/>
                  </a:lnTo>
                  <a:cubicBezTo>
                    <a:pt x="1818" y="2472"/>
                    <a:pt x="1984" y="2307"/>
                    <a:pt x="1984" y="2111"/>
                  </a:cubicBezTo>
                  <a:lnTo>
                    <a:pt x="1984" y="331"/>
                  </a:lnTo>
                  <a:cubicBezTo>
                    <a:pt x="1976" y="278"/>
                    <a:pt x="1961" y="225"/>
                    <a:pt x="1946" y="180"/>
                  </a:cubicBezTo>
                  <a:cubicBezTo>
                    <a:pt x="1939" y="158"/>
                    <a:pt x="1924" y="150"/>
                    <a:pt x="1924" y="143"/>
                  </a:cubicBezTo>
                  <a:lnTo>
                    <a:pt x="1901" y="113"/>
                  </a:lnTo>
                  <a:cubicBezTo>
                    <a:pt x="1901" y="105"/>
                    <a:pt x="1886" y="105"/>
                    <a:pt x="1886" y="90"/>
                  </a:cubicBezTo>
                  <a:lnTo>
                    <a:pt x="1879" y="83"/>
                  </a:lnTo>
                  <a:lnTo>
                    <a:pt x="1863" y="68"/>
                  </a:lnTo>
                  <a:cubicBezTo>
                    <a:pt x="1848" y="68"/>
                    <a:pt x="1848" y="53"/>
                    <a:pt x="1841" y="53"/>
                  </a:cubicBezTo>
                  <a:cubicBezTo>
                    <a:pt x="1833" y="53"/>
                    <a:pt x="1833" y="45"/>
                    <a:pt x="1826" y="45"/>
                  </a:cubicBezTo>
                  <a:cubicBezTo>
                    <a:pt x="1811" y="38"/>
                    <a:pt x="1796" y="23"/>
                    <a:pt x="1788" y="23"/>
                  </a:cubicBezTo>
                  <a:cubicBezTo>
                    <a:pt x="1773" y="15"/>
                    <a:pt x="1758" y="15"/>
                    <a:pt x="1751" y="8"/>
                  </a:cubicBezTo>
                  <a:cubicBezTo>
                    <a:pt x="1736" y="8"/>
                    <a:pt x="1736" y="8"/>
                    <a:pt x="172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13" name="Google Shape;8513;p80"/>
            <p:cNvSpPr/>
            <p:nvPr/>
          </p:nvSpPr>
          <p:spPr>
            <a:xfrm>
              <a:off x="5298025" y="2822750"/>
              <a:ext cx="68400" cy="90175"/>
            </a:xfrm>
            <a:custGeom>
              <a:rect b="b" l="l" r="r" t="t"/>
              <a:pathLst>
                <a:path extrusionOk="0" h="3607" w="2736">
                  <a:moveTo>
                    <a:pt x="353" y="0"/>
                  </a:moveTo>
                  <a:cubicBezTo>
                    <a:pt x="158" y="0"/>
                    <a:pt x="0" y="158"/>
                    <a:pt x="0" y="361"/>
                  </a:cubicBezTo>
                  <a:lnTo>
                    <a:pt x="0" y="2134"/>
                  </a:lnTo>
                  <a:lnTo>
                    <a:pt x="0" y="2149"/>
                  </a:lnTo>
                  <a:lnTo>
                    <a:pt x="0" y="2171"/>
                  </a:lnTo>
                  <a:lnTo>
                    <a:pt x="0" y="2186"/>
                  </a:lnTo>
                  <a:cubicBezTo>
                    <a:pt x="0" y="2194"/>
                    <a:pt x="8" y="2216"/>
                    <a:pt x="8" y="2224"/>
                  </a:cubicBezTo>
                  <a:cubicBezTo>
                    <a:pt x="15" y="2232"/>
                    <a:pt x="15" y="2232"/>
                    <a:pt x="15" y="2247"/>
                  </a:cubicBezTo>
                  <a:cubicBezTo>
                    <a:pt x="23" y="2254"/>
                    <a:pt x="23" y="2269"/>
                    <a:pt x="38" y="2284"/>
                  </a:cubicBezTo>
                  <a:cubicBezTo>
                    <a:pt x="38" y="2292"/>
                    <a:pt x="45" y="2307"/>
                    <a:pt x="53" y="2322"/>
                  </a:cubicBezTo>
                  <a:cubicBezTo>
                    <a:pt x="53" y="2329"/>
                    <a:pt x="60" y="2329"/>
                    <a:pt x="60" y="2337"/>
                  </a:cubicBezTo>
                  <a:cubicBezTo>
                    <a:pt x="60" y="2344"/>
                    <a:pt x="60" y="2344"/>
                    <a:pt x="75" y="2359"/>
                  </a:cubicBezTo>
                  <a:lnTo>
                    <a:pt x="90" y="2374"/>
                  </a:lnTo>
                  <a:lnTo>
                    <a:pt x="113" y="2397"/>
                  </a:lnTo>
                  <a:lnTo>
                    <a:pt x="128" y="2412"/>
                  </a:lnTo>
                  <a:cubicBezTo>
                    <a:pt x="135" y="2412"/>
                    <a:pt x="135" y="2419"/>
                    <a:pt x="151" y="2419"/>
                  </a:cubicBezTo>
                  <a:cubicBezTo>
                    <a:pt x="158" y="2419"/>
                    <a:pt x="158" y="2434"/>
                    <a:pt x="166" y="2434"/>
                  </a:cubicBezTo>
                  <a:lnTo>
                    <a:pt x="1338" y="3606"/>
                  </a:lnTo>
                  <a:lnTo>
                    <a:pt x="2735" y="3606"/>
                  </a:lnTo>
                  <a:lnTo>
                    <a:pt x="2735" y="999"/>
                  </a:lnTo>
                  <a:lnTo>
                    <a:pt x="2683" y="924"/>
                  </a:lnTo>
                  <a:lnTo>
                    <a:pt x="1939" y="180"/>
                  </a:lnTo>
                  <a:lnTo>
                    <a:pt x="1916" y="150"/>
                  </a:lnTo>
                  <a:lnTo>
                    <a:pt x="1924" y="143"/>
                  </a:lnTo>
                  <a:lnTo>
                    <a:pt x="1894" y="113"/>
                  </a:lnTo>
                  <a:cubicBezTo>
                    <a:pt x="1894" y="105"/>
                    <a:pt x="1894" y="105"/>
                    <a:pt x="1886" y="98"/>
                  </a:cubicBezTo>
                  <a:lnTo>
                    <a:pt x="1879" y="83"/>
                  </a:lnTo>
                  <a:lnTo>
                    <a:pt x="1856" y="68"/>
                  </a:lnTo>
                  <a:cubicBezTo>
                    <a:pt x="1849" y="68"/>
                    <a:pt x="1849" y="60"/>
                    <a:pt x="1841" y="60"/>
                  </a:cubicBezTo>
                  <a:cubicBezTo>
                    <a:pt x="1826" y="60"/>
                    <a:pt x="1826" y="45"/>
                    <a:pt x="1818" y="45"/>
                  </a:cubicBezTo>
                  <a:cubicBezTo>
                    <a:pt x="1811" y="38"/>
                    <a:pt x="1788" y="38"/>
                    <a:pt x="1781" y="30"/>
                  </a:cubicBezTo>
                  <a:cubicBezTo>
                    <a:pt x="1773" y="23"/>
                    <a:pt x="1751" y="8"/>
                    <a:pt x="1743" y="8"/>
                  </a:cubicBezTo>
                  <a:cubicBezTo>
                    <a:pt x="1743" y="0"/>
                    <a:pt x="1736" y="0"/>
                    <a:pt x="1728" y="0"/>
                  </a:cubicBezTo>
                  <a:close/>
                </a:path>
              </a:pathLst>
            </a:custGeom>
            <a:solidFill>
              <a:srgbClr val="000000">
                <a:alpha val="59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14" name="Google Shape;8514;p80"/>
            <p:cNvSpPr/>
            <p:nvPr/>
          </p:nvSpPr>
          <p:spPr>
            <a:xfrm>
              <a:off x="5303100" y="2828000"/>
              <a:ext cx="39450" cy="51875"/>
            </a:xfrm>
            <a:custGeom>
              <a:rect b="b" l="l" r="r" t="t"/>
              <a:pathLst>
                <a:path extrusionOk="0" h="2075" w="1578">
                  <a:moveTo>
                    <a:pt x="150" y="0"/>
                  </a:moveTo>
                  <a:cubicBezTo>
                    <a:pt x="68" y="0"/>
                    <a:pt x="0" y="61"/>
                    <a:pt x="0" y="151"/>
                  </a:cubicBezTo>
                  <a:lnTo>
                    <a:pt x="0" y="1924"/>
                  </a:lnTo>
                  <a:cubicBezTo>
                    <a:pt x="0" y="2006"/>
                    <a:pt x="68" y="2074"/>
                    <a:pt x="150" y="2074"/>
                  </a:cubicBezTo>
                  <a:lnTo>
                    <a:pt x="1428" y="2074"/>
                  </a:lnTo>
                  <a:cubicBezTo>
                    <a:pt x="1510" y="2074"/>
                    <a:pt x="1578" y="2006"/>
                    <a:pt x="1578" y="1924"/>
                  </a:cubicBezTo>
                  <a:lnTo>
                    <a:pt x="1578" y="151"/>
                  </a:lnTo>
                  <a:cubicBezTo>
                    <a:pt x="1578" y="61"/>
                    <a:pt x="1510" y="0"/>
                    <a:pt x="1428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15" name="Google Shape;8515;p80"/>
            <p:cNvSpPr/>
            <p:nvPr/>
          </p:nvSpPr>
          <p:spPr>
            <a:xfrm>
              <a:off x="5298200" y="2823500"/>
              <a:ext cx="49800" cy="61800"/>
            </a:xfrm>
            <a:custGeom>
              <a:rect b="b" l="l" r="r" t="t"/>
              <a:pathLst>
                <a:path extrusionOk="0" h="2472" w="1992">
                  <a:moveTo>
                    <a:pt x="1571" y="391"/>
                  </a:moveTo>
                  <a:lnTo>
                    <a:pt x="1571" y="2044"/>
                  </a:lnTo>
                  <a:lnTo>
                    <a:pt x="414" y="2044"/>
                  </a:lnTo>
                  <a:lnTo>
                    <a:pt x="414" y="391"/>
                  </a:lnTo>
                  <a:close/>
                  <a:moveTo>
                    <a:pt x="354" y="0"/>
                  </a:moveTo>
                  <a:cubicBezTo>
                    <a:pt x="159" y="0"/>
                    <a:pt x="1" y="158"/>
                    <a:pt x="1" y="353"/>
                  </a:cubicBezTo>
                  <a:lnTo>
                    <a:pt x="1" y="2111"/>
                  </a:lnTo>
                  <a:lnTo>
                    <a:pt x="1" y="2134"/>
                  </a:lnTo>
                  <a:lnTo>
                    <a:pt x="1" y="2149"/>
                  </a:lnTo>
                  <a:lnTo>
                    <a:pt x="1" y="2171"/>
                  </a:lnTo>
                  <a:cubicBezTo>
                    <a:pt x="1" y="2179"/>
                    <a:pt x="1" y="2194"/>
                    <a:pt x="8" y="2209"/>
                  </a:cubicBezTo>
                  <a:cubicBezTo>
                    <a:pt x="8" y="2217"/>
                    <a:pt x="8" y="2217"/>
                    <a:pt x="16" y="2224"/>
                  </a:cubicBezTo>
                  <a:cubicBezTo>
                    <a:pt x="16" y="2232"/>
                    <a:pt x="31" y="2254"/>
                    <a:pt x="38" y="2262"/>
                  </a:cubicBezTo>
                  <a:cubicBezTo>
                    <a:pt x="46" y="2269"/>
                    <a:pt x="46" y="2292"/>
                    <a:pt x="53" y="2299"/>
                  </a:cubicBezTo>
                  <a:cubicBezTo>
                    <a:pt x="53" y="2307"/>
                    <a:pt x="68" y="2307"/>
                    <a:pt x="68" y="2322"/>
                  </a:cubicBezTo>
                  <a:cubicBezTo>
                    <a:pt x="68" y="2329"/>
                    <a:pt x="76" y="2329"/>
                    <a:pt x="76" y="2337"/>
                  </a:cubicBezTo>
                  <a:lnTo>
                    <a:pt x="91" y="2359"/>
                  </a:lnTo>
                  <a:lnTo>
                    <a:pt x="113" y="2374"/>
                  </a:lnTo>
                  <a:lnTo>
                    <a:pt x="128" y="2397"/>
                  </a:lnTo>
                  <a:cubicBezTo>
                    <a:pt x="144" y="2397"/>
                    <a:pt x="144" y="2404"/>
                    <a:pt x="151" y="2404"/>
                  </a:cubicBezTo>
                  <a:cubicBezTo>
                    <a:pt x="159" y="2404"/>
                    <a:pt x="159" y="2412"/>
                    <a:pt x="166" y="2412"/>
                  </a:cubicBezTo>
                  <a:cubicBezTo>
                    <a:pt x="226" y="2449"/>
                    <a:pt x="294" y="2472"/>
                    <a:pt x="354" y="2472"/>
                  </a:cubicBezTo>
                  <a:lnTo>
                    <a:pt x="1631" y="2472"/>
                  </a:lnTo>
                  <a:cubicBezTo>
                    <a:pt x="1834" y="2472"/>
                    <a:pt x="1992" y="2307"/>
                    <a:pt x="1992" y="2111"/>
                  </a:cubicBezTo>
                  <a:lnTo>
                    <a:pt x="1992" y="331"/>
                  </a:lnTo>
                  <a:cubicBezTo>
                    <a:pt x="1977" y="278"/>
                    <a:pt x="1969" y="225"/>
                    <a:pt x="1947" y="180"/>
                  </a:cubicBezTo>
                  <a:cubicBezTo>
                    <a:pt x="1932" y="165"/>
                    <a:pt x="1932" y="150"/>
                    <a:pt x="1924" y="143"/>
                  </a:cubicBezTo>
                  <a:lnTo>
                    <a:pt x="1894" y="113"/>
                  </a:lnTo>
                  <a:cubicBezTo>
                    <a:pt x="1894" y="105"/>
                    <a:pt x="1887" y="105"/>
                    <a:pt x="1887" y="90"/>
                  </a:cubicBezTo>
                  <a:lnTo>
                    <a:pt x="1879" y="83"/>
                  </a:lnTo>
                  <a:lnTo>
                    <a:pt x="1857" y="68"/>
                  </a:lnTo>
                  <a:cubicBezTo>
                    <a:pt x="1849" y="68"/>
                    <a:pt x="1849" y="53"/>
                    <a:pt x="1842" y="53"/>
                  </a:cubicBezTo>
                  <a:cubicBezTo>
                    <a:pt x="1834" y="53"/>
                    <a:pt x="1834" y="45"/>
                    <a:pt x="1819" y="45"/>
                  </a:cubicBezTo>
                  <a:cubicBezTo>
                    <a:pt x="1811" y="38"/>
                    <a:pt x="1796" y="23"/>
                    <a:pt x="1781" y="23"/>
                  </a:cubicBezTo>
                  <a:cubicBezTo>
                    <a:pt x="1774" y="15"/>
                    <a:pt x="1759" y="15"/>
                    <a:pt x="1744" y="8"/>
                  </a:cubicBezTo>
                  <a:cubicBezTo>
                    <a:pt x="1736" y="8"/>
                    <a:pt x="1736" y="8"/>
                    <a:pt x="172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16" name="Google Shape;8516;p80"/>
            <p:cNvSpPr/>
            <p:nvPr/>
          </p:nvSpPr>
          <p:spPr>
            <a:xfrm>
              <a:off x="5128025" y="2900325"/>
              <a:ext cx="244400" cy="29325"/>
            </a:xfrm>
            <a:custGeom>
              <a:rect b="b" l="l" r="r" t="t"/>
              <a:pathLst>
                <a:path extrusionOk="0" h="1173" w="9776">
                  <a:moveTo>
                    <a:pt x="203" y="0"/>
                  </a:moveTo>
                  <a:cubicBezTo>
                    <a:pt x="91" y="0"/>
                    <a:pt x="1" y="90"/>
                    <a:pt x="1" y="203"/>
                  </a:cubicBezTo>
                  <a:lnTo>
                    <a:pt x="1" y="962"/>
                  </a:lnTo>
                  <a:cubicBezTo>
                    <a:pt x="1" y="1074"/>
                    <a:pt x="91" y="1172"/>
                    <a:pt x="203" y="1172"/>
                  </a:cubicBezTo>
                  <a:lnTo>
                    <a:pt x="9565" y="1172"/>
                  </a:lnTo>
                  <a:cubicBezTo>
                    <a:pt x="9678" y="1172"/>
                    <a:pt x="9776" y="1074"/>
                    <a:pt x="9776" y="962"/>
                  </a:cubicBezTo>
                  <a:lnTo>
                    <a:pt x="9776" y="203"/>
                  </a:lnTo>
                  <a:cubicBezTo>
                    <a:pt x="9776" y="90"/>
                    <a:pt x="9693" y="0"/>
                    <a:pt x="956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17" name="Google Shape;8517;p80"/>
            <p:cNvSpPr/>
            <p:nvPr/>
          </p:nvSpPr>
          <p:spPr>
            <a:xfrm>
              <a:off x="5155450" y="2943900"/>
              <a:ext cx="133775" cy="90175"/>
            </a:xfrm>
            <a:custGeom>
              <a:rect b="b" l="l" r="r" t="t"/>
              <a:pathLst>
                <a:path extrusionOk="0" h="3607" w="5351">
                  <a:moveTo>
                    <a:pt x="354" y="0"/>
                  </a:moveTo>
                  <a:cubicBezTo>
                    <a:pt x="158" y="0"/>
                    <a:pt x="1" y="158"/>
                    <a:pt x="1" y="353"/>
                  </a:cubicBezTo>
                  <a:lnTo>
                    <a:pt x="1" y="2134"/>
                  </a:lnTo>
                  <a:lnTo>
                    <a:pt x="1" y="2149"/>
                  </a:lnTo>
                  <a:lnTo>
                    <a:pt x="1" y="2172"/>
                  </a:lnTo>
                  <a:lnTo>
                    <a:pt x="1" y="2187"/>
                  </a:lnTo>
                  <a:cubicBezTo>
                    <a:pt x="1" y="2194"/>
                    <a:pt x="8" y="2217"/>
                    <a:pt x="8" y="2224"/>
                  </a:cubicBezTo>
                  <a:cubicBezTo>
                    <a:pt x="16" y="2232"/>
                    <a:pt x="16" y="2232"/>
                    <a:pt x="16" y="2247"/>
                  </a:cubicBezTo>
                  <a:cubicBezTo>
                    <a:pt x="31" y="2254"/>
                    <a:pt x="31" y="2269"/>
                    <a:pt x="38" y="2284"/>
                  </a:cubicBezTo>
                  <a:cubicBezTo>
                    <a:pt x="38" y="2292"/>
                    <a:pt x="46" y="2307"/>
                    <a:pt x="53" y="2322"/>
                  </a:cubicBezTo>
                  <a:cubicBezTo>
                    <a:pt x="53" y="2329"/>
                    <a:pt x="68" y="2329"/>
                    <a:pt x="68" y="2337"/>
                  </a:cubicBezTo>
                  <a:cubicBezTo>
                    <a:pt x="68" y="2344"/>
                    <a:pt x="68" y="2344"/>
                    <a:pt x="76" y="2359"/>
                  </a:cubicBezTo>
                  <a:lnTo>
                    <a:pt x="91" y="2374"/>
                  </a:lnTo>
                  <a:lnTo>
                    <a:pt x="113" y="2397"/>
                  </a:lnTo>
                  <a:lnTo>
                    <a:pt x="128" y="2412"/>
                  </a:lnTo>
                  <a:cubicBezTo>
                    <a:pt x="143" y="2412"/>
                    <a:pt x="143" y="2427"/>
                    <a:pt x="151" y="2427"/>
                  </a:cubicBezTo>
                  <a:cubicBezTo>
                    <a:pt x="158" y="2427"/>
                    <a:pt x="158" y="2434"/>
                    <a:pt x="166" y="2434"/>
                  </a:cubicBezTo>
                  <a:lnTo>
                    <a:pt x="1345" y="3607"/>
                  </a:lnTo>
                  <a:lnTo>
                    <a:pt x="5350" y="3607"/>
                  </a:lnTo>
                  <a:lnTo>
                    <a:pt x="4403" y="2637"/>
                  </a:lnTo>
                  <a:lnTo>
                    <a:pt x="4186" y="2427"/>
                  </a:lnTo>
                  <a:lnTo>
                    <a:pt x="3374" y="1608"/>
                  </a:lnTo>
                  <a:lnTo>
                    <a:pt x="3096" y="1338"/>
                  </a:lnTo>
                  <a:lnTo>
                    <a:pt x="2901" y="1135"/>
                  </a:lnTo>
                  <a:lnTo>
                    <a:pt x="2683" y="924"/>
                  </a:lnTo>
                  <a:lnTo>
                    <a:pt x="1916" y="150"/>
                  </a:lnTo>
                  <a:lnTo>
                    <a:pt x="1924" y="143"/>
                  </a:lnTo>
                  <a:lnTo>
                    <a:pt x="1894" y="113"/>
                  </a:lnTo>
                  <a:cubicBezTo>
                    <a:pt x="1894" y="105"/>
                    <a:pt x="1894" y="105"/>
                    <a:pt x="1886" y="98"/>
                  </a:cubicBezTo>
                  <a:lnTo>
                    <a:pt x="1879" y="83"/>
                  </a:lnTo>
                  <a:lnTo>
                    <a:pt x="1856" y="68"/>
                  </a:lnTo>
                  <a:cubicBezTo>
                    <a:pt x="1849" y="68"/>
                    <a:pt x="1849" y="53"/>
                    <a:pt x="1841" y="53"/>
                  </a:cubicBezTo>
                  <a:cubicBezTo>
                    <a:pt x="1834" y="53"/>
                    <a:pt x="1834" y="45"/>
                    <a:pt x="1819" y="45"/>
                  </a:cubicBezTo>
                  <a:cubicBezTo>
                    <a:pt x="1811" y="38"/>
                    <a:pt x="1796" y="38"/>
                    <a:pt x="1781" y="30"/>
                  </a:cubicBezTo>
                  <a:cubicBezTo>
                    <a:pt x="1774" y="15"/>
                    <a:pt x="1759" y="8"/>
                    <a:pt x="1744" y="8"/>
                  </a:cubicBezTo>
                  <a:cubicBezTo>
                    <a:pt x="1744" y="0"/>
                    <a:pt x="1736" y="0"/>
                    <a:pt x="1729" y="0"/>
                  </a:cubicBezTo>
                  <a:close/>
                </a:path>
              </a:pathLst>
            </a:custGeom>
            <a:solidFill>
              <a:srgbClr val="000000">
                <a:alpha val="59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18" name="Google Shape;8518;p80"/>
            <p:cNvSpPr/>
            <p:nvPr/>
          </p:nvSpPr>
          <p:spPr>
            <a:xfrm>
              <a:off x="5160325" y="2948775"/>
              <a:ext cx="39475" cy="52050"/>
            </a:xfrm>
            <a:custGeom>
              <a:rect b="b" l="l" r="r" t="t"/>
              <a:pathLst>
                <a:path extrusionOk="0" h="2082" w="1579">
                  <a:moveTo>
                    <a:pt x="151" y="0"/>
                  </a:moveTo>
                  <a:cubicBezTo>
                    <a:pt x="69" y="0"/>
                    <a:pt x="1" y="68"/>
                    <a:pt x="1" y="151"/>
                  </a:cubicBezTo>
                  <a:lnTo>
                    <a:pt x="1" y="1931"/>
                  </a:lnTo>
                  <a:cubicBezTo>
                    <a:pt x="1" y="2014"/>
                    <a:pt x="69" y="2082"/>
                    <a:pt x="151" y="2082"/>
                  </a:cubicBezTo>
                  <a:lnTo>
                    <a:pt x="1436" y="2082"/>
                  </a:lnTo>
                  <a:cubicBezTo>
                    <a:pt x="1511" y="2082"/>
                    <a:pt x="1579" y="2014"/>
                    <a:pt x="1579" y="1931"/>
                  </a:cubicBezTo>
                  <a:lnTo>
                    <a:pt x="1579" y="151"/>
                  </a:lnTo>
                  <a:cubicBezTo>
                    <a:pt x="1579" y="68"/>
                    <a:pt x="1511" y="0"/>
                    <a:pt x="1428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19" name="Google Shape;8519;p80"/>
            <p:cNvSpPr/>
            <p:nvPr/>
          </p:nvSpPr>
          <p:spPr>
            <a:xfrm>
              <a:off x="5155075" y="2944650"/>
              <a:ext cx="50000" cy="62200"/>
            </a:xfrm>
            <a:custGeom>
              <a:rect b="b" l="l" r="r" t="t"/>
              <a:pathLst>
                <a:path extrusionOk="0" h="2488" w="2000">
                  <a:moveTo>
                    <a:pt x="1586" y="383"/>
                  </a:moveTo>
                  <a:lnTo>
                    <a:pt x="1586" y="2036"/>
                  </a:lnTo>
                  <a:lnTo>
                    <a:pt x="429" y="2036"/>
                  </a:lnTo>
                  <a:lnTo>
                    <a:pt x="429" y="383"/>
                  </a:lnTo>
                  <a:close/>
                  <a:moveTo>
                    <a:pt x="361" y="0"/>
                  </a:moveTo>
                  <a:cubicBezTo>
                    <a:pt x="166" y="0"/>
                    <a:pt x="1" y="158"/>
                    <a:pt x="1" y="353"/>
                  </a:cubicBezTo>
                  <a:lnTo>
                    <a:pt x="1" y="2126"/>
                  </a:lnTo>
                  <a:lnTo>
                    <a:pt x="1" y="2149"/>
                  </a:lnTo>
                  <a:lnTo>
                    <a:pt x="1" y="2164"/>
                  </a:lnTo>
                  <a:lnTo>
                    <a:pt x="1" y="2187"/>
                  </a:lnTo>
                  <a:cubicBezTo>
                    <a:pt x="1" y="2194"/>
                    <a:pt x="1" y="2217"/>
                    <a:pt x="16" y="2224"/>
                  </a:cubicBezTo>
                  <a:cubicBezTo>
                    <a:pt x="16" y="2232"/>
                    <a:pt x="16" y="2232"/>
                    <a:pt x="23" y="2239"/>
                  </a:cubicBezTo>
                  <a:cubicBezTo>
                    <a:pt x="23" y="2254"/>
                    <a:pt x="31" y="2269"/>
                    <a:pt x="38" y="2277"/>
                  </a:cubicBezTo>
                  <a:cubicBezTo>
                    <a:pt x="53" y="2292"/>
                    <a:pt x="53" y="2307"/>
                    <a:pt x="61" y="2314"/>
                  </a:cubicBezTo>
                  <a:cubicBezTo>
                    <a:pt x="61" y="2329"/>
                    <a:pt x="68" y="2329"/>
                    <a:pt x="68" y="2337"/>
                  </a:cubicBezTo>
                  <a:cubicBezTo>
                    <a:pt x="68" y="2344"/>
                    <a:pt x="76" y="2344"/>
                    <a:pt x="76" y="2359"/>
                  </a:cubicBezTo>
                  <a:lnTo>
                    <a:pt x="98" y="2374"/>
                  </a:lnTo>
                  <a:lnTo>
                    <a:pt x="113" y="2397"/>
                  </a:lnTo>
                  <a:lnTo>
                    <a:pt x="136" y="2412"/>
                  </a:lnTo>
                  <a:cubicBezTo>
                    <a:pt x="143" y="2412"/>
                    <a:pt x="143" y="2420"/>
                    <a:pt x="151" y="2420"/>
                  </a:cubicBezTo>
                  <a:cubicBezTo>
                    <a:pt x="166" y="2420"/>
                    <a:pt x="166" y="2435"/>
                    <a:pt x="173" y="2435"/>
                  </a:cubicBezTo>
                  <a:cubicBezTo>
                    <a:pt x="226" y="2472"/>
                    <a:pt x="294" y="2487"/>
                    <a:pt x="361" y="2487"/>
                  </a:cubicBezTo>
                  <a:lnTo>
                    <a:pt x="1638" y="2487"/>
                  </a:lnTo>
                  <a:cubicBezTo>
                    <a:pt x="1834" y="2487"/>
                    <a:pt x="1992" y="2329"/>
                    <a:pt x="1992" y="2134"/>
                  </a:cubicBezTo>
                  <a:lnTo>
                    <a:pt x="1992" y="353"/>
                  </a:lnTo>
                  <a:cubicBezTo>
                    <a:pt x="1999" y="271"/>
                    <a:pt x="1984" y="226"/>
                    <a:pt x="1969" y="181"/>
                  </a:cubicBezTo>
                  <a:cubicBezTo>
                    <a:pt x="1962" y="165"/>
                    <a:pt x="1962" y="150"/>
                    <a:pt x="1947" y="143"/>
                  </a:cubicBezTo>
                  <a:lnTo>
                    <a:pt x="1924" y="113"/>
                  </a:lnTo>
                  <a:cubicBezTo>
                    <a:pt x="1924" y="105"/>
                    <a:pt x="1909" y="105"/>
                    <a:pt x="1909" y="90"/>
                  </a:cubicBezTo>
                  <a:lnTo>
                    <a:pt x="1901" y="83"/>
                  </a:lnTo>
                  <a:lnTo>
                    <a:pt x="1886" y="68"/>
                  </a:lnTo>
                  <a:cubicBezTo>
                    <a:pt x="1871" y="68"/>
                    <a:pt x="1871" y="53"/>
                    <a:pt x="1864" y="53"/>
                  </a:cubicBezTo>
                  <a:cubicBezTo>
                    <a:pt x="1856" y="53"/>
                    <a:pt x="1856" y="45"/>
                    <a:pt x="1849" y="45"/>
                  </a:cubicBezTo>
                  <a:cubicBezTo>
                    <a:pt x="1834" y="38"/>
                    <a:pt x="1819" y="23"/>
                    <a:pt x="1811" y="23"/>
                  </a:cubicBezTo>
                  <a:cubicBezTo>
                    <a:pt x="1796" y="15"/>
                    <a:pt x="1781" y="15"/>
                    <a:pt x="1774" y="8"/>
                  </a:cubicBezTo>
                  <a:cubicBezTo>
                    <a:pt x="1759" y="8"/>
                    <a:pt x="1759" y="8"/>
                    <a:pt x="175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20" name="Google Shape;8520;p80"/>
            <p:cNvSpPr/>
            <p:nvPr/>
          </p:nvSpPr>
          <p:spPr>
            <a:xfrm>
              <a:off x="5298025" y="2943700"/>
              <a:ext cx="68400" cy="90200"/>
            </a:xfrm>
            <a:custGeom>
              <a:rect b="b" l="l" r="r" t="t"/>
              <a:pathLst>
                <a:path extrusionOk="0" h="3608" w="2736">
                  <a:moveTo>
                    <a:pt x="353" y="1"/>
                  </a:moveTo>
                  <a:cubicBezTo>
                    <a:pt x="158" y="1"/>
                    <a:pt x="0" y="158"/>
                    <a:pt x="0" y="354"/>
                  </a:cubicBezTo>
                  <a:lnTo>
                    <a:pt x="0" y="2127"/>
                  </a:lnTo>
                  <a:lnTo>
                    <a:pt x="0" y="2149"/>
                  </a:lnTo>
                  <a:lnTo>
                    <a:pt x="0" y="2164"/>
                  </a:lnTo>
                  <a:lnTo>
                    <a:pt x="0" y="2187"/>
                  </a:lnTo>
                  <a:cubicBezTo>
                    <a:pt x="0" y="2195"/>
                    <a:pt x="8" y="2217"/>
                    <a:pt x="8" y="2225"/>
                  </a:cubicBezTo>
                  <a:cubicBezTo>
                    <a:pt x="15" y="2232"/>
                    <a:pt x="15" y="2232"/>
                    <a:pt x="15" y="2240"/>
                  </a:cubicBezTo>
                  <a:cubicBezTo>
                    <a:pt x="23" y="2255"/>
                    <a:pt x="23" y="2270"/>
                    <a:pt x="38" y="2277"/>
                  </a:cubicBezTo>
                  <a:cubicBezTo>
                    <a:pt x="38" y="2292"/>
                    <a:pt x="45" y="2307"/>
                    <a:pt x="53" y="2315"/>
                  </a:cubicBezTo>
                  <a:cubicBezTo>
                    <a:pt x="53" y="2330"/>
                    <a:pt x="60" y="2330"/>
                    <a:pt x="60" y="2337"/>
                  </a:cubicBezTo>
                  <a:cubicBezTo>
                    <a:pt x="60" y="2345"/>
                    <a:pt x="60" y="2345"/>
                    <a:pt x="75" y="2352"/>
                  </a:cubicBezTo>
                  <a:lnTo>
                    <a:pt x="90" y="2375"/>
                  </a:lnTo>
                  <a:lnTo>
                    <a:pt x="113" y="2390"/>
                  </a:lnTo>
                  <a:lnTo>
                    <a:pt x="128" y="2412"/>
                  </a:lnTo>
                  <a:cubicBezTo>
                    <a:pt x="135" y="2412"/>
                    <a:pt x="135" y="2420"/>
                    <a:pt x="151" y="2420"/>
                  </a:cubicBezTo>
                  <a:cubicBezTo>
                    <a:pt x="158" y="2420"/>
                    <a:pt x="158" y="2427"/>
                    <a:pt x="166" y="2427"/>
                  </a:cubicBezTo>
                  <a:lnTo>
                    <a:pt x="1338" y="3607"/>
                  </a:lnTo>
                  <a:lnTo>
                    <a:pt x="2735" y="3607"/>
                  </a:lnTo>
                  <a:lnTo>
                    <a:pt x="2735" y="992"/>
                  </a:lnTo>
                  <a:lnTo>
                    <a:pt x="2683" y="917"/>
                  </a:lnTo>
                  <a:lnTo>
                    <a:pt x="1939" y="173"/>
                  </a:lnTo>
                  <a:lnTo>
                    <a:pt x="1916" y="151"/>
                  </a:lnTo>
                  <a:lnTo>
                    <a:pt x="1924" y="136"/>
                  </a:lnTo>
                  <a:lnTo>
                    <a:pt x="1894" y="113"/>
                  </a:lnTo>
                  <a:cubicBezTo>
                    <a:pt x="1894" y="98"/>
                    <a:pt x="1894" y="98"/>
                    <a:pt x="1886" y="91"/>
                  </a:cubicBezTo>
                  <a:lnTo>
                    <a:pt x="1879" y="83"/>
                  </a:lnTo>
                  <a:lnTo>
                    <a:pt x="1856" y="61"/>
                  </a:lnTo>
                  <a:cubicBezTo>
                    <a:pt x="1849" y="61"/>
                    <a:pt x="1849" y="53"/>
                    <a:pt x="1841" y="53"/>
                  </a:cubicBezTo>
                  <a:cubicBezTo>
                    <a:pt x="1826" y="53"/>
                    <a:pt x="1826" y="46"/>
                    <a:pt x="1818" y="46"/>
                  </a:cubicBezTo>
                  <a:cubicBezTo>
                    <a:pt x="1811" y="38"/>
                    <a:pt x="1788" y="38"/>
                    <a:pt x="1781" y="23"/>
                  </a:cubicBezTo>
                  <a:cubicBezTo>
                    <a:pt x="1773" y="16"/>
                    <a:pt x="1751" y="8"/>
                    <a:pt x="1743" y="8"/>
                  </a:cubicBezTo>
                  <a:cubicBezTo>
                    <a:pt x="1743" y="1"/>
                    <a:pt x="1736" y="1"/>
                    <a:pt x="1728" y="1"/>
                  </a:cubicBezTo>
                  <a:close/>
                </a:path>
              </a:pathLst>
            </a:custGeom>
            <a:solidFill>
              <a:srgbClr val="000000">
                <a:alpha val="59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21" name="Google Shape;8521;p80"/>
            <p:cNvSpPr/>
            <p:nvPr/>
          </p:nvSpPr>
          <p:spPr>
            <a:xfrm>
              <a:off x="5303100" y="2948775"/>
              <a:ext cx="39450" cy="52050"/>
            </a:xfrm>
            <a:custGeom>
              <a:rect b="b" l="l" r="r" t="t"/>
              <a:pathLst>
                <a:path extrusionOk="0" h="2082" w="1578">
                  <a:moveTo>
                    <a:pt x="150" y="0"/>
                  </a:moveTo>
                  <a:cubicBezTo>
                    <a:pt x="68" y="0"/>
                    <a:pt x="0" y="68"/>
                    <a:pt x="0" y="151"/>
                  </a:cubicBezTo>
                  <a:lnTo>
                    <a:pt x="0" y="1931"/>
                  </a:lnTo>
                  <a:cubicBezTo>
                    <a:pt x="0" y="2014"/>
                    <a:pt x="68" y="2082"/>
                    <a:pt x="150" y="2082"/>
                  </a:cubicBezTo>
                  <a:lnTo>
                    <a:pt x="1428" y="2082"/>
                  </a:lnTo>
                  <a:cubicBezTo>
                    <a:pt x="1510" y="2082"/>
                    <a:pt x="1578" y="2014"/>
                    <a:pt x="1578" y="1931"/>
                  </a:cubicBezTo>
                  <a:lnTo>
                    <a:pt x="1578" y="151"/>
                  </a:lnTo>
                  <a:cubicBezTo>
                    <a:pt x="1578" y="68"/>
                    <a:pt x="1510" y="0"/>
                    <a:pt x="1428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22" name="Google Shape;8522;p80"/>
            <p:cNvSpPr/>
            <p:nvPr/>
          </p:nvSpPr>
          <p:spPr>
            <a:xfrm>
              <a:off x="5298200" y="2944650"/>
              <a:ext cx="49800" cy="62200"/>
            </a:xfrm>
            <a:custGeom>
              <a:rect b="b" l="l" r="r" t="t"/>
              <a:pathLst>
                <a:path extrusionOk="0" h="2488" w="1992">
                  <a:moveTo>
                    <a:pt x="1571" y="383"/>
                  </a:moveTo>
                  <a:lnTo>
                    <a:pt x="1571" y="2036"/>
                  </a:lnTo>
                  <a:lnTo>
                    <a:pt x="414" y="2036"/>
                  </a:lnTo>
                  <a:lnTo>
                    <a:pt x="414" y="383"/>
                  </a:lnTo>
                  <a:close/>
                  <a:moveTo>
                    <a:pt x="354" y="0"/>
                  </a:moveTo>
                  <a:cubicBezTo>
                    <a:pt x="159" y="0"/>
                    <a:pt x="1" y="158"/>
                    <a:pt x="1" y="353"/>
                  </a:cubicBezTo>
                  <a:lnTo>
                    <a:pt x="1" y="2126"/>
                  </a:lnTo>
                  <a:lnTo>
                    <a:pt x="1" y="2149"/>
                  </a:lnTo>
                  <a:lnTo>
                    <a:pt x="1" y="2164"/>
                  </a:lnTo>
                  <a:lnTo>
                    <a:pt x="1" y="2187"/>
                  </a:lnTo>
                  <a:cubicBezTo>
                    <a:pt x="1" y="2194"/>
                    <a:pt x="1" y="2217"/>
                    <a:pt x="8" y="2224"/>
                  </a:cubicBezTo>
                  <a:cubicBezTo>
                    <a:pt x="8" y="2232"/>
                    <a:pt x="8" y="2232"/>
                    <a:pt x="16" y="2239"/>
                  </a:cubicBezTo>
                  <a:cubicBezTo>
                    <a:pt x="16" y="2254"/>
                    <a:pt x="31" y="2269"/>
                    <a:pt x="38" y="2277"/>
                  </a:cubicBezTo>
                  <a:cubicBezTo>
                    <a:pt x="46" y="2292"/>
                    <a:pt x="46" y="2307"/>
                    <a:pt x="53" y="2314"/>
                  </a:cubicBezTo>
                  <a:cubicBezTo>
                    <a:pt x="53" y="2329"/>
                    <a:pt x="68" y="2329"/>
                    <a:pt x="68" y="2337"/>
                  </a:cubicBezTo>
                  <a:cubicBezTo>
                    <a:pt x="68" y="2344"/>
                    <a:pt x="76" y="2344"/>
                    <a:pt x="76" y="2359"/>
                  </a:cubicBezTo>
                  <a:lnTo>
                    <a:pt x="91" y="2374"/>
                  </a:lnTo>
                  <a:lnTo>
                    <a:pt x="113" y="2397"/>
                  </a:lnTo>
                  <a:lnTo>
                    <a:pt x="128" y="2412"/>
                  </a:lnTo>
                  <a:cubicBezTo>
                    <a:pt x="144" y="2412"/>
                    <a:pt x="144" y="2420"/>
                    <a:pt x="151" y="2420"/>
                  </a:cubicBezTo>
                  <a:cubicBezTo>
                    <a:pt x="159" y="2420"/>
                    <a:pt x="159" y="2435"/>
                    <a:pt x="166" y="2435"/>
                  </a:cubicBezTo>
                  <a:cubicBezTo>
                    <a:pt x="226" y="2472"/>
                    <a:pt x="294" y="2487"/>
                    <a:pt x="354" y="2487"/>
                  </a:cubicBezTo>
                  <a:lnTo>
                    <a:pt x="1631" y="2487"/>
                  </a:lnTo>
                  <a:cubicBezTo>
                    <a:pt x="1834" y="2487"/>
                    <a:pt x="1992" y="2329"/>
                    <a:pt x="1992" y="2134"/>
                  </a:cubicBezTo>
                  <a:lnTo>
                    <a:pt x="1992" y="353"/>
                  </a:lnTo>
                  <a:cubicBezTo>
                    <a:pt x="1977" y="271"/>
                    <a:pt x="1969" y="226"/>
                    <a:pt x="1947" y="181"/>
                  </a:cubicBezTo>
                  <a:cubicBezTo>
                    <a:pt x="1932" y="165"/>
                    <a:pt x="1932" y="150"/>
                    <a:pt x="1924" y="143"/>
                  </a:cubicBezTo>
                  <a:lnTo>
                    <a:pt x="1894" y="113"/>
                  </a:lnTo>
                  <a:cubicBezTo>
                    <a:pt x="1894" y="105"/>
                    <a:pt x="1887" y="105"/>
                    <a:pt x="1887" y="90"/>
                  </a:cubicBezTo>
                  <a:lnTo>
                    <a:pt x="1879" y="83"/>
                  </a:lnTo>
                  <a:lnTo>
                    <a:pt x="1857" y="68"/>
                  </a:lnTo>
                  <a:cubicBezTo>
                    <a:pt x="1849" y="68"/>
                    <a:pt x="1849" y="53"/>
                    <a:pt x="1842" y="53"/>
                  </a:cubicBezTo>
                  <a:cubicBezTo>
                    <a:pt x="1834" y="53"/>
                    <a:pt x="1834" y="45"/>
                    <a:pt x="1819" y="45"/>
                  </a:cubicBezTo>
                  <a:cubicBezTo>
                    <a:pt x="1811" y="38"/>
                    <a:pt x="1796" y="23"/>
                    <a:pt x="1781" y="23"/>
                  </a:cubicBezTo>
                  <a:cubicBezTo>
                    <a:pt x="1774" y="15"/>
                    <a:pt x="1759" y="15"/>
                    <a:pt x="1744" y="8"/>
                  </a:cubicBezTo>
                  <a:cubicBezTo>
                    <a:pt x="1736" y="8"/>
                    <a:pt x="1736" y="8"/>
                    <a:pt x="172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23" name="Google Shape;8523;p80"/>
            <p:cNvSpPr/>
            <p:nvPr/>
          </p:nvSpPr>
          <p:spPr>
            <a:xfrm>
              <a:off x="5223825" y="2951025"/>
              <a:ext cx="53000" cy="99025"/>
            </a:xfrm>
            <a:custGeom>
              <a:rect b="b" l="l" r="r" t="t"/>
              <a:pathLst>
                <a:path extrusionOk="0" h="3961" w="2120">
                  <a:moveTo>
                    <a:pt x="436" y="1"/>
                  </a:moveTo>
                  <a:cubicBezTo>
                    <a:pt x="196" y="1"/>
                    <a:pt x="0" y="196"/>
                    <a:pt x="0" y="436"/>
                  </a:cubicBezTo>
                  <a:lnTo>
                    <a:pt x="0" y="3960"/>
                  </a:lnTo>
                  <a:lnTo>
                    <a:pt x="2119" y="3960"/>
                  </a:lnTo>
                  <a:lnTo>
                    <a:pt x="2119" y="436"/>
                  </a:lnTo>
                  <a:cubicBezTo>
                    <a:pt x="2119" y="196"/>
                    <a:pt x="1924" y="1"/>
                    <a:pt x="16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24" name="Google Shape;8524;p80"/>
            <p:cNvSpPr/>
            <p:nvPr/>
          </p:nvSpPr>
          <p:spPr>
            <a:xfrm>
              <a:off x="5217250" y="2944075"/>
              <a:ext cx="66700" cy="105975"/>
            </a:xfrm>
            <a:custGeom>
              <a:rect b="b" l="l" r="r" t="t"/>
              <a:pathLst>
                <a:path extrusionOk="0" h="4239" w="2668">
                  <a:moveTo>
                    <a:pt x="511" y="1"/>
                  </a:moveTo>
                  <a:cubicBezTo>
                    <a:pt x="226" y="1"/>
                    <a:pt x="0" y="241"/>
                    <a:pt x="0" y="519"/>
                  </a:cubicBezTo>
                  <a:lnTo>
                    <a:pt x="0" y="4238"/>
                  </a:lnTo>
                  <a:lnTo>
                    <a:pt x="526" y="4238"/>
                  </a:lnTo>
                  <a:lnTo>
                    <a:pt x="526" y="865"/>
                  </a:lnTo>
                  <a:cubicBezTo>
                    <a:pt x="526" y="677"/>
                    <a:pt x="677" y="527"/>
                    <a:pt x="865" y="527"/>
                  </a:cubicBezTo>
                  <a:lnTo>
                    <a:pt x="1789" y="527"/>
                  </a:lnTo>
                  <a:cubicBezTo>
                    <a:pt x="1977" y="527"/>
                    <a:pt x="2127" y="677"/>
                    <a:pt x="2127" y="865"/>
                  </a:cubicBezTo>
                  <a:lnTo>
                    <a:pt x="2127" y="4238"/>
                  </a:lnTo>
                  <a:lnTo>
                    <a:pt x="2668" y="4238"/>
                  </a:lnTo>
                  <a:lnTo>
                    <a:pt x="2668" y="519"/>
                  </a:lnTo>
                  <a:cubicBezTo>
                    <a:pt x="2668" y="226"/>
                    <a:pt x="2427" y="1"/>
                    <a:pt x="214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25" name="Google Shape;8525;p80"/>
            <p:cNvSpPr/>
            <p:nvPr/>
          </p:nvSpPr>
          <p:spPr>
            <a:xfrm>
              <a:off x="5234725" y="2997225"/>
              <a:ext cx="12225" cy="12250"/>
            </a:xfrm>
            <a:custGeom>
              <a:rect b="b" l="l" r="r" t="t"/>
              <a:pathLst>
                <a:path extrusionOk="0" h="490" w="489">
                  <a:moveTo>
                    <a:pt x="248" y="1"/>
                  </a:moveTo>
                  <a:cubicBezTo>
                    <a:pt x="113" y="1"/>
                    <a:pt x="8" y="114"/>
                    <a:pt x="0" y="241"/>
                  </a:cubicBezTo>
                  <a:cubicBezTo>
                    <a:pt x="0" y="384"/>
                    <a:pt x="113" y="489"/>
                    <a:pt x="248" y="489"/>
                  </a:cubicBezTo>
                  <a:cubicBezTo>
                    <a:pt x="383" y="489"/>
                    <a:pt x="489" y="377"/>
                    <a:pt x="489" y="241"/>
                  </a:cubicBezTo>
                  <a:cubicBezTo>
                    <a:pt x="489" y="106"/>
                    <a:pt x="376" y="1"/>
                    <a:pt x="24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26" name="Google Shape;8526;p80"/>
            <p:cNvSpPr/>
            <p:nvPr/>
          </p:nvSpPr>
          <p:spPr>
            <a:xfrm>
              <a:off x="5065100" y="2996100"/>
              <a:ext cx="79300" cy="53950"/>
            </a:xfrm>
            <a:custGeom>
              <a:rect b="b" l="l" r="r" t="t"/>
              <a:pathLst>
                <a:path extrusionOk="0" h="2158" w="3172">
                  <a:moveTo>
                    <a:pt x="1586" y="1"/>
                  </a:moveTo>
                  <a:cubicBezTo>
                    <a:pt x="910" y="1"/>
                    <a:pt x="324" y="422"/>
                    <a:pt x="98" y="1015"/>
                  </a:cubicBezTo>
                  <a:cubicBezTo>
                    <a:pt x="38" y="1180"/>
                    <a:pt x="1" y="1376"/>
                    <a:pt x="1" y="1579"/>
                  </a:cubicBezTo>
                  <a:cubicBezTo>
                    <a:pt x="1" y="1782"/>
                    <a:pt x="31" y="1977"/>
                    <a:pt x="113" y="2157"/>
                  </a:cubicBezTo>
                  <a:lnTo>
                    <a:pt x="3059" y="2157"/>
                  </a:lnTo>
                  <a:cubicBezTo>
                    <a:pt x="3134" y="1977"/>
                    <a:pt x="3171" y="1782"/>
                    <a:pt x="3171" y="1579"/>
                  </a:cubicBezTo>
                  <a:cubicBezTo>
                    <a:pt x="3171" y="1376"/>
                    <a:pt x="3134" y="1188"/>
                    <a:pt x="3066" y="1015"/>
                  </a:cubicBezTo>
                  <a:cubicBezTo>
                    <a:pt x="2833" y="422"/>
                    <a:pt x="2262" y="1"/>
                    <a:pt x="158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27" name="Google Shape;8527;p80"/>
            <p:cNvSpPr/>
            <p:nvPr/>
          </p:nvSpPr>
          <p:spPr>
            <a:xfrm>
              <a:off x="5112625" y="3010575"/>
              <a:ext cx="57325" cy="39475"/>
            </a:xfrm>
            <a:custGeom>
              <a:rect b="b" l="l" r="r" t="t"/>
              <a:pathLst>
                <a:path extrusionOk="0" h="1579" w="2293">
                  <a:moveTo>
                    <a:pt x="1150" y="0"/>
                  </a:moveTo>
                  <a:cubicBezTo>
                    <a:pt x="662" y="0"/>
                    <a:pt x="248" y="308"/>
                    <a:pt x="76" y="744"/>
                  </a:cubicBezTo>
                  <a:cubicBezTo>
                    <a:pt x="31" y="872"/>
                    <a:pt x="1" y="1015"/>
                    <a:pt x="1" y="1157"/>
                  </a:cubicBezTo>
                  <a:cubicBezTo>
                    <a:pt x="1" y="1308"/>
                    <a:pt x="31" y="1450"/>
                    <a:pt x="76" y="1578"/>
                  </a:cubicBezTo>
                  <a:lnTo>
                    <a:pt x="2217" y="1578"/>
                  </a:lnTo>
                  <a:cubicBezTo>
                    <a:pt x="2262" y="1450"/>
                    <a:pt x="2292" y="1308"/>
                    <a:pt x="2292" y="1157"/>
                  </a:cubicBezTo>
                  <a:cubicBezTo>
                    <a:pt x="2292" y="1015"/>
                    <a:pt x="2262" y="872"/>
                    <a:pt x="2217" y="744"/>
                  </a:cubicBezTo>
                  <a:cubicBezTo>
                    <a:pt x="2059" y="308"/>
                    <a:pt x="1638" y="0"/>
                    <a:pt x="115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528" name="Google Shape;8528;p80"/>
          <p:cNvGrpSpPr/>
          <p:nvPr/>
        </p:nvGrpSpPr>
        <p:grpSpPr>
          <a:xfrm>
            <a:off x="3875444" y="3000969"/>
            <a:ext cx="576011" cy="519595"/>
            <a:chOff x="2738950" y="3153900"/>
            <a:chExt cx="408750" cy="370425"/>
          </a:xfrm>
        </p:grpSpPr>
        <p:sp>
          <p:nvSpPr>
            <p:cNvPr id="8529" name="Google Shape;8529;p80"/>
            <p:cNvSpPr/>
            <p:nvPr/>
          </p:nvSpPr>
          <p:spPr>
            <a:xfrm>
              <a:off x="2776700" y="3441850"/>
              <a:ext cx="70475" cy="70450"/>
            </a:xfrm>
            <a:custGeom>
              <a:rect b="b" l="l" r="r" t="t"/>
              <a:pathLst>
                <a:path extrusionOk="0" h="2818" w="2819">
                  <a:moveTo>
                    <a:pt x="1413" y="0"/>
                  </a:moveTo>
                  <a:cubicBezTo>
                    <a:pt x="639" y="0"/>
                    <a:pt x="8" y="631"/>
                    <a:pt x="1" y="1413"/>
                  </a:cubicBezTo>
                  <a:cubicBezTo>
                    <a:pt x="1" y="2194"/>
                    <a:pt x="632" y="2818"/>
                    <a:pt x="1413" y="2818"/>
                  </a:cubicBezTo>
                  <a:cubicBezTo>
                    <a:pt x="2187" y="2818"/>
                    <a:pt x="2818" y="2194"/>
                    <a:pt x="2818" y="1413"/>
                  </a:cubicBezTo>
                  <a:cubicBezTo>
                    <a:pt x="2818" y="631"/>
                    <a:pt x="2187" y="0"/>
                    <a:pt x="141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30" name="Google Shape;8530;p80"/>
            <p:cNvSpPr/>
            <p:nvPr/>
          </p:nvSpPr>
          <p:spPr>
            <a:xfrm>
              <a:off x="2738950" y="3468900"/>
              <a:ext cx="80975" cy="55425"/>
            </a:xfrm>
            <a:custGeom>
              <a:rect b="b" l="l" r="r" t="t"/>
              <a:pathLst>
                <a:path extrusionOk="0" h="2217" w="3239">
                  <a:moveTo>
                    <a:pt x="1623" y="0"/>
                  </a:moveTo>
                  <a:cubicBezTo>
                    <a:pt x="940" y="0"/>
                    <a:pt x="346" y="436"/>
                    <a:pt x="113" y="1044"/>
                  </a:cubicBezTo>
                  <a:cubicBezTo>
                    <a:pt x="38" y="1225"/>
                    <a:pt x="1" y="1420"/>
                    <a:pt x="1" y="1623"/>
                  </a:cubicBezTo>
                  <a:cubicBezTo>
                    <a:pt x="1" y="1833"/>
                    <a:pt x="38" y="2036"/>
                    <a:pt x="113" y="2216"/>
                  </a:cubicBezTo>
                  <a:lnTo>
                    <a:pt x="3126" y="2216"/>
                  </a:lnTo>
                  <a:cubicBezTo>
                    <a:pt x="3201" y="2029"/>
                    <a:pt x="3239" y="1833"/>
                    <a:pt x="3239" y="1623"/>
                  </a:cubicBezTo>
                  <a:cubicBezTo>
                    <a:pt x="3239" y="1420"/>
                    <a:pt x="3201" y="1225"/>
                    <a:pt x="3134" y="1044"/>
                  </a:cubicBezTo>
                  <a:cubicBezTo>
                    <a:pt x="2901" y="436"/>
                    <a:pt x="2307" y="0"/>
                    <a:pt x="16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31" name="Google Shape;8531;p80"/>
            <p:cNvSpPr/>
            <p:nvPr/>
          </p:nvSpPr>
          <p:spPr>
            <a:xfrm>
              <a:off x="3043625" y="3180750"/>
              <a:ext cx="69525" cy="61825"/>
            </a:xfrm>
            <a:custGeom>
              <a:rect b="b" l="l" r="r" t="t"/>
              <a:pathLst>
                <a:path extrusionOk="0" h="2473" w="2781">
                  <a:moveTo>
                    <a:pt x="1270" y="1"/>
                  </a:moveTo>
                  <a:cubicBezTo>
                    <a:pt x="714" y="1"/>
                    <a:pt x="278" y="451"/>
                    <a:pt x="278" y="1000"/>
                  </a:cubicBezTo>
                  <a:cubicBezTo>
                    <a:pt x="278" y="1128"/>
                    <a:pt x="301" y="1263"/>
                    <a:pt x="353" y="1375"/>
                  </a:cubicBezTo>
                  <a:cubicBezTo>
                    <a:pt x="143" y="1466"/>
                    <a:pt x="0" y="1668"/>
                    <a:pt x="0" y="1901"/>
                  </a:cubicBezTo>
                  <a:cubicBezTo>
                    <a:pt x="0" y="2217"/>
                    <a:pt x="263" y="2472"/>
                    <a:pt x="579" y="2472"/>
                  </a:cubicBezTo>
                  <a:cubicBezTo>
                    <a:pt x="864" y="2472"/>
                    <a:pt x="1097" y="2255"/>
                    <a:pt x="1150" y="1984"/>
                  </a:cubicBezTo>
                  <a:cubicBezTo>
                    <a:pt x="1187" y="1992"/>
                    <a:pt x="1225" y="1992"/>
                    <a:pt x="1270" y="1992"/>
                  </a:cubicBezTo>
                  <a:cubicBezTo>
                    <a:pt x="1698" y="1992"/>
                    <a:pt x="2074" y="1714"/>
                    <a:pt x="2209" y="1330"/>
                  </a:cubicBezTo>
                  <a:cubicBezTo>
                    <a:pt x="2532" y="1330"/>
                    <a:pt x="2780" y="1067"/>
                    <a:pt x="2780" y="744"/>
                  </a:cubicBezTo>
                  <a:cubicBezTo>
                    <a:pt x="2780" y="429"/>
                    <a:pt x="2517" y="166"/>
                    <a:pt x="2202" y="166"/>
                  </a:cubicBezTo>
                  <a:cubicBezTo>
                    <a:pt x="2097" y="166"/>
                    <a:pt x="1991" y="188"/>
                    <a:pt x="1909" y="241"/>
                  </a:cubicBezTo>
                  <a:cubicBezTo>
                    <a:pt x="1743" y="98"/>
                    <a:pt x="1518" y="1"/>
                    <a:pt x="127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32" name="Google Shape;8532;p80"/>
            <p:cNvSpPr/>
            <p:nvPr/>
          </p:nvSpPr>
          <p:spPr>
            <a:xfrm>
              <a:off x="3080800" y="3153900"/>
              <a:ext cx="24450" cy="24425"/>
            </a:xfrm>
            <a:custGeom>
              <a:rect b="b" l="l" r="r" t="t"/>
              <a:pathLst>
                <a:path extrusionOk="0" h="977" w="978">
                  <a:moveTo>
                    <a:pt x="489" y="0"/>
                  </a:moveTo>
                  <a:cubicBezTo>
                    <a:pt x="219" y="0"/>
                    <a:pt x="1" y="210"/>
                    <a:pt x="1" y="488"/>
                  </a:cubicBezTo>
                  <a:cubicBezTo>
                    <a:pt x="1" y="759"/>
                    <a:pt x="219" y="977"/>
                    <a:pt x="489" y="977"/>
                  </a:cubicBezTo>
                  <a:cubicBezTo>
                    <a:pt x="760" y="977"/>
                    <a:pt x="978" y="759"/>
                    <a:pt x="978" y="488"/>
                  </a:cubicBezTo>
                  <a:cubicBezTo>
                    <a:pt x="978" y="210"/>
                    <a:pt x="760" y="0"/>
                    <a:pt x="48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33" name="Google Shape;8533;p80"/>
            <p:cNvSpPr/>
            <p:nvPr/>
          </p:nvSpPr>
          <p:spPr>
            <a:xfrm>
              <a:off x="3036850" y="3230525"/>
              <a:ext cx="44350" cy="73275"/>
            </a:xfrm>
            <a:custGeom>
              <a:rect b="b" l="l" r="r" t="t"/>
              <a:pathLst>
                <a:path extrusionOk="0" h="2931" w="1774">
                  <a:moveTo>
                    <a:pt x="369" y="1"/>
                  </a:moveTo>
                  <a:cubicBezTo>
                    <a:pt x="174" y="1"/>
                    <a:pt x="1" y="158"/>
                    <a:pt x="1" y="369"/>
                  </a:cubicBezTo>
                  <a:lnTo>
                    <a:pt x="1" y="2931"/>
                  </a:lnTo>
                  <a:lnTo>
                    <a:pt x="1774" y="2931"/>
                  </a:lnTo>
                  <a:lnTo>
                    <a:pt x="1774" y="369"/>
                  </a:lnTo>
                  <a:cubicBezTo>
                    <a:pt x="1774" y="173"/>
                    <a:pt x="1616" y="1"/>
                    <a:pt x="141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34" name="Google Shape;8534;p80"/>
            <p:cNvSpPr/>
            <p:nvPr/>
          </p:nvSpPr>
          <p:spPr>
            <a:xfrm>
              <a:off x="2794750" y="3494800"/>
              <a:ext cx="296800" cy="29525"/>
            </a:xfrm>
            <a:custGeom>
              <a:rect b="b" l="l" r="r" t="t"/>
              <a:pathLst>
                <a:path extrusionOk="0" h="1181" w="11872">
                  <a:moveTo>
                    <a:pt x="526" y="1"/>
                  </a:moveTo>
                  <a:cubicBezTo>
                    <a:pt x="240" y="1"/>
                    <a:pt x="0" y="234"/>
                    <a:pt x="0" y="527"/>
                  </a:cubicBezTo>
                  <a:lnTo>
                    <a:pt x="0" y="655"/>
                  </a:lnTo>
                  <a:cubicBezTo>
                    <a:pt x="0" y="948"/>
                    <a:pt x="240" y="1180"/>
                    <a:pt x="526" y="1180"/>
                  </a:cubicBezTo>
                  <a:lnTo>
                    <a:pt x="11345" y="1180"/>
                  </a:lnTo>
                  <a:cubicBezTo>
                    <a:pt x="11420" y="1180"/>
                    <a:pt x="11496" y="1165"/>
                    <a:pt x="11563" y="1135"/>
                  </a:cubicBezTo>
                  <a:cubicBezTo>
                    <a:pt x="11751" y="1053"/>
                    <a:pt x="11871" y="865"/>
                    <a:pt x="11871" y="655"/>
                  </a:cubicBezTo>
                  <a:lnTo>
                    <a:pt x="11871" y="527"/>
                  </a:lnTo>
                  <a:cubicBezTo>
                    <a:pt x="11871" y="316"/>
                    <a:pt x="11751" y="136"/>
                    <a:pt x="11563" y="46"/>
                  </a:cubicBezTo>
                  <a:cubicBezTo>
                    <a:pt x="11496" y="16"/>
                    <a:pt x="11420" y="1"/>
                    <a:pt x="1134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35" name="Google Shape;8535;p80"/>
            <p:cNvSpPr/>
            <p:nvPr/>
          </p:nvSpPr>
          <p:spPr>
            <a:xfrm>
              <a:off x="2802625" y="3465700"/>
              <a:ext cx="281225" cy="29325"/>
            </a:xfrm>
            <a:custGeom>
              <a:rect b="b" l="l" r="r" t="t"/>
              <a:pathLst>
                <a:path extrusionOk="0" h="1173" w="11249">
                  <a:moveTo>
                    <a:pt x="309" y="0"/>
                  </a:moveTo>
                  <a:cubicBezTo>
                    <a:pt x="136" y="0"/>
                    <a:pt x="1" y="136"/>
                    <a:pt x="1" y="308"/>
                  </a:cubicBezTo>
                  <a:lnTo>
                    <a:pt x="1" y="864"/>
                  </a:lnTo>
                  <a:cubicBezTo>
                    <a:pt x="1" y="1030"/>
                    <a:pt x="136" y="1172"/>
                    <a:pt x="309" y="1172"/>
                  </a:cubicBezTo>
                  <a:lnTo>
                    <a:pt x="10940" y="1172"/>
                  </a:lnTo>
                  <a:cubicBezTo>
                    <a:pt x="11105" y="1172"/>
                    <a:pt x="11241" y="1052"/>
                    <a:pt x="11248" y="887"/>
                  </a:cubicBezTo>
                  <a:lnTo>
                    <a:pt x="11248" y="864"/>
                  </a:lnTo>
                  <a:lnTo>
                    <a:pt x="11248" y="308"/>
                  </a:lnTo>
                  <a:lnTo>
                    <a:pt x="11248" y="278"/>
                  </a:lnTo>
                  <a:cubicBezTo>
                    <a:pt x="11233" y="120"/>
                    <a:pt x="11098" y="0"/>
                    <a:pt x="1094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36" name="Google Shape;8536;p80"/>
            <p:cNvSpPr/>
            <p:nvPr/>
          </p:nvSpPr>
          <p:spPr>
            <a:xfrm>
              <a:off x="2794750" y="3436025"/>
              <a:ext cx="296800" cy="29700"/>
            </a:xfrm>
            <a:custGeom>
              <a:rect b="b" l="l" r="r" t="t"/>
              <a:pathLst>
                <a:path extrusionOk="0" h="1188" w="11872">
                  <a:moveTo>
                    <a:pt x="526" y="0"/>
                  </a:moveTo>
                  <a:cubicBezTo>
                    <a:pt x="240" y="0"/>
                    <a:pt x="0" y="233"/>
                    <a:pt x="0" y="526"/>
                  </a:cubicBezTo>
                  <a:lnTo>
                    <a:pt x="0" y="661"/>
                  </a:lnTo>
                  <a:cubicBezTo>
                    <a:pt x="0" y="947"/>
                    <a:pt x="240" y="1187"/>
                    <a:pt x="526" y="1187"/>
                  </a:cubicBezTo>
                  <a:lnTo>
                    <a:pt x="11345" y="1187"/>
                  </a:lnTo>
                  <a:cubicBezTo>
                    <a:pt x="11420" y="1187"/>
                    <a:pt x="11496" y="1165"/>
                    <a:pt x="11563" y="1135"/>
                  </a:cubicBezTo>
                  <a:cubicBezTo>
                    <a:pt x="11751" y="1052"/>
                    <a:pt x="11871" y="864"/>
                    <a:pt x="11871" y="661"/>
                  </a:cubicBezTo>
                  <a:lnTo>
                    <a:pt x="11871" y="526"/>
                  </a:lnTo>
                  <a:cubicBezTo>
                    <a:pt x="11871" y="323"/>
                    <a:pt x="11751" y="135"/>
                    <a:pt x="11563" y="45"/>
                  </a:cubicBezTo>
                  <a:cubicBezTo>
                    <a:pt x="11496" y="23"/>
                    <a:pt x="11420" y="0"/>
                    <a:pt x="1134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37" name="Google Shape;8537;p80"/>
            <p:cNvSpPr/>
            <p:nvPr/>
          </p:nvSpPr>
          <p:spPr>
            <a:xfrm>
              <a:off x="2802625" y="3406725"/>
              <a:ext cx="281225" cy="29325"/>
            </a:xfrm>
            <a:custGeom>
              <a:rect b="b" l="l" r="r" t="t"/>
              <a:pathLst>
                <a:path extrusionOk="0" h="1173" w="11249">
                  <a:moveTo>
                    <a:pt x="309" y="0"/>
                  </a:moveTo>
                  <a:cubicBezTo>
                    <a:pt x="136" y="0"/>
                    <a:pt x="1" y="143"/>
                    <a:pt x="1" y="308"/>
                  </a:cubicBezTo>
                  <a:lnTo>
                    <a:pt x="1" y="864"/>
                  </a:lnTo>
                  <a:cubicBezTo>
                    <a:pt x="1" y="1029"/>
                    <a:pt x="136" y="1172"/>
                    <a:pt x="309" y="1172"/>
                  </a:cubicBezTo>
                  <a:lnTo>
                    <a:pt x="10940" y="1172"/>
                  </a:lnTo>
                  <a:cubicBezTo>
                    <a:pt x="11105" y="1172"/>
                    <a:pt x="11241" y="1052"/>
                    <a:pt x="11248" y="894"/>
                  </a:cubicBezTo>
                  <a:lnTo>
                    <a:pt x="11248" y="864"/>
                  </a:lnTo>
                  <a:lnTo>
                    <a:pt x="11248" y="308"/>
                  </a:lnTo>
                  <a:lnTo>
                    <a:pt x="11248" y="278"/>
                  </a:lnTo>
                  <a:cubicBezTo>
                    <a:pt x="11233" y="120"/>
                    <a:pt x="11098" y="0"/>
                    <a:pt x="1094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38" name="Google Shape;8538;p80"/>
            <p:cNvSpPr/>
            <p:nvPr/>
          </p:nvSpPr>
          <p:spPr>
            <a:xfrm>
              <a:off x="2794750" y="3377425"/>
              <a:ext cx="296800" cy="29500"/>
            </a:xfrm>
            <a:custGeom>
              <a:rect b="b" l="l" r="r" t="t"/>
              <a:pathLst>
                <a:path extrusionOk="0" h="1180" w="11872">
                  <a:moveTo>
                    <a:pt x="526" y="0"/>
                  </a:moveTo>
                  <a:cubicBezTo>
                    <a:pt x="240" y="0"/>
                    <a:pt x="0" y="233"/>
                    <a:pt x="0" y="526"/>
                  </a:cubicBezTo>
                  <a:lnTo>
                    <a:pt x="0" y="654"/>
                  </a:lnTo>
                  <a:cubicBezTo>
                    <a:pt x="0" y="947"/>
                    <a:pt x="240" y="1180"/>
                    <a:pt x="526" y="1180"/>
                  </a:cubicBezTo>
                  <a:lnTo>
                    <a:pt x="11345" y="1180"/>
                  </a:lnTo>
                  <a:cubicBezTo>
                    <a:pt x="11420" y="1180"/>
                    <a:pt x="11496" y="1165"/>
                    <a:pt x="11563" y="1135"/>
                  </a:cubicBezTo>
                  <a:cubicBezTo>
                    <a:pt x="11751" y="1052"/>
                    <a:pt x="11871" y="864"/>
                    <a:pt x="11871" y="654"/>
                  </a:cubicBezTo>
                  <a:lnTo>
                    <a:pt x="11871" y="526"/>
                  </a:lnTo>
                  <a:cubicBezTo>
                    <a:pt x="11871" y="316"/>
                    <a:pt x="11751" y="128"/>
                    <a:pt x="11563" y="45"/>
                  </a:cubicBezTo>
                  <a:cubicBezTo>
                    <a:pt x="11496" y="15"/>
                    <a:pt x="11420" y="0"/>
                    <a:pt x="1134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39" name="Google Shape;8539;p80"/>
            <p:cNvSpPr/>
            <p:nvPr/>
          </p:nvSpPr>
          <p:spPr>
            <a:xfrm>
              <a:off x="2802625" y="3347925"/>
              <a:ext cx="281225" cy="29500"/>
            </a:xfrm>
            <a:custGeom>
              <a:rect b="b" l="l" r="r" t="t"/>
              <a:pathLst>
                <a:path extrusionOk="0" h="1180" w="11249">
                  <a:moveTo>
                    <a:pt x="309" y="0"/>
                  </a:moveTo>
                  <a:cubicBezTo>
                    <a:pt x="136" y="0"/>
                    <a:pt x="1" y="143"/>
                    <a:pt x="1" y="316"/>
                  </a:cubicBezTo>
                  <a:lnTo>
                    <a:pt x="1" y="864"/>
                  </a:lnTo>
                  <a:cubicBezTo>
                    <a:pt x="1" y="1037"/>
                    <a:pt x="136" y="1180"/>
                    <a:pt x="309" y="1180"/>
                  </a:cubicBezTo>
                  <a:lnTo>
                    <a:pt x="10940" y="1180"/>
                  </a:lnTo>
                  <a:cubicBezTo>
                    <a:pt x="11105" y="1180"/>
                    <a:pt x="11241" y="1052"/>
                    <a:pt x="11248" y="894"/>
                  </a:cubicBezTo>
                  <a:lnTo>
                    <a:pt x="11248" y="864"/>
                  </a:lnTo>
                  <a:lnTo>
                    <a:pt x="11248" y="316"/>
                  </a:lnTo>
                  <a:lnTo>
                    <a:pt x="11248" y="286"/>
                  </a:lnTo>
                  <a:cubicBezTo>
                    <a:pt x="11233" y="128"/>
                    <a:pt x="11098" y="0"/>
                    <a:pt x="1094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40" name="Google Shape;8540;p80"/>
            <p:cNvSpPr/>
            <p:nvPr/>
          </p:nvSpPr>
          <p:spPr>
            <a:xfrm>
              <a:off x="2794750" y="3318625"/>
              <a:ext cx="296800" cy="29700"/>
            </a:xfrm>
            <a:custGeom>
              <a:rect b="b" l="l" r="r" t="t"/>
              <a:pathLst>
                <a:path extrusionOk="0" h="1188" w="11872">
                  <a:moveTo>
                    <a:pt x="518" y="0"/>
                  </a:moveTo>
                  <a:cubicBezTo>
                    <a:pt x="443" y="0"/>
                    <a:pt x="368" y="23"/>
                    <a:pt x="301" y="45"/>
                  </a:cubicBezTo>
                  <a:cubicBezTo>
                    <a:pt x="128" y="136"/>
                    <a:pt x="0" y="323"/>
                    <a:pt x="0" y="526"/>
                  </a:cubicBezTo>
                  <a:lnTo>
                    <a:pt x="0" y="661"/>
                  </a:lnTo>
                  <a:cubicBezTo>
                    <a:pt x="0" y="947"/>
                    <a:pt x="240" y="1187"/>
                    <a:pt x="526" y="1187"/>
                  </a:cubicBezTo>
                  <a:lnTo>
                    <a:pt x="11345" y="1187"/>
                  </a:lnTo>
                  <a:cubicBezTo>
                    <a:pt x="11420" y="1187"/>
                    <a:pt x="11496" y="1165"/>
                    <a:pt x="11563" y="1135"/>
                  </a:cubicBezTo>
                  <a:cubicBezTo>
                    <a:pt x="11751" y="1052"/>
                    <a:pt x="11871" y="864"/>
                    <a:pt x="11871" y="661"/>
                  </a:cubicBezTo>
                  <a:lnTo>
                    <a:pt x="11871" y="526"/>
                  </a:lnTo>
                  <a:cubicBezTo>
                    <a:pt x="11871" y="308"/>
                    <a:pt x="11751" y="136"/>
                    <a:pt x="11556" y="45"/>
                  </a:cubicBezTo>
                  <a:cubicBezTo>
                    <a:pt x="11488" y="23"/>
                    <a:pt x="11413" y="0"/>
                    <a:pt x="1133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41" name="Google Shape;8541;p80"/>
            <p:cNvSpPr/>
            <p:nvPr/>
          </p:nvSpPr>
          <p:spPr>
            <a:xfrm>
              <a:off x="2802625" y="3288750"/>
              <a:ext cx="281225" cy="29900"/>
            </a:xfrm>
            <a:custGeom>
              <a:rect b="b" l="l" r="r" t="t"/>
              <a:pathLst>
                <a:path extrusionOk="0" h="1196" w="11249">
                  <a:moveTo>
                    <a:pt x="865" y="1"/>
                  </a:moveTo>
                  <a:cubicBezTo>
                    <a:pt x="789" y="1"/>
                    <a:pt x="699" y="38"/>
                    <a:pt x="647" y="98"/>
                  </a:cubicBezTo>
                  <a:lnTo>
                    <a:pt x="113" y="639"/>
                  </a:lnTo>
                  <a:lnTo>
                    <a:pt x="91" y="662"/>
                  </a:lnTo>
                  <a:cubicBezTo>
                    <a:pt x="61" y="692"/>
                    <a:pt x="46" y="722"/>
                    <a:pt x="23" y="767"/>
                  </a:cubicBezTo>
                  <a:cubicBezTo>
                    <a:pt x="8" y="797"/>
                    <a:pt x="1" y="850"/>
                    <a:pt x="1" y="887"/>
                  </a:cubicBezTo>
                  <a:lnTo>
                    <a:pt x="1" y="902"/>
                  </a:lnTo>
                  <a:cubicBezTo>
                    <a:pt x="8" y="1060"/>
                    <a:pt x="136" y="1195"/>
                    <a:pt x="309" y="1195"/>
                  </a:cubicBezTo>
                  <a:lnTo>
                    <a:pt x="10940" y="1195"/>
                  </a:lnTo>
                  <a:cubicBezTo>
                    <a:pt x="11098" y="1195"/>
                    <a:pt x="11233" y="1075"/>
                    <a:pt x="11248" y="910"/>
                  </a:cubicBezTo>
                  <a:lnTo>
                    <a:pt x="11248" y="887"/>
                  </a:lnTo>
                  <a:cubicBezTo>
                    <a:pt x="11248" y="812"/>
                    <a:pt x="11218" y="729"/>
                    <a:pt x="11158" y="654"/>
                  </a:cubicBezTo>
                  <a:lnTo>
                    <a:pt x="10602" y="98"/>
                  </a:lnTo>
                  <a:lnTo>
                    <a:pt x="10594" y="91"/>
                  </a:lnTo>
                  <a:cubicBezTo>
                    <a:pt x="10534" y="31"/>
                    <a:pt x="10459" y="1"/>
                    <a:pt x="1038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42" name="Google Shape;8542;p80"/>
            <p:cNvSpPr/>
            <p:nvPr/>
          </p:nvSpPr>
          <p:spPr>
            <a:xfrm>
              <a:off x="2821025" y="3260025"/>
              <a:ext cx="244600" cy="29325"/>
            </a:xfrm>
            <a:custGeom>
              <a:rect b="b" l="l" r="r" t="t"/>
              <a:pathLst>
                <a:path extrusionOk="0" h="1173" w="9784">
                  <a:moveTo>
                    <a:pt x="1165" y="0"/>
                  </a:moveTo>
                  <a:lnTo>
                    <a:pt x="1" y="1172"/>
                  </a:lnTo>
                  <a:lnTo>
                    <a:pt x="9783" y="1172"/>
                  </a:lnTo>
                  <a:lnTo>
                    <a:pt x="861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43" name="Google Shape;8543;p80"/>
            <p:cNvSpPr/>
            <p:nvPr/>
          </p:nvSpPr>
          <p:spPr>
            <a:xfrm>
              <a:off x="2850150" y="3230525"/>
              <a:ext cx="186350" cy="29525"/>
            </a:xfrm>
            <a:custGeom>
              <a:rect b="b" l="l" r="r" t="t"/>
              <a:pathLst>
                <a:path extrusionOk="0" h="1181" w="7454">
                  <a:moveTo>
                    <a:pt x="1165" y="1"/>
                  </a:moveTo>
                  <a:lnTo>
                    <a:pt x="0" y="1180"/>
                  </a:lnTo>
                  <a:lnTo>
                    <a:pt x="7454" y="1180"/>
                  </a:lnTo>
                  <a:lnTo>
                    <a:pt x="627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44" name="Google Shape;8544;p80"/>
            <p:cNvSpPr/>
            <p:nvPr/>
          </p:nvSpPr>
          <p:spPr>
            <a:xfrm>
              <a:off x="2879275" y="3201225"/>
              <a:ext cx="127750" cy="29325"/>
            </a:xfrm>
            <a:custGeom>
              <a:rect b="b" l="l" r="r" t="t"/>
              <a:pathLst>
                <a:path extrusionOk="0" h="1173" w="5110">
                  <a:moveTo>
                    <a:pt x="1180" y="0"/>
                  </a:moveTo>
                  <a:lnTo>
                    <a:pt x="0" y="1173"/>
                  </a:lnTo>
                  <a:lnTo>
                    <a:pt x="5109" y="1173"/>
                  </a:lnTo>
                  <a:lnTo>
                    <a:pt x="394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45" name="Google Shape;8545;p80"/>
            <p:cNvSpPr/>
            <p:nvPr/>
          </p:nvSpPr>
          <p:spPr>
            <a:xfrm>
              <a:off x="2908750" y="3171925"/>
              <a:ext cx="69150" cy="29325"/>
            </a:xfrm>
            <a:custGeom>
              <a:rect b="b" l="l" r="r" t="t"/>
              <a:pathLst>
                <a:path extrusionOk="0" h="1173" w="2766">
                  <a:moveTo>
                    <a:pt x="1165" y="0"/>
                  </a:moveTo>
                  <a:lnTo>
                    <a:pt x="1" y="1172"/>
                  </a:lnTo>
                  <a:lnTo>
                    <a:pt x="2766" y="1172"/>
                  </a:lnTo>
                  <a:lnTo>
                    <a:pt x="160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46" name="Google Shape;8546;p80"/>
            <p:cNvSpPr/>
            <p:nvPr/>
          </p:nvSpPr>
          <p:spPr>
            <a:xfrm>
              <a:off x="2802625" y="3165350"/>
              <a:ext cx="281225" cy="358025"/>
            </a:xfrm>
            <a:custGeom>
              <a:rect b="b" l="l" r="r" t="t"/>
              <a:pathLst>
                <a:path extrusionOk="0" h="14321" w="11249">
                  <a:moveTo>
                    <a:pt x="5613" y="0"/>
                  </a:moveTo>
                  <a:lnTo>
                    <a:pt x="106" y="5538"/>
                  </a:lnTo>
                  <a:cubicBezTo>
                    <a:pt x="106" y="5553"/>
                    <a:pt x="98" y="5553"/>
                    <a:pt x="98" y="5560"/>
                  </a:cubicBezTo>
                  <a:cubicBezTo>
                    <a:pt x="46" y="5628"/>
                    <a:pt x="8" y="5711"/>
                    <a:pt x="1" y="5801"/>
                  </a:cubicBezTo>
                  <a:cubicBezTo>
                    <a:pt x="8" y="5966"/>
                    <a:pt x="136" y="6094"/>
                    <a:pt x="309" y="6094"/>
                  </a:cubicBezTo>
                  <a:lnTo>
                    <a:pt x="211" y="6094"/>
                  </a:lnTo>
                  <a:cubicBezTo>
                    <a:pt x="136" y="6094"/>
                    <a:pt x="61" y="6116"/>
                    <a:pt x="1" y="6139"/>
                  </a:cubicBezTo>
                  <a:lnTo>
                    <a:pt x="1" y="6620"/>
                  </a:lnTo>
                  <a:lnTo>
                    <a:pt x="7702" y="14321"/>
                  </a:lnTo>
                  <a:lnTo>
                    <a:pt x="11248" y="14321"/>
                  </a:lnTo>
                  <a:lnTo>
                    <a:pt x="11248" y="13194"/>
                  </a:lnTo>
                  <a:cubicBezTo>
                    <a:pt x="11181" y="13164"/>
                    <a:pt x="11105" y="13149"/>
                    <a:pt x="11030" y="13149"/>
                  </a:cubicBezTo>
                  <a:lnTo>
                    <a:pt x="10940" y="13149"/>
                  </a:lnTo>
                  <a:cubicBezTo>
                    <a:pt x="11105" y="13149"/>
                    <a:pt x="11241" y="13029"/>
                    <a:pt x="11248" y="12863"/>
                  </a:cubicBezTo>
                  <a:lnTo>
                    <a:pt x="11248" y="12262"/>
                  </a:lnTo>
                  <a:cubicBezTo>
                    <a:pt x="11233" y="12104"/>
                    <a:pt x="11098" y="11984"/>
                    <a:pt x="10940" y="11984"/>
                  </a:cubicBezTo>
                  <a:lnTo>
                    <a:pt x="11030" y="11984"/>
                  </a:lnTo>
                  <a:cubicBezTo>
                    <a:pt x="11105" y="11984"/>
                    <a:pt x="11181" y="11962"/>
                    <a:pt x="11248" y="11939"/>
                  </a:cubicBezTo>
                  <a:lnTo>
                    <a:pt x="11248" y="10857"/>
                  </a:lnTo>
                  <a:cubicBezTo>
                    <a:pt x="11181" y="10827"/>
                    <a:pt x="11105" y="10812"/>
                    <a:pt x="11030" y="10812"/>
                  </a:cubicBezTo>
                  <a:lnTo>
                    <a:pt x="10940" y="10812"/>
                  </a:lnTo>
                  <a:cubicBezTo>
                    <a:pt x="11105" y="10812"/>
                    <a:pt x="11241" y="10684"/>
                    <a:pt x="11248" y="10527"/>
                  </a:cubicBezTo>
                  <a:lnTo>
                    <a:pt x="11248" y="9926"/>
                  </a:lnTo>
                  <a:cubicBezTo>
                    <a:pt x="11233" y="9768"/>
                    <a:pt x="11098" y="9648"/>
                    <a:pt x="10940" y="9648"/>
                  </a:cubicBezTo>
                  <a:lnTo>
                    <a:pt x="11030" y="9648"/>
                  </a:lnTo>
                  <a:cubicBezTo>
                    <a:pt x="11105" y="9648"/>
                    <a:pt x="11181" y="9625"/>
                    <a:pt x="11248" y="9595"/>
                  </a:cubicBezTo>
                  <a:lnTo>
                    <a:pt x="11248" y="8521"/>
                  </a:lnTo>
                  <a:cubicBezTo>
                    <a:pt x="11181" y="8491"/>
                    <a:pt x="11105" y="8468"/>
                    <a:pt x="11030" y="8468"/>
                  </a:cubicBezTo>
                  <a:lnTo>
                    <a:pt x="10940" y="8468"/>
                  </a:lnTo>
                  <a:cubicBezTo>
                    <a:pt x="11105" y="8468"/>
                    <a:pt x="11241" y="8348"/>
                    <a:pt x="11248" y="8190"/>
                  </a:cubicBezTo>
                  <a:lnTo>
                    <a:pt x="11248" y="7589"/>
                  </a:lnTo>
                  <a:cubicBezTo>
                    <a:pt x="11233" y="7431"/>
                    <a:pt x="11098" y="7303"/>
                    <a:pt x="10940" y="7303"/>
                  </a:cubicBezTo>
                  <a:lnTo>
                    <a:pt x="11030" y="7303"/>
                  </a:lnTo>
                  <a:cubicBezTo>
                    <a:pt x="11113" y="7303"/>
                    <a:pt x="11181" y="7296"/>
                    <a:pt x="11241" y="7221"/>
                  </a:cubicBezTo>
                  <a:lnTo>
                    <a:pt x="11241" y="6139"/>
                  </a:lnTo>
                  <a:cubicBezTo>
                    <a:pt x="11173" y="6116"/>
                    <a:pt x="11098" y="6094"/>
                    <a:pt x="11023" y="6094"/>
                  </a:cubicBezTo>
                  <a:lnTo>
                    <a:pt x="10933" y="6094"/>
                  </a:lnTo>
                  <a:cubicBezTo>
                    <a:pt x="11090" y="6094"/>
                    <a:pt x="11218" y="5974"/>
                    <a:pt x="11241" y="5816"/>
                  </a:cubicBezTo>
                  <a:cubicBezTo>
                    <a:pt x="11233" y="5703"/>
                    <a:pt x="11196" y="5605"/>
                    <a:pt x="11120" y="5530"/>
                  </a:cubicBezTo>
                  <a:lnTo>
                    <a:pt x="10579" y="4997"/>
                  </a:lnTo>
                  <a:lnTo>
                    <a:pt x="10497" y="4914"/>
                  </a:lnTo>
                  <a:lnTo>
                    <a:pt x="9332" y="3735"/>
                  </a:lnTo>
                  <a:lnTo>
                    <a:pt x="8168" y="2562"/>
                  </a:lnTo>
                  <a:lnTo>
                    <a:pt x="5831" y="218"/>
                  </a:lnTo>
                  <a:lnTo>
                    <a:pt x="5613" y="0"/>
                  </a:lnTo>
                  <a:close/>
                </a:path>
              </a:pathLst>
            </a:custGeom>
            <a:solidFill>
              <a:srgbClr val="000000">
                <a:alpha val="148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47" name="Google Shape;8547;p80"/>
            <p:cNvSpPr/>
            <p:nvPr/>
          </p:nvSpPr>
          <p:spPr>
            <a:xfrm>
              <a:off x="2763000" y="3163525"/>
              <a:ext cx="360275" cy="192650"/>
            </a:xfrm>
            <a:custGeom>
              <a:rect b="b" l="l" r="r" t="t"/>
              <a:pathLst>
                <a:path extrusionOk="0" h="7706" w="14411">
                  <a:moveTo>
                    <a:pt x="7209" y="0"/>
                  </a:moveTo>
                  <a:cubicBezTo>
                    <a:pt x="7082" y="0"/>
                    <a:pt x="6954" y="47"/>
                    <a:pt x="6860" y="141"/>
                  </a:cubicBezTo>
                  <a:lnTo>
                    <a:pt x="128" y="6873"/>
                  </a:lnTo>
                  <a:cubicBezTo>
                    <a:pt x="0" y="6993"/>
                    <a:pt x="0" y="7204"/>
                    <a:pt x="128" y="7324"/>
                  </a:cubicBezTo>
                  <a:lnTo>
                    <a:pt x="413" y="7609"/>
                  </a:lnTo>
                  <a:cubicBezTo>
                    <a:pt x="477" y="7673"/>
                    <a:pt x="560" y="7705"/>
                    <a:pt x="642" y="7705"/>
                  </a:cubicBezTo>
                  <a:cubicBezTo>
                    <a:pt x="723" y="7705"/>
                    <a:pt x="804" y="7673"/>
                    <a:pt x="864" y="7609"/>
                  </a:cubicBezTo>
                  <a:lnTo>
                    <a:pt x="7115" y="1366"/>
                  </a:lnTo>
                  <a:cubicBezTo>
                    <a:pt x="7138" y="1343"/>
                    <a:pt x="7170" y="1332"/>
                    <a:pt x="7202" y="1332"/>
                  </a:cubicBezTo>
                  <a:cubicBezTo>
                    <a:pt x="7234" y="1332"/>
                    <a:pt x="7266" y="1343"/>
                    <a:pt x="7288" y="1366"/>
                  </a:cubicBezTo>
                  <a:lnTo>
                    <a:pt x="13539" y="7609"/>
                  </a:lnTo>
                  <a:cubicBezTo>
                    <a:pt x="13600" y="7673"/>
                    <a:pt x="13680" y="7705"/>
                    <a:pt x="13762" y="7705"/>
                  </a:cubicBezTo>
                  <a:cubicBezTo>
                    <a:pt x="13844" y="7705"/>
                    <a:pt x="13926" y="7673"/>
                    <a:pt x="13990" y="7609"/>
                  </a:cubicBezTo>
                  <a:lnTo>
                    <a:pt x="14276" y="7324"/>
                  </a:lnTo>
                  <a:cubicBezTo>
                    <a:pt x="14411" y="7204"/>
                    <a:pt x="14411" y="6993"/>
                    <a:pt x="14291" y="6873"/>
                  </a:cubicBezTo>
                  <a:lnTo>
                    <a:pt x="7559" y="141"/>
                  </a:lnTo>
                  <a:cubicBezTo>
                    <a:pt x="7465" y="47"/>
                    <a:pt x="7337" y="0"/>
                    <a:pt x="720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48" name="Google Shape;8548;p80"/>
            <p:cNvSpPr/>
            <p:nvPr/>
          </p:nvSpPr>
          <p:spPr>
            <a:xfrm>
              <a:off x="2943125" y="3163475"/>
              <a:ext cx="180150" cy="192725"/>
            </a:xfrm>
            <a:custGeom>
              <a:rect b="b" l="l" r="r" t="t"/>
              <a:pathLst>
                <a:path extrusionOk="0" h="7709" w="7206">
                  <a:moveTo>
                    <a:pt x="1" y="0"/>
                  </a:moveTo>
                  <a:lnTo>
                    <a:pt x="1" y="1330"/>
                  </a:lnTo>
                  <a:cubicBezTo>
                    <a:pt x="31" y="1330"/>
                    <a:pt x="68" y="1345"/>
                    <a:pt x="98" y="1368"/>
                  </a:cubicBezTo>
                  <a:lnTo>
                    <a:pt x="6342" y="7619"/>
                  </a:lnTo>
                  <a:cubicBezTo>
                    <a:pt x="6402" y="7679"/>
                    <a:pt x="6485" y="7709"/>
                    <a:pt x="6567" y="7709"/>
                  </a:cubicBezTo>
                  <a:cubicBezTo>
                    <a:pt x="6650" y="7709"/>
                    <a:pt x="6733" y="7679"/>
                    <a:pt x="6793" y="7619"/>
                  </a:cubicBezTo>
                  <a:lnTo>
                    <a:pt x="7086" y="7326"/>
                  </a:lnTo>
                  <a:cubicBezTo>
                    <a:pt x="7206" y="7206"/>
                    <a:pt x="7206" y="6995"/>
                    <a:pt x="7086" y="6875"/>
                  </a:cubicBezTo>
                  <a:lnTo>
                    <a:pt x="354" y="143"/>
                  </a:lnTo>
                  <a:cubicBezTo>
                    <a:pt x="256" y="45"/>
                    <a:pt x="121" y="0"/>
                    <a:pt x="1" y="0"/>
                  </a:cubicBezTo>
                  <a:close/>
                </a:path>
              </a:pathLst>
            </a:custGeom>
            <a:solidFill>
              <a:srgbClr val="000000">
                <a:alpha val="148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49" name="Google Shape;8549;p80"/>
            <p:cNvSpPr/>
            <p:nvPr/>
          </p:nvSpPr>
          <p:spPr>
            <a:xfrm>
              <a:off x="2913450" y="3393575"/>
              <a:ext cx="60125" cy="130750"/>
            </a:xfrm>
            <a:custGeom>
              <a:rect b="b" l="l" r="r" t="t"/>
              <a:pathLst>
                <a:path extrusionOk="0" h="5230" w="2405">
                  <a:moveTo>
                    <a:pt x="504" y="0"/>
                  </a:moveTo>
                  <a:cubicBezTo>
                    <a:pt x="226" y="0"/>
                    <a:pt x="0" y="226"/>
                    <a:pt x="0" y="504"/>
                  </a:cubicBezTo>
                  <a:lnTo>
                    <a:pt x="0" y="5229"/>
                  </a:lnTo>
                  <a:lnTo>
                    <a:pt x="2405" y="5229"/>
                  </a:lnTo>
                  <a:lnTo>
                    <a:pt x="2405" y="504"/>
                  </a:lnTo>
                  <a:cubicBezTo>
                    <a:pt x="2405" y="233"/>
                    <a:pt x="2172" y="8"/>
                    <a:pt x="19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50" name="Google Shape;8550;p80"/>
            <p:cNvSpPr/>
            <p:nvPr/>
          </p:nvSpPr>
          <p:spPr>
            <a:xfrm>
              <a:off x="2906125" y="3386250"/>
              <a:ext cx="74600" cy="138075"/>
            </a:xfrm>
            <a:custGeom>
              <a:rect b="b" l="l" r="r" t="t"/>
              <a:pathLst>
                <a:path extrusionOk="0" h="5523" w="2984">
                  <a:moveTo>
                    <a:pt x="579" y="0"/>
                  </a:moveTo>
                  <a:cubicBezTo>
                    <a:pt x="263" y="0"/>
                    <a:pt x="0" y="263"/>
                    <a:pt x="0" y="586"/>
                  </a:cubicBezTo>
                  <a:lnTo>
                    <a:pt x="0" y="5522"/>
                  </a:lnTo>
                  <a:lnTo>
                    <a:pt x="587" y="5522"/>
                  </a:lnTo>
                  <a:lnTo>
                    <a:pt x="587" y="977"/>
                  </a:lnTo>
                  <a:cubicBezTo>
                    <a:pt x="587" y="766"/>
                    <a:pt x="759" y="601"/>
                    <a:pt x="962" y="601"/>
                  </a:cubicBezTo>
                  <a:lnTo>
                    <a:pt x="2022" y="601"/>
                  </a:lnTo>
                  <a:cubicBezTo>
                    <a:pt x="2224" y="601"/>
                    <a:pt x="2397" y="766"/>
                    <a:pt x="2397" y="977"/>
                  </a:cubicBezTo>
                  <a:lnTo>
                    <a:pt x="2397" y="5522"/>
                  </a:lnTo>
                  <a:lnTo>
                    <a:pt x="2983" y="5522"/>
                  </a:lnTo>
                  <a:lnTo>
                    <a:pt x="2983" y="586"/>
                  </a:lnTo>
                  <a:cubicBezTo>
                    <a:pt x="2983" y="263"/>
                    <a:pt x="2735" y="0"/>
                    <a:pt x="242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51" name="Google Shape;8551;p80"/>
            <p:cNvSpPr/>
            <p:nvPr/>
          </p:nvSpPr>
          <p:spPr>
            <a:xfrm>
              <a:off x="2925850" y="3446150"/>
              <a:ext cx="13550" cy="13550"/>
            </a:xfrm>
            <a:custGeom>
              <a:rect b="b" l="l" r="r" t="t"/>
              <a:pathLst>
                <a:path extrusionOk="0" h="542" w="542">
                  <a:moveTo>
                    <a:pt x="271" y="1"/>
                  </a:moveTo>
                  <a:cubicBezTo>
                    <a:pt x="121" y="1"/>
                    <a:pt x="0" y="121"/>
                    <a:pt x="0" y="271"/>
                  </a:cubicBezTo>
                  <a:cubicBezTo>
                    <a:pt x="0" y="422"/>
                    <a:pt x="121" y="542"/>
                    <a:pt x="271" y="542"/>
                  </a:cubicBezTo>
                  <a:cubicBezTo>
                    <a:pt x="421" y="542"/>
                    <a:pt x="541" y="422"/>
                    <a:pt x="541" y="271"/>
                  </a:cubicBezTo>
                  <a:cubicBezTo>
                    <a:pt x="541" y="121"/>
                    <a:pt x="421" y="1"/>
                    <a:pt x="27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52" name="Google Shape;8552;p80"/>
            <p:cNvSpPr/>
            <p:nvPr/>
          </p:nvSpPr>
          <p:spPr>
            <a:xfrm>
              <a:off x="3065025" y="3467950"/>
              <a:ext cx="82675" cy="56375"/>
            </a:xfrm>
            <a:custGeom>
              <a:rect b="b" l="l" r="r" t="t"/>
              <a:pathLst>
                <a:path extrusionOk="0" h="2255" w="3307">
                  <a:moveTo>
                    <a:pt x="1654" y="0"/>
                  </a:moveTo>
                  <a:cubicBezTo>
                    <a:pt x="948" y="0"/>
                    <a:pt x="346" y="444"/>
                    <a:pt x="114" y="1060"/>
                  </a:cubicBezTo>
                  <a:cubicBezTo>
                    <a:pt x="38" y="1240"/>
                    <a:pt x="1" y="1435"/>
                    <a:pt x="1" y="1653"/>
                  </a:cubicBezTo>
                  <a:cubicBezTo>
                    <a:pt x="1" y="1871"/>
                    <a:pt x="38" y="2074"/>
                    <a:pt x="114" y="2254"/>
                  </a:cubicBezTo>
                  <a:lnTo>
                    <a:pt x="3194" y="2254"/>
                  </a:lnTo>
                  <a:cubicBezTo>
                    <a:pt x="3269" y="2067"/>
                    <a:pt x="3307" y="1864"/>
                    <a:pt x="3307" y="1653"/>
                  </a:cubicBezTo>
                  <a:cubicBezTo>
                    <a:pt x="3307" y="1443"/>
                    <a:pt x="3269" y="1248"/>
                    <a:pt x="3194" y="1060"/>
                  </a:cubicBezTo>
                  <a:cubicBezTo>
                    <a:pt x="2961" y="444"/>
                    <a:pt x="2360" y="0"/>
                    <a:pt x="165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53" name="Google Shape;8553;p80"/>
            <p:cNvSpPr/>
            <p:nvPr/>
          </p:nvSpPr>
          <p:spPr>
            <a:xfrm>
              <a:off x="2851563" y="3231275"/>
              <a:ext cx="226925" cy="293050"/>
            </a:xfrm>
            <a:custGeom>
              <a:rect b="b" l="l" r="r" t="t"/>
              <a:pathLst>
                <a:path extrusionOk="0" h="11722" w="9077">
                  <a:moveTo>
                    <a:pt x="3532" y="0"/>
                  </a:moveTo>
                  <a:cubicBezTo>
                    <a:pt x="3366" y="0"/>
                    <a:pt x="3224" y="136"/>
                    <a:pt x="3224" y="316"/>
                  </a:cubicBezTo>
                  <a:lnTo>
                    <a:pt x="3224" y="414"/>
                  </a:lnTo>
                  <a:cubicBezTo>
                    <a:pt x="3149" y="451"/>
                    <a:pt x="3081" y="496"/>
                    <a:pt x="3028" y="549"/>
                  </a:cubicBezTo>
                  <a:lnTo>
                    <a:pt x="121" y="3456"/>
                  </a:lnTo>
                  <a:cubicBezTo>
                    <a:pt x="0" y="3577"/>
                    <a:pt x="0" y="3780"/>
                    <a:pt x="136" y="3907"/>
                  </a:cubicBezTo>
                  <a:lnTo>
                    <a:pt x="7987" y="11721"/>
                  </a:lnTo>
                  <a:lnTo>
                    <a:pt x="9077" y="11721"/>
                  </a:lnTo>
                  <a:lnTo>
                    <a:pt x="9077" y="5433"/>
                  </a:lnTo>
                  <a:lnTo>
                    <a:pt x="9062" y="5433"/>
                  </a:lnTo>
                  <a:lnTo>
                    <a:pt x="3825" y="196"/>
                  </a:lnTo>
                  <a:cubicBezTo>
                    <a:pt x="3780" y="75"/>
                    <a:pt x="3667" y="0"/>
                    <a:pt x="3532" y="0"/>
                  </a:cubicBezTo>
                  <a:close/>
                </a:path>
              </a:pathLst>
            </a:custGeom>
            <a:solidFill>
              <a:srgbClr val="000000">
                <a:alpha val="148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54" name="Google Shape;8554;p80"/>
            <p:cNvSpPr/>
            <p:nvPr/>
          </p:nvSpPr>
          <p:spPr>
            <a:xfrm>
              <a:off x="2873913" y="3246475"/>
              <a:ext cx="132250" cy="65975"/>
            </a:xfrm>
            <a:custGeom>
              <a:rect b="b" l="l" r="r" t="t"/>
              <a:pathLst>
                <a:path extrusionOk="0" h="2639" w="5290">
                  <a:moveTo>
                    <a:pt x="2638" y="1"/>
                  </a:moveTo>
                  <a:lnTo>
                    <a:pt x="1" y="2638"/>
                  </a:lnTo>
                  <a:lnTo>
                    <a:pt x="5290" y="2638"/>
                  </a:lnTo>
                  <a:lnTo>
                    <a:pt x="263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55" name="Google Shape;8555;p80"/>
            <p:cNvSpPr/>
            <p:nvPr/>
          </p:nvSpPr>
          <p:spPr>
            <a:xfrm>
              <a:off x="2932138" y="3231450"/>
              <a:ext cx="15800" cy="90000"/>
            </a:xfrm>
            <a:custGeom>
              <a:rect b="b" l="l" r="r" t="t"/>
              <a:pathLst>
                <a:path extrusionOk="0" h="3600" w="632">
                  <a:moveTo>
                    <a:pt x="309" y="1"/>
                  </a:moveTo>
                  <a:cubicBezTo>
                    <a:pt x="143" y="1"/>
                    <a:pt x="1" y="144"/>
                    <a:pt x="1" y="309"/>
                  </a:cubicBezTo>
                  <a:lnTo>
                    <a:pt x="1" y="3284"/>
                  </a:lnTo>
                  <a:cubicBezTo>
                    <a:pt x="1" y="3457"/>
                    <a:pt x="143" y="3600"/>
                    <a:pt x="309" y="3600"/>
                  </a:cubicBezTo>
                  <a:cubicBezTo>
                    <a:pt x="489" y="3600"/>
                    <a:pt x="632" y="3457"/>
                    <a:pt x="632" y="3284"/>
                  </a:cubicBezTo>
                  <a:lnTo>
                    <a:pt x="632" y="309"/>
                  </a:lnTo>
                  <a:cubicBezTo>
                    <a:pt x="632" y="144"/>
                    <a:pt x="489" y="1"/>
                    <a:pt x="30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56" name="Google Shape;8556;p80"/>
            <p:cNvSpPr/>
            <p:nvPr/>
          </p:nvSpPr>
          <p:spPr>
            <a:xfrm>
              <a:off x="2863763" y="3307725"/>
              <a:ext cx="152375" cy="15800"/>
            </a:xfrm>
            <a:custGeom>
              <a:rect b="b" l="l" r="r" t="t"/>
              <a:pathLst>
                <a:path extrusionOk="0" h="632" w="6095">
                  <a:moveTo>
                    <a:pt x="316" y="0"/>
                  </a:moveTo>
                  <a:cubicBezTo>
                    <a:pt x="151" y="0"/>
                    <a:pt x="8" y="143"/>
                    <a:pt x="1" y="323"/>
                  </a:cubicBezTo>
                  <a:cubicBezTo>
                    <a:pt x="1" y="489"/>
                    <a:pt x="144" y="631"/>
                    <a:pt x="316" y="631"/>
                  </a:cubicBezTo>
                  <a:lnTo>
                    <a:pt x="5779" y="631"/>
                  </a:lnTo>
                  <a:cubicBezTo>
                    <a:pt x="5959" y="631"/>
                    <a:pt x="6094" y="489"/>
                    <a:pt x="6094" y="323"/>
                  </a:cubicBezTo>
                  <a:cubicBezTo>
                    <a:pt x="6094" y="143"/>
                    <a:pt x="5959" y="0"/>
                    <a:pt x="577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57" name="Google Shape;8557;p80"/>
            <p:cNvSpPr/>
            <p:nvPr/>
          </p:nvSpPr>
          <p:spPr>
            <a:xfrm>
              <a:off x="2851563" y="3239575"/>
              <a:ext cx="176775" cy="91275"/>
            </a:xfrm>
            <a:custGeom>
              <a:rect b="b" l="l" r="r" t="t"/>
              <a:pathLst>
                <a:path extrusionOk="0" h="3651" w="7071">
                  <a:moveTo>
                    <a:pt x="3536" y="1"/>
                  </a:moveTo>
                  <a:cubicBezTo>
                    <a:pt x="3351" y="1"/>
                    <a:pt x="3167" y="70"/>
                    <a:pt x="3028" y="209"/>
                  </a:cubicBezTo>
                  <a:lnTo>
                    <a:pt x="121" y="3109"/>
                  </a:lnTo>
                  <a:cubicBezTo>
                    <a:pt x="0" y="3237"/>
                    <a:pt x="0" y="3440"/>
                    <a:pt x="136" y="3560"/>
                  </a:cubicBezTo>
                  <a:cubicBezTo>
                    <a:pt x="196" y="3614"/>
                    <a:pt x="273" y="3640"/>
                    <a:pt x="349" y="3640"/>
                  </a:cubicBezTo>
                  <a:cubicBezTo>
                    <a:pt x="434" y="3640"/>
                    <a:pt x="520" y="3608"/>
                    <a:pt x="587" y="3545"/>
                  </a:cubicBezTo>
                  <a:lnTo>
                    <a:pt x="3299" y="833"/>
                  </a:lnTo>
                  <a:cubicBezTo>
                    <a:pt x="3363" y="765"/>
                    <a:pt x="3449" y="731"/>
                    <a:pt x="3536" y="731"/>
                  </a:cubicBezTo>
                  <a:cubicBezTo>
                    <a:pt x="3624" y="731"/>
                    <a:pt x="3712" y="765"/>
                    <a:pt x="3780" y="833"/>
                  </a:cubicBezTo>
                  <a:lnTo>
                    <a:pt x="6500" y="3553"/>
                  </a:lnTo>
                  <a:cubicBezTo>
                    <a:pt x="6567" y="3620"/>
                    <a:pt x="6642" y="3650"/>
                    <a:pt x="6725" y="3650"/>
                  </a:cubicBezTo>
                  <a:cubicBezTo>
                    <a:pt x="6800" y="3650"/>
                    <a:pt x="6883" y="3620"/>
                    <a:pt x="6950" y="3553"/>
                  </a:cubicBezTo>
                  <a:cubicBezTo>
                    <a:pt x="7071" y="3433"/>
                    <a:pt x="7071" y="3237"/>
                    <a:pt x="6950" y="3109"/>
                  </a:cubicBezTo>
                  <a:lnTo>
                    <a:pt x="4050" y="209"/>
                  </a:lnTo>
                  <a:cubicBezTo>
                    <a:pt x="3907" y="70"/>
                    <a:pt x="3721" y="1"/>
                    <a:pt x="353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58" name="Google Shape;8558;p80"/>
            <p:cNvSpPr/>
            <p:nvPr/>
          </p:nvSpPr>
          <p:spPr>
            <a:xfrm>
              <a:off x="2895888" y="3230900"/>
              <a:ext cx="132450" cy="100125"/>
            </a:xfrm>
            <a:custGeom>
              <a:rect b="b" l="l" r="r" t="t"/>
              <a:pathLst>
                <a:path extrusionOk="0" h="4005" w="5298">
                  <a:moveTo>
                    <a:pt x="2082" y="1255"/>
                  </a:moveTo>
                  <a:lnTo>
                    <a:pt x="3900" y="3073"/>
                  </a:lnTo>
                  <a:lnTo>
                    <a:pt x="2082" y="3073"/>
                  </a:lnTo>
                  <a:lnTo>
                    <a:pt x="2082" y="1255"/>
                  </a:lnTo>
                  <a:close/>
                  <a:moveTo>
                    <a:pt x="1759" y="0"/>
                  </a:moveTo>
                  <a:cubicBezTo>
                    <a:pt x="1593" y="0"/>
                    <a:pt x="1451" y="143"/>
                    <a:pt x="1451" y="323"/>
                  </a:cubicBezTo>
                  <a:lnTo>
                    <a:pt x="1451" y="414"/>
                  </a:lnTo>
                  <a:cubicBezTo>
                    <a:pt x="1376" y="451"/>
                    <a:pt x="1308" y="504"/>
                    <a:pt x="1255" y="556"/>
                  </a:cubicBezTo>
                  <a:lnTo>
                    <a:pt x="1" y="1804"/>
                  </a:lnTo>
                  <a:lnTo>
                    <a:pt x="444" y="2247"/>
                  </a:lnTo>
                  <a:lnTo>
                    <a:pt x="1443" y="1255"/>
                  </a:lnTo>
                  <a:lnTo>
                    <a:pt x="1443" y="3073"/>
                  </a:lnTo>
                  <a:lnTo>
                    <a:pt x="1263" y="3073"/>
                  </a:lnTo>
                  <a:lnTo>
                    <a:pt x="1894" y="3704"/>
                  </a:lnTo>
                  <a:lnTo>
                    <a:pt x="4524" y="3704"/>
                  </a:lnTo>
                  <a:lnTo>
                    <a:pt x="4727" y="3907"/>
                  </a:lnTo>
                  <a:cubicBezTo>
                    <a:pt x="4794" y="3975"/>
                    <a:pt x="4869" y="4005"/>
                    <a:pt x="4952" y="4005"/>
                  </a:cubicBezTo>
                  <a:cubicBezTo>
                    <a:pt x="5035" y="4005"/>
                    <a:pt x="5110" y="3975"/>
                    <a:pt x="5177" y="3907"/>
                  </a:cubicBezTo>
                  <a:cubicBezTo>
                    <a:pt x="5298" y="3787"/>
                    <a:pt x="5298" y="3592"/>
                    <a:pt x="5177" y="3471"/>
                  </a:cubicBezTo>
                  <a:lnTo>
                    <a:pt x="2277" y="556"/>
                  </a:lnTo>
                  <a:cubicBezTo>
                    <a:pt x="2217" y="504"/>
                    <a:pt x="2157" y="451"/>
                    <a:pt x="2082" y="414"/>
                  </a:cubicBezTo>
                  <a:lnTo>
                    <a:pt x="2082" y="323"/>
                  </a:lnTo>
                  <a:cubicBezTo>
                    <a:pt x="2082" y="151"/>
                    <a:pt x="1939" y="0"/>
                    <a:pt x="1759" y="0"/>
                  </a:cubicBezTo>
                  <a:close/>
                </a:path>
              </a:pathLst>
            </a:custGeom>
            <a:solidFill>
              <a:srgbClr val="000000">
                <a:alpha val="148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59" name="Google Shape;8559;p80"/>
            <p:cNvSpPr/>
            <p:nvPr/>
          </p:nvSpPr>
          <p:spPr>
            <a:xfrm>
              <a:off x="3038175" y="3483175"/>
              <a:ext cx="60325" cy="41150"/>
            </a:xfrm>
            <a:custGeom>
              <a:rect b="b" l="l" r="r" t="t"/>
              <a:pathLst>
                <a:path extrusionOk="0" h="1646" w="2413">
                  <a:moveTo>
                    <a:pt x="1218" y="0"/>
                  </a:moveTo>
                  <a:cubicBezTo>
                    <a:pt x="707" y="0"/>
                    <a:pt x="271" y="323"/>
                    <a:pt x="98" y="774"/>
                  </a:cubicBezTo>
                  <a:cubicBezTo>
                    <a:pt x="30" y="917"/>
                    <a:pt x="0" y="1052"/>
                    <a:pt x="0" y="1202"/>
                  </a:cubicBezTo>
                  <a:cubicBezTo>
                    <a:pt x="0" y="1352"/>
                    <a:pt x="30" y="1503"/>
                    <a:pt x="91" y="1645"/>
                  </a:cubicBezTo>
                  <a:lnTo>
                    <a:pt x="2322" y="1645"/>
                  </a:lnTo>
                  <a:cubicBezTo>
                    <a:pt x="2382" y="1510"/>
                    <a:pt x="2412" y="1367"/>
                    <a:pt x="2412" y="1202"/>
                  </a:cubicBezTo>
                  <a:cubicBezTo>
                    <a:pt x="2412" y="1052"/>
                    <a:pt x="2382" y="917"/>
                    <a:pt x="2337" y="774"/>
                  </a:cubicBezTo>
                  <a:cubicBezTo>
                    <a:pt x="2164" y="323"/>
                    <a:pt x="1721" y="0"/>
                    <a:pt x="12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560" name="Google Shape;8560;p80"/>
          <p:cNvSpPr txBox="1"/>
          <p:nvPr/>
        </p:nvSpPr>
        <p:spPr>
          <a:xfrm>
            <a:off x="949400" y="1345875"/>
            <a:ext cx="2504100" cy="3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61" name="Google Shape;8561;p80"/>
          <p:cNvSpPr txBox="1"/>
          <p:nvPr/>
        </p:nvSpPr>
        <p:spPr>
          <a:xfrm>
            <a:off x="834650" y="3978175"/>
            <a:ext cx="30558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1C232"/>
                </a:solidFill>
                <a:latin typeface="Rubik"/>
                <a:ea typeface="Rubik"/>
                <a:cs typeface="Rubik"/>
                <a:sym typeface="Rubik"/>
              </a:rPr>
              <a:t>Data Types</a:t>
            </a:r>
            <a:endParaRPr b="1" sz="1200">
              <a:solidFill>
                <a:srgbClr val="F1C232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1C232"/>
                </a:solidFill>
                <a:latin typeface="Rubik"/>
                <a:ea typeface="Rubik"/>
                <a:cs typeface="Rubik"/>
                <a:sym typeface="Rubik"/>
              </a:rPr>
              <a:t>Not </a:t>
            </a:r>
            <a:r>
              <a:rPr b="1" lang="en" sz="1200">
                <a:solidFill>
                  <a:srgbClr val="F1C232"/>
                </a:solidFill>
                <a:latin typeface="Rubik"/>
                <a:ea typeface="Rubik"/>
                <a:cs typeface="Rubik"/>
                <a:sym typeface="Rubik"/>
              </a:rPr>
              <a:t>dropped</a:t>
            </a:r>
            <a:r>
              <a:rPr b="1" lang="en" sz="1200">
                <a:solidFill>
                  <a:srgbClr val="F1C232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b="1" lang="en" sz="1200">
                <a:solidFill>
                  <a:srgbClr val="F1C232"/>
                </a:solidFill>
                <a:latin typeface="Rubik"/>
                <a:ea typeface="Rubik"/>
                <a:cs typeface="Rubik"/>
                <a:sym typeface="Rubik"/>
              </a:rPr>
              <a:t>missing</a:t>
            </a:r>
            <a:r>
              <a:rPr b="1" lang="en" sz="1200">
                <a:solidFill>
                  <a:srgbClr val="F1C232"/>
                </a:solidFill>
                <a:latin typeface="Rubik"/>
                <a:ea typeface="Rubik"/>
                <a:cs typeface="Rubik"/>
                <a:sym typeface="Rubik"/>
              </a:rPr>
              <a:t> in Newcon </a:t>
            </a:r>
            <a:endParaRPr b="1" sz="1200">
              <a:solidFill>
                <a:srgbClr val="F1C232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F1C232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8562" name="Google Shape;8562;p80"/>
          <p:cNvSpPr txBox="1"/>
          <p:nvPr/>
        </p:nvSpPr>
        <p:spPr>
          <a:xfrm>
            <a:off x="4842150" y="3994475"/>
            <a:ext cx="31392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F1C232"/>
                </a:solidFill>
                <a:latin typeface="Rubik"/>
                <a:ea typeface="Rubik"/>
                <a:cs typeface="Rubik"/>
                <a:sym typeface="Rubik"/>
              </a:rPr>
              <a:t>Missing Values</a:t>
            </a:r>
            <a:endParaRPr b="1" sz="1300">
              <a:solidFill>
                <a:srgbClr val="F1C232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F1C232"/>
                </a:solidFill>
                <a:latin typeface="Rubik"/>
                <a:ea typeface="Rubik"/>
                <a:cs typeface="Rubik"/>
                <a:sym typeface="Rubik"/>
              </a:rPr>
              <a:t>No duplicate</a:t>
            </a:r>
            <a:endParaRPr b="1" sz="1300">
              <a:solidFill>
                <a:srgbClr val="F1C232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pic>
        <p:nvPicPr>
          <p:cNvPr id="8563" name="Google Shape;8563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1425" y="1319300"/>
            <a:ext cx="2597725" cy="2750425"/>
          </a:xfrm>
          <a:prstGeom prst="rect">
            <a:avLst/>
          </a:prstGeom>
          <a:noFill/>
          <a:ln>
            <a:noFill/>
          </a:ln>
        </p:spPr>
      </p:pic>
      <p:sp>
        <p:nvSpPr>
          <p:cNvPr id="8564" name="Google Shape;8564;p80"/>
          <p:cNvSpPr txBox="1"/>
          <p:nvPr/>
        </p:nvSpPr>
        <p:spPr>
          <a:xfrm>
            <a:off x="2405450" y="4345625"/>
            <a:ext cx="3742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ubik ExtraBold"/>
                <a:ea typeface="Rubik ExtraBold"/>
                <a:cs typeface="Rubik ExtraBold"/>
                <a:sym typeface="Rubik ExtraBold"/>
              </a:rPr>
              <a:t>10500 ROWS —&gt; 9893 ROWS</a:t>
            </a:r>
            <a:endParaRPr sz="800"/>
          </a:p>
        </p:txBody>
      </p:sp>
      <p:pic>
        <p:nvPicPr>
          <p:cNvPr id="8565" name="Google Shape;8565;p8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37825" y="1201413"/>
            <a:ext cx="4161575" cy="2909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69" name="Shape 8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0" name="Google Shape;8570;p81"/>
          <p:cNvSpPr txBox="1"/>
          <p:nvPr>
            <p:ph type="title"/>
          </p:nvPr>
        </p:nvSpPr>
        <p:spPr>
          <a:xfrm>
            <a:off x="1636050" y="3262400"/>
            <a:ext cx="5871900" cy="52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571" name="Google Shape;8571;p81"/>
          <p:cNvPicPr preferRelativeResize="0"/>
          <p:nvPr/>
        </p:nvPicPr>
        <p:blipFill rotWithShape="1">
          <a:blip r:embed="rId3">
            <a:alphaModFix/>
          </a:blip>
          <a:srcRect b="4811" l="7216" r="-4862" t="-1048"/>
          <a:stretch/>
        </p:blipFill>
        <p:spPr>
          <a:xfrm>
            <a:off x="418450" y="127775"/>
            <a:ext cx="4483451" cy="2950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572" name="Google Shape;8572;p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89350" y="3205975"/>
            <a:ext cx="7008077" cy="1555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73" name="Google Shape;8573;p8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01900" y="127775"/>
            <a:ext cx="4146852" cy="2950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77" name="Shape 8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8" name="Google Shape;8578;p82"/>
          <p:cNvSpPr/>
          <p:nvPr/>
        </p:nvSpPr>
        <p:spPr>
          <a:xfrm>
            <a:off x="897075" y="223200"/>
            <a:ext cx="7971000" cy="4221300"/>
          </a:xfrm>
          <a:prstGeom prst="roundRect">
            <a:avLst>
              <a:gd fmla="val 4290" name="adj"/>
            </a:avLst>
          </a:prstGeom>
          <a:solidFill>
            <a:schemeClr val="lt1"/>
          </a:solidFill>
          <a:ln cap="flat" cmpd="sng" w="762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79" name="Google Shape;8579;p82"/>
          <p:cNvSpPr/>
          <p:nvPr/>
        </p:nvSpPr>
        <p:spPr>
          <a:xfrm>
            <a:off x="228600" y="288901"/>
            <a:ext cx="1574757" cy="438811"/>
          </a:xfrm>
          <a:custGeom>
            <a:rect b="b" l="l" r="r" t="t"/>
            <a:pathLst>
              <a:path extrusionOk="0" h="5486" w="19698">
                <a:moveTo>
                  <a:pt x="12063" y="1"/>
                </a:moveTo>
                <a:cubicBezTo>
                  <a:pt x="10934" y="1"/>
                  <a:pt x="9754" y="807"/>
                  <a:pt x="9727" y="2750"/>
                </a:cubicBezTo>
                <a:cubicBezTo>
                  <a:pt x="9727" y="2750"/>
                  <a:pt x="9077" y="1543"/>
                  <a:pt x="8244" y="1543"/>
                </a:cubicBezTo>
                <a:cubicBezTo>
                  <a:pt x="8124" y="1543"/>
                  <a:pt x="8000" y="1568"/>
                  <a:pt x="7873" y="1625"/>
                </a:cubicBezTo>
                <a:cubicBezTo>
                  <a:pt x="7508" y="1838"/>
                  <a:pt x="7721" y="2537"/>
                  <a:pt x="7904" y="2841"/>
                </a:cubicBezTo>
                <a:cubicBezTo>
                  <a:pt x="6905" y="2358"/>
                  <a:pt x="5937" y="2148"/>
                  <a:pt x="5156" y="2148"/>
                </a:cubicBezTo>
                <a:cubicBezTo>
                  <a:pt x="3726" y="2148"/>
                  <a:pt x="2923" y="2852"/>
                  <a:pt x="3709" y="3875"/>
                </a:cubicBezTo>
                <a:cubicBezTo>
                  <a:pt x="821" y="3875"/>
                  <a:pt x="1" y="5486"/>
                  <a:pt x="1" y="5486"/>
                </a:cubicBezTo>
                <a:lnTo>
                  <a:pt x="19697" y="5486"/>
                </a:lnTo>
                <a:cubicBezTo>
                  <a:pt x="19620" y="5204"/>
                  <a:pt x="19242" y="4319"/>
                  <a:pt x="17562" y="4319"/>
                </a:cubicBezTo>
                <a:cubicBezTo>
                  <a:pt x="17248" y="4319"/>
                  <a:pt x="16888" y="4350"/>
                  <a:pt x="16475" y="4422"/>
                </a:cubicBezTo>
                <a:cubicBezTo>
                  <a:pt x="16870" y="4057"/>
                  <a:pt x="17174" y="3479"/>
                  <a:pt x="17083" y="2902"/>
                </a:cubicBezTo>
                <a:cubicBezTo>
                  <a:pt x="17022" y="2750"/>
                  <a:pt x="16961" y="2568"/>
                  <a:pt x="16840" y="2446"/>
                </a:cubicBezTo>
                <a:cubicBezTo>
                  <a:pt x="16718" y="2355"/>
                  <a:pt x="16566" y="2264"/>
                  <a:pt x="16475" y="2233"/>
                </a:cubicBezTo>
                <a:cubicBezTo>
                  <a:pt x="16352" y="2186"/>
                  <a:pt x="16217" y="2165"/>
                  <a:pt x="16076" y="2165"/>
                </a:cubicBezTo>
                <a:cubicBezTo>
                  <a:pt x="15033" y="2165"/>
                  <a:pt x="13618" y="3297"/>
                  <a:pt x="13618" y="3297"/>
                </a:cubicBezTo>
                <a:cubicBezTo>
                  <a:pt x="14883" y="1332"/>
                  <a:pt x="13514" y="1"/>
                  <a:pt x="12063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80" name="Google Shape;8580;p82"/>
          <p:cNvGrpSpPr/>
          <p:nvPr/>
        </p:nvGrpSpPr>
        <p:grpSpPr>
          <a:xfrm>
            <a:off x="352491" y="2805220"/>
            <a:ext cx="1303112" cy="2297721"/>
            <a:chOff x="243098" y="2746672"/>
            <a:chExt cx="1496970" cy="2297721"/>
          </a:xfrm>
        </p:grpSpPr>
        <p:sp>
          <p:nvSpPr>
            <p:cNvPr id="8581" name="Google Shape;8581;p82"/>
            <p:cNvSpPr/>
            <p:nvPr/>
          </p:nvSpPr>
          <p:spPr>
            <a:xfrm>
              <a:off x="789842" y="4086383"/>
              <a:ext cx="461762" cy="958010"/>
            </a:xfrm>
            <a:custGeom>
              <a:rect b="b" l="l" r="r" t="t"/>
              <a:pathLst>
                <a:path extrusionOk="0" h="11977" w="5776">
                  <a:moveTo>
                    <a:pt x="2888" y="0"/>
                  </a:moveTo>
                  <a:lnTo>
                    <a:pt x="2797" y="2219"/>
                  </a:lnTo>
                  <a:lnTo>
                    <a:pt x="1611" y="1307"/>
                  </a:lnTo>
                  <a:lnTo>
                    <a:pt x="1520" y="1429"/>
                  </a:lnTo>
                  <a:lnTo>
                    <a:pt x="2645" y="2797"/>
                  </a:lnTo>
                  <a:lnTo>
                    <a:pt x="2432" y="7082"/>
                  </a:lnTo>
                  <a:lnTo>
                    <a:pt x="1885" y="6535"/>
                  </a:lnTo>
                  <a:lnTo>
                    <a:pt x="1915" y="5076"/>
                  </a:lnTo>
                  <a:lnTo>
                    <a:pt x="1703" y="5015"/>
                  </a:lnTo>
                  <a:lnTo>
                    <a:pt x="1520" y="6201"/>
                  </a:lnTo>
                  <a:lnTo>
                    <a:pt x="152" y="5015"/>
                  </a:lnTo>
                  <a:lnTo>
                    <a:pt x="0" y="5137"/>
                  </a:lnTo>
                  <a:lnTo>
                    <a:pt x="2310" y="7812"/>
                  </a:lnTo>
                  <a:lnTo>
                    <a:pt x="2007" y="11976"/>
                  </a:lnTo>
                  <a:lnTo>
                    <a:pt x="3891" y="11976"/>
                  </a:lnTo>
                  <a:lnTo>
                    <a:pt x="3678" y="6748"/>
                  </a:lnTo>
                  <a:lnTo>
                    <a:pt x="4681" y="5107"/>
                  </a:lnTo>
                  <a:lnTo>
                    <a:pt x="5776" y="4955"/>
                  </a:lnTo>
                  <a:lnTo>
                    <a:pt x="5776" y="4772"/>
                  </a:lnTo>
                  <a:lnTo>
                    <a:pt x="4803" y="4803"/>
                  </a:lnTo>
                  <a:lnTo>
                    <a:pt x="5350" y="3921"/>
                  </a:lnTo>
                  <a:lnTo>
                    <a:pt x="5228" y="3800"/>
                  </a:lnTo>
                  <a:lnTo>
                    <a:pt x="3678" y="5471"/>
                  </a:lnTo>
                  <a:lnTo>
                    <a:pt x="3405" y="2736"/>
                  </a:lnTo>
                  <a:lnTo>
                    <a:pt x="319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82" name="Google Shape;8582;p82"/>
            <p:cNvSpPr/>
            <p:nvPr/>
          </p:nvSpPr>
          <p:spPr>
            <a:xfrm>
              <a:off x="274676" y="2746672"/>
              <a:ext cx="1465392" cy="1589112"/>
            </a:xfrm>
            <a:custGeom>
              <a:rect b="b" l="l" r="r" t="t"/>
              <a:pathLst>
                <a:path extrusionOk="0" h="19867" w="18330">
                  <a:moveTo>
                    <a:pt x="9682" y="1"/>
                  </a:moveTo>
                  <a:cubicBezTo>
                    <a:pt x="9666" y="1"/>
                    <a:pt x="9651" y="1"/>
                    <a:pt x="9636" y="1"/>
                  </a:cubicBezTo>
                  <a:cubicBezTo>
                    <a:pt x="8663" y="32"/>
                    <a:pt x="7873" y="731"/>
                    <a:pt x="7265" y="1460"/>
                  </a:cubicBezTo>
                  <a:cubicBezTo>
                    <a:pt x="6019" y="2980"/>
                    <a:pt x="5259" y="4865"/>
                    <a:pt x="5107" y="6840"/>
                  </a:cubicBezTo>
                  <a:cubicBezTo>
                    <a:pt x="4712" y="6354"/>
                    <a:pt x="4377" y="5868"/>
                    <a:pt x="3891" y="5472"/>
                  </a:cubicBezTo>
                  <a:cubicBezTo>
                    <a:pt x="3485" y="5168"/>
                    <a:pt x="2993" y="4926"/>
                    <a:pt x="2488" y="4926"/>
                  </a:cubicBezTo>
                  <a:cubicBezTo>
                    <a:pt x="2389" y="4926"/>
                    <a:pt x="2289" y="4936"/>
                    <a:pt x="2189" y="4956"/>
                  </a:cubicBezTo>
                  <a:cubicBezTo>
                    <a:pt x="1186" y="5108"/>
                    <a:pt x="548" y="6111"/>
                    <a:pt x="274" y="7114"/>
                  </a:cubicBezTo>
                  <a:cubicBezTo>
                    <a:pt x="1" y="8178"/>
                    <a:pt x="61" y="9272"/>
                    <a:pt x="396" y="10305"/>
                  </a:cubicBezTo>
                  <a:cubicBezTo>
                    <a:pt x="912" y="12007"/>
                    <a:pt x="2219" y="13375"/>
                    <a:pt x="3466" y="14622"/>
                  </a:cubicBezTo>
                  <a:cubicBezTo>
                    <a:pt x="3336" y="14567"/>
                    <a:pt x="3199" y="14541"/>
                    <a:pt x="3063" y="14541"/>
                  </a:cubicBezTo>
                  <a:cubicBezTo>
                    <a:pt x="2595" y="14541"/>
                    <a:pt x="2127" y="14843"/>
                    <a:pt x="1915" y="15290"/>
                  </a:cubicBezTo>
                  <a:cubicBezTo>
                    <a:pt x="1520" y="16050"/>
                    <a:pt x="1915" y="16901"/>
                    <a:pt x="2402" y="17509"/>
                  </a:cubicBezTo>
                  <a:cubicBezTo>
                    <a:pt x="2858" y="18026"/>
                    <a:pt x="3435" y="18391"/>
                    <a:pt x="4043" y="18695"/>
                  </a:cubicBezTo>
                  <a:cubicBezTo>
                    <a:pt x="5651" y="19498"/>
                    <a:pt x="7434" y="19866"/>
                    <a:pt x="9228" y="19866"/>
                  </a:cubicBezTo>
                  <a:cubicBezTo>
                    <a:pt x="11164" y="19866"/>
                    <a:pt x="13112" y="19437"/>
                    <a:pt x="14864" y="18664"/>
                  </a:cubicBezTo>
                  <a:cubicBezTo>
                    <a:pt x="16110" y="18117"/>
                    <a:pt x="16992" y="17205"/>
                    <a:pt x="17691" y="15989"/>
                  </a:cubicBezTo>
                  <a:cubicBezTo>
                    <a:pt x="18147" y="15290"/>
                    <a:pt x="18299" y="14439"/>
                    <a:pt x="18329" y="13649"/>
                  </a:cubicBezTo>
                  <a:cubicBezTo>
                    <a:pt x="18329" y="13102"/>
                    <a:pt x="18299" y="12585"/>
                    <a:pt x="18086" y="12129"/>
                  </a:cubicBezTo>
                  <a:cubicBezTo>
                    <a:pt x="17873" y="11673"/>
                    <a:pt x="17448" y="11248"/>
                    <a:pt x="16931" y="11187"/>
                  </a:cubicBezTo>
                  <a:cubicBezTo>
                    <a:pt x="16869" y="11174"/>
                    <a:pt x="16804" y="11168"/>
                    <a:pt x="16739" y="11168"/>
                  </a:cubicBezTo>
                  <a:cubicBezTo>
                    <a:pt x="16511" y="11168"/>
                    <a:pt x="16279" y="11244"/>
                    <a:pt x="16148" y="11384"/>
                  </a:cubicBezTo>
                  <a:lnTo>
                    <a:pt x="16148" y="11384"/>
                  </a:lnTo>
                  <a:cubicBezTo>
                    <a:pt x="16711" y="10695"/>
                    <a:pt x="17239" y="9890"/>
                    <a:pt x="17448" y="8998"/>
                  </a:cubicBezTo>
                  <a:cubicBezTo>
                    <a:pt x="17691" y="8086"/>
                    <a:pt x="17569" y="7083"/>
                    <a:pt x="16961" y="6384"/>
                  </a:cubicBezTo>
                  <a:cubicBezTo>
                    <a:pt x="16487" y="5810"/>
                    <a:pt x="15766" y="5523"/>
                    <a:pt x="15019" y="5523"/>
                  </a:cubicBezTo>
                  <a:cubicBezTo>
                    <a:pt x="14856" y="5523"/>
                    <a:pt x="14692" y="5536"/>
                    <a:pt x="14530" y="5564"/>
                  </a:cubicBezTo>
                  <a:cubicBezTo>
                    <a:pt x="13618" y="5716"/>
                    <a:pt x="12858" y="6202"/>
                    <a:pt x="12250" y="6871"/>
                  </a:cubicBezTo>
                  <a:cubicBezTo>
                    <a:pt x="12311" y="5472"/>
                    <a:pt x="12615" y="4074"/>
                    <a:pt x="12372" y="2706"/>
                  </a:cubicBezTo>
                  <a:cubicBezTo>
                    <a:pt x="12101" y="1354"/>
                    <a:pt x="11057" y="1"/>
                    <a:pt x="968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83" name="Google Shape;8583;p82"/>
            <p:cNvSpPr/>
            <p:nvPr/>
          </p:nvSpPr>
          <p:spPr>
            <a:xfrm>
              <a:off x="635228" y="4360980"/>
              <a:ext cx="324817" cy="282356"/>
            </a:xfrm>
            <a:custGeom>
              <a:rect b="b" l="l" r="r" t="t"/>
              <a:pathLst>
                <a:path extrusionOk="0" h="3530" w="4063">
                  <a:moveTo>
                    <a:pt x="1850" y="0"/>
                  </a:moveTo>
                  <a:cubicBezTo>
                    <a:pt x="1502" y="0"/>
                    <a:pt x="1195" y="373"/>
                    <a:pt x="1570" y="944"/>
                  </a:cubicBezTo>
                  <a:cubicBezTo>
                    <a:pt x="1296" y="663"/>
                    <a:pt x="1033" y="551"/>
                    <a:pt x="819" y="551"/>
                  </a:cubicBezTo>
                  <a:cubicBezTo>
                    <a:pt x="223" y="551"/>
                    <a:pt x="1" y="1409"/>
                    <a:pt x="962" y="1856"/>
                  </a:cubicBezTo>
                  <a:cubicBezTo>
                    <a:pt x="37" y="1881"/>
                    <a:pt x="304" y="2974"/>
                    <a:pt x="969" y="2974"/>
                  </a:cubicBezTo>
                  <a:cubicBezTo>
                    <a:pt x="1100" y="2974"/>
                    <a:pt x="1247" y="2931"/>
                    <a:pt x="1403" y="2829"/>
                  </a:cubicBezTo>
                  <a:lnTo>
                    <a:pt x="1403" y="2829"/>
                  </a:lnTo>
                  <a:cubicBezTo>
                    <a:pt x="1083" y="3075"/>
                    <a:pt x="1301" y="3529"/>
                    <a:pt x="1714" y="3529"/>
                  </a:cubicBezTo>
                  <a:cubicBezTo>
                    <a:pt x="1726" y="3529"/>
                    <a:pt x="1739" y="3529"/>
                    <a:pt x="1752" y="3528"/>
                  </a:cubicBezTo>
                  <a:cubicBezTo>
                    <a:pt x="2877" y="3315"/>
                    <a:pt x="4062" y="1491"/>
                    <a:pt x="3029" y="519"/>
                  </a:cubicBezTo>
                  <a:cubicBezTo>
                    <a:pt x="2955" y="430"/>
                    <a:pt x="2810" y="370"/>
                    <a:pt x="2680" y="370"/>
                  </a:cubicBezTo>
                  <a:cubicBezTo>
                    <a:pt x="2542" y="370"/>
                    <a:pt x="2421" y="438"/>
                    <a:pt x="2421" y="610"/>
                  </a:cubicBezTo>
                  <a:cubicBezTo>
                    <a:pt x="2358" y="184"/>
                    <a:pt x="2094" y="0"/>
                    <a:pt x="185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84" name="Google Shape;8584;p82"/>
            <p:cNvSpPr/>
            <p:nvPr/>
          </p:nvSpPr>
          <p:spPr>
            <a:xfrm>
              <a:off x="663449" y="3468479"/>
              <a:ext cx="794733" cy="858426"/>
            </a:xfrm>
            <a:custGeom>
              <a:rect b="b" l="l" r="r" t="t"/>
              <a:pathLst>
                <a:path extrusionOk="0" h="10732" w="9941">
                  <a:moveTo>
                    <a:pt x="3393" y="0"/>
                  </a:moveTo>
                  <a:cubicBezTo>
                    <a:pt x="3295" y="0"/>
                    <a:pt x="3197" y="11"/>
                    <a:pt x="3101" y="35"/>
                  </a:cubicBezTo>
                  <a:cubicBezTo>
                    <a:pt x="2341" y="217"/>
                    <a:pt x="1977" y="1129"/>
                    <a:pt x="2068" y="1889"/>
                  </a:cubicBezTo>
                  <a:cubicBezTo>
                    <a:pt x="2129" y="2649"/>
                    <a:pt x="2524" y="3379"/>
                    <a:pt x="2797" y="4078"/>
                  </a:cubicBezTo>
                  <a:cubicBezTo>
                    <a:pt x="2435" y="3871"/>
                    <a:pt x="2029" y="3730"/>
                    <a:pt x="1598" y="3730"/>
                  </a:cubicBezTo>
                  <a:cubicBezTo>
                    <a:pt x="1522" y="3730"/>
                    <a:pt x="1446" y="3734"/>
                    <a:pt x="1369" y="3743"/>
                  </a:cubicBezTo>
                  <a:cubicBezTo>
                    <a:pt x="882" y="3835"/>
                    <a:pt x="426" y="4139"/>
                    <a:pt x="244" y="4594"/>
                  </a:cubicBezTo>
                  <a:cubicBezTo>
                    <a:pt x="1" y="5081"/>
                    <a:pt x="122" y="5598"/>
                    <a:pt x="396" y="6053"/>
                  </a:cubicBezTo>
                  <a:cubicBezTo>
                    <a:pt x="670" y="6479"/>
                    <a:pt x="1065" y="6813"/>
                    <a:pt x="1490" y="7117"/>
                  </a:cubicBezTo>
                  <a:cubicBezTo>
                    <a:pt x="1414" y="7087"/>
                    <a:pt x="1331" y="7072"/>
                    <a:pt x="1247" y="7072"/>
                  </a:cubicBezTo>
                  <a:cubicBezTo>
                    <a:pt x="1163" y="7072"/>
                    <a:pt x="1080" y="7087"/>
                    <a:pt x="1004" y="7117"/>
                  </a:cubicBezTo>
                  <a:cubicBezTo>
                    <a:pt x="730" y="7239"/>
                    <a:pt x="578" y="7512"/>
                    <a:pt x="548" y="7816"/>
                  </a:cubicBezTo>
                  <a:cubicBezTo>
                    <a:pt x="518" y="8090"/>
                    <a:pt x="578" y="8394"/>
                    <a:pt x="670" y="8637"/>
                  </a:cubicBezTo>
                  <a:cubicBezTo>
                    <a:pt x="822" y="9093"/>
                    <a:pt x="1034" y="9519"/>
                    <a:pt x="1338" y="9701"/>
                  </a:cubicBezTo>
                  <a:cubicBezTo>
                    <a:pt x="1885" y="10248"/>
                    <a:pt x="2493" y="10582"/>
                    <a:pt x="3253" y="10674"/>
                  </a:cubicBezTo>
                  <a:cubicBezTo>
                    <a:pt x="3573" y="10712"/>
                    <a:pt x="3897" y="10731"/>
                    <a:pt x="4223" y="10731"/>
                  </a:cubicBezTo>
                  <a:cubicBezTo>
                    <a:pt x="5969" y="10731"/>
                    <a:pt x="7747" y="10171"/>
                    <a:pt x="9028" y="8941"/>
                  </a:cubicBezTo>
                  <a:cubicBezTo>
                    <a:pt x="9272" y="8728"/>
                    <a:pt x="9545" y="8424"/>
                    <a:pt x="9697" y="8060"/>
                  </a:cubicBezTo>
                  <a:cubicBezTo>
                    <a:pt x="9879" y="7695"/>
                    <a:pt x="9940" y="7148"/>
                    <a:pt x="9636" y="6813"/>
                  </a:cubicBezTo>
                  <a:cubicBezTo>
                    <a:pt x="9478" y="6690"/>
                    <a:pt x="9268" y="6607"/>
                    <a:pt x="9066" y="6607"/>
                  </a:cubicBezTo>
                  <a:cubicBezTo>
                    <a:pt x="8920" y="6607"/>
                    <a:pt x="8778" y="6650"/>
                    <a:pt x="8664" y="6753"/>
                  </a:cubicBezTo>
                  <a:cubicBezTo>
                    <a:pt x="9120" y="5841"/>
                    <a:pt x="9636" y="4929"/>
                    <a:pt x="9636" y="3926"/>
                  </a:cubicBezTo>
                  <a:cubicBezTo>
                    <a:pt x="9636" y="3348"/>
                    <a:pt x="9484" y="2740"/>
                    <a:pt x="9180" y="2224"/>
                  </a:cubicBezTo>
                  <a:cubicBezTo>
                    <a:pt x="8931" y="1807"/>
                    <a:pt x="8504" y="1391"/>
                    <a:pt x="7992" y="1391"/>
                  </a:cubicBezTo>
                  <a:cubicBezTo>
                    <a:pt x="7943" y="1391"/>
                    <a:pt x="7893" y="1395"/>
                    <a:pt x="7843" y="1403"/>
                  </a:cubicBezTo>
                  <a:cubicBezTo>
                    <a:pt x="7509" y="1464"/>
                    <a:pt x="7205" y="1707"/>
                    <a:pt x="6992" y="1950"/>
                  </a:cubicBezTo>
                  <a:cubicBezTo>
                    <a:pt x="6809" y="2254"/>
                    <a:pt x="6688" y="2558"/>
                    <a:pt x="6597" y="2923"/>
                  </a:cubicBezTo>
                  <a:cubicBezTo>
                    <a:pt x="6202" y="1889"/>
                    <a:pt x="5472" y="1008"/>
                    <a:pt x="4560" y="400"/>
                  </a:cubicBezTo>
                  <a:cubicBezTo>
                    <a:pt x="4194" y="180"/>
                    <a:pt x="3790" y="0"/>
                    <a:pt x="339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85" name="Google Shape;8585;p82"/>
            <p:cNvSpPr/>
            <p:nvPr/>
          </p:nvSpPr>
          <p:spPr>
            <a:xfrm>
              <a:off x="354861" y="3840821"/>
              <a:ext cx="72990" cy="104624"/>
            </a:xfrm>
            <a:custGeom>
              <a:rect b="b" l="l" r="r" t="t"/>
              <a:pathLst>
                <a:path extrusionOk="0" h="1308" w="913">
                  <a:moveTo>
                    <a:pt x="92" y="0"/>
                  </a:moveTo>
                  <a:cubicBezTo>
                    <a:pt x="92" y="0"/>
                    <a:pt x="1" y="456"/>
                    <a:pt x="183" y="791"/>
                  </a:cubicBezTo>
                  <a:cubicBezTo>
                    <a:pt x="365" y="1125"/>
                    <a:pt x="791" y="1307"/>
                    <a:pt x="791" y="1307"/>
                  </a:cubicBezTo>
                  <a:cubicBezTo>
                    <a:pt x="791" y="1307"/>
                    <a:pt x="912" y="851"/>
                    <a:pt x="700" y="487"/>
                  </a:cubicBezTo>
                  <a:cubicBezTo>
                    <a:pt x="487" y="152"/>
                    <a:pt x="92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86" name="Google Shape;8586;p82"/>
            <p:cNvSpPr/>
            <p:nvPr/>
          </p:nvSpPr>
          <p:spPr>
            <a:xfrm>
              <a:off x="243098" y="3940326"/>
              <a:ext cx="158051" cy="70869"/>
            </a:xfrm>
            <a:custGeom>
              <a:rect b="b" l="l" r="r" t="t"/>
              <a:pathLst>
                <a:path extrusionOk="0" h="886" w="1977">
                  <a:moveTo>
                    <a:pt x="996" y="1"/>
                  </a:moveTo>
                  <a:cubicBezTo>
                    <a:pt x="978" y="1"/>
                    <a:pt x="960" y="1"/>
                    <a:pt x="943" y="2"/>
                  </a:cubicBezTo>
                  <a:cubicBezTo>
                    <a:pt x="396" y="2"/>
                    <a:pt x="0" y="519"/>
                    <a:pt x="0" y="519"/>
                  </a:cubicBezTo>
                  <a:cubicBezTo>
                    <a:pt x="0" y="519"/>
                    <a:pt x="451" y="886"/>
                    <a:pt x="946" y="886"/>
                  </a:cubicBezTo>
                  <a:cubicBezTo>
                    <a:pt x="965" y="886"/>
                    <a:pt x="984" y="885"/>
                    <a:pt x="1003" y="884"/>
                  </a:cubicBezTo>
                  <a:cubicBezTo>
                    <a:pt x="1551" y="854"/>
                    <a:pt x="1976" y="398"/>
                    <a:pt x="1976" y="398"/>
                  </a:cubicBezTo>
                  <a:cubicBezTo>
                    <a:pt x="1976" y="398"/>
                    <a:pt x="1494" y="1"/>
                    <a:pt x="99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87" name="Google Shape;8587;p82"/>
            <p:cNvSpPr/>
            <p:nvPr/>
          </p:nvSpPr>
          <p:spPr>
            <a:xfrm>
              <a:off x="1256401" y="4479441"/>
              <a:ext cx="58360" cy="29755"/>
            </a:xfrm>
            <a:custGeom>
              <a:rect b="b" l="l" r="r" t="t"/>
              <a:pathLst>
                <a:path extrusionOk="0" h="372" w="730">
                  <a:moveTo>
                    <a:pt x="235" y="0"/>
                  </a:moveTo>
                  <a:cubicBezTo>
                    <a:pt x="108" y="0"/>
                    <a:pt x="0" y="41"/>
                    <a:pt x="0" y="41"/>
                  </a:cubicBezTo>
                  <a:cubicBezTo>
                    <a:pt x="0" y="41"/>
                    <a:pt x="122" y="253"/>
                    <a:pt x="304" y="345"/>
                  </a:cubicBezTo>
                  <a:cubicBezTo>
                    <a:pt x="365" y="365"/>
                    <a:pt x="433" y="372"/>
                    <a:pt x="496" y="372"/>
                  </a:cubicBezTo>
                  <a:cubicBezTo>
                    <a:pt x="622" y="372"/>
                    <a:pt x="730" y="345"/>
                    <a:pt x="730" y="345"/>
                  </a:cubicBezTo>
                  <a:cubicBezTo>
                    <a:pt x="730" y="345"/>
                    <a:pt x="608" y="101"/>
                    <a:pt x="426" y="41"/>
                  </a:cubicBezTo>
                  <a:cubicBezTo>
                    <a:pt x="365" y="10"/>
                    <a:pt x="298" y="0"/>
                    <a:pt x="23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88" name="Google Shape;8588;p82"/>
            <p:cNvSpPr/>
            <p:nvPr/>
          </p:nvSpPr>
          <p:spPr>
            <a:xfrm>
              <a:off x="1256401" y="4409692"/>
              <a:ext cx="60838" cy="58471"/>
            </a:xfrm>
            <a:custGeom>
              <a:rect b="b" l="l" r="r" t="t"/>
              <a:pathLst>
                <a:path extrusionOk="0" h="731" w="761">
                  <a:moveTo>
                    <a:pt x="760" y="1"/>
                  </a:moveTo>
                  <a:cubicBezTo>
                    <a:pt x="760" y="1"/>
                    <a:pt x="456" y="1"/>
                    <a:pt x="213" y="183"/>
                  </a:cubicBezTo>
                  <a:cubicBezTo>
                    <a:pt x="31" y="366"/>
                    <a:pt x="0" y="730"/>
                    <a:pt x="0" y="730"/>
                  </a:cubicBezTo>
                  <a:cubicBezTo>
                    <a:pt x="0" y="730"/>
                    <a:pt x="304" y="730"/>
                    <a:pt x="547" y="518"/>
                  </a:cubicBezTo>
                  <a:cubicBezTo>
                    <a:pt x="760" y="335"/>
                    <a:pt x="760" y="1"/>
                    <a:pt x="76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89" name="Google Shape;8589;p82"/>
            <p:cNvSpPr/>
            <p:nvPr/>
          </p:nvSpPr>
          <p:spPr>
            <a:xfrm>
              <a:off x="1217548" y="3476078"/>
              <a:ext cx="82663" cy="82787"/>
            </a:xfrm>
            <a:custGeom>
              <a:rect b="b" l="l" r="r" t="t"/>
              <a:pathLst>
                <a:path extrusionOk="0" h="1035" w="1034">
                  <a:moveTo>
                    <a:pt x="973" y="1"/>
                  </a:moveTo>
                  <a:lnTo>
                    <a:pt x="973" y="1"/>
                  </a:lnTo>
                  <a:cubicBezTo>
                    <a:pt x="973" y="1"/>
                    <a:pt x="517" y="1"/>
                    <a:pt x="274" y="305"/>
                  </a:cubicBezTo>
                  <a:cubicBezTo>
                    <a:pt x="0" y="578"/>
                    <a:pt x="0" y="1034"/>
                    <a:pt x="0" y="1034"/>
                  </a:cubicBezTo>
                  <a:cubicBezTo>
                    <a:pt x="0" y="1034"/>
                    <a:pt x="456" y="1034"/>
                    <a:pt x="730" y="730"/>
                  </a:cubicBezTo>
                  <a:cubicBezTo>
                    <a:pt x="1033" y="426"/>
                    <a:pt x="973" y="1"/>
                    <a:pt x="97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90" name="Google Shape;8590;p82"/>
            <p:cNvSpPr/>
            <p:nvPr/>
          </p:nvSpPr>
          <p:spPr>
            <a:xfrm>
              <a:off x="695027" y="3711641"/>
              <a:ext cx="72990" cy="37114"/>
            </a:xfrm>
            <a:custGeom>
              <a:rect b="b" l="l" r="r" t="t"/>
              <a:pathLst>
                <a:path extrusionOk="0" h="464" w="913">
                  <a:moveTo>
                    <a:pt x="318" y="1"/>
                  </a:moveTo>
                  <a:cubicBezTo>
                    <a:pt x="146" y="1"/>
                    <a:pt x="1" y="65"/>
                    <a:pt x="1" y="65"/>
                  </a:cubicBezTo>
                  <a:cubicBezTo>
                    <a:pt x="1" y="65"/>
                    <a:pt x="123" y="308"/>
                    <a:pt x="366" y="430"/>
                  </a:cubicBezTo>
                  <a:cubicBezTo>
                    <a:pt x="432" y="455"/>
                    <a:pt x="503" y="464"/>
                    <a:pt x="571" y="464"/>
                  </a:cubicBezTo>
                  <a:cubicBezTo>
                    <a:pt x="752" y="464"/>
                    <a:pt x="913" y="399"/>
                    <a:pt x="913" y="399"/>
                  </a:cubicBezTo>
                  <a:cubicBezTo>
                    <a:pt x="913" y="399"/>
                    <a:pt x="791" y="126"/>
                    <a:pt x="518" y="35"/>
                  </a:cubicBezTo>
                  <a:cubicBezTo>
                    <a:pt x="451" y="10"/>
                    <a:pt x="383" y="1"/>
                    <a:pt x="3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91" name="Google Shape;8591;p82"/>
            <p:cNvSpPr/>
            <p:nvPr/>
          </p:nvSpPr>
          <p:spPr>
            <a:xfrm>
              <a:off x="1113060" y="3398330"/>
              <a:ext cx="94815" cy="148377"/>
            </a:xfrm>
            <a:custGeom>
              <a:rect b="b" l="l" r="r" t="t"/>
              <a:pathLst>
                <a:path extrusionOk="0" h="1855" w="1186">
                  <a:moveTo>
                    <a:pt x="243" y="0"/>
                  </a:moveTo>
                  <a:cubicBezTo>
                    <a:pt x="243" y="0"/>
                    <a:pt x="0" y="517"/>
                    <a:pt x="213" y="1064"/>
                  </a:cubicBezTo>
                  <a:cubicBezTo>
                    <a:pt x="395" y="1581"/>
                    <a:pt x="973" y="1854"/>
                    <a:pt x="973" y="1854"/>
                  </a:cubicBezTo>
                  <a:cubicBezTo>
                    <a:pt x="973" y="1854"/>
                    <a:pt x="1185" y="1307"/>
                    <a:pt x="1003" y="791"/>
                  </a:cubicBezTo>
                  <a:cubicBezTo>
                    <a:pt x="821" y="304"/>
                    <a:pt x="243" y="0"/>
                    <a:pt x="24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92" name="Google Shape;8592;p82"/>
            <p:cNvSpPr/>
            <p:nvPr/>
          </p:nvSpPr>
          <p:spPr>
            <a:xfrm>
              <a:off x="758264" y="4468083"/>
              <a:ext cx="136146" cy="124061"/>
            </a:xfrm>
            <a:custGeom>
              <a:rect b="b" l="l" r="r" t="t"/>
              <a:pathLst>
                <a:path extrusionOk="0" h="1551" w="1703">
                  <a:moveTo>
                    <a:pt x="1277" y="0"/>
                  </a:moveTo>
                  <a:cubicBezTo>
                    <a:pt x="1094" y="0"/>
                    <a:pt x="1064" y="213"/>
                    <a:pt x="912" y="213"/>
                  </a:cubicBezTo>
                  <a:cubicBezTo>
                    <a:pt x="882" y="213"/>
                    <a:pt x="851" y="213"/>
                    <a:pt x="791" y="183"/>
                  </a:cubicBezTo>
                  <a:cubicBezTo>
                    <a:pt x="760" y="152"/>
                    <a:pt x="730" y="61"/>
                    <a:pt x="639" y="61"/>
                  </a:cubicBezTo>
                  <a:cubicBezTo>
                    <a:pt x="578" y="61"/>
                    <a:pt x="487" y="152"/>
                    <a:pt x="456" y="213"/>
                  </a:cubicBezTo>
                  <a:cubicBezTo>
                    <a:pt x="426" y="304"/>
                    <a:pt x="456" y="395"/>
                    <a:pt x="456" y="487"/>
                  </a:cubicBezTo>
                  <a:cubicBezTo>
                    <a:pt x="456" y="608"/>
                    <a:pt x="456" y="669"/>
                    <a:pt x="426" y="760"/>
                  </a:cubicBezTo>
                  <a:cubicBezTo>
                    <a:pt x="304" y="882"/>
                    <a:pt x="122" y="851"/>
                    <a:pt x="31" y="1003"/>
                  </a:cubicBezTo>
                  <a:cubicBezTo>
                    <a:pt x="0" y="1125"/>
                    <a:pt x="31" y="1277"/>
                    <a:pt x="122" y="1368"/>
                  </a:cubicBezTo>
                  <a:cubicBezTo>
                    <a:pt x="243" y="1459"/>
                    <a:pt x="335" y="1550"/>
                    <a:pt x="487" y="1550"/>
                  </a:cubicBezTo>
                  <a:lnTo>
                    <a:pt x="791" y="1550"/>
                  </a:lnTo>
                  <a:cubicBezTo>
                    <a:pt x="1064" y="1520"/>
                    <a:pt x="1307" y="1429"/>
                    <a:pt x="1490" y="1155"/>
                  </a:cubicBezTo>
                  <a:cubicBezTo>
                    <a:pt x="1672" y="943"/>
                    <a:pt x="1702" y="639"/>
                    <a:pt x="1642" y="365"/>
                  </a:cubicBezTo>
                  <a:cubicBezTo>
                    <a:pt x="1550" y="213"/>
                    <a:pt x="1490" y="31"/>
                    <a:pt x="127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593" name="Google Shape;8593;p82"/>
          <p:cNvSpPr/>
          <p:nvPr/>
        </p:nvSpPr>
        <p:spPr>
          <a:xfrm>
            <a:off x="7104272" y="223200"/>
            <a:ext cx="627009" cy="570231"/>
          </a:xfrm>
          <a:custGeom>
            <a:rect b="b" l="l" r="r" t="t"/>
            <a:pathLst>
              <a:path extrusionOk="0" h="7129" w="7843">
                <a:moveTo>
                  <a:pt x="3921" y="1"/>
                </a:moveTo>
                <a:cubicBezTo>
                  <a:pt x="3010" y="1"/>
                  <a:pt x="2098" y="343"/>
                  <a:pt x="1399" y="1027"/>
                </a:cubicBezTo>
                <a:cubicBezTo>
                  <a:pt x="0" y="2425"/>
                  <a:pt x="0" y="4705"/>
                  <a:pt x="1399" y="6103"/>
                </a:cubicBezTo>
                <a:cubicBezTo>
                  <a:pt x="2098" y="6787"/>
                  <a:pt x="3010" y="7129"/>
                  <a:pt x="3921" y="7129"/>
                </a:cubicBezTo>
                <a:cubicBezTo>
                  <a:pt x="4833" y="7129"/>
                  <a:pt x="5745" y="6787"/>
                  <a:pt x="6444" y="6103"/>
                </a:cubicBezTo>
                <a:cubicBezTo>
                  <a:pt x="7843" y="4705"/>
                  <a:pt x="7843" y="2425"/>
                  <a:pt x="6444" y="1027"/>
                </a:cubicBezTo>
                <a:cubicBezTo>
                  <a:pt x="5745" y="343"/>
                  <a:pt x="4833" y="1"/>
                  <a:pt x="3921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94" name="Google Shape;8594;p82"/>
          <p:cNvSpPr/>
          <p:nvPr/>
        </p:nvSpPr>
        <p:spPr>
          <a:xfrm>
            <a:off x="7042317" y="223195"/>
            <a:ext cx="2597733" cy="728606"/>
          </a:xfrm>
          <a:custGeom>
            <a:rect b="b" l="l" r="r" t="t"/>
            <a:pathLst>
              <a:path extrusionOk="0" h="9109" w="32494">
                <a:moveTo>
                  <a:pt x="19825" y="0"/>
                </a:moveTo>
                <a:cubicBezTo>
                  <a:pt x="17960" y="0"/>
                  <a:pt x="16015" y="1336"/>
                  <a:pt x="15988" y="4549"/>
                </a:cubicBezTo>
                <a:cubicBezTo>
                  <a:pt x="15988" y="4549"/>
                  <a:pt x="14841" y="2536"/>
                  <a:pt x="13492" y="2536"/>
                </a:cubicBezTo>
                <a:cubicBezTo>
                  <a:pt x="13304" y="2536"/>
                  <a:pt x="13112" y="2575"/>
                  <a:pt x="12918" y="2665"/>
                </a:cubicBezTo>
                <a:cubicBezTo>
                  <a:pt x="12250" y="3029"/>
                  <a:pt x="12645" y="4154"/>
                  <a:pt x="12949" y="4640"/>
                </a:cubicBezTo>
                <a:cubicBezTo>
                  <a:pt x="11291" y="3838"/>
                  <a:pt x="9690" y="3492"/>
                  <a:pt x="8397" y="3492"/>
                </a:cubicBezTo>
                <a:cubicBezTo>
                  <a:pt x="6014" y="3492"/>
                  <a:pt x="4677" y="4668"/>
                  <a:pt x="5958" y="6343"/>
                </a:cubicBezTo>
                <a:cubicBezTo>
                  <a:pt x="1368" y="6464"/>
                  <a:pt x="0" y="9109"/>
                  <a:pt x="0" y="9109"/>
                </a:cubicBezTo>
                <a:lnTo>
                  <a:pt x="32493" y="9109"/>
                </a:lnTo>
                <a:cubicBezTo>
                  <a:pt x="32391" y="8648"/>
                  <a:pt x="31750" y="7174"/>
                  <a:pt x="28954" y="7174"/>
                </a:cubicBezTo>
                <a:cubicBezTo>
                  <a:pt x="28430" y="7174"/>
                  <a:pt x="27830" y="7226"/>
                  <a:pt x="27144" y="7346"/>
                </a:cubicBezTo>
                <a:cubicBezTo>
                  <a:pt x="27873" y="6677"/>
                  <a:pt x="28329" y="5735"/>
                  <a:pt x="28147" y="4823"/>
                </a:cubicBezTo>
                <a:cubicBezTo>
                  <a:pt x="28056" y="4549"/>
                  <a:pt x="27934" y="4306"/>
                  <a:pt x="27752" y="4063"/>
                </a:cubicBezTo>
                <a:cubicBezTo>
                  <a:pt x="27569" y="3881"/>
                  <a:pt x="27326" y="3759"/>
                  <a:pt x="27113" y="3698"/>
                </a:cubicBezTo>
                <a:cubicBezTo>
                  <a:pt x="26918" y="3628"/>
                  <a:pt x="26705" y="3597"/>
                  <a:pt x="26481" y="3597"/>
                </a:cubicBezTo>
                <a:cubicBezTo>
                  <a:pt x="24759" y="3597"/>
                  <a:pt x="22402" y="5431"/>
                  <a:pt x="22402" y="5431"/>
                </a:cubicBezTo>
                <a:cubicBezTo>
                  <a:pt x="24467" y="2189"/>
                  <a:pt x="22211" y="0"/>
                  <a:pt x="19825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95" name="Google Shape;8595;p82"/>
          <p:cNvSpPr/>
          <p:nvPr/>
        </p:nvSpPr>
        <p:spPr>
          <a:xfrm rot="299979">
            <a:off x="6925881" y="2811845"/>
            <a:ext cx="2130210" cy="2110610"/>
          </a:xfrm>
          <a:custGeom>
            <a:rect b="b" l="l" r="r" t="t"/>
            <a:pathLst>
              <a:path extrusionOk="0" h="21106" w="21302">
                <a:moveTo>
                  <a:pt x="2690" y="0"/>
                </a:moveTo>
                <a:cubicBezTo>
                  <a:pt x="1917" y="0"/>
                  <a:pt x="1285" y="631"/>
                  <a:pt x="1285" y="1405"/>
                </a:cubicBezTo>
                <a:cubicBezTo>
                  <a:pt x="1285" y="1833"/>
                  <a:pt x="1488" y="2232"/>
                  <a:pt x="1804" y="2480"/>
                </a:cubicBezTo>
                <a:cubicBezTo>
                  <a:pt x="1616" y="2885"/>
                  <a:pt x="1609" y="3359"/>
                  <a:pt x="1811" y="3787"/>
                </a:cubicBezTo>
                <a:cubicBezTo>
                  <a:pt x="2075" y="4327"/>
                  <a:pt x="2619" y="4650"/>
                  <a:pt x="3191" y="4650"/>
                </a:cubicBezTo>
                <a:cubicBezTo>
                  <a:pt x="3239" y="4650"/>
                  <a:pt x="3288" y="4648"/>
                  <a:pt x="3337" y="4643"/>
                </a:cubicBezTo>
                <a:cubicBezTo>
                  <a:pt x="3487" y="4734"/>
                  <a:pt x="3645" y="4809"/>
                  <a:pt x="3817" y="4869"/>
                </a:cubicBezTo>
                <a:lnTo>
                  <a:pt x="3817" y="6477"/>
                </a:lnTo>
                <a:lnTo>
                  <a:pt x="1766" y="8520"/>
                </a:lnTo>
                <a:cubicBezTo>
                  <a:pt x="1548" y="8738"/>
                  <a:pt x="1436" y="9016"/>
                  <a:pt x="1436" y="9317"/>
                </a:cubicBezTo>
                <a:cubicBezTo>
                  <a:pt x="1436" y="9617"/>
                  <a:pt x="1563" y="9903"/>
                  <a:pt x="1766" y="10121"/>
                </a:cubicBezTo>
                <a:lnTo>
                  <a:pt x="2104" y="10459"/>
                </a:lnTo>
                <a:cubicBezTo>
                  <a:pt x="2322" y="10669"/>
                  <a:pt x="2600" y="10782"/>
                  <a:pt x="2901" y="10782"/>
                </a:cubicBezTo>
                <a:cubicBezTo>
                  <a:pt x="3201" y="10782"/>
                  <a:pt x="3487" y="10662"/>
                  <a:pt x="3697" y="10459"/>
                </a:cubicBezTo>
                <a:lnTo>
                  <a:pt x="3750" y="10406"/>
                </a:lnTo>
                <a:lnTo>
                  <a:pt x="3750" y="10541"/>
                </a:lnTo>
                <a:cubicBezTo>
                  <a:pt x="3585" y="10722"/>
                  <a:pt x="3494" y="10955"/>
                  <a:pt x="3494" y="11218"/>
                </a:cubicBezTo>
                <a:lnTo>
                  <a:pt x="3494" y="12209"/>
                </a:lnTo>
                <a:cubicBezTo>
                  <a:pt x="3494" y="12397"/>
                  <a:pt x="3539" y="12570"/>
                  <a:pt x="3630" y="12720"/>
                </a:cubicBezTo>
                <a:lnTo>
                  <a:pt x="1864" y="12720"/>
                </a:lnTo>
                <a:cubicBezTo>
                  <a:pt x="1398" y="12720"/>
                  <a:pt x="1000" y="13021"/>
                  <a:pt x="857" y="13464"/>
                </a:cubicBezTo>
                <a:lnTo>
                  <a:pt x="647" y="14125"/>
                </a:lnTo>
                <a:cubicBezTo>
                  <a:pt x="647" y="14140"/>
                  <a:pt x="639" y="14155"/>
                  <a:pt x="639" y="14163"/>
                </a:cubicBezTo>
                <a:lnTo>
                  <a:pt x="376" y="15049"/>
                </a:lnTo>
                <a:cubicBezTo>
                  <a:pt x="286" y="15358"/>
                  <a:pt x="339" y="15696"/>
                  <a:pt x="527" y="15959"/>
                </a:cubicBezTo>
                <a:cubicBezTo>
                  <a:pt x="557" y="15996"/>
                  <a:pt x="579" y="16034"/>
                  <a:pt x="624" y="16071"/>
                </a:cubicBezTo>
                <a:lnTo>
                  <a:pt x="624" y="18017"/>
                </a:lnTo>
                <a:cubicBezTo>
                  <a:pt x="421" y="18243"/>
                  <a:pt x="271" y="18498"/>
                  <a:pt x="173" y="18776"/>
                </a:cubicBezTo>
                <a:cubicBezTo>
                  <a:pt x="61" y="19069"/>
                  <a:pt x="1" y="19377"/>
                  <a:pt x="1" y="19693"/>
                </a:cubicBezTo>
                <a:cubicBezTo>
                  <a:pt x="1" y="20008"/>
                  <a:pt x="61" y="20331"/>
                  <a:pt x="181" y="20632"/>
                </a:cubicBezTo>
                <a:cubicBezTo>
                  <a:pt x="294" y="20917"/>
                  <a:pt x="572" y="21105"/>
                  <a:pt x="872" y="21105"/>
                </a:cubicBezTo>
                <a:lnTo>
                  <a:pt x="20407" y="21105"/>
                </a:lnTo>
                <a:cubicBezTo>
                  <a:pt x="20723" y="21105"/>
                  <a:pt x="20993" y="20917"/>
                  <a:pt x="21106" y="20632"/>
                </a:cubicBezTo>
                <a:cubicBezTo>
                  <a:pt x="21234" y="20301"/>
                  <a:pt x="21301" y="19941"/>
                  <a:pt x="21301" y="19580"/>
                </a:cubicBezTo>
                <a:cubicBezTo>
                  <a:pt x="21301" y="19227"/>
                  <a:pt x="21234" y="18881"/>
                  <a:pt x="21113" y="18566"/>
                </a:cubicBezTo>
                <a:cubicBezTo>
                  <a:pt x="21008" y="18288"/>
                  <a:pt x="20858" y="18040"/>
                  <a:pt x="20685" y="17799"/>
                </a:cubicBezTo>
                <a:lnTo>
                  <a:pt x="20685" y="16071"/>
                </a:lnTo>
                <a:cubicBezTo>
                  <a:pt x="20708" y="16034"/>
                  <a:pt x="20745" y="15996"/>
                  <a:pt x="20775" y="15959"/>
                </a:cubicBezTo>
                <a:cubicBezTo>
                  <a:pt x="20963" y="15696"/>
                  <a:pt x="21023" y="15358"/>
                  <a:pt x="20925" y="15049"/>
                </a:cubicBezTo>
                <a:lnTo>
                  <a:pt x="20663" y="14185"/>
                </a:lnTo>
                <a:cubicBezTo>
                  <a:pt x="20655" y="14155"/>
                  <a:pt x="20655" y="14140"/>
                  <a:pt x="20647" y="14110"/>
                </a:cubicBezTo>
                <a:lnTo>
                  <a:pt x="20445" y="13464"/>
                </a:lnTo>
                <a:cubicBezTo>
                  <a:pt x="20317" y="13021"/>
                  <a:pt x="19911" y="12720"/>
                  <a:pt x="19445" y="12720"/>
                </a:cubicBezTo>
                <a:lnTo>
                  <a:pt x="17680" y="12720"/>
                </a:lnTo>
                <a:cubicBezTo>
                  <a:pt x="17762" y="12570"/>
                  <a:pt x="17815" y="12390"/>
                  <a:pt x="17815" y="12209"/>
                </a:cubicBezTo>
                <a:lnTo>
                  <a:pt x="17815" y="11218"/>
                </a:lnTo>
                <a:cubicBezTo>
                  <a:pt x="17815" y="10962"/>
                  <a:pt x="17725" y="10722"/>
                  <a:pt x="17567" y="10541"/>
                </a:cubicBezTo>
                <a:lnTo>
                  <a:pt x="17567" y="10406"/>
                </a:lnTo>
                <a:lnTo>
                  <a:pt x="17612" y="10459"/>
                </a:lnTo>
                <a:cubicBezTo>
                  <a:pt x="17834" y="10677"/>
                  <a:pt x="18123" y="10786"/>
                  <a:pt x="18411" y="10786"/>
                </a:cubicBezTo>
                <a:cubicBezTo>
                  <a:pt x="18700" y="10786"/>
                  <a:pt x="18987" y="10677"/>
                  <a:pt x="19205" y="10459"/>
                </a:cubicBezTo>
                <a:lnTo>
                  <a:pt x="19543" y="10121"/>
                </a:lnTo>
                <a:cubicBezTo>
                  <a:pt x="19806" y="9858"/>
                  <a:pt x="19926" y="9467"/>
                  <a:pt x="19851" y="9106"/>
                </a:cubicBezTo>
                <a:cubicBezTo>
                  <a:pt x="19806" y="8881"/>
                  <a:pt x="19708" y="8678"/>
                  <a:pt x="19543" y="8520"/>
                </a:cubicBezTo>
                <a:lnTo>
                  <a:pt x="11601" y="579"/>
                </a:lnTo>
                <a:cubicBezTo>
                  <a:pt x="11346" y="323"/>
                  <a:pt x="11015" y="181"/>
                  <a:pt x="10662" y="181"/>
                </a:cubicBezTo>
                <a:cubicBezTo>
                  <a:pt x="10302" y="181"/>
                  <a:pt x="9978" y="323"/>
                  <a:pt x="9723" y="579"/>
                </a:cubicBezTo>
                <a:lnTo>
                  <a:pt x="7221" y="3073"/>
                </a:lnTo>
                <a:cubicBezTo>
                  <a:pt x="7206" y="3021"/>
                  <a:pt x="7183" y="2960"/>
                  <a:pt x="7161" y="2915"/>
                </a:cubicBezTo>
                <a:cubicBezTo>
                  <a:pt x="6996" y="2585"/>
                  <a:pt x="6725" y="2322"/>
                  <a:pt x="6395" y="2179"/>
                </a:cubicBezTo>
                <a:cubicBezTo>
                  <a:pt x="6372" y="2119"/>
                  <a:pt x="6349" y="2051"/>
                  <a:pt x="6312" y="1991"/>
                </a:cubicBezTo>
                <a:cubicBezTo>
                  <a:pt x="6071" y="1495"/>
                  <a:pt x="5658" y="1120"/>
                  <a:pt x="5132" y="939"/>
                </a:cubicBezTo>
                <a:cubicBezTo>
                  <a:pt x="4909" y="863"/>
                  <a:pt x="4678" y="825"/>
                  <a:pt x="4448" y="825"/>
                </a:cubicBezTo>
                <a:cubicBezTo>
                  <a:pt x="4291" y="825"/>
                  <a:pt x="4135" y="843"/>
                  <a:pt x="3983" y="879"/>
                </a:cubicBezTo>
                <a:cubicBezTo>
                  <a:pt x="3780" y="368"/>
                  <a:pt x="3269" y="0"/>
                  <a:pt x="2690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  <a:effectLst>
            <a:outerShdw blurRad="57150" rotWithShape="0" algn="bl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96" name="Google Shape;8596;p82"/>
          <p:cNvGrpSpPr/>
          <p:nvPr/>
        </p:nvGrpSpPr>
        <p:grpSpPr>
          <a:xfrm rot="299979">
            <a:off x="7004085" y="2887500"/>
            <a:ext cx="1973802" cy="1959300"/>
            <a:chOff x="3898650" y="3149575"/>
            <a:chExt cx="396350" cy="391850"/>
          </a:xfrm>
        </p:grpSpPr>
        <p:sp>
          <p:nvSpPr>
            <p:cNvPr id="8597" name="Google Shape;8597;p82"/>
            <p:cNvSpPr/>
            <p:nvPr/>
          </p:nvSpPr>
          <p:spPr>
            <a:xfrm>
              <a:off x="3929825" y="3165950"/>
              <a:ext cx="87000" cy="55350"/>
            </a:xfrm>
            <a:custGeom>
              <a:rect b="b" l="l" r="r" t="t"/>
              <a:pathLst>
                <a:path extrusionOk="0" h="2214" w="3480">
                  <a:moveTo>
                    <a:pt x="1709" y="1"/>
                  </a:moveTo>
                  <a:cubicBezTo>
                    <a:pt x="1554" y="1"/>
                    <a:pt x="1397" y="34"/>
                    <a:pt x="1248" y="104"/>
                  </a:cubicBezTo>
                  <a:cubicBezTo>
                    <a:pt x="1022" y="217"/>
                    <a:pt x="842" y="405"/>
                    <a:pt x="752" y="623"/>
                  </a:cubicBezTo>
                  <a:cubicBezTo>
                    <a:pt x="735" y="621"/>
                    <a:pt x="719" y="621"/>
                    <a:pt x="702" y="621"/>
                  </a:cubicBezTo>
                  <a:cubicBezTo>
                    <a:pt x="614" y="621"/>
                    <a:pt x="526" y="638"/>
                    <a:pt x="444" y="683"/>
                  </a:cubicBezTo>
                  <a:cubicBezTo>
                    <a:pt x="128" y="833"/>
                    <a:pt x="1" y="1194"/>
                    <a:pt x="151" y="1509"/>
                  </a:cubicBezTo>
                  <a:cubicBezTo>
                    <a:pt x="261" y="1734"/>
                    <a:pt x="479" y="1863"/>
                    <a:pt x="709" y="1863"/>
                  </a:cubicBezTo>
                  <a:cubicBezTo>
                    <a:pt x="794" y="1863"/>
                    <a:pt x="880" y="1846"/>
                    <a:pt x="962" y="1810"/>
                  </a:cubicBezTo>
                  <a:cubicBezTo>
                    <a:pt x="1165" y="2008"/>
                    <a:pt x="1433" y="2116"/>
                    <a:pt x="1709" y="2116"/>
                  </a:cubicBezTo>
                  <a:cubicBezTo>
                    <a:pt x="1862" y="2116"/>
                    <a:pt x="2017" y="2082"/>
                    <a:pt x="2164" y="2013"/>
                  </a:cubicBezTo>
                  <a:cubicBezTo>
                    <a:pt x="2202" y="1998"/>
                    <a:pt x="2240" y="1967"/>
                    <a:pt x="2277" y="1945"/>
                  </a:cubicBezTo>
                  <a:cubicBezTo>
                    <a:pt x="2397" y="2117"/>
                    <a:pt x="2593" y="2213"/>
                    <a:pt x="2792" y="2213"/>
                  </a:cubicBezTo>
                  <a:cubicBezTo>
                    <a:pt x="2880" y="2213"/>
                    <a:pt x="2968" y="2194"/>
                    <a:pt x="3051" y="2155"/>
                  </a:cubicBezTo>
                  <a:cubicBezTo>
                    <a:pt x="3352" y="2005"/>
                    <a:pt x="3479" y="1637"/>
                    <a:pt x="3329" y="1336"/>
                  </a:cubicBezTo>
                  <a:cubicBezTo>
                    <a:pt x="3227" y="1117"/>
                    <a:pt x="3004" y="990"/>
                    <a:pt x="2777" y="990"/>
                  </a:cubicBezTo>
                  <a:cubicBezTo>
                    <a:pt x="2771" y="990"/>
                    <a:pt x="2764" y="991"/>
                    <a:pt x="2758" y="991"/>
                  </a:cubicBezTo>
                  <a:cubicBezTo>
                    <a:pt x="2750" y="855"/>
                    <a:pt x="2720" y="720"/>
                    <a:pt x="2660" y="593"/>
                  </a:cubicBezTo>
                  <a:cubicBezTo>
                    <a:pt x="2477" y="215"/>
                    <a:pt x="2101" y="1"/>
                    <a:pt x="170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98" name="Google Shape;8598;p82"/>
            <p:cNvSpPr/>
            <p:nvPr/>
          </p:nvSpPr>
          <p:spPr>
            <a:xfrm>
              <a:off x="3924375" y="3149575"/>
              <a:ext cx="25950" cy="25950"/>
            </a:xfrm>
            <a:custGeom>
              <a:rect b="b" l="l" r="r" t="t"/>
              <a:pathLst>
                <a:path extrusionOk="0" h="1038" w="1038">
                  <a:moveTo>
                    <a:pt x="519" y="0"/>
                  </a:moveTo>
                  <a:cubicBezTo>
                    <a:pt x="234" y="0"/>
                    <a:pt x="1" y="233"/>
                    <a:pt x="1" y="519"/>
                  </a:cubicBezTo>
                  <a:cubicBezTo>
                    <a:pt x="1" y="797"/>
                    <a:pt x="234" y="1037"/>
                    <a:pt x="519" y="1037"/>
                  </a:cubicBezTo>
                  <a:cubicBezTo>
                    <a:pt x="797" y="1037"/>
                    <a:pt x="1038" y="797"/>
                    <a:pt x="1038" y="519"/>
                  </a:cubicBezTo>
                  <a:cubicBezTo>
                    <a:pt x="1038" y="233"/>
                    <a:pt x="797" y="0"/>
                    <a:pt x="51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99" name="Google Shape;8599;p82"/>
            <p:cNvSpPr/>
            <p:nvPr/>
          </p:nvSpPr>
          <p:spPr>
            <a:xfrm>
              <a:off x="3975100" y="3214175"/>
              <a:ext cx="47175" cy="65775"/>
            </a:xfrm>
            <a:custGeom>
              <a:rect b="b" l="l" r="r" t="t"/>
              <a:pathLst>
                <a:path extrusionOk="0" h="2631" w="1887">
                  <a:moveTo>
                    <a:pt x="323" y="1"/>
                  </a:moveTo>
                  <a:cubicBezTo>
                    <a:pt x="143" y="1"/>
                    <a:pt x="0" y="144"/>
                    <a:pt x="0" y="316"/>
                  </a:cubicBezTo>
                  <a:lnTo>
                    <a:pt x="0" y="2307"/>
                  </a:lnTo>
                  <a:cubicBezTo>
                    <a:pt x="0" y="2488"/>
                    <a:pt x="143" y="2631"/>
                    <a:pt x="323" y="2631"/>
                  </a:cubicBezTo>
                  <a:lnTo>
                    <a:pt x="1571" y="2631"/>
                  </a:lnTo>
                  <a:cubicBezTo>
                    <a:pt x="1751" y="2631"/>
                    <a:pt x="1886" y="2488"/>
                    <a:pt x="1886" y="2307"/>
                  </a:cubicBezTo>
                  <a:lnTo>
                    <a:pt x="1886" y="316"/>
                  </a:lnTo>
                  <a:cubicBezTo>
                    <a:pt x="1886" y="144"/>
                    <a:pt x="1751" y="1"/>
                    <a:pt x="157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00" name="Google Shape;8600;p82"/>
            <p:cNvSpPr/>
            <p:nvPr/>
          </p:nvSpPr>
          <p:spPr>
            <a:xfrm>
              <a:off x="3911225" y="3421750"/>
              <a:ext cx="93200" cy="119475"/>
            </a:xfrm>
            <a:custGeom>
              <a:rect b="b" l="l" r="r" t="t"/>
              <a:pathLst>
                <a:path extrusionOk="0" h="4779" w="3728">
                  <a:moveTo>
                    <a:pt x="1" y="0"/>
                  </a:moveTo>
                  <a:lnTo>
                    <a:pt x="1" y="4779"/>
                  </a:lnTo>
                  <a:lnTo>
                    <a:pt x="3727" y="4779"/>
                  </a:lnTo>
                  <a:lnTo>
                    <a:pt x="372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01" name="Google Shape;8601;p82"/>
            <p:cNvSpPr/>
            <p:nvPr/>
          </p:nvSpPr>
          <p:spPr>
            <a:xfrm>
              <a:off x="3904475" y="3404075"/>
              <a:ext cx="103700" cy="43425"/>
            </a:xfrm>
            <a:custGeom>
              <a:rect b="b" l="l" r="r" t="t"/>
              <a:pathLst>
                <a:path extrusionOk="0" h="1737" w="4148">
                  <a:moveTo>
                    <a:pt x="654" y="1"/>
                  </a:moveTo>
                  <a:cubicBezTo>
                    <a:pt x="556" y="1"/>
                    <a:pt x="459" y="69"/>
                    <a:pt x="429" y="166"/>
                  </a:cubicBezTo>
                  <a:lnTo>
                    <a:pt x="45" y="1436"/>
                  </a:lnTo>
                  <a:cubicBezTo>
                    <a:pt x="0" y="1586"/>
                    <a:pt x="113" y="1736"/>
                    <a:pt x="271" y="1736"/>
                  </a:cubicBezTo>
                  <a:lnTo>
                    <a:pt x="4148" y="1736"/>
                  </a:lnTo>
                  <a:lnTo>
                    <a:pt x="414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02" name="Google Shape;8602;p82"/>
            <p:cNvSpPr/>
            <p:nvPr/>
          </p:nvSpPr>
          <p:spPr>
            <a:xfrm>
              <a:off x="4189225" y="3421750"/>
              <a:ext cx="93200" cy="119475"/>
            </a:xfrm>
            <a:custGeom>
              <a:rect b="b" l="l" r="r" t="t"/>
              <a:pathLst>
                <a:path extrusionOk="0" h="4779" w="3728">
                  <a:moveTo>
                    <a:pt x="1" y="0"/>
                  </a:moveTo>
                  <a:lnTo>
                    <a:pt x="1" y="4779"/>
                  </a:lnTo>
                  <a:lnTo>
                    <a:pt x="3727" y="4779"/>
                  </a:lnTo>
                  <a:lnTo>
                    <a:pt x="372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03" name="Google Shape;8603;p82"/>
            <p:cNvSpPr/>
            <p:nvPr/>
          </p:nvSpPr>
          <p:spPr>
            <a:xfrm>
              <a:off x="4189225" y="3447475"/>
              <a:ext cx="93200" cy="93950"/>
            </a:xfrm>
            <a:custGeom>
              <a:rect b="b" l="l" r="r" t="t"/>
              <a:pathLst>
                <a:path extrusionOk="0" h="3758" w="3728">
                  <a:moveTo>
                    <a:pt x="1" y="0"/>
                  </a:moveTo>
                  <a:lnTo>
                    <a:pt x="1" y="3757"/>
                  </a:lnTo>
                  <a:lnTo>
                    <a:pt x="3727" y="3757"/>
                  </a:lnTo>
                  <a:lnTo>
                    <a:pt x="3727" y="2502"/>
                  </a:lnTo>
                  <a:lnTo>
                    <a:pt x="1225" y="0"/>
                  </a:lnTo>
                  <a:close/>
                </a:path>
              </a:pathLst>
            </a:custGeom>
            <a:solidFill>
              <a:srgbClr val="000000">
                <a:alpha val="148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04" name="Google Shape;8604;p82"/>
            <p:cNvSpPr/>
            <p:nvPr/>
          </p:nvSpPr>
          <p:spPr>
            <a:xfrm>
              <a:off x="4185275" y="3404075"/>
              <a:ext cx="103725" cy="43425"/>
            </a:xfrm>
            <a:custGeom>
              <a:rect b="b" l="l" r="r" t="t"/>
              <a:pathLst>
                <a:path extrusionOk="0" h="1737" w="4149">
                  <a:moveTo>
                    <a:pt x="1" y="1"/>
                  </a:moveTo>
                  <a:lnTo>
                    <a:pt x="1" y="1736"/>
                  </a:lnTo>
                  <a:lnTo>
                    <a:pt x="3878" y="1736"/>
                  </a:lnTo>
                  <a:cubicBezTo>
                    <a:pt x="4036" y="1736"/>
                    <a:pt x="4148" y="1586"/>
                    <a:pt x="4103" y="1436"/>
                  </a:cubicBezTo>
                  <a:lnTo>
                    <a:pt x="3720" y="166"/>
                  </a:lnTo>
                  <a:cubicBezTo>
                    <a:pt x="3690" y="69"/>
                    <a:pt x="3600" y="1"/>
                    <a:pt x="34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05" name="Google Shape;8605;p82"/>
            <p:cNvSpPr/>
            <p:nvPr/>
          </p:nvSpPr>
          <p:spPr>
            <a:xfrm>
              <a:off x="3973775" y="3173225"/>
              <a:ext cx="246275" cy="368200"/>
            </a:xfrm>
            <a:custGeom>
              <a:rect b="b" l="l" r="r" t="t"/>
              <a:pathLst>
                <a:path extrusionOk="0" h="14728" w="9851">
                  <a:moveTo>
                    <a:pt x="4922" y="1"/>
                  </a:moveTo>
                  <a:lnTo>
                    <a:pt x="1" y="4832"/>
                  </a:lnTo>
                  <a:lnTo>
                    <a:pt x="1" y="14727"/>
                  </a:lnTo>
                  <a:lnTo>
                    <a:pt x="9851" y="14727"/>
                  </a:lnTo>
                  <a:lnTo>
                    <a:pt x="9851" y="4832"/>
                  </a:lnTo>
                  <a:lnTo>
                    <a:pt x="492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06" name="Google Shape;8606;p82"/>
            <p:cNvSpPr/>
            <p:nvPr/>
          </p:nvSpPr>
          <p:spPr>
            <a:xfrm>
              <a:off x="3973775" y="3173225"/>
              <a:ext cx="246275" cy="368200"/>
            </a:xfrm>
            <a:custGeom>
              <a:rect b="b" l="l" r="r" t="t"/>
              <a:pathLst>
                <a:path extrusionOk="0" h="14728" w="9851">
                  <a:moveTo>
                    <a:pt x="4922" y="1"/>
                  </a:moveTo>
                  <a:lnTo>
                    <a:pt x="1" y="4832"/>
                  </a:lnTo>
                  <a:lnTo>
                    <a:pt x="1" y="5396"/>
                  </a:lnTo>
                  <a:lnTo>
                    <a:pt x="9332" y="14727"/>
                  </a:lnTo>
                  <a:lnTo>
                    <a:pt x="9851" y="14727"/>
                  </a:lnTo>
                  <a:lnTo>
                    <a:pt x="9851" y="4832"/>
                  </a:lnTo>
                  <a:lnTo>
                    <a:pt x="4922" y="1"/>
                  </a:lnTo>
                  <a:close/>
                </a:path>
              </a:pathLst>
            </a:custGeom>
            <a:solidFill>
              <a:srgbClr val="000000">
                <a:alpha val="148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07" name="Google Shape;8607;p82"/>
            <p:cNvSpPr/>
            <p:nvPr/>
          </p:nvSpPr>
          <p:spPr>
            <a:xfrm>
              <a:off x="3973775" y="3368575"/>
              <a:ext cx="246275" cy="172850"/>
            </a:xfrm>
            <a:custGeom>
              <a:rect b="b" l="l" r="r" t="t"/>
              <a:pathLst>
                <a:path extrusionOk="0" h="6914" w="9851">
                  <a:moveTo>
                    <a:pt x="1" y="1"/>
                  </a:moveTo>
                  <a:lnTo>
                    <a:pt x="1" y="181"/>
                  </a:lnTo>
                  <a:lnTo>
                    <a:pt x="6740" y="6913"/>
                  </a:lnTo>
                  <a:lnTo>
                    <a:pt x="9851" y="6913"/>
                  </a:lnTo>
                  <a:lnTo>
                    <a:pt x="9851" y="1"/>
                  </a:lnTo>
                  <a:close/>
                </a:path>
              </a:pathLst>
            </a:custGeom>
            <a:solidFill>
              <a:srgbClr val="000000">
                <a:alpha val="148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08" name="Google Shape;8608;p82"/>
            <p:cNvSpPr/>
            <p:nvPr/>
          </p:nvSpPr>
          <p:spPr>
            <a:xfrm>
              <a:off x="3990300" y="3402400"/>
              <a:ext cx="191625" cy="139025"/>
            </a:xfrm>
            <a:custGeom>
              <a:rect b="b" l="l" r="r" t="t"/>
              <a:pathLst>
                <a:path extrusionOk="0" h="5561" w="7665">
                  <a:moveTo>
                    <a:pt x="429" y="0"/>
                  </a:moveTo>
                  <a:cubicBezTo>
                    <a:pt x="189" y="0"/>
                    <a:pt x="1" y="188"/>
                    <a:pt x="1" y="421"/>
                  </a:cubicBezTo>
                  <a:lnTo>
                    <a:pt x="1" y="2555"/>
                  </a:lnTo>
                  <a:cubicBezTo>
                    <a:pt x="1" y="2705"/>
                    <a:pt x="91" y="2840"/>
                    <a:pt x="204" y="2915"/>
                  </a:cubicBezTo>
                  <a:lnTo>
                    <a:pt x="2848" y="5560"/>
                  </a:lnTo>
                  <a:lnTo>
                    <a:pt x="7665" y="5560"/>
                  </a:lnTo>
                  <a:lnTo>
                    <a:pt x="2307" y="211"/>
                  </a:lnTo>
                  <a:lnTo>
                    <a:pt x="2315" y="196"/>
                  </a:lnTo>
                  <a:cubicBezTo>
                    <a:pt x="2240" y="75"/>
                    <a:pt x="2105" y="0"/>
                    <a:pt x="1954" y="0"/>
                  </a:cubicBezTo>
                  <a:close/>
                </a:path>
              </a:pathLst>
            </a:custGeom>
            <a:solidFill>
              <a:srgbClr val="000000">
                <a:alpha val="148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09" name="Google Shape;8609;p82"/>
            <p:cNvSpPr/>
            <p:nvPr/>
          </p:nvSpPr>
          <p:spPr>
            <a:xfrm>
              <a:off x="3996700" y="3408600"/>
              <a:ext cx="47175" cy="62200"/>
            </a:xfrm>
            <a:custGeom>
              <a:rect b="b" l="l" r="r" t="t"/>
              <a:pathLst>
                <a:path extrusionOk="0" h="2488" w="1887">
                  <a:moveTo>
                    <a:pt x="181" y="0"/>
                  </a:moveTo>
                  <a:cubicBezTo>
                    <a:pt x="75" y="0"/>
                    <a:pt x="0" y="83"/>
                    <a:pt x="0" y="173"/>
                  </a:cubicBezTo>
                  <a:lnTo>
                    <a:pt x="0" y="2307"/>
                  </a:lnTo>
                  <a:cubicBezTo>
                    <a:pt x="0" y="2412"/>
                    <a:pt x="83" y="2487"/>
                    <a:pt x="181" y="2487"/>
                  </a:cubicBezTo>
                  <a:lnTo>
                    <a:pt x="1713" y="2487"/>
                  </a:lnTo>
                  <a:cubicBezTo>
                    <a:pt x="1804" y="2487"/>
                    <a:pt x="1886" y="2412"/>
                    <a:pt x="1886" y="2307"/>
                  </a:cubicBezTo>
                  <a:lnTo>
                    <a:pt x="1886" y="173"/>
                  </a:lnTo>
                  <a:cubicBezTo>
                    <a:pt x="1886" y="75"/>
                    <a:pt x="1804" y="0"/>
                    <a:pt x="17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10" name="Google Shape;8610;p82"/>
            <p:cNvSpPr/>
            <p:nvPr/>
          </p:nvSpPr>
          <p:spPr>
            <a:xfrm>
              <a:off x="3990675" y="3402400"/>
              <a:ext cx="59400" cy="74600"/>
            </a:xfrm>
            <a:custGeom>
              <a:rect b="b" l="l" r="r" t="t"/>
              <a:pathLst>
                <a:path extrusionOk="0" h="2984" w="2376">
                  <a:moveTo>
                    <a:pt x="1879" y="504"/>
                  </a:moveTo>
                  <a:lnTo>
                    <a:pt x="1879" y="2480"/>
                  </a:lnTo>
                  <a:lnTo>
                    <a:pt x="489" y="2480"/>
                  </a:lnTo>
                  <a:lnTo>
                    <a:pt x="489" y="504"/>
                  </a:lnTo>
                  <a:close/>
                  <a:moveTo>
                    <a:pt x="422" y="0"/>
                  </a:moveTo>
                  <a:cubicBezTo>
                    <a:pt x="189" y="0"/>
                    <a:pt x="1" y="188"/>
                    <a:pt x="1" y="421"/>
                  </a:cubicBezTo>
                  <a:lnTo>
                    <a:pt x="1" y="2555"/>
                  </a:lnTo>
                  <a:cubicBezTo>
                    <a:pt x="1" y="2795"/>
                    <a:pt x="189" y="2983"/>
                    <a:pt x="422" y="2983"/>
                  </a:cubicBezTo>
                  <a:lnTo>
                    <a:pt x="1954" y="2983"/>
                  </a:lnTo>
                  <a:cubicBezTo>
                    <a:pt x="2187" y="2983"/>
                    <a:pt x="2375" y="2795"/>
                    <a:pt x="2375" y="2555"/>
                  </a:cubicBezTo>
                  <a:lnTo>
                    <a:pt x="2375" y="421"/>
                  </a:lnTo>
                  <a:cubicBezTo>
                    <a:pt x="2375" y="188"/>
                    <a:pt x="2187" y="0"/>
                    <a:pt x="195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11" name="Google Shape;8611;p82"/>
            <p:cNvSpPr/>
            <p:nvPr/>
          </p:nvSpPr>
          <p:spPr>
            <a:xfrm>
              <a:off x="4145075" y="3402400"/>
              <a:ext cx="74975" cy="139025"/>
            </a:xfrm>
            <a:custGeom>
              <a:rect b="b" l="l" r="r" t="t"/>
              <a:pathLst>
                <a:path extrusionOk="0" h="5561" w="2999">
                  <a:moveTo>
                    <a:pt x="422" y="0"/>
                  </a:moveTo>
                  <a:cubicBezTo>
                    <a:pt x="189" y="0"/>
                    <a:pt x="1" y="188"/>
                    <a:pt x="1" y="421"/>
                  </a:cubicBezTo>
                  <a:lnTo>
                    <a:pt x="1" y="2555"/>
                  </a:lnTo>
                  <a:cubicBezTo>
                    <a:pt x="1" y="2705"/>
                    <a:pt x="84" y="2840"/>
                    <a:pt x="196" y="2915"/>
                  </a:cubicBezTo>
                  <a:lnTo>
                    <a:pt x="2849" y="5560"/>
                  </a:lnTo>
                  <a:lnTo>
                    <a:pt x="2999" y="5560"/>
                  </a:lnTo>
                  <a:lnTo>
                    <a:pt x="2999" y="887"/>
                  </a:lnTo>
                  <a:lnTo>
                    <a:pt x="2323" y="196"/>
                  </a:lnTo>
                  <a:lnTo>
                    <a:pt x="2315" y="196"/>
                  </a:lnTo>
                  <a:cubicBezTo>
                    <a:pt x="2240" y="75"/>
                    <a:pt x="2105" y="0"/>
                    <a:pt x="1954" y="0"/>
                  </a:cubicBezTo>
                  <a:close/>
                </a:path>
              </a:pathLst>
            </a:custGeom>
            <a:solidFill>
              <a:srgbClr val="000000">
                <a:alpha val="148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12" name="Google Shape;8612;p82"/>
            <p:cNvSpPr/>
            <p:nvPr/>
          </p:nvSpPr>
          <p:spPr>
            <a:xfrm>
              <a:off x="4151475" y="3408600"/>
              <a:ext cx="47175" cy="62200"/>
            </a:xfrm>
            <a:custGeom>
              <a:rect b="b" l="l" r="r" t="t"/>
              <a:pathLst>
                <a:path extrusionOk="0" h="2488" w="1887">
                  <a:moveTo>
                    <a:pt x="181" y="0"/>
                  </a:moveTo>
                  <a:cubicBezTo>
                    <a:pt x="76" y="0"/>
                    <a:pt x="0" y="83"/>
                    <a:pt x="0" y="173"/>
                  </a:cubicBezTo>
                  <a:lnTo>
                    <a:pt x="0" y="2307"/>
                  </a:lnTo>
                  <a:cubicBezTo>
                    <a:pt x="0" y="2412"/>
                    <a:pt x="83" y="2487"/>
                    <a:pt x="181" y="2487"/>
                  </a:cubicBezTo>
                  <a:lnTo>
                    <a:pt x="1706" y="2487"/>
                  </a:lnTo>
                  <a:cubicBezTo>
                    <a:pt x="1804" y="2487"/>
                    <a:pt x="1879" y="2412"/>
                    <a:pt x="1886" y="2307"/>
                  </a:cubicBezTo>
                  <a:lnTo>
                    <a:pt x="1886" y="173"/>
                  </a:lnTo>
                  <a:cubicBezTo>
                    <a:pt x="1886" y="75"/>
                    <a:pt x="1804" y="0"/>
                    <a:pt x="17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13" name="Google Shape;8613;p82"/>
            <p:cNvSpPr/>
            <p:nvPr/>
          </p:nvSpPr>
          <p:spPr>
            <a:xfrm>
              <a:off x="4145275" y="3402400"/>
              <a:ext cx="59575" cy="74600"/>
            </a:xfrm>
            <a:custGeom>
              <a:rect b="b" l="l" r="r" t="t"/>
              <a:pathLst>
                <a:path extrusionOk="0" h="2984" w="2383">
                  <a:moveTo>
                    <a:pt x="1879" y="504"/>
                  </a:moveTo>
                  <a:lnTo>
                    <a:pt x="1879" y="2480"/>
                  </a:lnTo>
                  <a:lnTo>
                    <a:pt x="489" y="2480"/>
                  </a:lnTo>
                  <a:lnTo>
                    <a:pt x="489" y="504"/>
                  </a:lnTo>
                  <a:close/>
                  <a:moveTo>
                    <a:pt x="429" y="0"/>
                  </a:moveTo>
                  <a:cubicBezTo>
                    <a:pt x="188" y="0"/>
                    <a:pt x="0" y="188"/>
                    <a:pt x="0" y="421"/>
                  </a:cubicBezTo>
                  <a:lnTo>
                    <a:pt x="0" y="2555"/>
                  </a:lnTo>
                  <a:cubicBezTo>
                    <a:pt x="0" y="2795"/>
                    <a:pt x="188" y="2983"/>
                    <a:pt x="429" y="2983"/>
                  </a:cubicBezTo>
                  <a:lnTo>
                    <a:pt x="1954" y="2983"/>
                  </a:lnTo>
                  <a:cubicBezTo>
                    <a:pt x="2179" y="2983"/>
                    <a:pt x="2382" y="2795"/>
                    <a:pt x="2382" y="2555"/>
                  </a:cubicBezTo>
                  <a:lnTo>
                    <a:pt x="2382" y="421"/>
                  </a:lnTo>
                  <a:cubicBezTo>
                    <a:pt x="2382" y="188"/>
                    <a:pt x="2194" y="0"/>
                    <a:pt x="195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14" name="Google Shape;8614;p82"/>
            <p:cNvSpPr/>
            <p:nvPr/>
          </p:nvSpPr>
          <p:spPr>
            <a:xfrm>
              <a:off x="4071075" y="3396200"/>
              <a:ext cx="51500" cy="145225"/>
            </a:xfrm>
            <a:custGeom>
              <a:rect b="b" l="l" r="r" t="t"/>
              <a:pathLst>
                <a:path extrusionOk="0" h="5809" w="2060">
                  <a:moveTo>
                    <a:pt x="436" y="0"/>
                  </a:moveTo>
                  <a:cubicBezTo>
                    <a:pt x="188" y="0"/>
                    <a:pt x="1" y="196"/>
                    <a:pt x="1" y="429"/>
                  </a:cubicBezTo>
                  <a:lnTo>
                    <a:pt x="1" y="5808"/>
                  </a:lnTo>
                  <a:lnTo>
                    <a:pt x="2059" y="5808"/>
                  </a:lnTo>
                  <a:lnTo>
                    <a:pt x="2059" y="429"/>
                  </a:lnTo>
                  <a:cubicBezTo>
                    <a:pt x="2059" y="188"/>
                    <a:pt x="1864" y="0"/>
                    <a:pt x="16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15" name="Google Shape;8615;p82"/>
            <p:cNvSpPr/>
            <p:nvPr/>
          </p:nvSpPr>
          <p:spPr>
            <a:xfrm>
              <a:off x="4065075" y="3389800"/>
              <a:ext cx="64075" cy="151625"/>
            </a:xfrm>
            <a:custGeom>
              <a:rect b="b" l="l" r="r" t="t"/>
              <a:pathLst>
                <a:path extrusionOk="0" h="6065" w="2563">
                  <a:moveTo>
                    <a:pt x="496" y="1"/>
                  </a:moveTo>
                  <a:cubicBezTo>
                    <a:pt x="226" y="1"/>
                    <a:pt x="0" y="226"/>
                    <a:pt x="0" y="497"/>
                  </a:cubicBezTo>
                  <a:lnTo>
                    <a:pt x="0" y="6064"/>
                  </a:lnTo>
                  <a:lnTo>
                    <a:pt x="504" y="6064"/>
                  </a:lnTo>
                  <a:lnTo>
                    <a:pt x="504" y="835"/>
                  </a:lnTo>
                  <a:cubicBezTo>
                    <a:pt x="504" y="655"/>
                    <a:pt x="646" y="512"/>
                    <a:pt x="827" y="512"/>
                  </a:cubicBezTo>
                  <a:lnTo>
                    <a:pt x="1728" y="512"/>
                  </a:lnTo>
                  <a:cubicBezTo>
                    <a:pt x="1901" y="512"/>
                    <a:pt x="2044" y="655"/>
                    <a:pt x="2044" y="835"/>
                  </a:cubicBezTo>
                  <a:lnTo>
                    <a:pt x="2044" y="6064"/>
                  </a:lnTo>
                  <a:lnTo>
                    <a:pt x="2562" y="6064"/>
                  </a:lnTo>
                  <a:lnTo>
                    <a:pt x="2562" y="497"/>
                  </a:lnTo>
                  <a:cubicBezTo>
                    <a:pt x="2562" y="226"/>
                    <a:pt x="2337" y="1"/>
                    <a:pt x="206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16" name="Google Shape;8616;p82"/>
            <p:cNvSpPr/>
            <p:nvPr/>
          </p:nvSpPr>
          <p:spPr>
            <a:xfrm>
              <a:off x="4081975" y="3440900"/>
              <a:ext cx="11675" cy="11850"/>
            </a:xfrm>
            <a:custGeom>
              <a:rect b="b" l="l" r="r" t="t"/>
              <a:pathLst>
                <a:path extrusionOk="0" h="474" w="467">
                  <a:moveTo>
                    <a:pt x="233" y="1"/>
                  </a:moveTo>
                  <a:cubicBezTo>
                    <a:pt x="106" y="1"/>
                    <a:pt x="0" y="106"/>
                    <a:pt x="0" y="241"/>
                  </a:cubicBezTo>
                  <a:cubicBezTo>
                    <a:pt x="0" y="369"/>
                    <a:pt x="98" y="474"/>
                    <a:pt x="233" y="474"/>
                  </a:cubicBezTo>
                  <a:cubicBezTo>
                    <a:pt x="369" y="474"/>
                    <a:pt x="466" y="369"/>
                    <a:pt x="466" y="241"/>
                  </a:cubicBezTo>
                  <a:cubicBezTo>
                    <a:pt x="466" y="106"/>
                    <a:pt x="369" y="1"/>
                    <a:pt x="23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17" name="Google Shape;8617;p82"/>
            <p:cNvSpPr/>
            <p:nvPr/>
          </p:nvSpPr>
          <p:spPr>
            <a:xfrm>
              <a:off x="3973775" y="3507575"/>
              <a:ext cx="246100" cy="33850"/>
            </a:xfrm>
            <a:custGeom>
              <a:rect b="b" l="l" r="r" t="t"/>
              <a:pathLst>
                <a:path extrusionOk="0" h="1354" w="9844">
                  <a:moveTo>
                    <a:pt x="1" y="1"/>
                  </a:moveTo>
                  <a:lnTo>
                    <a:pt x="1" y="1353"/>
                  </a:lnTo>
                  <a:lnTo>
                    <a:pt x="9843" y="1353"/>
                  </a:lnTo>
                  <a:lnTo>
                    <a:pt x="984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18" name="Google Shape;8618;p82"/>
            <p:cNvSpPr/>
            <p:nvPr/>
          </p:nvSpPr>
          <p:spPr>
            <a:xfrm>
              <a:off x="3898650" y="3491800"/>
              <a:ext cx="72525" cy="49425"/>
            </a:xfrm>
            <a:custGeom>
              <a:rect b="b" l="l" r="r" t="t"/>
              <a:pathLst>
                <a:path extrusionOk="0" h="1977" w="2901">
                  <a:moveTo>
                    <a:pt x="1443" y="1"/>
                  </a:moveTo>
                  <a:cubicBezTo>
                    <a:pt x="827" y="1"/>
                    <a:pt x="301" y="391"/>
                    <a:pt x="90" y="932"/>
                  </a:cubicBezTo>
                  <a:cubicBezTo>
                    <a:pt x="38" y="1098"/>
                    <a:pt x="0" y="1270"/>
                    <a:pt x="0" y="1451"/>
                  </a:cubicBezTo>
                  <a:cubicBezTo>
                    <a:pt x="0" y="1639"/>
                    <a:pt x="38" y="1819"/>
                    <a:pt x="98" y="1977"/>
                  </a:cubicBezTo>
                  <a:lnTo>
                    <a:pt x="2795" y="1977"/>
                  </a:lnTo>
                  <a:cubicBezTo>
                    <a:pt x="2863" y="1819"/>
                    <a:pt x="2901" y="1639"/>
                    <a:pt x="2901" y="1451"/>
                  </a:cubicBezTo>
                  <a:cubicBezTo>
                    <a:pt x="2901" y="1270"/>
                    <a:pt x="2863" y="1105"/>
                    <a:pt x="2795" y="932"/>
                  </a:cubicBezTo>
                  <a:cubicBezTo>
                    <a:pt x="2592" y="391"/>
                    <a:pt x="2067" y="1"/>
                    <a:pt x="14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19" name="Google Shape;8619;p82"/>
            <p:cNvSpPr/>
            <p:nvPr/>
          </p:nvSpPr>
          <p:spPr>
            <a:xfrm>
              <a:off x="3941850" y="3505525"/>
              <a:ext cx="52625" cy="35900"/>
            </a:xfrm>
            <a:custGeom>
              <a:rect b="b" l="l" r="r" t="t"/>
              <a:pathLst>
                <a:path extrusionOk="0" h="1436" w="2105">
                  <a:moveTo>
                    <a:pt x="1037" y="0"/>
                  </a:moveTo>
                  <a:cubicBezTo>
                    <a:pt x="601" y="0"/>
                    <a:pt x="211" y="286"/>
                    <a:pt x="61" y="676"/>
                  </a:cubicBezTo>
                  <a:cubicBezTo>
                    <a:pt x="23" y="789"/>
                    <a:pt x="0" y="924"/>
                    <a:pt x="0" y="1052"/>
                  </a:cubicBezTo>
                  <a:cubicBezTo>
                    <a:pt x="0" y="1195"/>
                    <a:pt x="23" y="1315"/>
                    <a:pt x="76" y="1435"/>
                  </a:cubicBezTo>
                  <a:lnTo>
                    <a:pt x="2029" y="1435"/>
                  </a:lnTo>
                  <a:cubicBezTo>
                    <a:pt x="2074" y="1315"/>
                    <a:pt x="2104" y="1187"/>
                    <a:pt x="2104" y="1052"/>
                  </a:cubicBezTo>
                  <a:cubicBezTo>
                    <a:pt x="2104" y="924"/>
                    <a:pt x="2082" y="789"/>
                    <a:pt x="2014" y="676"/>
                  </a:cubicBezTo>
                  <a:cubicBezTo>
                    <a:pt x="1864" y="286"/>
                    <a:pt x="1488" y="0"/>
                    <a:pt x="103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20" name="Google Shape;8620;p82"/>
            <p:cNvSpPr/>
            <p:nvPr/>
          </p:nvSpPr>
          <p:spPr>
            <a:xfrm>
              <a:off x="4210825" y="3483925"/>
              <a:ext cx="84175" cy="57500"/>
            </a:xfrm>
            <a:custGeom>
              <a:rect b="b" l="l" r="r" t="t"/>
              <a:pathLst>
                <a:path extrusionOk="0" h="2300" w="3367">
                  <a:moveTo>
                    <a:pt x="1691" y="0"/>
                  </a:moveTo>
                  <a:cubicBezTo>
                    <a:pt x="970" y="0"/>
                    <a:pt x="354" y="443"/>
                    <a:pt x="113" y="1082"/>
                  </a:cubicBezTo>
                  <a:cubicBezTo>
                    <a:pt x="38" y="1270"/>
                    <a:pt x="1" y="1465"/>
                    <a:pt x="1" y="1683"/>
                  </a:cubicBezTo>
                  <a:cubicBezTo>
                    <a:pt x="1" y="1901"/>
                    <a:pt x="38" y="2111"/>
                    <a:pt x="113" y="2299"/>
                  </a:cubicBezTo>
                  <a:lnTo>
                    <a:pt x="3254" y="2299"/>
                  </a:lnTo>
                  <a:cubicBezTo>
                    <a:pt x="3329" y="2104"/>
                    <a:pt x="3367" y="1901"/>
                    <a:pt x="3367" y="1683"/>
                  </a:cubicBezTo>
                  <a:cubicBezTo>
                    <a:pt x="3367" y="1465"/>
                    <a:pt x="3329" y="1270"/>
                    <a:pt x="3269" y="1082"/>
                  </a:cubicBezTo>
                  <a:cubicBezTo>
                    <a:pt x="3021" y="451"/>
                    <a:pt x="2412" y="0"/>
                    <a:pt x="169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21" name="Google Shape;8621;p82"/>
            <p:cNvSpPr/>
            <p:nvPr/>
          </p:nvSpPr>
          <p:spPr>
            <a:xfrm>
              <a:off x="4056625" y="3223025"/>
              <a:ext cx="163425" cy="237625"/>
            </a:xfrm>
            <a:custGeom>
              <a:rect b="b" l="l" r="r" t="t"/>
              <a:pathLst>
                <a:path extrusionOk="0" h="9505" w="6537">
                  <a:moveTo>
                    <a:pt x="1615" y="0"/>
                  </a:moveTo>
                  <a:cubicBezTo>
                    <a:pt x="721" y="0"/>
                    <a:pt x="0" y="721"/>
                    <a:pt x="0" y="1615"/>
                  </a:cubicBezTo>
                  <a:lnTo>
                    <a:pt x="0" y="2810"/>
                  </a:lnTo>
                  <a:cubicBezTo>
                    <a:pt x="0" y="2968"/>
                    <a:pt x="83" y="3103"/>
                    <a:pt x="203" y="3178"/>
                  </a:cubicBezTo>
                  <a:lnTo>
                    <a:pt x="6537" y="9504"/>
                  </a:lnTo>
                  <a:lnTo>
                    <a:pt x="6537" y="4260"/>
                  </a:lnTo>
                  <a:lnTo>
                    <a:pt x="2825" y="556"/>
                  </a:lnTo>
                  <a:cubicBezTo>
                    <a:pt x="2532" y="218"/>
                    <a:pt x="2096" y="0"/>
                    <a:pt x="1615" y="0"/>
                  </a:cubicBezTo>
                  <a:close/>
                </a:path>
              </a:pathLst>
            </a:custGeom>
            <a:solidFill>
              <a:srgbClr val="000000">
                <a:alpha val="148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22" name="Google Shape;8622;p82"/>
            <p:cNvSpPr/>
            <p:nvPr/>
          </p:nvSpPr>
          <p:spPr>
            <a:xfrm>
              <a:off x="3986175" y="3316550"/>
              <a:ext cx="224675" cy="48675"/>
            </a:xfrm>
            <a:custGeom>
              <a:rect b="b" l="l" r="r" t="t"/>
              <a:pathLst>
                <a:path extrusionOk="0" h="1947" w="8987">
                  <a:moveTo>
                    <a:pt x="354" y="1"/>
                  </a:moveTo>
                  <a:cubicBezTo>
                    <a:pt x="158" y="1"/>
                    <a:pt x="1" y="158"/>
                    <a:pt x="1" y="354"/>
                  </a:cubicBezTo>
                  <a:lnTo>
                    <a:pt x="1" y="1947"/>
                  </a:lnTo>
                  <a:lnTo>
                    <a:pt x="241" y="1947"/>
                  </a:lnTo>
                  <a:lnTo>
                    <a:pt x="241" y="354"/>
                  </a:lnTo>
                  <a:cubicBezTo>
                    <a:pt x="241" y="301"/>
                    <a:pt x="294" y="241"/>
                    <a:pt x="354" y="241"/>
                  </a:cubicBezTo>
                  <a:lnTo>
                    <a:pt x="857" y="241"/>
                  </a:lnTo>
                  <a:lnTo>
                    <a:pt x="857" y="1939"/>
                  </a:lnTo>
                  <a:lnTo>
                    <a:pt x="1098" y="1939"/>
                  </a:lnTo>
                  <a:lnTo>
                    <a:pt x="1098" y="241"/>
                  </a:lnTo>
                  <a:lnTo>
                    <a:pt x="1841" y="241"/>
                  </a:lnTo>
                  <a:lnTo>
                    <a:pt x="1841" y="1939"/>
                  </a:lnTo>
                  <a:lnTo>
                    <a:pt x="2082" y="1939"/>
                  </a:lnTo>
                  <a:lnTo>
                    <a:pt x="2082" y="241"/>
                  </a:lnTo>
                  <a:lnTo>
                    <a:pt x="2826" y="241"/>
                  </a:lnTo>
                  <a:lnTo>
                    <a:pt x="2826" y="1939"/>
                  </a:lnTo>
                  <a:lnTo>
                    <a:pt x="3074" y="1939"/>
                  </a:lnTo>
                  <a:lnTo>
                    <a:pt x="3074" y="241"/>
                  </a:lnTo>
                  <a:lnTo>
                    <a:pt x="3810" y="241"/>
                  </a:lnTo>
                  <a:lnTo>
                    <a:pt x="3810" y="1939"/>
                  </a:lnTo>
                  <a:lnTo>
                    <a:pt x="4058" y="1939"/>
                  </a:lnTo>
                  <a:lnTo>
                    <a:pt x="4058" y="241"/>
                  </a:lnTo>
                  <a:lnTo>
                    <a:pt x="4802" y="241"/>
                  </a:lnTo>
                  <a:lnTo>
                    <a:pt x="4802" y="1939"/>
                  </a:lnTo>
                  <a:lnTo>
                    <a:pt x="5042" y="1939"/>
                  </a:lnTo>
                  <a:lnTo>
                    <a:pt x="5042" y="241"/>
                  </a:lnTo>
                  <a:lnTo>
                    <a:pt x="5786" y="241"/>
                  </a:lnTo>
                  <a:lnTo>
                    <a:pt x="5786" y="1939"/>
                  </a:lnTo>
                  <a:lnTo>
                    <a:pt x="6026" y="1939"/>
                  </a:lnTo>
                  <a:lnTo>
                    <a:pt x="6026" y="241"/>
                  </a:lnTo>
                  <a:lnTo>
                    <a:pt x="6770" y="241"/>
                  </a:lnTo>
                  <a:lnTo>
                    <a:pt x="6770" y="1939"/>
                  </a:lnTo>
                  <a:lnTo>
                    <a:pt x="7018" y="1939"/>
                  </a:lnTo>
                  <a:lnTo>
                    <a:pt x="7018" y="241"/>
                  </a:lnTo>
                  <a:lnTo>
                    <a:pt x="7754" y="241"/>
                  </a:lnTo>
                  <a:lnTo>
                    <a:pt x="7754" y="1939"/>
                  </a:lnTo>
                  <a:lnTo>
                    <a:pt x="8002" y="1939"/>
                  </a:lnTo>
                  <a:lnTo>
                    <a:pt x="8002" y="241"/>
                  </a:lnTo>
                  <a:lnTo>
                    <a:pt x="8618" y="241"/>
                  </a:lnTo>
                  <a:cubicBezTo>
                    <a:pt x="8679" y="241"/>
                    <a:pt x="8731" y="286"/>
                    <a:pt x="8731" y="354"/>
                  </a:cubicBezTo>
                  <a:lnTo>
                    <a:pt x="8731" y="1947"/>
                  </a:lnTo>
                  <a:lnTo>
                    <a:pt x="8979" y="1947"/>
                  </a:lnTo>
                  <a:lnTo>
                    <a:pt x="8979" y="354"/>
                  </a:lnTo>
                  <a:cubicBezTo>
                    <a:pt x="8987" y="158"/>
                    <a:pt x="8829" y="1"/>
                    <a:pt x="863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23" name="Google Shape;8623;p82"/>
            <p:cNvSpPr/>
            <p:nvPr/>
          </p:nvSpPr>
          <p:spPr>
            <a:xfrm>
              <a:off x="3968525" y="3353375"/>
              <a:ext cx="256425" cy="30825"/>
            </a:xfrm>
            <a:custGeom>
              <a:rect b="b" l="l" r="r" t="t"/>
              <a:pathLst>
                <a:path extrusionOk="0" h="1233" w="10257">
                  <a:moveTo>
                    <a:pt x="218" y="0"/>
                  </a:moveTo>
                  <a:cubicBezTo>
                    <a:pt x="98" y="0"/>
                    <a:pt x="0" y="98"/>
                    <a:pt x="0" y="218"/>
                  </a:cubicBezTo>
                  <a:lnTo>
                    <a:pt x="0" y="1015"/>
                  </a:lnTo>
                  <a:cubicBezTo>
                    <a:pt x="0" y="1135"/>
                    <a:pt x="98" y="1232"/>
                    <a:pt x="218" y="1232"/>
                  </a:cubicBezTo>
                  <a:lnTo>
                    <a:pt x="10038" y="1232"/>
                  </a:lnTo>
                  <a:cubicBezTo>
                    <a:pt x="10166" y="1232"/>
                    <a:pt x="10256" y="1135"/>
                    <a:pt x="10256" y="1015"/>
                  </a:cubicBezTo>
                  <a:lnTo>
                    <a:pt x="10256" y="218"/>
                  </a:lnTo>
                  <a:cubicBezTo>
                    <a:pt x="10256" y="98"/>
                    <a:pt x="10166" y="0"/>
                    <a:pt x="1003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24" name="Google Shape;8624;p82"/>
            <p:cNvSpPr/>
            <p:nvPr/>
          </p:nvSpPr>
          <p:spPr>
            <a:xfrm>
              <a:off x="3926450" y="3153275"/>
              <a:ext cx="340575" cy="182225"/>
            </a:xfrm>
            <a:custGeom>
              <a:rect b="b" l="l" r="r" t="t"/>
              <a:pathLst>
                <a:path extrusionOk="0" h="7289" w="13623">
                  <a:moveTo>
                    <a:pt x="6811" y="1"/>
                  </a:moveTo>
                  <a:cubicBezTo>
                    <a:pt x="6693" y="1"/>
                    <a:pt x="6575" y="44"/>
                    <a:pt x="6484" y="130"/>
                  </a:cubicBezTo>
                  <a:lnTo>
                    <a:pt x="121" y="6494"/>
                  </a:lnTo>
                  <a:cubicBezTo>
                    <a:pt x="0" y="6614"/>
                    <a:pt x="0" y="6802"/>
                    <a:pt x="121" y="6922"/>
                  </a:cubicBezTo>
                  <a:lnTo>
                    <a:pt x="399" y="7193"/>
                  </a:lnTo>
                  <a:cubicBezTo>
                    <a:pt x="459" y="7257"/>
                    <a:pt x="536" y="7289"/>
                    <a:pt x="613" y="7289"/>
                  </a:cubicBezTo>
                  <a:cubicBezTo>
                    <a:pt x="690" y="7289"/>
                    <a:pt x="767" y="7257"/>
                    <a:pt x="827" y="7193"/>
                  </a:cubicBezTo>
                  <a:lnTo>
                    <a:pt x="6725" y="1302"/>
                  </a:lnTo>
                  <a:cubicBezTo>
                    <a:pt x="6747" y="1276"/>
                    <a:pt x="6777" y="1263"/>
                    <a:pt x="6808" y="1263"/>
                  </a:cubicBezTo>
                  <a:cubicBezTo>
                    <a:pt x="6839" y="1263"/>
                    <a:pt x="6871" y="1276"/>
                    <a:pt x="6898" y="1302"/>
                  </a:cubicBezTo>
                  <a:lnTo>
                    <a:pt x="12796" y="7193"/>
                  </a:lnTo>
                  <a:cubicBezTo>
                    <a:pt x="12856" y="7257"/>
                    <a:pt x="12933" y="7289"/>
                    <a:pt x="13010" y="7289"/>
                  </a:cubicBezTo>
                  <a:cubicBezTo>
                    <a:pt x="13087" y="7289"/>
                    <a:pt x="13164" y="7257"/>
                    <a:pt x="13224" y="7193"/>
                  </a:cubicBezTo>
                  <a:lnTo>
                    <a:pt x="13494" y="6922"/>
                  </a:lnTo>
                  <a:cubicBezTo>
                    <a:pt x="13622" y="6802"/>
                    <a:pt x="13622" y="6607"/>
                    <a:pt x="13502" y="6494"/>
                  </a:cubicBezTo>
                  <a:lnTo>
                    <a:pt x="7138" y="130"/>
                  </a:lnTo>
                  <a:cubicBezTo>
                    <a:pt x="7048" y="44"/>
                    <a:pt x="6930" y="1"/>
                    <a:pt x="681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25" name="Google Shape;8625;p82"/>
            <p:cNvSpPr/>
            <p:nvPr/>
          </p:nvSpPr>
          <p:spPr>
            <a:xfrm>
              <a:off x="4096800" y="3153325"/>
              <a:ext cx="170225" cy="182175"/>
            </a:xfrm>
            <a:custGeom>
              <a:rect b="b" l="l" r="r" t="t"/>
              <a:pathLst>
                <a:path extrusionOk="0" h="7287" w="6809">
                  <a:moveTo>
                    <a:pt x="1" y="1"/>
                  </a:moveTo>
                  <a:lnTo>
                    <a:pt x="1" y="1263"/>
                  </a:lnTo>
                  <a:cubicBezTo>
                    <a:pt x="24" y="1263"/>
                    <a:pt x="61" y="1270"/>
                    <a:pt x="84" y="1300"/>
                  </a:cubicBezTo>
                  <a:lnTo>
                    <a:pt x="5982" y="7191"/>
                  </a:lnTo>
                  <a:cubicBezTo>
                    <a:pt x="6042" y="7255"/>
                    <a:pt x="6119" y="7287"/>
                    <a:pt x="6196" y="7287"/>
                  </a:cubicBezTo>
                  <a:cubicBezTo>
                    <a:pt x="6273" y="7287"/>
                    <a:pt x="6350" y="7255"/>
                    <a:pt x="6410" y="7191"/>
                  </a:cubicBezTo>
                  <a:lnTo>
                    <a:pt x="6688" y="6920"/>
                  </a:lnTo>
                  <a:cubicBezTo>
                    <a:pt x="6808" y="6800"/>
                    <a:pt x="6808" y="6612"/>
                    <a:pt x="6688" y="6492"/>
                  </a:cubicBezTo>
                  <a:lnTo>
                    <a:pt x="324" y="136"/>
                  </a:lnTo>
                  <a:cubicBezTo>
                    <a:pt x="234" y="38"/>
                    <a:pt x="121" y="1"/>
                    <a:pt x="1" y="1"/>
                  </a:cubicBezTo>
                  <a:close/>
                </a:path>
              </a:pathLst>
            </a:custGeom>
            <a:solidFill>
              <a:srgbClr val="000000">
                <a:alpha val="148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26" name="Google Shape;8626;p82"/>
            <p:cNvSpPr/>
            <p:nvPr/>
          </p:nvSpPr>
          <p:spPr>
            <a:xfrm>
              <a:off x="4063000" y="3229200"/>
              <a:ext cx="68025" cy="68025"/>
            </a:xfrm>
            <a:custGeom>
              <a:rect b="b" l="l" r="r" t="t"/>
              <a:pathLst>
                <a:path extrusionOk="0" h="2721" w="2721">
                  <a:moveTo>
                    <a:pt x="1360" y="1"/>
                  </a:moveTo>
                  <a:cubicBezTo>
                    <a:pt x="609" y="1"/>
                    <a:pt x="1" y="610"/>
                    <a:pt x="1" y="1361"/>
                  </a:cubicBezTo>
                  <a:lnTo>
                    <a:pt x="1" y="2556"/>
                  </a:lnTo>
                  <a:cubicBezTo>
                    <a:pt x="1" y="2646"/>
                    <a:pt x="76" y="2721"/>
                    <a:pt x="166" y="2721"/>
                  </a:cubicBezTo>
                  <a:lnTo>
                    <a:pt x="2540" y="2721"/>
                  </a:lnTo>
                  <a:cubicBezTo>
                    <a:pt x="2638" y="2721"/>
                    <a:pt x="2713" y="2646"/>
                    <a:pt x="2720" y="2556"/>
                  </a:cubicBezTo>
                  <a:lnTo>
                    <a:pt x="2720" y="1361"/>
                  </a:lnTo>
                  <a:cubicBezTo>
                    <a:pt x="2720" y="610"/>
                    <a:pt x="2112" y="1"/>
                    <a:pt x="136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27" name="Google Shape;8627;p82"/>
            <p:cNvSpPr/>
            <p:nvPr/>
          </p:nvSpPr>
          <p:spPr>
            <a:xfrm>
              <a:off x="4056425" y="3222825"/>
              <a:ext cx="80975" cy="80975"/>
            </a:xfrm>
            <a:custGeom>
              <a:rect b="b" l="l" r="r" t="t"/>
              <a:pathLst>
                <a:path extrusionOk="0" h="3239" w="3239">
                  <a:moveTo>
                    <a:pt x="1361" y="549"/>
                  </a:moveTo>
                  <a:lnTo>
                    <a:pt x="1361" y="1473"/>
                  </a:lnTo>
                  <a:lnTo>
                    <a:pt x="527" y="1473"/>
                  </a:lnTo>
                  <a:cubicBezTo>
                    <a:pt x="579" y="1022"/>
                    <a:pt x="917" y="662"/>
                    <a:pt x="1361" y="549"/>
                  </a:cubicBezTo>
                  <a:close/>
                  <a:moveTo>
                    <a:pt x="1871" y="556"/>
                  </a:moveTo>
                  <a:cubicBezTo>
                    <a:pt x="2315" y="662"/>
                    <a:pt x="2653" y="1022"/>
                    <a:pt x="2713" y="1488"/>
                  </a:cubicBezTo>
                  <a:lnTo>
                    <a:pt x="1871" y="1488"/>
                  </a:lnTo>
                  <a:lnTo>
                    <a:pt x="1871" y="556"/>
                  </a:lnTo>
                  <a:close/>
                  <a:moveTo>
                    <a:pt x="1361" y="1999"/>
                  </a:moveTo>
                  <a:lnTo>
                    <a:pt x="1361" y="2728"/>
                  </a:lnTo>
                  <a:lnTo>
                    <a:pt x="512" y="2728"/>
                  </a:lnTo>
                  <a:lnTo>
                    <a:pt x="512" y="1999"/>
                  </a:lnTo>
                  <a:close/>
                  <a:moveTo>
                    <a:pt x="2720" y="1999"/>
                  </a:moveTo>
                  <a:lnTo>
                    <a:pt x="2720" y="2728"/>
                  </a:lnTo>
                  <a:lnTo>
                    <a:pt x="1879" y="2728"/>
                  </a:lnTo>
                  <a:lnTo>
                    <a:pt x="1879" y="1999"/>
                  </a:lnTo>
                  <a:close/>
                  <a:moveTo>
                    <a:pt x="1616" y="0"/>
                  </a:moveTo>
                  <a:cubicBezTo>
                    <a:pt x="722" y="0"/>
                    <a:pt x="1" y="722"/>
                    <a:pt x="1" y="1616"/>
                  </a:cubicBezTo>
                  <a:lnTo>
                    <a:pt x="1" y="2811"/>
                  </a:lnTo>
                  <a:cubicBezTo>
                    <a:pt x="1" y="3043"/>
                    <a:pt x="188" y="3239"/>
                    <a:pt x="429" y="3239"/>
                  </a:cubicBezTo>
                  <a:lnTo>
                    <a:pt x="2803" y="3239"/>
                  </a:lnTo>
                  <a:cubicBezTo>
                    <a:pt x="3044" y="3239"/>
                    <a:pt x="3239" y="3051"/>
                    <a:pt x="3239" y="2811"/>
                  </a:cubicBezTo>
                  <a:lnTo>
                    <a:pt x="3239" y="1616"/>
                  </a:lnTo>
                  <a:cubicBezTo>
                    <a:pt x="3239" y="722"/>
                    <a:pt x="2503" y="0"/>
                    <a:pt x="161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628" name="Google Shape;8628;p82"/>
          <p:cNvSpPr txBox="1"/>
          <p:nvPr/>
        </p:nvSpPr>
        <p:spPr>
          <a:xfrm>
            <a:off x="1655675" y="227650"/>
            <a:ext cx="3122700" cy="3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Outliers</a:t>
            </a:r>
            <a:endParaRPr b="1" sz="1700">
              <a:solidFill>
                <a:srgbClr val="FFFFFF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8629" name="Google Shape;8629;p82"/>
          <p:cNvSpPr txBox="1"/>
          <p:nvPr/>
        </p:nvSpPr>
        <p:spPr>
          <a:xfrm>
            <a:off x="1742375" y="3881100"/>
            <a:ext cx="3933000" cy="3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accent6"/>
                </a:solidFill>
              </a:rPr>
              <a:t>Not dropped outliers, it is meaningful</a:t>
            </a:r>
            <a:endParaRPr b="1" sz="1200">
              <a:solidFill>
                <a:schemeClr val="accent6"/>
              </a:solidFill>
            </a:endParaRPr>
          </a:p>
        </p:txBody>
      </p:sp>
      <p:pic>
        <p:nvPicPr>
          <p:cNvPr id="8630" name="Google Shape;8630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03350" y="727700"/>
            <a:ext cx="5034624" cy="3153399"/>
          </a:xfrm>
          <a:prstGeom prst="rect">
            <a:avLst/>
          </a:prstGeom>
          <a:solidFill>
            <a:schemeClr val="lt1"/>
          </a:solidFill>
          <a:ln cap="flat" cmpd="sng" w="762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>
              <a:schemeClr val="dk1">
                <a:alpha val="50000"/>
              </a:scheme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34" name="Shape 8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5" name="Google Shape;8635;p83"/>
          <p:cNvSpPr/>
          <p:nvPr/>
        </p:nvSpPr>
        <p:spPr>
          <a:xfrm>
            <a:off x="719825" y="166925"/>
            <a:ext cx="7704300" cy="4646100"/>
          </a:xfrm>
          <a:prstGeom prst="roundRect">
            <a:avLst>
              <a:gd fmla="val 4858" name="adj"/>
            </a:avLst>
          </a:prstGeom>
          <a:solidFill>
            <a:schemeClr val="lt1"/>
          </a:solidFill>
          <a:ln cap="flat" cmpd="sng" w="762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636" name="Google Shape;8636;p83"/>
          <p:cNvGrpSpPr/>
          <p:nvPr/>
        </p:nvGrpSpPr>
        <p:grpSpPr>
          <a:xfrm>
            <a:off x="7034423" y="2809772"/>
            <a:ext cx="1496970" cy="2297721"/>
            <a:chOff x="243098" y="2746672"/>
            <a:chExt cx="1496970" cy="2297721"/>
          </a:xfrm>
        </p:grpSpPr>
        <p:sp>
          <p:nvSpPr>
            <p:cNvPr id="8637" name="Google Shape;8637;p83"/>
            <p:cNvSpPr/>
            <p:nvPr/>
          </p:nvSpPr>
          <p:spPr>
            <a:xfrm>
              <a:off x="789842" y="4086383"/>
              <a:ext cx="461762" cy="958010"/>
            </a:xfrm>
            <a:custGeom>
              <a:rect b="b" l="l" r="r" t="t"/>
              <a:pathLst>
                <a:path extrusionOk="0" h="11977" w="5776">
                  <a:moveTo>
                    <a:pt x="2888" y="0"/>
                  </a:moveTo>
                  <a:lnTo>
                    <a:pt x="2797" y="2219"/>
                  </a:lnTo>
                  <a:lnTo>
                    <a:pt x="1611" y="1307"/>
                  </a:lnTo>
                  <a:lnTo>
                    <a:pt x="1520" y="1429"/>
                  </a:lnTo>
                  <a:lnTo>
                    <a:pt x="2645" y="2797"/>
                  </a:lnTo>
                  <a:lnTo>
                    <a:pt x="2432" y="7082"/>
                  </a:lnTo>
                  <a:lnTo>
                    <a:pt x="1885" y="6535"/>
                  </a:lnTo>
                  <a:lnTo>
                    <a:pt x="1915" y="5076"/>
                  </a:lnTo>
                  <a:lnTo>
                    <a:pt x="1703" y="5015"/>
                  </a:lnTo>
                  <a:lnTo>
                    <a:pt x="1520" y="6201"/>
                  </a:lnTo>
                  <a:lnTo>
                    <a:pt x="152" y="5015"/>
                  </a:lnTo>
                  <a:lnTo>
                    <a:pt x="0" y="5137"/>
                  </a:lnTo>
                  <a:lnTo>
                    <a:pt x="2310" y="7812"/>
                  </a:lnTo>
                  <a:lnTo>
                    <a:pt x="2007" y="11976"/>
                  </a:lnTo>
                  <a:lnTo>
                    <a:pt x="3891" y="11976"/>
                  </a:lnTo>
                  <a:lnTo>
                    <a:pt x="3678" y="6748"/>
                  </a:lnTo>
                  <a:lnTo>
                    <a:pt x="4681" y="5107"/>
                  </a:lnTo>
                  <a:lnTo>
                    <a:pt x="5776" y="4955"/>
                  </a:lnTo>
                  <a:lnTo>
                    <a:pt x="5776" y="4772"/>
                  </a:lnTo>
                  <a:lnTo>
                    <a:pt x="4803" y="4803"/>
                  </a:lnTo>
                  <a:lnTo>
                    <a:pt x="5350" y="3921"/>
                  </a:lnTo>
                  <a:lnTo>
                    <a:pt x="5228" y="3800"/>
                  </a:lnTo>
                  <a:lnTo>
                    <a:pt x="3678" y="5471"/>
                  </a:lnTo>
                  <a:lnTo>
                    <a:pt x="3405" y="2736"/>
                  </a:lnTo>
                  <a:lnTo>
                    <a:pt x="319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38" name="Google Shape;8638;p83"/>
            <p:cNvSpPr/>
            <p:nvPr/>
          </p:nvSpPr>
          <p:spPr>
            <a:xfrm>
              <a:off x="274676" y="2746672"/>
              <a:ext cx="1465392" cy="1589112"/>
            </a:xfrm>
            <a:custGeom>
              <a:rect b="b" l="l" r="r" t="t"/>
              <a:pathLst>
                <a:path extrusionOk="0" h="19867" w="18330">
                  <a:moveTo>
                    <a:pt x="9682" y="1"/>
                  </a:moveTo>
                  <a:cubicBezTo>
                    <a:pt x="9666" y="1"/>
                    <a:pt x="9651" y="1"/>
                    <a:pt x="9636" y="1"/>
                  </a:cubicBezTo>
                  <a:cubicBezTo>
                    <a:pt x="8663" y="32"/>
                    <a:pt x="7873" y="731"/>
                    <a:pt x="7265" y="1460"/>
                  </a:cubicBezTo>
                  <a:cubicBezTo>
                    <a:pt x="6019" y="2980"/>
                    <a:pt x="5259" y="4865"/>
                    <a:pt x="5107" y="6840"/>
                  </a:cubicBezTo>
                  <a:cubicBezTo>
                    <a:pt x="4712" y="6354"/>
                    <a:pt x="4377" y="5868"/>
                    <a:pt x="3891" y="5472"/>
                  </a:cubicBezTo>
                  <a:cubicBezTo>
                    <a:pt x="3485" y="5168"/>
                    <a:pt x="2993" y="4926"/>
                    <a:pt x="2488" y="4926"/>
                  </a:cubicBezTo>
                  <a:cubicBezTo>
                    <a:pt x="2389" y="4926"/>
                    <a:pt x="2289" y="4936"/>
                    <a:pt x="2189" y="4956"/>
                  </a:cubicBezTo>
                  <a:cubicBezTo>
                    <a:pt x="1186" y="5108"/>
                    <a:pt x="548" y="6111"/>
                    <a:pt x="274" y="7114"/>
                  </a:cubicBezTo>
                  <a:cubicBezTo>
                    <a:pt x="1" y="8178"/>
                    <a:pt x="61" y="9272"/>
                    <a:pt x="396" y="10305"/>
                  </a:cubicBezTo>
                  <a:cubicBezTo>
                    <a:pt x="912" y="12007"/>
                    <a:pt x="2219" y="13375"/>
                    <a:pt x="3466" y="14622"/>
                  </a:cubicBezTo>
                  <a:cubicBezTo>
                    <a:pt x="3336" y="14567"/>
                    <a:pt x="3199" y="14541"/>
                    <a:pt x="3063" y="14541"/>
                  </a:cubicBezTo>
                  <a:cubicBezTo>
                    <a:pt x="2595" y="14541"/>
                    <a:pt x="2127" y="14843"/>
                    <a:pt x="1915" y="15290"/>
                  </a:cubicBezTo>
                  <a:cubicBezTo>
                    <a:pt x="1520" y="16050"/>
                    <a:pt x="1915" y="16901"/>
                    <a:pt x="2402" y="17509"/>
                  </a:cubicBezTo>
                  <a:cubicBezTo>
                    <a:pt x="2858" y="18026"/>
                    <a:pt x="3435" y="18391"/>
                    <a:pt x="4043" y="18695"/>
                  </a:cubicBezTo>
                  <a:cubicBezTo>
                    <a:pt x="5651" y="19498"/>
                    <a:pt x="7434" y="19866"/>
                    <a:pt x="9228" y="19866"/>
                  </a:cubicBezTo>
                  <a:cubicBezTo>
                    <a:pt x="11164" y="19866"/>
                    <a:pt x="13112" y="19437"/>
                    <a:pt x="14864" y="18664"/>
                  </a:cubicBezTo>
                  <a:cubicBezTo>
                    <a:pt x="16110" y="18117"/>
                    <a:pt x="16992" y="17205"/>
                    <a:pt x="17691" y="15989"/>
                  </a:cubicBezTo>
                  <a:cubicBezTo>
                    <a:pt x="18147" y="15290"/>
                    <a:pt x="18299" y="14439"/>
                    <a:pt x="18329" y="13649"/>
                  </a:cubicBezTo>
                  <a:cubicBezTo>
                    <a:pt x="18329" y="13102"/>
                    <a:pt x="18299" y="12585"/>
                    <a:pt x="18086" y="12129"/>
                  </a:cubicBezTo>
                  <a:cubicBezTo>
                    <a:pt x="17873" y="11673"/>
                    <a:pt x="17448" y="11248"/>
                    <a:pt x="16931" y="11187"/>
                  </a:cubicBezTo>
                  <a:cubicBezTo>
                    <a:pt x="16869" y="11174"/>
                    <a:pt x="16804" y="11168"/>
                    <a:pt x="16739" y="11168"/>
                  </a:cubicBezTo>
                  <a:cubicBezTo>
                    <a:pt x="16511" y="11168"/>
                    <a:pt x="16279" y="11244"/>
                    <a:pt x="16148" y="11384"/>
                  </a:cubicBezTo>
                  <a:lnTo>
                    <a:pt x="16148" y="11384"/>
                  </a:lnTo>
                  <a:cubicBezTo>
                    <a:pt x="16711" y="10695"/>
                    <a:pt x="17239" y="9890"/>
                    <a:pt x="17448" y="8998"/>
                  </a:cubicBezTo>
                  <a:cubicBezTo>
                    <a:pt x="17691" y="8086"/>
                    <a:pt x="17569" y="7083"/>
                    <a:pt x="16961" y="6384"/>
                  </a:cubicBezTo>
                  <a:cubicBezTo>
                    <a:pt x="16487" y="5810"/>
                    <a:pt x="15766" y="5523"/>
                    <a:pt x="15019" y="5523"/>
                  </a:cubicBezTo>
                  <a:cubicBezTo>
                    <a:pt x="14856" y="5523"/>
                    <a:pt x="14692" y="5536"/>
                    <a:pt x="14530" y="5564"/>
                  </a:cubicBezTo>
                  <a:cubicBezTo>
                    <a:pt x="13618" y="5716"/>
                    <a:pt x="12858" y="6202"/>
                    <a:pt x="12250" y="6871"/>
                  </a:cubicBezTo>
                  <a:cubicBezTo>
                    <a:pt x="12311" y="5472"/>
                    <a:pt x="12615" y="4074"/>
                    <a:pt x="12372" y="2706"/>
                  </a:cubicBezTo>
                  <a:cubicBezTo>
                    <a:pt x="12101" y="1354"/>
                    <a:pt x="11057" y="1"/>
                    <a:pt x="968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39" name="Google Shape;8639;p83"/>
            <p:cNvSpPr/>
            <p:nvPr/>
          </p:nvSpPr>
          <p:spPr>
            <a:xfrm>
              <a:off x="635228" y="4360980"/>
              <a:ext cx="324817" cy="282356"/>
            </a:xfrm>
            <a:custGeom>
              <a:rect b="b" l="l" r="r" t="t"/>
              <a:pathLst>
                <a:path extrusionOk="0" h="3530" w="4063">
                  <a:moveTo>
                    <a:pt x="1850" y="0"/>
                  </a:moveTo>
                  <a:cubicBezTo>
                    <a:pt x="1502" y="0"/>
                    <a:pt x="1195" y="373"/>
                    <a:pt x="1570" y="944"/>
                  </a:cubicBezTo>
                  <a:cubicBezTo>
                    <a:pt x="1296" y="663"/>
                    <a:pt x="1033" y="551"/>
                    <a:pt x="819" y="551"/>
                  </a:cubicBezTo>
                  <a:cubicBezTo>
                    <a:pt x="223" y="551"/>
                    <a:pt x="1" y="1409"/>
                    <a:pt x="962" y="1856"/>
                  </a:cubicBezTo>
                  <a:cubicBezTo>
                    <a:pt x="37" y="1881"/>
                    <a:pt x="304" y="2974"/>
                    <a:pt x="969" y="2974"/>
                  </a:cubicBezTo>
                  <a:cubicBezTo>
                    <a:pt x="1100" y="2974"/>
                    <a:pt x="1247" y="2931"/>
                    <a:pt x="1403" y="2829"/>
                  </a:cubicBezTo>
                  <a:lnTo>
                    <a:pt x="1403" y="2829"/>
                  </a:lnTo>
                  <a:cubicBezTo>
                    <a:pt x="1083" y="3075"/>
                    <a:pt x="1301" y="3529"/>
                    <a:pt x="1714" y="3529"/>
                  </a:cubicBezTo>
                  <a:cubicBezTo>
                    <a:pt x="1726" y="3529"/>
                    <a:pt x="1739" y="3529"/>
                    <a:pt x="1752" y="3528"/>
                  </a:cubicBezTo>
                  <a:cubicBezTo>
                    <a:pt x="2877" y="3315"/>
                    <a:pt x="4062" y="1491"/>
                    <a:pt x="3029" y="519"/>
                  </a:cubicBezTo>
                  <a:cubicBezTo>
                    <a:pt x="2955" y="430"/>
                    <a:pt x="2810" y="370"/>
                    <a:pt x="2680" y="370"/>
                  </a:cubicBezTo>
                  <a:cubicBezTo>
                    <a:pt x="2542" y="370"/>
                    <a:pt x="2421" y="438"/>
                    <a:pt x="2421" y="610"/>
                  </a:cubicBezTo>
                  <a:cubicBezTo>
                    <a:pt x="2358" y="184"/>
                    <a:pt x="2094" y="0"/>
                    <a:pt x="185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40" name="Google Shape;8640;p83"/>
            <p:cNvSpPr/>
            <p:nvPr/>
          </p:nvSpPr>
          <p:spPr>
            <a:xfrm>
              <a:off x="663449" y="3468479"/>
              <a:ext cx="794733" cy="858426"/>
            </a:xfrm>
            <a:custGeom>
              <a:rect b="b" l="l" r="r" t="t"/>
              <a:pathLst>
                <a:path extrusionOk="0" h="10732" w="9941">
                  <a:moveTo>
                    <a:pt x="3393" y="0"/>
                  </a:moveTo>
                  <a:cubicBezTo>
                    <a:pt x="3295" y="0"/>
                    <a:pt x="3197" y="11"/>
                    <a:pt x="3101" y="35"/>
                  </a:cubicBezTo>
                  <a:cubicBezTo>
                    <a:pt x="2341" y="217"/>
                    <a:pt x="1977" y="1129"/>
                    <a:pt x="2068" y="1889"/>
                  </a:cubicBezTo>
                  <a:cubicBezTo>
                    <a:pt x="2129" y="2649"/>
                    <a:pt x="2524" y="3379"/>
                    <a:pt x="2797" y="4078"/>
                  </a:cubicBezTo>
                  <a:cubicBezTo>
                    <a:pt x="2435" y="3871"/>
                    <a:pt x="2029" y="3730"/>
                    <a:pt x="1598" y="3730"/>
                  </a:cubicBezTo>
                  <a:cubicBezTo>
                    <a:pt x="1522" y="3730"/>
                    <a:pt x="1446" y="3734"/>
                    <a:pt x="1369" y="3743"/>
                  </a:cubicBezTo>
                  <a:cubicBezTo>
                    <a:pt x="882" y="3835"/>
                    <a:pt x="426" y="4139"/>
                    <a:pt x="244" y="4594"/>
                  </a:cubicBezTo>
                  <a:cubicBezTo>
                    <a:pt x="1" y="5081"/>
                    <a:pt x="122" y="5598"/>
                    <a:pt x="396" y="6053"/>
                  </a:cubicBezTo>
                  <a:cubicBezTo>
                    <a:pt x="670" y="6479"/>
                    <a:pt x="1065" y="6813"/>
                    <a:pt x="1490" y="7117"/>
                  </a:cubicBezTo>
                  <a:cubicBezTo>
                    <a:pt x="1414" y="7087"/>
                    <a:pt x="1331" y="7072"/>
                    <a:pt x="1247" y="7072"/>
                  </a:cubicBezTo>
                  <a:cubicBezTo>
                    <a:pt x="1163" y="7072"/>
                    <a:pt x="1080" y="7087"/>
                    <a:pt x="1004" y="7117"/>
                  </a:cubicBezTo>
                  <a:cubicBezTo>
                    <a:pt x="730" y="7239"/>
                    <a:pt x="578" y="7512"/>
                    <a:pt x="548" y="7816"/>
                  </a:cubicBezTo>
                  <a:cubicBezTo>
                    <a:pt x="518" y="8090"/>
                    <a:pt x="578" y="8394"/>
                    <a:pt x="670" y="8637"/>
                  </a:cubicBezTo>
                  <a:cubicBezTo>
                    <a:pt x="822" y="9093"/>
                    <a:pt x="1034" y="9519"/>
                    <a:pt x="1338" y="9701"/>
                  </a:cubicBezTo>
                  <a:cubicBezTo>
                    <a:pt x="1885" y="10248"/>
                    <a:pt x="2493" y="10582"/>
                    <a:pt x="3253" y="10674"/>
                  </a:cubicBezTo>
                  <a:cubicBezTo>
                    <a:pt x="3573" y="10712"/>
                    <a:pt x="3897" y="10731"/>
                    <a:pt x="4223" y="10731"/>
                  </a:cubicBezTo>
                  <a:cubicBezTo>
                    <a:pt x="5969" y="10731"/>
                    <a:pt x="7747" y="10171"/>
                    <a:pt x="9028" y="8941"/>
                  </a:cubicBezTo>
                  <a:cubicBezTo>
                    <a:pt x="9272" y="8728"/>
                    <a:pt x="9545" y="8424"/>
                    <a:pt x="9697" y="8060"/>
                  </a:cubicBezTo>
                  <a:cubicBezTo>
                    <a:pt x="9879" y="7695"/>
                    <a:pt x="9940" y="7148"/>
                    <a:pt x="9636" y="6813"/>
                  </a:cubicBezTo>
                  <a:cubicBezTo>
                    <a:pt x="9478" y="6690"/>
                    <a:pt x="9268" y="6607"/>
                    <a:pt x="9066" y="6607"/>
                  </a:cubicBezTo>
                  <a:cubicBezTo>
                    <a:pt x="8920" y="6607"/>
                    <a:pt x="8778" y="6650"/>
                    <a:pt x="8664" y="6753"/>
                  </a:cubicBezTo>
                  <a:cubicBezTo>
                    <a:pt x="9120" y="5841"/>
                    <a:pt x="9636" y="4929"/>
                    <a:pt x="9636" y="3926"/>
                  </a:cubicBezTo>
                  <a:cubicBezTo>
                    <a:pt x="9636" y="3348"/>
                    <a:pt x="9484" y="2740"/>
                    <a:pt x="9180" y="2224"/>
                  </a:cubicBezTo>
                  <a:cubicBezTo>
                    <a:pt x="8931" y="1807"/>
                    <a:pt x="8504" y="1391"/>
                    <a:pt x="7992" y="1391"/>
                  </a:cubicBezTo>
                  <a:cubicBezTo>
                    <a:pt x="7943" y="1391"/>
                    <a:pt x="7893" y="1395"/>
                    <a:pt x="7843" y="1403"/>
                  </a:cubicBezTo>
                  <a:cubicBezTo>
                    <a:pt x="7509" y="1464"/>
                    <a:pt x="7205" y="1707"/>
                    <a:pt x="6992" y="1950"/>
                  </a:cubicBezTo>
                  <a:cubicBezTo>
                    <a:pt x="6809" y="2254"/>
                    <a:pt x="6688" y="2558"/>
                    <a:pt x="6597" y="2923"/>
                  </a:cubicBezTo>
                  <a:cubicBezTo>
                    <a:pt x="6202" y="1889"/>
                    <a:pt x="5472" y="1008"/>
                    <a:pt x="4560" y="400"/>
                  </a:cubicBezTo>
                  <a:cubicBezTo>
                    <a:pt x="4194" y="180"/>
                    <a:pt x="3790" y="0"/>
                    <a:pt x="339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41" name="Google Shape;8641;p83"/>
            <p:cNvSpPr/>
            <p:nvPr/>
          </p:nvSpPr>
          <p:spPr>
            <a:xfrm>
              <a:off x="354861" y="3840821"/>
              <a:ext cx="72990" cy="104624"/>
            </a:xfrm>
            <a:custGeom>
              <a:rect b="b" l="l" r="r" t="t"/>
              <a:pathLst>
                <a:path extrusionOk="0" h="1308" w="913">
                  <a:moveTo>
                    <a:pt x="92" y="0"/>
                  </a:moveTo>
                  <a:cubicBezTo>
                    <a:pt x="92" y="0"/>
                    <a:pt x="1" y="456"/>
                    <a:pt x="183" y="791"/>
                  </a:cubicBezTo>
                  <a:cubicBezTo>
                    <a:pt x="365" y="1125"/>
                    <a:pt x="791" y="1307"/>
                    <a:pt x="791" y="1307"/>
                  </a:cubicBezTo>
                  <a:cubicBezTo>
                    <a:pt x="791" y="1307"/>
                    <a:pt x="912" y="851"/>
                    <a:pt x="700" y="487"/>
                  </a:cubicBezTo>
                  <a:cubicBezTo>
                    <a:pt x="487" y="152"/>
                    <a:pt x="92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42" name="Google Shape;8642;p83"/>
            <p:cNvSpPr/>
            <p:nvPr/>
          </p:nvSpPr>
          <p:spPr>
            <a:xfrm>
              <a:off x="243098" y="3940326"/>
              <a:ext cx="158051" cy="70869"/>
            </a:xfrm>
            <a:custGeom>
              <a:rect b="b" l="l" r="r" t="t"/>
              <a:pathLst>
                <a:path extrusionOk="0" h="886" w="1977">
                  <a:moveTo>
                    <a:pt x="996" y="1"/>
                  </a:moveTo>
                  <a:cubicBezTo>
                    <a:pt x="978" y="1"/>
                    <a:pt x="960" y="1"/>
                    <a:pt x="943" y="2"/>
                  </a:cubicBezTo>
                  <a:cubicBezTo>
                    <a:pt x="396" y="2"/>
                    <a:pt x="0" y="519"/>
                    <a:pt x="0" y="519"/>
                  </a:cubicBezTo>
                  <a:cubicBezTo>
                    <a:pt x="0" y="519"/>
                    <a:pt x="451" y="886"/>
                    <a:pt x="946" y="886"/>
                  </a:cubicBezTo>
                  <a:cubicBezTo>
                    <a:pt x="965" y="886"/>
                    <a:pt x="984" y="885"/>
                    <a:pt x="1003" y="884"/>
                  </a:cubicBezTo>
                  <a:cubicBezTo>
                    <a:pt x="1551" y="854"/>
                    <a:pt x="1976" y="398"/>
                    <a:pt x="1976" y="398"/>
                  </a:cubicBezTo>
                  <a:cubicBezTo>
                    <a:pt x="1976" y="398"/>
                    <a:pt x="1494" y="1"/>
                    <a:pt x="99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43" name="Google Shape;8643;p83"/>
            <p:cNvSpPr/>
            <p:nvPr/>
          </p:nvSpPr>
          <p:spPr>
            <a:xfrm>
              <a:off x="1256401" y="4479441"/>
              <a:ext cx="58360" cy="29755"/>
            </a:xfrm>
            <a:custGeom>
              <a:rect b="b" l="l" r="r" t="t"/>
              <a:pathLst>
                <a:path extrusionOk="0" h="372" w="730">
                  <a:moveTo>
                    <a:pt x="235" y="0"/>
                  </a:moveTo>
                  <a:cubicBezTo>
                    <a:pt x="108" y="0"/>
                    <a:pt x="0" y="41"/>
                    <a:pt x="0" y="41"/>
                  </a:cubicBezTo>
                  <a:cubicBezTo>
                    <a:pt x="0" y="41"/>
                    <a:pt x="122" y="253"/>
                    <a:pt x="304" y="345"/>
                  </a:cubicBezTo>
                  <a:cubicBezTo>
                    <a:pt x="365" y="365"/>
                    <a:pt x="433" y="372"/>
                    <a:pt x="496" y="372"/>
                  </a:cubicBezTo>
                  <a:cubicBezTo>
                    <a:pt x="622" y="372"/>
                    <a:pt x="730" y="345"/>
                    <a:pt x="730" y="345"/>
                  </a:cubicBezTo>
                  <a:cubicBezTo>
                    <a:pt x="730" y="345"/>
                    <a:pt x="608" y="101"/>
                    <a:pt x="426" y="41"/>
                  </a:cubicBezTo>
                  <a:cubicBezTo>
                    <a:pt x="365" y="10"/>
                    <a:pt x="298" y="0"/>
                    <a:pt x="23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44" name="Google Shape;8644;p83"/>
            <p:cNvSpPr/>
            <p:nvPr/>
          </p:nvSpPr>
          <p:spPr>
            <a:xfrm>
              <a:off x="1256401" y="4409692"/>
              <a:ext cx="60838" cy="58471"/>
            </a:xfrm>
            <a:custGeom>
              <a:rect b="b" l="l" r="r" t="t"/>
              <a:pathLst>
                <a:path extrusionOk="0" h="731" w="761">
                  <a:moveTo>
                    <a:pt x="760" y="1"/>
                  </a:moveTo>
                  <a:cubicBezTo>
                    <a:pt x="760" y="1"/>
                    <a:pt x="456" y="1"/>
                    <a:pt x="213" y="183"/>
                  </a:cubicBezTo>
                  <a:cubicBezTo>
                    <a:pt x="31" y="366"/>
                    <a:pt x="0" y="730"/>
                    <a:pt x="0" y="730"/>
                  </a:cubicBezTo>
                  <a:cubicBezTo>
                    <a:pt x="0" y="730"/>
                    <a:pt x="304" y="730"/>
                    <a:pt x="547" y="518"/>
                  </a:cubicBezTo>
                  <a:cubicBezTo>
                    <a:pt x="760" y="335"/>
                    <a:pt x="760" y="1"/>
                    <a:pt x="76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45" name="Google Shape;8645;p83"/>
            <p:cNvSpPr/>
            <p:nvPr/>
          </p:nvSpPr>
          <p:spPr>
            <a:xfrm>
              <a:off x="1217548" y="3476078"/>
              <a:ext cx="82663" cy="82787"/>
            </a:xfrm>
            <a:custGeom>
              <a:rect b="b" l="l" r="r" t="t"/>
              <a:pathLst>
                <a:path extrusionOk="0" h="1035" w="1034">
                  <a:moveTo>
                    <a:pt x="973" y="1"/>
                  </a:moveTo>
                  <a:lnTo>
                    <a:pt x="973" y="1"/>
                  </a:lnTo>
                  <a:cubicBezTo>
                    <a:pt x="973" y="1"/>
                    <a:pt x="517" y="1"/>
                    <a:pt x="274" y="305"/>
                  </a:cubicBezTo>
                  <a:cubicBezTo>
                    <a:pt x="0" y="578"/>
                    <a:pt x="0" y="1034"/>
                    <a:pt x="0" y="1034"/>
                  </a:cubicBezTo>
                  <a:cubicBezTo>
                    <a:pt x="0" y="1034"/>
                    <a:pt x="456" y="1034"/>
                    <a:pt x="730" y="730"/>
                  </a:cubicBezTo>
                  <a:cubicBezTo>
                    <a:pt x="1033" y="426"/>
                    <a:pt x="973" y="1"/>
                    <a:pt x="97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46" name="Google Shape;8646;p83"/>
            <p:cNvSpPr/>
            <p:nvPr/>
          </p:nvSpPr>
          <p:spPr>
            <a:xfrm>
              <a:off x="695027" y="3711641"/>
              <a:ext cx="72990" cy="37114"/>
            </a:xfrm>
            <a:custGeom>
              <a:rect b="b" l="l" r="r" t="t"/>
              <a:pathLst>
                <a:path extrusionOk="0" h="464" w="913">
                  <a:moveTo>
                    <a:pt x="318" y="1"/>
                  </a:moveTo>
                  <a:cubicBezTo>
                    <a:pt x="146" y="1"/>
                    <a:pt x="1" y="65"/>
                    <a:pt x="1" y="65"/>
                  </a:cubicBezTo>
                  <a:cubicBezTo>
                    <a:pt x="1" y="65"/>
                    <a:pt x="123" y="308"/>
                    <a:pt x="366" y="430"/>
                  </a:cubicBezTo>
                  <a:cubicBezTo>
                    <a:pt x="432" y="455"/>
                    <a:pt x="503" y="464"/>
                    <a:pt x="571" y="464"/>
                  </a:cubicBezTo>
                  <a:cubicBezTo>
                    <a:pt x="752" y="464"/>
                    <a:pt x="913" y="399"/>
                    <a:pt x="913" y="399"/>
                  </a:cubicBezTo>
                  <a:cubicBezTo>
                    <a:pt x="913" y="399"/>
                    <a:pt x="791" y="126"/>
                    <a:pt x="518" y="35"/>
                  </a:cubicBezTo>
                  <a:cubicBezTo>
                    <a:pt x="451" y="10"/>
                    <a:pt x="383" y="1"/>
                    <a:pt x="3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47" name="Google Shape;8647;p83"/>
            <p:cNvSpPr/>
            <p:nvPr/>
          </p:nvSpPr>
          <p:spPr>
            <a:xfrm>
              <a:off x="1113060" y="3398330"/>
              <a:ext cx="94815" cy="148377"/>
            </a:xfrm>
            <a:custGeom>
              <a:rect b="b" l="l" r="r" t="t"/>
              <a:pathLst>
                <a:path extrusionOk="0" h="1855" w="1186">
                  <a:moveTo>
                    <a:pt x="243" y="0"/>
                  </a:moveTo>
                  <a:cubicBezTo>
                    <a:pt x="243" y="0"/>
                    <a:pt x="0" y="517"/>
                    <a:pt x="213" y="1064"/>
                  </a:cubicBezTo>
                  <a:cubicBezTo>
                    <a:pt x="395" y="1581"/>
                    <a:pt x="973" y="1854"/>
                    <a:pt x="973" y="1854"/>
                  </a:cubicBezTo>
                  <a:cubicBezTo>
                    <a:pt x="973" y="1854"/>
                    <a:pt x="1185" y="1307"/>
                    <a:pt x="1003" y="791"/>
                  </a:cubicBezTo>
                  <a:cubicBezTo>
                    <a:pt x="821" y="304"/>
                    <a:pt x="243" y="0"/>
                    <a:pt x="24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48" name="Google Shape;8648;p83"/>
            <p:cNvSpPr/>
            <p:nvPr/>
          </p:nvSpPr>
          <p:spPr>
            <a:xfrm>
              <a:off x="758264" y="4468083"/>
              <a:ext cx="136146" cy="124061"/>
            </a:xfrm>
            <a:custGeom>
              <a:rect b="b" l="l" r="r" t="t"/>
              <a:pathLst>
                <a:path extrusionOk="0" h="1551" w="1703">
                  <a:moveTo>
                    <a:pt x="1277" y="0"/>
                  </a:moveTo>
                  <a:cubicBezTo>
                    <a:pt x="1094" y="0"/>
                    <a:pt x="1064" y="213"/>
                    <a:pt x="912" y="213"/>
                  </a:cubicBezTo>
                  <a:cubicBezTo>
                    <a:pt x="882" y="213"/>
                    <a:pt x="851" y="213"/>
                    <a:pt x="791" y="183"/>
                  </a:cubicBezTo>
                  <a:cubicBezTo>
                    <a:pt x="760" y="152"/>
                    <a:pt x="730" y="61"/>
                    <a:pt x="639" y="61"/>
                  </a:cubicBezTo>
                  <a:cubicBezTo>
                    <a:pt x="578" y="61"/>
                    <a:pt x="487" y="152"/>
                    <a:pt x="456" y="213"/>
                  </a:cubicBezTo>
                  <a:cubicBezTo>
                    <a:pt x="426" y="304"/>
                    <a:pt x="456" y="395"/>
                    <a:pt x="456" y="487"/>
                  </a:cubicBezTo>
                  <a:cubicBezTo>
                    <a:pt x="456" y="608"/>
                    <a:pt x="456" y="669"/>
                    <a:pt x="426" y="760"/>
                  </a:cubicBezTo>
                  <a:cubicBezTo>
                    <a:pt x="304" y="882"/>
                    <a:pt x="122" y="851"/>
                    <a:pt x="31" y="1003"/>
                  </a:cubicBezTo>
                  <a:cubicBezTo>
                    <a:pt x="0" y="1125"/>
                    <a:pt x="31" y="1277"/>
                    <a:pt x="122" y="1368"/>
                  </a:cubicBezTo>
                  <a:cubicBezTo>
                    <a:pt x="243" y="1459"/>
                    <a:pt x="335" y="1550"/>
                    <a:pt x="487" y="1550"/>
                  </a:cubicBezTo>
                  <a:lnTo>
                    <a:pt x="791" y="1550"/>
                  </a:lnTo>
                  <a:cubicBezTo>
                    <a:pt x="1064" y="1520"/>
                    <a:pt x="1307" y="1429"/>
                    <a:pt x="1490" y="1155"/>
                  </a:cubicBezTo>
                  <a:cubicBezTo>
                    <a:pt x="1672" y="943"/>
                    <a:pt x="1702" y="639"/>
                    <a:pt x="1642" y="365"/>
                  </a:cubicBezTo>
                  <a:cubicBezTo>
                    <a:pt x="1550" y="213"/>
                    <a:pt x="1490" y="31"/>
                    <a:pt x="127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649" name="Google Shape;8649;p83"/>
          <p:cNvSpPr/>
          <p:nvPr/>
        </p:nvSpPr>
        <p:spPr>
          <a:xfrm>
            <a:off x="1020105" y="717967"/>
            <a:ext cx="869002" cy="219166"/>
          </a:xfrm>
          <a:custGeom>
            <a:rect b="b" l="l" r="r" t="t"/>
            <a:pathLst>
              <a:path extrusionOk="0" h="2740" w="10870">
                <a:moveTo>
                  <a:pt x="6002" y="0"/>
                </a:moveTo>
                <a:cubicBezTo>
                  <a:pt x="5393" y="0"/>
                  <a:pt x="4863" y="301"/>
                  <a:pt x="4456" y="1068"/>
                </a:cubicBezTo>
                <a:cubicBezTo>
                  <a:pt x="3326" y="733"/>
                  <a:pt x="2475" y="593"/>
                  <a:pt x="1841" y="593"/>
                </a:cubicBezTo>
                <a:cubicBezTo>
                  <a:pt x="57" y="593"/>
                  <a:pt x="1" y="1708"/>
                  <a:pt x="292" y="2739"/>
                </a:cubicBezTo>
                <a:lnTo>
                  <a:pt x="10870" y="2739"/>
                </a:lnTo>
                <a:cubicBezTo>
                  <a:pt x="9199" y="1576"/>
                  <a:pt x="7395" y="0"/>
                  <a:pt x="6002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50" name="Google Shape;8650;p83"/>
          <p:cNvSpPr/>
          <p:nvPr/>
        </p:nvSpPr>
        <p:spPr>
          <a:xfrm>
            <a:off x="1141109" y="98050"/>
            <a:ext cx="627009" cy="570231"/>
          </a:xfrm>
          <a:custGeom>
            <a:rect b="b" l="l" r="r" t="t"/>
            <a:pathLst>
              <a:path extrusionOk="0" h="7129" w="7843">
                <a:moveTo>
                  <a:pt x="3921" y="1"/>
                </a:moveTo>
                <a:cubicBezTo>
                  <a:pt x="3010" y="1"/>
                  <a:pt x="2098" y="343"/>
                  <a:pt x="1399" y="1027"/>
                </a:cubicBezTo>
                <a:cubicBezTo>
                  <a:pt x="0" y="2425"/>
                  <a:pt x="0" y="4705"/>
                  <a:pt x="1399" y="6103"/>
                </a:cubicBezTo>
                <a:cubicBezTo>
                  <a:pt x="2098" y="6787"/>
                  <a:pt x="3010" y="7129"/>
                  <a:pt x="3921" y="7129"/>
                </a:cubicBezTo>
                <a:cubicBezTo>
                  <a:pt x="4833" y="7129"/>
                  <a:pt x="5745" y="6787"/>
                  <a:pt x="6444" y="6103"/>
                </a:cubicBezTo>
                <a:cubicBezTo>
                  <a:pt x="7843" y="4705"/>
                  <a:pt x="7843" y="2425"/>
                  <a:pt x="6444" y="1027"/>
                </a:cubicBezTo>
                <a:cubicBezTo>
                  <a:pt x="5745" y="343"/>
                  <a:pt x="4833" y="1"/>
                  <a:pt x="3921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51" name="Google Shape;8651;p83"/>
          <p:cNvSpPr/>
          <p:nvPr/>
        </p:nvSpPr>
        <p:spPr>
          <a:xfrm>
            <a:off x="662756" y="325854"/>
            <a:ext cx="1851686" cy="342426"/>
          </a:xfrm>
          <a:custGeom>
            <a:rect b="b" l="l" r="r" t="t"/>
            <a:pathLst>
              <a:path extrusionOk="0" h="4281" w="23162">
                <a:moveTo>
                  <a:pt x="12634" y="0"/>
                </a:moveTo>
                <a:cubicBezTo>
                  <a:pt x="11685" y="0"/>
                  <a:pt x="10826" y="596"/>
                  <a:pt x="10153" y="1849"/>
                </a:cubicBezTo>
                <a:cubicBezTo>
                  <a:pt x="8810" y="1477"/>
                  <a:pt x="7539" y="1314"/>
                  <a:pt x="6378" y="1314"/>
                </a:cubicBezTo>
                <a:cubicBezTo>
                  <a:pt x="2992" y="1314"/>
                  <a:pt x="544" y="2696"/>
                  <a:pt x="0" y="4281"/>
                </a:cubicBezTo>
                <a:lnTo>
                  <a:pt x="23162" y="4281"/>
                </a:lnTo>
                <a:cubicBezTo>
                  <a:pt x="22864" y="3777"/>
                  <a:pt x="20924" y="2045"/>
                  <a:pt x="18685" y="2045"/>
                </a:cubicBezTo>
                <a:cubicBezTo>
                  <a:pt x="17954" y="2045"/>
                  <a:pt x="17192" y="2229"/>
                  <a:pt x="16445" y="2700"/>
                </a:cubicBezTo>
                <a:cubicBezTo>
                  <a:pt x="15158" y="940"/>
                  <a:pt x="13825" y="0"/>
                  <a:pt x="12634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52" name="Google Shape;8652;p83"/>
          <p:cNvSpPr/>
          <p:nvPr/>
        </p:nvSpPr>
        <p:spPr>
          <a:xfrm>
            <a:off x="82443" y="770125"/>
            <a:ext cx="1268528" cy="397218"/>
          </a:xfrm>
          <a:custGeom>
            <a:rect b="b" l="l" r="r" t="t"/>
            <a:pathLst>
              <a:path extrusionOk="0" h="4966" w="15868">
                <a:moveTo>
                  <a:pt x="8631" y="0"/>
                </a:moveTo>
                <a:cubicBezTo>
                  <a:pt x="7980" y="0"/>
                  <a:pt x="7390" y="698"/>
                  <a:pt x="6931" y="2169"/>
                </a:cubicBezTo>
                <a:cubicBezTo>
                  <a:pt x="6004" y="1729"/>
                  <a:pt x="5127" y="1537"/>
                  <a:pt x="4328" y="1537"/>
                </a:cubicBezTo>
                <a:cubicBezTo>
                  <a:pt x="2037" y="1537"/>
                  <a:pt x="384" y="3117"/>
                  <a:pt x="1" y="4965"/>
                </a:cubicBezTo>
                <a:lnTo>
                  <a:pt x="15867" y="4965"/>
                </a:lnTo>
                <a:cubicBezTo>
                  <a:pt x="15662" y="4348"/>
                  <a:pt x="14323" y="2375"/>
                  <a:pt x="12780" y="2375"/>
                </a:cubicBezTo>
                <a:cubicBezTo>
                  <a:pt x="12270" y="2375"/>
                  <a:pt x="11738" y="2590"/>
                  <a:pt x="11217" y="3141"/>
                </a:cubicBezTo>
                <a:cubicBezTo>
                  <a:pt x="10355" y="1096"/>
                  <a:pt x="9445" y="0"/>
                  <a:pt x="8631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53" name="Google Shape;8653;p83"/>
          <p:cNvSpPr/>
          <p:nvPr/>
        </p:nvSpPr>
        <p:spPr>
          <a:xfrm rot="300157">
            <a:off x="7438521" y="120068"/>
            <a:ext cx="1517962" cy="1242774"/>
          </a:xfrm>
          <a:custGeom>
            <a:rect b="b" l="l" r="r" t="t"/>
            <a:pathLst>
              <a:path extrusionOk="0" h="21091" w="21061">
                <a:moveTo>
                  <a:pt x="10632" y="3983"/>
                </a:moveTo>
                <a:lnTo>
                  <a:pt x="14036" y="8912"/>
                </a:lnTo>
                <a:cubicBezTo>
                  <a:pt x="13871" y="9122"/>
                  <a:pt x="13728" y="9363"/>
                  <a:pt x="13638" y="9618"/>
                </a:cubicBezTo>
                <a:lnTo>
                  <a:pt x="7417" y="9618"/>
                </a:lnTo>
                <a:cubicBezTo>
                  <a:pt x="7394" y="9580"/>
                  <a:pt x="7387" y="9535"/>
                  <a:pt x="7372" y="9498"/>
                </a:cubicBezTo>
                <a:cubicBezTo>
                  <a:pt x="7372" y="9483"/>
                  <a:pt x="7364" y="9475"/>
                  <a:pt x="7364" y="9468"/>
                </a:cubicBezTo>
                <a:cubicBezTo>
                  <a:pt x="7341" y="9408"/>
                  <a:pt x="7311" y="9363"/>
                  <a:pt x="7274" y="9295"/>
                </a:cubicBezTo>
                <a:lnTo>
                  <a:pt x="7259" y="9257"/>
                </a:lnTo>
                <a:cubicBezTo>
                  <a:pt x="7221" y="9197"/>
                  <a:pt x="7191" y="9137"/>
                  <a:pt x="7154" y="9092"/>
                </a:cubicBezTo>
                <a:cubicBezTo>
                  <a:pt x="7146" y="9085"/>
                  <a:pt x="7146" y="9070"/>
                  <a:pt x="7131" y="9070"/>
                </a:cubicBezTo>
                <a:cubicBezTo>
                  <a:pt x="7109" y="9024"/>
                  <a:pt x="7071" y="8979"/>
                  <a:pt x="7018" y="8934"/>
                </a:cubicBezTo>
                <a:cubicBezTo>
                  <a:pt x="7018" y="8919"/>
                  <a:pt x="7011" y="8919"/>
                  <a:pt x="7011" y="8912"/>
                </a:cubicBezTo>
                <a:lnTo>
                  <a:pt x="10422" y="3983"/>
                </a:lnTo>
                <a:close/>
                <a:moveTo>
                  <a:pt x="10535" y="1"/>
                </a:moveTo>
                <a:cubicBezTo>
                  <a:pt x="9438" y="1"/>
                  <a:pt x="8544" y="895"/>
                  <a:pt x="8544" y="1992"/>
                </a:cubicBezTo>
                <a:cubicBezTo>
                  <a:pt x="8544" y="2225"/>
                  <a:pt x="8581" y="2443"/>
                  <a:pt x="8656" y="2661"/>
                </a:cubicBezTo>
                <a:lnTo>
                  <a:pt x="4922" y="8055"/>
                </a:lnTo>
                <a:cubicBezTo>
                  <a:pt x="4006" y="8160"/>
                  <a:pt x="3254" y="8769"/>
                  <a:pt x="2954" y="9618"/>
                </a:cubicBezTo>
                <a:lnTo>
                  <a:pt x="2428" y="9618"/>
                </a:lnTo>
                <a:cubicBezTo>
                  <a:pt x="1090" y="9618"/>
                  <a:pt x="1" y="10707"/>
                  <a:pt x="1" y="12052"/>
                </a:cubicBezTo>
                <a:lnTo>
                  <a:pt x="1" y="18664"/>
                </a:lnTo>
                <a:cubicBezTo>
                  <a:pt x="1" y="20001"/>
                  <a:pt x="1090" y="21091"/>
                  <a:pt x="2428" y="21091"/>
                </a:cubicBezTo>
                <a:lnTo>
                  <a:pt x="18634" y="21091"/>
                </a:lnTo>
                <a:cubicBezTo>
                  <a:pt x="19972" y="21091"/>
                  <a:pt x="21061" y="20001"/>
                  <a:pt x="21061" y="18664"/>
                </a:cubicBezTo>
                <a:lnTo>
                  <a:pt x="21061" y="12052"/>
                </a:lnTo>
                <a:cubicBezTo>
                  <a:pt x="21061" y="10707"/>
                  <a:pt x="19972" y="9618"/>
                  <a:pt x="18642" y="9618"/>
                </a:cubicBezTo>
                <a:lnTo>
                  <a:pt x="18116" y="9618"/>
                </a:lnTo>
                <a:cubicBezTo>
                  <a:pt x="17815" y="8769"/>
                  <a:pt x="17064" y="8160"/>
                  <a:pt x="16155" y="8055"/>
                </a:cubicBezTo>
                <a:lnTo>
                  <a:pt x="13240" y="3840"/>
                </a:lnTo>
                <a:cubicBezTo>
                  <a:pt x="13232" y="3833"/>
                  <a:pt x="13232" y="3825"/>
                  <a:pt x="13217" y="3825"/>
                </a:cubicBezTo>
                <a:lnTo>
                  <a:pt x="12413" y="2661"/>
                </a:lnTo>
                <a:cubicBezTo>
                  <a:pt x="12488" y="2443"/>
                  <a:pt x="12526" y="2217"/>
                  <a:pt x="12526" y="1992"/>
                </a:cubicBezTo>
                <a:cubicBezTo>
                  <a:pt x="12526" y="895"/>
                  <a:pt x="11632" y="1"/>
                  <a:pt x="10535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  <a:effectLst>
            <a:outerShdw blurRad="57150" rotWithShape="0" algn="bl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654" name="Google Shape;8654;p83"/>
          <p:cNvGrpSpPr/>
          <p:nvPr/>
        </p:nvGrpSpPr>
        <p:grpSpPr>
          <a:xfrm rot="300406">
            <a:off x="7497202" y="156941"/>
            <a:ext cx="1400592" cy="1169020"/>
            <a:chOff x="2747600" y="3640950"/>
            <a:chExt cx="391275" cy="392025"/>
          </a:xfrm>
        </p:grpSpPr>
        <p:sp>
          <p:nvSpPr>
            <p:cNvPr id="8655" name="Google Shape;8655;p83"/>
            <p:cNvSpPr/>
            <p:nvPr/>
          </p:nvSpPr>
          <p:spPr>
            <a:xfrm>
              <a:off x="2803950" y="3802100"/>
              <a:ext cx="64825" cy="64825"/>
            </a:xfrm>
            <a:custGeom>
              <a:rect b="b" l="l" r="r" t="t"/>
              <a:pathLst>
                <a:path extrusionOk="0" h="2593" w="2593">
                  <a:moveTo>
                    <a:pt x="1292" y="564"/>
                  </a:moveTo>
                  <a:cubicBezTo>
                    <a:pt x="1698" y="564"/>
                    <a:pt x="2029" y="895"/>
                    <a:pt x="2021" y="1286"/>
                  </a:cubicBezTo>
                  <a:cubicBezTo>
                    <a:pt x="2021" y="1684"/>
                    <a:pt x="1691" y="2007"/>
                    <a:pt x="1292" y="2007"/>
                  </a:cubicBezTo>
                  <a:cubicBezTo>
                    <a:pt x="902" y="2007"/>
                    <a:pt x="571" y="1691"/>
                    <a:pt x="571" y="1286"/>
                  </a:cubicBezTo>
                  <a:cubicBezTo>
                    <a:pt x="571" y="895"/>
                    <a:pt x="894" y="564"/>
                    <a:pt x="1292" y="564"/>
                  </a:cubicBezTo>
                  <a:close/>
                  <a:moveTo>
                    <a:pt x="1292" y="1"/>
                  </a:moveTo>
                  <a:cubicBezTo>
                    <a:pt x="586" y="1"/>
                    <a:pt x="0" y="579"/>
                    <a:pt x="0" y="1293"/>
                  </a:cubicBezTo>
                  <a:cubicBezTo>
                    <a:pt x="0" y="2007"/>
                    <a:pt x="586" y="2593"/>
                    <a:pt x="1292" y="2593"/>
                  </a:cubicBezTo>
                  <a:cubicBezTo>
                    <a:pt x="2021" y="2593"/>
                    <a:pt x="2592" y="2007"/>
                    <a:pt x="2592" y="1293"/>
                  </a:cubicBezTo>
                  <a:cubicBezTo>
                    <a:pt x="2592" y="579"/>
                    <a:pt x="2006" y="1"/>
                    <a:pt x="129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56" name="Google Shape;8656;p83"/>
            <p:cNvSpPr/>
            <p:nvPr/>
          </p:nvSpPr>
          <p:spPr>
            <a:xfrm>
              <a:off x="3017700" y="3802100"/>
              <a:ext cx="64650" cy="64825"/>
            </a:xfrm>
            <a:custGeom>
              <a:rect b="b" l="l" r="r" t="t"/>
              <a:pathLst>
                <a:path extrusionOk="0" h="2593" w="2586">
                  <a:moveTo>
                    <a:pt x="1293" y="564"/>
                  </a:moveTo>
                  <a:cubicBezTo>
                    <a:pt x="1698" y="564"/>
                    <a:pt x="2029" y="895"/>
                    <a:pt x="2014" y="1286"/>
                  </a:cubicBezTo>
                  <a:cubicBezTo>
                    <a:pt x="2014" y="1684"/>
                    <a:pt x="1698" y="2007"/>
                    <a:pt x="1293" y="2007"/>
                  </a:cubicBezTo>
                  <a:cubicBezTo>
                    <a:pt x="895" y="2007"/>
                    <a:pt x="571" y="1691"/>
                    <a:pt x="571" y="1286"/>
                  </a:cubicBezTo>
                  <a:cubicBezTo>
                    <a:pt x="571" y="895"/>
                    <a:pt x="887" y="564"/>
                    <a:pt x="1293" y="564"/>
                  </a:cubicBezTo>
                  <a:close/>
                  <a:moveTo>
                    <a:pt x="1293" y="1"/>
                  </a:moveTo>
                  <a:cubicBezTo>
                    <a:pt x="579" y="1"/>
                    <a:pt x="0" y="579"/>
                    <a:pt x="0" y="1293"/>
                  </a:cubicBezTo>
                  <a:cubicBezTo>
                    <a:pt x="0" y="2007"/>
                    <a:pt x="579" y="2593"/>
                    <a:pt x="1293" y="2593"/>
                  </a:cubicBezTo>
                  <a:cubicBezTo>
                    <a:pt x="2014" y="2593"/>
                    <a:pt x="2585" y="2007"/>
                    <a:pt x="2585" y="1293"/>
                  </a:cubicBezTo>
                  <a:cubicBezTo>
                    <a:pt x="2585" y="579"/>
                    <a:pt x="2007" y="1"/>
                    <a:pt x="129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57" name="Google Shape;8657;p83"/>
            <p:cNvSpPr/>
            <p:nvPr/>
          </p:nvSpPr>
          <p:spPr>
            <a:xfrm>
              <a:off x="3033300" y="3801925"/>
              <a:ext cx="49225" cy="41900"/>
            </a:xfrm>
            <a:custGeom>
              <a:rect b="b" l="l" r="r" t="t"/>
              <a:pathLst>
                <a:path extrusionOk="0" h="1676" w="1969">
                  <a:moveTo>
                    <a:pt x="564" y="0"/>
                  </a:moveTo>
                  <a:cubicBezTo>
                    <a:pt x="361" y="8"/>
                    <a:pt x="173" y="75"/>
                    <a:pt x="0" y="173"/>
                  </a:cubicBezTo>
                  <a:lnTo>
                    <a:pt x="331" y="646"/>
                  </a:lnTo>
                  <a:cubicBezTo>
                    <a:pt x="436" y="586"/>
                    <a:pt x="556" y="564"/>
                    <a:pt x="676" y="564"/>
                  </a:cubicBezTo>
                  <a:cubicBezTo>
                    <a:pt x="766" y="564"/>
                    <a:pt x="849" y="579"/>
                    <a:pt x="924" y="609"/>
                  </a:cubicBezTo>
                  <a:cubicBezTo>
                    <a:pt x="1202" y="714"/>
                    <a:pt x="1405" y="984"/>
                    <a:pt x="1405" y="1293"/>
                  </a:cubicBezTo>
                  <a:cubicBezTo>
                    <a:pt x="1405" y="1435"/>
                    <a:pt x="1352" y="1563"/>
                    <a:pt x="1292" y="1676"/>
                  </a:cubicBezTo>
                  <a:lnTo>
                    <a:pt x="1908" y="1676"/>
                  </a:lnTo>
                  <a:cubicBezTo>
                    <a:pt x="1939" y="1593"/>
                    <a:pt x="1954" y="1503"/>
                    <a:pt x="1969" y="1405"/>
                  </a:cubicBezTo>
                  <a:lnTo>
                    <a:pt x="564" y="0"/>
                  </a:lnTo>
                  <a:close/>
                </a:path>
              </a:pathLst>
            </a:custGeom>
            <a:solidFill>
              <a:srgbClr val="000000">
                <a:alpha val="148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58" name="Google Shape;8658;p83"/>
            <p:cNvSpPr/>
            <p:nvPr/>
          </p:nvSpPr>
          <p:spPr>
            <a:xfrm>
              <a:off x="2844700" y="3806800"/>
              <a:ext cx="24075" cy="37225"/>
            </a:xfrm>
            <a:custGeom>
              <a:rect b="b" l="l" r="r" t="t"/>
              <a:pathLst>
                <a:path extrusionOk="0" h="1489" w="963">
                  <a:moveTo>
                    <a:pt x="331" y="1"/>
                  </a:moveTo>
                  <a:lnTo>
                    <a:pt x="1" y="466"/>
                  </a:lnTo>
                  <a:cubicBezTo>
                    <a:pt x="241" y="587"/>
                    <a:pt x="399" y="827"/>
                    <a:pt x="399" y="1105"/>
                  </a:cubicBezTo>
                  <a:cubicBezTo>
                    <a:pt x="399" y="1248"/>
                    <a:pt x="361" y="1383"/>
                    <a:pt x="286" y="1488"/>
                  </a:cubicBezTo>
                  <a:lnTo>
                    <a:pt x="910" y="1488"/>
                  </a:lnTo>
                  <a:cubicBezTo>
                    <a:pt x="947" y="1368"/>
                    <a:pt x="962" y="1248"/>
                    <a:pt x="962" y="1105"/>
                  </a:cubicBezTo>
                  <a:cubicBezTo>
                    <a:pt x="962" y="639"/>
                    <a:pt x="707" y="226"/>
                    <a:pt x="331" y="1"/>
                  </a:cubicBezTo>
                  <a:close/>
                </a:path>
              </a:pathLst>
            </a:custGeom>
            <a:solidFill>
              <a:srgbClr val="000000">
                <a:alpha val="148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59" name="Google Shape;8659;p83"/>
            <p:cNvSpPr/>
            <p:nvPr/>
          </p:nvSpPr>
          <p:spPr>
            <a:xfrm>
              <a:off x="2747600" y="3833475"/>
              <a:ext cx="391275" cy="199500"/>
            </a:xfrm>
            <a:custGeom>
              <a:rect b="b" l="l" r="r" t="t"/>
              <a:pathLst>
                <a:path extrusionOk="0" h="7980" w="15651">
                  <a:moveTo>
                    <a:pt x="1345" y="0"/>
                  </a:moveTo>
                  <a:cubicBezTo>
                    <a:pt x="601" y="0"/>
                    <a:pt x="0" y="602"/>
                    <a:pt x="0" y="1345"/>
                  </a:cubicBezTo>
                  <a:lnTo>
                    <a:pt x="0" y="6635"/>
                  </a:lnTo>
                  <a:cubicBezTo>
                    <a:pt x="0" y="7371"/>
                    <a:pt x="601" y="7980"/>
                    <a:pt x="1345" y="7980"/>
                  </a:cubicBezTo>
                  <a:lnTo>
                    <a:pt x="14306" y="7980"/>
                  </a:lnTo>
                  <a:cubicBezTo>
                    <a:pt x="15050" y="7980"/>
                    <a:pt x="15651" y="7379"/>
                    <a:pt x="15643" y="6635"/>
                  </a:cubicBezTo>
                  <a:lnTo>
                    <a:pt x="15643" y="1345"/>
                  </a:lnTo>
                  <a:cubicBezTo>
                    <a:pt x="15643" y="602"/>
                    <a:pt x="15050" y="0"/>
                    <a:pt x="1430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60" name="Google Shape;8660;p83"/>
            <p:cNvSpPr/>
            <p:nvPr/>
          </p:nvSpPr>
          <p:spPr>
            <a:xfrm>
              <a:off x="2769200" y="3855825"/>
              <a:ext cx="348075" cy="154625"/>
            </a:xfrm>
            <a:custGeom>
              <a:rect b="b" l="l" r="r" t="t"/>
              <a:pathLst>
                <a:path extrusionOk="0" h="6185" w="13923">
                  <a:moveTo>
                    <a:pt x="631" y="1"/>
                  </a:moveTo>
                  <a:cubicBezTo>
                    <a:pt x="286" y="1"/>
                    <a:pt x="0" y="286"/>
                    <a:pt x="0" y="632"/>
                  </a:cubicBezTo>
                  <a:lnTo>
                    <a:pt x="0" y="5553"/>
                  </a:lnTo>
                  <a:cubicBezTo>
                    <a:pt x="0" y="5899"/>
                    <a:pt x="286" y="6184"/>
                    <a:pt x="631" y="6184"/>
                  </a:cubicBezTo>
                  <a:lnTo>
                    <a:pt x="13291" y="6184"/>
                  </a:lnTo>
                  <a:cubicBezTo>
                    <a:pt x="13637" y="6184"/>
                    <a:pt x="13923" y="5899"/>
                    <a:pt x="13923" y="5553"/>
                  </a:cubicBezTo>
                  <a:lnTo>
                    <a:pt x="13923" y="632"/>
                  </a:lnTo>
                  <a:cubicBezTo>
                    <a:pt x="13923" y="286"/>
                    <a:pt x="13637" y="1"/>
                    <a:pt x="13291" y="1"/>
                  </a:cubicBezTo>
                  <a:close/>
                </a:path>
              </a:pathLst>
            </a:custGeom>
            <a:solidFill>
              <a:srgbClr val="000000">
                <a:alpha val="148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61" name="Google Shape;8661;p83"/>
            <p:cNvSpPr/>
            <p:nvPr/>
          </p:nvSpPr>
          <p:spPr>
            <a:xfrm>
              <a:off x="2829300" y="3651650"/>
              <a:ext cx="228050" cy="172525"/>
            </a:xfrm>
            <a:custGeom>
              <a:rect b="b" l="l" r="r" t="t"/>
              <a:pathLst>
                <a:path extrusionOk="0" h="6901" w="9122">
                  <a:moveTo>
                    <a:pt x="4554" y="1"/>
                  </a:moveTo>
                  <a:lnTo>
                    <a:pt x="83" y="6462"/>
                  </a:lnTo>
                  <a:cubicBezTo>
                    <a:pt x="0" y="6582"/>
                    <a:pt x="31" y="6763"/>
                    <a:pt x="158" y="6853"/>
                  </a:cubicBezTo>
                  <a:cubicBezTo>
                    <a:pt x="208" y="6885"/>
                    <a:pt x="264" y="6901"/>
                    <a:pt x="320" y="6901"/>
                  </a:cubicBezTo>
                  <a:cubicBezTo>
                    <a:pt x="409" y="6901"/>
                    <a:pt x="497" y="6860"/>
                    <a:pt x="556" y="6778"/>
                  </a:cubicBezTo>
                  <a:lnTo>
                    <a:pt x="4554" y="992"/>
                  </a:lnTo>
                  <a:lnTo>
                    <a:pt x="8558" y="6778"/>
                  </a:lnTo>
                  <a:cubicBezTo>
                    <a:pt x="8611" y="6853"/>
                    <a:pt x="8701" y="6898"/>
                    <a:pt x="8791" y="6898"/>
                  </a:cubicBezTo>
                  <a:cubicBezTo>
                    <a:pt x="8851" y="6898"/>
                    <a:pt x="8904" y="6883"/>
                    <a:pt x="8949" y="6853"/>
                  </a:cubicBezTo>
                  <a:cubicBezTo>
                    <a:pt x="9084" y="6770"/>
                    <a:pt x="9122" y="6590"/>
                    <a:pt x="9024" y="6462"/>
                  </a:cubicBezTo>
                  <a:lnTo>
                    <a:pt x="455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62" name="Google Shape;8662;p83"/>
            <p:cNvSpPr/>
            <p:nvPr/>
          </p:nvSpPr>
          <p:spPr>
            <a:xfrm>
              <a:off x="2934500" y="3651275"/>
              <a:ext cx="49975" cy="70075"/>
            </a:xfrm>
            <a:custGeom>
              <a:rect b="b" l="l" r="r" t="t"/>
              <a:pathLst>
                <a:path extrusionOk="0" h="2803" w="1999">
                  <a:moveTo>
                    <a:pt x="346" y="0"/>
                  </a:moveTo>
                  <a:lnTo>
                    <a:pt x="0" y="511"/>
                  </a:lnTo>
                  <a:lnTo>
                    <a:pt x="346" y="1015"/>
                  </a:lnTo>
                  <a:lnTo>
                    <a:pt x="346" y="1007"/>
                  </a:lnTo>
                  <a:lnTo>
                    <a:pt x="1600" y="2803"/>
                  </a:lnTo>
                  <a:lnTo>
                    <a:pt x="1999" y="2390"/>
                  </a:lnTo>
                  <a:lnTo>
                    <a:pt x="346" y="0"/>
                  </a:lnTo>
                  <a:close/>
                </a:path>
              </a:pathLst>
            </a:custGeom>
            <a:solidFill>
              <a:srgbClr val="000000">
                <a:alpha val="148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63" name="Google Shape;8663;p83"/>
            <p:cNvSpPr/>
            <p:nvPr/>
          </p:nvSpPr>
          <p:spPr>
            <a:xfrm>
              <a:off x="2918325" y="3640950"/>
              <a:ext cx="49800" cy="49800"/>
            </a:xfrm>
            <a:custGeom>
              <a:rect b="b" l="l" r="r" t="t"/>
              <a:pathLst>
                <a:path extrusionOk="0" h="1992" w="1992">
                  <a:moveTo>
                    <a:pt x="993" y="0"/>
                  </a:moveTo>
                  <a:cubicBezTo>
                    <a:pt x="452" y="0"/>
                    <a:pt x="8" y="444"/>
                    <a:pt x="1" y="1000"/>
                  </a:cubicBezTo>
                  <a:cubicBezTo>
                    <a:pt x="1" y="1548"/>
                    <a:pt x="452" y="1991"/>
                    <a:pt x="993" y="1991"/>
                  </a:cubicBezTo>
                  <a:cubicBezTo>
                    <a:pt x="1549" y="1991"/>
                    <a:pt x="1992" y="1540"/>
                    <a:pt x="1992" y="1000"/>
                  </a:cubicBezTo>
                  <a:cubicBezTo>
                    <a:pt x="1992" y="444"/>
                    <a:pt x="1541" y="0"/>
                    <a:pt x="99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64" name="Google Shape;8664;p83"/>
            <p:cNvSpPr/>
            <p:nvPr/>
          </p:nvSpPr>
          <p:spPr>
            <a:xfrm>
              <a:off x="2926225" y="3648825"/>
              <a:ext cx="34200" cy="33850"/>
            </a:xfrm>
            <a:custGeom>
              <a:rect b="b" l="l" r="r" t="t"/>
              <a:pathLst>
                <a:path extrusionOk="0" h="1354" w="1368">
                  <a:moveTo>
                    <a:pt x="677" y="1"/>
                  </a:moveTo>
                  <a:cubicBezTo>
                    <a:pt x="586" y="1"/>
                    <a:pt x="519" y="76"/>
                    <a:pt x="519" y="159"/>
                  </a:cubicBezTo>
                  <a:lnTo>
                    <a:pt x="519" y="512"/>
                  </a:lnTo>
                  <a:lnTo>
                    <a:pt x="158" y="512"/>
                  </a:lnTo>
                  <a:cubicBezTo>
                    <a:pt x="68" y="512"/>
                    <a:pt x="0" y="587"/>
                    <a:pt x="0" y="677"/>
                  </a:cubicBezTo>
                  <a:cubicBezTo>
                    <a:pt x="0" y="767"/>
                    <a:pt x="76" y="835"/>
                    <a:pt x="173" y="835"/>
                  </a:cubicBezTo>
                  <a:lnTo>
                    <a:pt x="526" y="835"/>
                  </a:lnTo>
                  <a:lnTo>
                    <a:pt x="526" y="1188"/>
                  </a:lnTo>
                  <a:cubicBezTo>
                    <a:pt x="526" y="1286"/>
                    <a:pt x="601" y="1353"/>
                    <a:pt x="684" y="1353"/>
                  </a:cubicBezTo>
                  <a:cubicBezTo>
                    <a:pt x="782" y="1353"/>
                    <a:pt x="849" y="1278"/>
                    <a:pt x="849" y="1180"/>
                  </a:cubicBezTo>
                  <a:lnTo>
                    <a:pt x="849" y="827"/>
                  </a:lnTo>
                  <a:lnTo>
                    <a:pt x="1203" y="827"/>
                  </a:lnTo>
                  <a:cubicBezTo>
                    <a:pt x="1300" y="827"/>
                    <a:pt x="1360" y="752"/>
                    <a:pt x="1360" y="662"/>
                  </a:cubicBezTo>
                  <a:cubicBezTo>
                    <a:pt x="1368" y="587"/>
                    <a:pt x="1285" y="512"/>
                    <a:pt x="1195" y="512"/>
                  </a:cubicBezTo>
                  <a:lnTo>
                    <a:pt x="842" y="512"/>
                  </a:lnTo>
                  <a:lnTo>
                    <a:pt x="842" y="159"/>
                  </a:lnTo>
                  <a:cubicBezTo>
                    <a:pt x="842" y="61"/>
                    <a:pt x="767" y="1"/>
                    <a:pt x="6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65" name="Google Shape;8665;p83"/>
            <p:cNvSpPr/>
            <p:nvPr/>
          </p:nvSpPr>
          <p:spPr>
            <a:xfrm>
              <a:off x="2795675" y="3881750"/>
              <a:ext cx="64450" cy="105575"/>
            </a:xfrm>
            <a:custGeom>
              <a:rect b="b" l="l" r="r" t="t"/>
              <a:pathLst>
                <a:path extrusionOk="0" h="4223" w="2578">
                  <a:moveTo>
                    <a:pt x="1436" y="0"/>
                  </a:moveTo>
                  <a:cubicBezTo>
                    <a:pt x="1278" y="0"/>
                    <a:pt x="1128" y="23"/>
                    <a:pt x="977" y="53"/>
                  </a:cubicBezTo>
                  <a:cubicBezTo>
                    <a:pt x="827" y="83"/>
                    <a:pt x="684" y="151"/>
                    <a:pt x="557" y="226"/>
                  </a:cubicBezTo>
                  <a:cubicBezTo>
                    <a:pt x="421" y="301"/>
                    <a:pt x="309" y="414"/>
                    <a:pt x="234" y="564"/>
                  </a:cubicBezTo>
                  <a:cubicBezTo>
                    <a:pt x="158" y="714"/>
                    <a:pt x="121" y="887"/>
                    <a:pt x="121" y="1090"/>
                  </a:cubicBezTo>
                  <a:cubicBezTo>
                    <a:pt x="121" y="1338"/>
                    <a:pt x="181" y="1548"/>
                    <a:pt x="309" y="1713"/>
                  </a:cubicBezTo>
                  <a:cubicBezTo>
                    <a:pt x="436" y="1886"/>
                    <a:pt x="594" y="2006"/>
                    <a:pt x="774" y="2089"/>
                  </a:cubicBezTo>
                  <a:cubicBezTo>
                    <a:pt x="962" y="2179"/>
                    <a:pt x="1135" y="2254"/>
                    <a:pt x="1315" y="2330"/>
                  </a:cubicBezTo>
                  <a:cubicBezTo>
                    <a:pt x="1496" y="2405"/>
                    <a:pt x="1654" y="2495"/>
                    <a:pt x="1774" y="2615"/>
                  </a:cubicBezTo>
                  <a:cubicBezTo>
                    <a:pt x="1901" y="2743"/>
                    <a:pt x="1962" y="2893"/>
                    <a:pt x="1962" y="3081"/>
                  </a:cubicBezTo>
                  <a:cubicBezTo>
                    <a:pt x="1962" y="3276"/>
                    <a:pt x="1901" y="3426"/>
                    <a:pt x="1766" y="3532"/>
                  </a:cubicBezTo>
                  <a:cubicBezTo>
                    <a:pt x="1639" y="3629"/>
                    <a:pt x="1458" y="3682"/>
                    <a:pt x="1240" y="3682"/>
                  </a:cubicBezTo>
                  <a:cubicBezTo>
                    <a:pt x="1090" y="3682"/>
                    <a:pt x="962" y="3652"/>
                    <a:pt x="850" y="3607"/>
                  </a:cubicBezTo>
                  <a:cubicBezTo>
                    <a:pt x="729" y="3554"/>
                    <a:pt x="639" y="3502"/>
                    <a:pt x="587" y="3442"/>
                  </a:cubicBezTo>
                  <a:cubicBezTo>
                    <a:pt x="519" y="3389"/>
                    <a:pt x="459" y="3329"/>
                    <a:pt x="406" y="3284"/>
                  </a:cubicBezTo>
                  <a:cubicBezTo>
                    <a:pt x="354" y="3239"/>
                    <a:pt x="294" y="3209"/>
                    <a:pt x="256" y="3209"/>
                  </a:cubicBezTo>
                  <a:cubicBezTo>
                    <a:pt x="188" y="3209"/>
                    <a:pt x="136" y="3246"/>
                    <a:pt x="76" y="3321"/>
                  </a:cubicBezTo>
                  <a:cubicBezTo>
                    <a:pt x="31" y="3396"/>
                    <a:pt x="1" y="3464"/>
                    <a:pt x="1" y="3539"/>
                  </a:cubicBezTo>
                  <a:cubicBezTo>
                    <a:pt x="1" y="3697"/>
                    <a:pt x="121" y="3847"/>
                    <a:pt x="391" y="4005"/>
                  </a:cubicBezTo>
                  <a:cubicBezTo>
                    <a:pt x="632" y="4148"/>
                    <a:pt x="932" y="4223"/>
                    <a:pt x="1278" y="4223"/>
                  </a:cubicBezTo>
                  <a:cubicBezTo>
                    <a:pt x="1669" y="4223"/>
                    <a:pt x="1984" y="4118"/>
                    <a:pt x="2217" y="3915"/>
                  </a:cubicBezTo>
                  <a:cubicBezTo>
                    <a:pt x="2457" y="3704"/>
                    <a:pt x="2578" y="3404"/>
                    <a:pt x="2578" y="3013"/>
                  </a:cubicBezTo>
                  <a:cubicBezTo>
                    <a:pt x="2578" y="2803"/>
                    <a:pt x="2540" y="2630"/>
                    <a:pt x="2473" y="2465"/>
                  </a:cubicBezTo>
                  <a:cubicBezTo>
                    <a:pt x="2405" y="2315"/>
                    <a:pt x="2322" y="2194"/>
                    <a:pt x="2210" y="2104"/>
                  </a:cubicBezTo>
                  <a:cubicBezTo>
                    <a:pt x="2104" y="2014"/>
                    <a:pt x="1984" y="1931"/>
                    <a:pt x="1856" y="1864"/>
                  </a:cubicBezTo>
                  <a:cubicBezTo>
                    <a:pt x="1721" y="1804"/>
                    <a:pt x="1593" y="1736"/>
                    <a:pt x="1458" y="1691"/>
                  </a:cubicBezTo>
                  <a:cubicBezTo>
                    <a:pt x="1315" y="1631"/>
                    <a:pt x="1203" y="1586"/>
                    <a:pt x="1090" y="1526"/>
                  </a:cubicBezTo>
                  <a:cubicBezTo>
                    <a:pt x="992" y="1473"/>
                    <a:pt x="895" y="1405"/>
                    <a:pt x="827" y="1323"/>
                  </a:cubicBezTo>
                  <a:cubicBezTo>
                    <a:pt x="767" y="1248"/>
                    <a:pt x="729" y="1142"/>
                    <a:pt x="729" y="1030"/>
                  </a:cubicBezTo>
                  <a:cubicBezTo>
                    <a:pt x="729" y="849"/>
                    <a:pt x="789" y="722"/>
                    <a:pt x="925" y="639"/>
                  </a:cubicBezTo>
                  <a:cubicBezTo>
                    <a:pt x="1052" y="549"/>
                    <a:pt x="1225" y="504"/>
                    <a:pt x="1443" y="504"/>
                  </a:cubicBezTo>
                  <a:cubicBezTo>
                    <a:pt x="1578" y="504"/>
                    <a:pt x="1706" y="526"/>
                    <a:pt x="1819" y="564"/>
                  </a:cubicBezTo>
                  <a:cubicBezTo>
                    <a:pt x="1932" y="601"/>
                    <a:pt x="2014" y="639"/>
                    <a:pt x="2082" y="677"/>
                  </a:cubicBezTo>
                  <a:cubicBezTo>
                    <a:pt x="2134" y="714"/>
                    <a:pt x="2187" y="729"/>
                    <a:pt x="2232" y="729"/>
                  </a:cubicBezTo>
                  <a:cubicBezTo>
                    <a:pt x="2307" y="729"/>
                    <a:pt x="2360" y="692"/>
                    <a:pt x="2405" y="616"/>
                  </a:cubicBezTo>
                  <a:cubicBezTo>
                    <a:pt x="2457" y="541"/>
                    <a:pt x="2473" y="474"/>
                    <a:pt x="2473" y="399"/>
                  </a:cubicBezTo>
                  <a:cubicBezTo>
                    <a:pt x="2473" y="338"/>
                    <a:pt x="2435" y="271"/>
                    <a:pt x="2360" y="211"/>
                  </a:cubicBezTo>
                  <a:cubicBezTo>
                    <a:pt x="2285" y="158"/>
                    <a:pt x="2202" y="113"/>
                    <a:pt x="2089" y="83"/>
                  </a:cubicBezTo>
                  <a:cubicBezTo>
                    <a:pt x="1984" y="53"/>
                    <a:pt x="1871" y="23"/>
                    <a:pt x="1759" y="15"/>
                  </a:cubicBezTo>
                  <a:cubicBezTo>
                    <a:pt x="1646" y="8"/>
                    <a:pt x="1541" y="0"/>
                    <a:pt x="143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66" name="Google Shape;8666;p83"/>
            <p:cNvSpPr/>
            <p:nvPr/>
          </p:nvSpPr>
          <p:spPr>
            <a:xfrm>
              <a:off x="2873075" y="3881375"/>
              <a:ext cx="63875" cy="105575"/>
            </a:xfrm>
            <a:custGeom>
              <a:rect b="b" l="l" r="r" t="t"/>
              <a:pathLst>
                <a:path extrusionOk="0" h="4223" w="2555">
                  <a:moveTo>
                    <a:pt x="1285" y="549"/>
                  </a:moveTo>
                  <a:cubicBezTo>
                    <a:pt x="1503" y="549"/>
                    <a:pt x="1661" y="601"/>
                    <a:pt x="1781" y="722"/>
                  </a:cubicBezTo>
                  <a:cubicBezTo>
                    <a:pt x="1901" y="849"/>
                    <a:pt x="1961" y="1037"/>
                    <a:pt x="1961" y="1278"/>
                  </a:cubicBezTo>
                  <a:lnTo>
                    <a:pt x="1961" y="2946"/>
                  </a:lnTo>
                  <a:cubicBezTo>
                    <a:pt x="1961" y="3186"/>
                    <a:pt x="1901" y="3374"/>
                    <a:pt x="1781" y="3494"/>
                  </a:cubicBezTo>
                  <a:cubicBezTo>
                    <a:pt x="1668" y="3622"/>
                    <a:pt x="1503" y="3674"/>
                    <a:pt x="1285" y="3674"/>
                  </a:cubicBezTo>
                  <a:cubicBezTo>
                    <a:pt x="834" y="3674"/>
                    <a:pt x="609" y="3434"/>
                    <a:pt x="609" y="2946"/>
                  </a:cubicBezTo>
                  <a:lnTo>
                    <a:pt x="609" y="1278"/>
                  </a:lnTo>
                  <a:cubicBezTo>
                    <a:pt x="609" y="789"/>
                    <a:pt x="834" y="549"/>
                    <a:pt x="1285" y="549"/>
                  </a:cubicBezTo>
                  <a:close/>
                  <a:moveTo>
                    <a:pt x="1277" y="0"/>
                  </a:moveTo>
                  <a:cubicBezTo>
                    <a:pt x="887" y="0"/>
                    <a:pt x="579" y="106"/>
                    <a:pt x="346" y="316"/>
                  </a:cubicBezTo>
                  <a:cubicBezTo>
                    <a:pt x="113" y="519"/>
                    <a:pt x="0" y="842"/>
                    <a:pt x="0" y="1278"/>
                  </a:cubicBezTo>
                  <a:lnTo>
                    <a:pt x="0" y="2946"/>
                  </a:lnTo>
                  <a:cubicBezTo>
                    <a:pt x="0" y="3381"/>
                    <a:pt x="120" y="3704"/>
                    <a:pt x="346" y="3907"/>
                  </a:cubicBezTo>
                  <a:cubicBezTo>
                    <a:pt x="579" y="4118"/>
                    <a:pt x="887" y="4223"/>
                    <a:pt x="1277" y="4223"/>
                  </a:cubicBezTo>
                  <a:cubicBezTo>
                    <a:pt x="1661" y="4223"/>
                    <a:pt x="1969" y="4118"/>
                    <a:pt x="2202" y="3907"/>
                  </a:cubicBezTo>
                  <a:cubicBezTo>
                    <a:pt x="2442" y="3704"/>
                    <a:pt x="2555" y="3381"/>
                    <a:pt x="2555" y="2946"/>
                  </a:cubicBezTo>
                  <a:lnTo>
                    <a:pt x="2555" y="1278"/>
                  </a:lnTo>
                  <a:cubicBezTo>
                    <a:pt x="2555" y="842"/>
                    <a:pt x="2442" y="519"/>
                    <a:pt x="2202" y="316"/>
                  </a:cubicBezTo>
                  <a:cubicBezTo>
                    <a:pt x="1969" y="106"/>
                    <a:pt x="1661" y="0"/>
                    <a:pt x="127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67" name="Google Shape;8667;p83"/>
            <p:cNvSpPr/>
            <p:nvPr/>
          </p:nvSpPr>
          <p:spPr>
            <a:xfrm>
              <a:off x="2954775" y="3881750"/>
              <a:ext cx="56550" cy="103700"/>
            </a:xfrm>
            <a:custGeom>
              <a:rect b="b" l="l" r="r" t="t"/>
              <a:pathLst>
                <a:path extrusionOk="0" h="4148" w="2262">
                  <a:moveTo>
                    <a:pt x="301" y="0"/>
                  </a:moveTo>
                  <a:cubicBezTo>
                    <a:pt x="211" y="0"/>
                    <a:pt x="136" y="15"/>
                    <a:pt x="83" y="45"/>
                  </a:cubicBezTo>
                  <a:cubicBezTo>
                    <a:pt x="23" y="76"/>
                    <a:pt x="0" y="121"/>
                    <a:pt x="0" y="188"/>
                  </a:cubicBezTo>
                  <a:lnTo>
                    <a:pt x="0" y="3960"/>
                  </a:lnTo>
                  <a:cubicBezTo>
                    <a:pt x="0" y="4028"/>
                    <a:pt x="23" y="4073"/>
                    <a:pt x="76" y="4095"/>
                  </a:cubicBezTo>
                  <a:cubicBezTo>
                    <a:pt x="128" y="4125"/>
                    <a:pt x="188" y="4148"/>
                    <a:pt x="263" y="4148"/>
                  </a:cubicBezTo>
                  <a:lnTo>
                    <a:pt x="2082" y="4148"/>
                  </a:lnTo>
                  <a:cubicBezTo>
                    <a:pt x="2142" y="4148"/>
                    <a:pt x="2187" y="4125"/>
                    <a:pt x="2217" y="4073"/>
                  </a:cubicBezTo>
                  <a:cubicBezTo>
                    <a:pt x="2239" y="4020"/>
                    <a:pt x="2262" y="3960"/>
                    <a:pt x="2262" y="3885"/>
                  </a:cubicBezTo>
                  <a:cubicBezTo>
                    <a:pt x="2262" y="3810"/>
                    <a:pt x="2239" y="3750"/>
                    <a:pt x="2217" y="3697"/>
                  </a:cubicBezTo>
                  <a:cubicBezTo>
                    <a:pt x="2187" y="3652"/>
                    <a:pt x="2142" y="3622"/>
                    <a:pt x="2082" y="3622"/>
                  </a:cubicBezTo>
                  <a:lnTo>
                    <a:pt x="602" y="3622"/>
                  </a:lnTo>
                  <a:lnTo>
                    <a:pt x="602" y="188"/>
                  </a:lnTo>
                  <a:cubicBezTo>
                    <a:pt x="602" y="128"/>
                    <a:pt x="571" y="76"/>
                    <a:pt x="511" y="45"/>
                  </a:cubicBezTo>
                  <a:cubicBezTo>
                    <a:pt x="451" y="15"/>
                    <a:pt x="384" y="0"/>
                    <a:pt x="30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68" name="Google Shape;8668;p83"/>
            <p:cNvSpPr/>
            <p:nvPr/>
          </p:nvSpPr>
          <p:spPr>
            <a:xfrm>
              <a:off x="3022575" y="3881750"/>
              <a:ext cx="63700" cy="104450"/>
            </a:xfrm>
            <a:custGeom>
              <a:rect b="b" l="l" r="r" t="t"/>
              <a:pathLst>
                <a:path extrusionOk="0" h="4178" w="2548">
                  <a:moveTo>
                    <a:pt x="1286" y="541"/>
                  </a:moveTo>
                  <a:cubicBezTo>
                    <a:pt x="1736" y="541"/>
                    <a:pt x="1962" y="789"/>
                    <a:pt x="1962" y="1278"/>
                  </a:cubicBezTo>
                  <a:lnTo>
                    <a:pt x="1962" y="2901"/>
                  </a:lnTo>
                  <a:cubicBezTo>
                    <a:pt x="1962" y="3389"/>
                    <a:pt x="1736" y="3629"/>
                    <a:pt x="1286" y="3629"/>
                  </a:cubicBezTo>
                  <a:lnTo>
                    <a:pt x="609" y="3629"/>
                  </a:lnTo>
                  <a:lnTo>
                    <a:pt x="609" y="541"/>
                  </a:lnTo>
                  <a:close/>
                  <a:moveTo>
                    <a:pt x="264" y="0"/>
                  </a:moveTo>
                  <a:cubicBezTo>
                    <a:pt x="189" y="0"/>
                    <a:pt x="121" y="15"/>
                    <a:pt x="76" y="53"/>
                  </a:cubicBezTo>
                  <a:cubicBezTo>
                    <a:pt x="31" y="91"/>
                    <a:pt x="1" y="136"/>
                    <a:pt x="1" y="196"/>
                  </a:cubicBezTo>
                  <a:lnTo>
                    <a:pt x="1" y="3967"/>
                  </a:lnTo>
                  <a:cubicBezTo>
                    <a:pt x="1" y="4028"/>
                    <a:pt x="31" y="4073"/>
                    <a:pt x="76" y="4118"/>
                  </a:cubicBezTo>
                  <a:cubicBezTo>
                    <a:pt x="121" y="4155"/>
                    <a:pt x="189" y="4178"/>
                    <a:pt x="264" y="4178"/>
                  </a:cubicBezTo>
                  <a:lnTo>
                    <a:pt x="1271" y="4178"/>
                  </a:lnTo>
                  <a:cubicBezTo>
                    <a:pt x="1654" y="4178"/>
                    <a:pt x="1962" y="4073"/>
                    <a:pt x="2195" y="3870"/>
                  </a:cubicBezTo>
                  <a:cubicBezTo>
                    <a:pt x="2435" y="3659"/>
                    <a:pt x="2548" y="3344"/>
                    <a:pt x="2548" y="2901"/>
                  </a:cubicBezTo>
                  <a:lnTo>
                    <a:pt x="2548" y="1278"/>
                  </a:lnTo>
                  <a:cubicBezTo>
                    <a:pt x="2548" y="834"/>
                    <a:pt x="2435" y="511"/>
                    <a:pt x="2195" y="308"/>
                  </a:cubicBezTo>
                  <a:cubicBezTo>
                    <a:pt x="1962" y="98"/>
                    <a:pt x="1654" y="0"/>
                    <a:pt x="127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669" name="Google Shape;8669;p83"/>
          <p:cNvSpPr/>
          <p:nvPr/>
        </p:nvSpPr>
        <p:spPr>
          <a:xfrm rot="-300000">
            <a:off x="87761" y="1477843"/>
            <a:ext cx="1794999" cy="1987885"/>
          </a:xfrm>
          <a:custGeom>
            <a:rect b="b" l="l" r="r" t="t"/>
            <a:pathLst>
              <a:path extrusionOk="0" h="21106" w="20219">
                <a:moveTo>
                  <a:pt x="15072" y="1"/>
                </a:moveTo>
                <a:cubicBezTo>
                  <a:pt x="13156" y="1"/>
                  <a:pt x="11428" y="1060"/>
                  <a:pt x="10549" y="2698"/>
                </a:cubicBezTo>
                <a:lnTo>
                  <a:pt x="10241" y="2382"/>
                </a:lnTo>
                <a:cubicBezTo>
                  <a:pt x="10053" y="2195"/>
                  <a:pt x="9805" y="2067"/>
                  <a:pt x="9542" y="2022"/>
                </a:cubicBezTo>
                <a:cubicBezTo>
                  <a:pt x="9454" y="2004"/>
                  <a:pt x="9366" y="1995"/>
                  <a:pt x="9280" y="1995"/>
                </a:cubicBezTo>
                <a:cubicBezTo>
                  <a:pt x="8933" y="1995"/>
                  <a:pt x="8609" y="2136"/>
                  <a:pt x="8363" y="2382"/>
                </a:cubicBezTo>
                <a:lnTo>
                  <a:pt x="444" y="10301"/>
                </a:lnTo>
                <a:cubicBezTo>
                  <a:pt x="0" y="10745"/>
                  <a:pt x="0" y="11459"/>
                  <a:pt x="444" y="11902"/>
                </a:cubicBezTo>
                <a:lnTo>
                  <a:pt x="782" y="12240"/>
                </a:lnTo>
                <a:cubicBezTo>
                  <a:pt x="999" y="12457"/>
                  <a:pt x="1282" y="12571"/>
                  <a:pt x="1572" y="12571"/>
                </a:cubicBezTo>
                <a:cubicBezTo>
                  <a:pt x="1634" y="12571"/>
                  <a:pt x="1696" y="12566"/>
                  <a:pt x="1759" y="12555"/>
                </a:cubicBezTo>
                <a:lnTo>
                  <a:pt x="1759" y="17101"/>
                </a:lnTo>
                <a:cubicBezTo>
                  <a:pt x="1090" y="17394"/>
                  <a:pt x="556" y="17950"/>
                  <a:pt x="293" y="18634"/>
                </a:cubicBezTo>
                <a:cubicBezTo>
                  <a:pt x="166" y="18942"/>
                  <a:pt x="113" y="19272"/>
                  <a:pt x="113" y="19618"/>
                </a:cubicBezTo>
                <a:cubicBezTo>
                  <a:pt x="113" y="19964"/>
                  <a:pt x="181" y="20309"/>
                  <a:pt x="301" y="20625"/>
                </a:cubicBezTo>
                <a:cubicBezTo>
                  <a:pt x="414" y="20918"/>
                  <a:pt x="692" y="21106"/>
                  <a:pt x="1000" y="21106"/>
                </a:cubicBezTo>
                <a:lnTo>
                  <a:pt x="17567" y="21106"/>
                </a:lnTo>
                <a:cubicBezTo>
                  <a:pt x="17875" y="21106"/>
                  <a:pt x="18145" y="20918"/>
                  <a:pt x="18258" y="20625"/>
                </a:cubicBezTo>
                <a:cubicBezTo>
                  <a:pt x="18401" y="20264"/>
                  <a:pt x="18476" y="19881"/>
                  <a:pt x="18476" y="19498"/>
                </a:cubicBezTo>
                <a:cubicBezTo>
                  <a:pt x="18476" y="19122"/>
                  <a:pt x="18408" y="18746"/>
                  <a:pt x="18266" y="18401"/>
                </a:cubicBezTo>
                <a:cubicBezTo>
                  <a:pt x="18003" y="17702"/>
                  <a:pt x="17477" y="17124"/>
                  <a:pt x="16823" y="16770"/>
                </a:cubicBezTo>
                <a:lnTo>
                  <a:pt x="16823" y="12555"/>
                </a:lnTo>
                <a:cubicBezTo>
                  <a:pt x="16886" y="12566"/>
                  <a:pt x="16949" y="12572"/>
                  <a:pt x="17013" y="12572"/>
                </a:cubicBezTo>
                <a:cubicBezTo>
                  <a:pt x="17299" y="12572"/>
                  <a:pt x="17585" y="12461"/>
                  <a:pt x="17800" y="12240"/>
                </a:cubicBezTo>
                <a:lnTo>
                  <a:pt x="18138" y="11902"/>
                </a:lnTo>
                <a:cubicBezTo>
                  <a:pt x="18356" y="11684"/>
                  <a:pt x="18468" y="11406"/>
                  <a:pt x="18468" y="11105"/>
                </a:cubicBezTo>
                <a:cubicBezTo>
                  <a:pt x="18468" y="10805"/>
                  <a:pt x="18341" y="10519"/>
                  <a:pt x="18138" y="10301"/>
                </a:cubicBezTo>
                <a:lnTo>
                  <a:pt x="17514" y="9678"/>
                </a:lnTo>
                <a:cubicBezTo>
                  <a:pt x="19160" y="8791"/>
                  <a:pt x="20219" y="7063"/>
                  <a:pt x="20219" y="5147"/>
                </a:cubicBezTo>
                <a:cubicBezTo>
                  <a:pt x="20219" y="2315"/>
                  <a:pt x="17912" y="1"/>
                  <a:pt x="15072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  <a:effectLst>
            <a:outerShdw blurRad="57150" rotWithShape="0" algn="bl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670" name="Google Shape;8670;p83"/>
          <p:cNvGrpSpPr/>
          <p:nvPr/>
        </p:nvGrpSpPr>
        <p:grpSpPr>
          <a:xfrm rot="-303451">
            <a:off x="154094" y="1602298"/>
            <a:ext cx="1662328" cy="1738987"/>
            <a:chOff x="5063400" y="1675625"/>
            <a:chExt cx="373075" cy="391850"/>
          </a:xfrm>
        </p:grpSpPr>
        <p:sp>
          <p:nvSpPr>
            <p:cNvPr id="8671" name="Google Shape;8671;p83"/>
            <p:cNvSpPr/>
            <p:nvPr/>
          </p:nvSpPr>
          <p:spPr>
            <a:xfrm>
              <a:off x="5260450" y="1675625"/>
              <a:ext cx="176025" cy="176025"/>
            </a:xfrm>
            <a:custGeom>
              <a:rect b="b" l="l" r="r" t="t"/>
              <a:pathLst>
                <a:path extrusionOk="0" h="7041" w="7041">
                  <a:moveTo>
                    <a:pt x="3517" y="1"/>
                  </a:moveTo>
                  <a:cubicBezTo>
                    <a:pt x="1578" y="1"/>
                    <a:pt x="1" y="1579"/>
                    <a:pt x="1" y="3517"/>
                  </a:cubicBezTo>
                  <a:cubicBezTo>
                    <a:pt x="1" y="5463"/>
                    <a:pt x="1578" y="7041"/>
                    <a:pt x="3517" y="7041"/>
                  </a:cubicBezTo>
                  <a:cubicBezTo>
                    <a:pt x="5463" y="7041"/>
                    <a:pt x="7041" y="5463"/>
                    <a:pt x="7041" y="3517"/>
                  </a:cubicBezTo>
                  <a:cubicBezTo>
                    <a:pt x="7041" y="1579"/>
                    <a:pt x="5463" y="1"/>
                    <a:pt x="351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72" name="Google Shape;8672;p83"/>
            <p:cNvSpPr/>
            <p:nvPr/>
          </p:nvSpPr>
          <p:spPr>
            <a:xfrm>
              <a:off x="5260450" y="1675625"/>
              <a:ext cx="176025" cy="176025"/>
            </a:xfrm>
            <a:custGeom>
              <a:rect b="b" l="l" r="r" t="t"/>
              <a:pathLst>
                <a:path extrusionOk="0" h="7041" w="7041">
                  <a:moveTo>
                    <a:pt x="3517" y="1"/>
                  </a:moveTo>
                  <a:cubicBezTo>
                    <a:pt x="1578" y="1"/>
                    <a:pt x="1" y="1579"/>
                    <a:pt x="1" y="3517"/>
                  </a:cubicBezTo>
                  <a:cubicBezTo>
                    <a:pt x="1" y="5463"/>
                    <a:pt x="1578" y="7041"/>
                    <a:pt x="3517" y="7041"/>
                  </a:cubicBezTo>
                  <a:cubicBezTo>
                    <a:pt x="5463" y="7041"/>
                    <a:pt x="7041" y="5463"/>
                    <a:pt x="7041" y="3517"/>
                  </a:cubicBezTo>
                  <a:cubicBezTo>
                    <a:pt x="7041" y="1579"/>
                    <a:pt x="5463" y="1"/>
                    <a:pt x="3517" y="1"/>
                  </a:cubicBezTo>
                  <a:close/>
                </a:path>
              </a:pathLst>
            </a:custGeom>
            <a:solidFill>
              <a:srgbClr val="000000">
                <a:alpha val="148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73" name="Google Shape;8673;p83"/>
            <p:cNvSpPr/>
            <p:nvPr/>
          </p:nvSpPr>
          <p:spPr>
            <a:xfrm>
              <a:off x="5264775" y="1679950"/>
              <a:ext cx="167200" cy="167200"/>
            </a:xfrm>
            <a:custGeom>
              <a:rect b="b" l="l" r="r" t="t"/>
              <a:pathLst>
                <a:path extrusionOk="0" h="6688" w="6688">
                  <a:moveTo>
                    <a:pt x="3344" y="1"/>
                  </a:moveTo>
                  <a:cubicBezTo>
                    <a:pt x="1496" y="1"/>
                    <a:pt x="0" y="1496"/>
                    <a:pt x="0" y="3344"/>
                  </a:cubicBezTo>
                  <a:cubicBezTo>
                    <a:pt x="0" y="5200"/>
                    <a:pt x="1496" y="6688"/>
                    <a:pt x="3344" y="6688"/>
                  </a:cubicBezTo>
                  <a:cubicBezTo>
                    <a:pt x="5192" y="6688"/>
                    <a:pt x="6687" y="5200"/>
                    <a:pt x="6687" y="3344"/>
                  </a:cubicBezTo>
                  <a:cubicBezTo>
                    <a:pt x="6687" y="1496"/>
                    <a:pt x="5192" y="1"/>
                    <a:pt x="334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74" name="Google Shape;8674;p83"/>
            <p:cNvSpPr/>
            <p:nvPr/>
          </p:nvSpPr>
          <p:spPr>
            <a:xfrm>
              <a:off x="5283550" y="1698750"/>
              <a:ext cx="129625" cy="129625"/>
            </a:xfrm>
            <a:custGeom>
              <a:rect b="b" l="l" r="r" t="t"/>
              <a:pathLst>
                <a:path extrusionOk="0" h="5185" w="5185">
                  <a:moveTo>
                    <a:pt x="2593" y="0"/>
                  </a:moveTo>
                  <a:cubicBezTo>
                    <a:pt x="1165" y="0"/>
                    <a:pt x="1" y="1157"/>
                    <a:pt x="1" y="2592"/>
                  </a:cubicBezTo>
                  <a:cubicBezTo>
                    <a:pt x="1" y="4020"/>
                    <a:pt x="1158" y="5184"/>
                    <a:pt x="2593" y="5184"/>
                  </a:cubicBezTo>
                  <a:cubicBezTo>
                    <a:pt x="4020" y="5184"/>
                    <a:pt x="5185" y="4035"/>
                    <a:pt x="5185" y="2592"/>
                  </a:cubicBezTo>
                  <a:cubicBezTo>
                    <a:pt x="5185" y="1165"/>
                    <a:pt x="4020" y="0"/>
                    <a:pt x="2593" y="0"/>
                  </a:cubicBezTo>
                  <a:close/>
                </a:path>
              </a:pathLst>
            </a:custGeom>
            <a:solidFill>
              <a:srgbClr val="000000">
                <a:alpha val="148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75" name="Google Shape;8675;p83"/>
            <p:cNvSpPr/>
            <p:nvPr/>
          </p:nvSpPr>
          <p:spPr>
            <a:xfrm>
              <a:off x="5311350" y="1753725"/>
              <a:ext cx="51675" cy="51225"/>
            </a:xfrm>
            <a:custGeom>
              <a:rect b="b" l="l" r="r" t="t"/>
              <a:pathLst>
                <a:path extrusionOk="0" h="2049" w="2067">
                  <a:moveTo>
                    <a:pt x="687" y="0"/>
                  </a:moveTo>
                  <a:cubicBezTo>
                    <a:pt x="671" y="0"/>
                    <a:pt x="655" y="1"/>
                    <a:pt x="639" y="2"/>
                  </a:cubicBezTo>
                  <a:cubicBezTo>
                    <a:pt x="482" y="10"/>
                    <a:pt x="339" y="70"/>
                    <a:pt x="219" y="190"/>
                  </a:cubicBezTo>
                  <a:cubicBezTo>
                    <a:pt x="106" y="295"/>
                    <a:pt x="38" y="423"/>
                    <a:pt x="16" y="573"/>
                  </a:cubicBezTo>
                  <a:cubicBezTo>
                    <a:pt x="1" y="716"/>
                    <a:pt x="46" y="844"/>
                    <a:pt x="151" y="949"/>
                  </a:cubicBezTo>
                  <a:cubicBezTo>
                    <a:pt x="193" y="991"/>
                    <a:pt x="234" y="1012"/>
                    <a:pt x="275" y="1012"/>
                  </a:cubicBezTo>
                  <a:cubicBezTo>
                    <a:pt x="307" y="1012"/>
                    <a:pt x="339" y="998"/>
                    <a:pt x="369" y="972"/>
                  </a:cubicBezTo>
                  <a:cubicBezTo>
                    <a:pt x="391" y="942"/>
                    <a:pt x="414" y="904"/>
                    <a:pt x="421" y="867"/>
                  </a:cubicBezTo>
                  <a:cubicBezTo>
                    <a:pt x="421" y="829"/>
                    <a:pt x="414" y="799"/>
                    <a:pt x="391" y="784"/>
                  </a:cubicBezTo>
                  <a:cubicBezTo>
                    <a:pt x="331" y="716"/>
                    <a:pt x="294" y="649"/>
                    <a:pt x="301" y="573"/>
                  </a:cubicBezTo>
                  <a:cubicBezTo>
                    <a:pt x="301" y="498"/>
                    <a:pt x="339" y="431"/>
                    <a:pt x="391" y="378"/>
                  </a:cubicBezTo>
                  <a:cubicBezTo>
                    <a:pt x="460" y="316"/>
                    <a:pt x="529" y="280"/>
                    <a:pt x="598" y="280"/>
                  </a:cubicBezTo>
                  <a:cubicBezTo>
                    <a:pt x="604" y="280"/>
                    <a:pt x="610" y="280"/>
                    <a:pt x="617" y="280"/>
                  </a:cubicBezTo>
                  <a:cubicBezTo>
                    <a:pt x="699" y="295"/>
                    <a:pt x="767" y="318"/>
                    <a:pt x="827" y="378"/>
                  </a:cubicBezTo>
                  <a:cubicBezTo>
                    <a:pt x="880" y="431"/>
                    <a:pt x="917" y="506"/>
                    <a:pt x="932" y="611"/>
                  </a:cubicBezTo>
                  <a:cubicBezTo>
                    <a:pt x="940" y="716"/>
                    <a:pt x="940" y="821"/>
                    <a:pt x="917" y="927"/>
                  </a:cubicBezTo>
                  <a:lnTo>
                    <a:pt x="865" y="1272"/>
                  </a:lnTo>
                  <a:cubicBezTo>
                    <a:pt x="842" y="1385"/>
                    <a:pt x="842" y="1483"/>
                    <a:pt x="857" y="1588"/>
                  </a:cubicBezTo>
                  <a:cubicBezTo>
                    <a:pt x="872" y="1693"/>
                    <a:pt x="910" y="1776"/>
                    <a:pt x="970" y="1836"/>
                  </a:cubicBezTo>
                  <a:lnTo>
                    <a:pt x="1165" y="2031"/>
                  </a:lnTo>
                  <a:cubicBezTo>
                    <a:pt x="1174" y="2040"/>
                    <a:pt x="1188" y="2048"/>
                    <a:pt x="1203" y="2048"/>
                  </a:cubicBezTo>
                  <a:cubicBezTo>
                    <a:pt x="1215" y="2048"/>
                    <a:pt x="1228" y="2044"/>
                    <a:pt x="1240" y="2031"/>
                  </a:cubicBezTo>
                  <a:cubicBezTo>
                    <a:pt x="1278" y="2031"/>
                    <a:pt x="1308" y="2009"/>
                    <a:pt x="1323" y="1994"/>
                  </a:cubicBezTo>
                  <a:lnTo>
                    <a:pt x="2037" y="1287"/>
                  </a:lnTo>
                  <a:cubicBezTo>
                    <a:pt x="2059" y="1272"/>
                    <a:pt x="2067" y="1250"/>
                    <a:pt x="2059" y="1212"/>
                  </a:cubicBezTo>
                  <a:cubicBezTo>
                    <a:pt x="2044" y="1182"/>
                    <a:pt x="2037" y="1160"/>
                    <a:pt x="2007" y="1129"/>
                  </a:cubicBezTo>
                  <a:cubicBezTo>
                    <a:pt x="1984" y="1099"/>
                    <a:pt x="1954" y="1084"/>
                    <a:pt x="1924" y="1084"/>
                  </a:cubicBezTo>
                  <a:cubicBezTo>
                    <a:pt x="1915" y="1080"/>
                    <a:pt x="1907" y="1078"/>
                    <a:pt x="1899" y="1078"/>
                  </a:cubicBezTo>
                  <a:cubicBezTo>
                    <a:pt x="1881" y="1078"/>
                    <a:pt x="1865" y="1089"/>
                    <a:pt x="1849" y="1099"/>
                  </a:cubicBezTo>
                  <a:lnTo>
                    <a:pt x="1255" y="1693"/>
                  </a:lnTo>
                  <a:lnTo>
                    <a:pt x="1180" y="1618"/>
                  </a:lnTo>
                  <a:cubicBezTo>
                    <a:pt x="1143" y="1573"/>
                    <a:pt x="1128" y="1505"/>
                    <a:pt x="1128" y="1423"/>
                  </a:cubicBezTo>
                  <a:cubicBezTo>
                    <a:pt x="1135" y="1332"/>
                    <a:pt x="1143" y="1235"/>
                    <a:pt x="1165" y="1129"/>
                  </a:cubicBezTo>
                  <a:cubicBezTo>
                    <a:pt x="1180" y="1024"/>
                    <a:pt x="1203" y="912"/>
                    <a:pt x="1218" y="799"/>
                  </a:cubicBezTo>
                  <a:cubicBezTo>
                    <a:pt x="1240" y="686"/>
                    <a:pt x="1240" y="573"/>
                    <a:pt x="1210" y="461"/>
                  </a:cubicBezTo>
                  <a:cubicBezTo>
                    <a:pt x="1180" y="348"/>
                    <a:pt x="1128" y="258"/>
                    <a:pt x="1053" y="168"/>
                  </a:cubicBezTo>
                  <a:cubicBezTo>
                    <a:pt x="951" y="60"/>
                    <a:pt x="826" y="0"/>
                    <a:pt x="68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76" name="Google Shape;8676;p83"/>
            <p:cNvSpPr/>
            <p:nvPr/>
          </p:nvSpPr>
          <p:spPr>
            <a:xfrm>
              <a:off x="5337475" y="1726725"/>
              <a:ext cx="48475" cy="48100"/>
            </a:xfrm>
            <a:custGeom>
              <a:rect b="b" l="l" r="r" t="t"/>
              <a:pathLst>
                <a:path extrusionOk="0" h="1924" w="1939">
                  <a:moveTo>
                    <a:pt x="661" y="286"/>
                  </a:moveTo>
                  <a:cubicBezTo>
                    <a:pt x="744" y="286"/>
                    <a:pt x="834" y="331"/>
                    <a:pt x="917" y="414"/>
                  </a:cubicBezTo>
                  <a:lnTo>
                    <a:pt x="1495" y="1007"/>
                  </a:lnTo>
                  <a:cubicBezTo>
                    <a:pt x="1585" y="1098"/>
                    <a:pt x="1630" y="1188"/>
                    <a:pt x="1630" y="1270"/>
                  </a:cubicBezTo>
                  <a:cubicBezTo>
                    <a:pt x="1630" y="1353"/>
                    <a:pt x="1593" y="1436"/>
                    <a:pt x="1518" y="1511"/>
                  </a:cubicBezTo>
                  <a:cubicBezTo>
                    <a:pt x="1442" y="1583"/>
                    <a:pt x="1362" y="1621"/>
                    <a:pt x="1281" y="1621"/>
                  </a:cubicBezTo>
                  <a:cubicBezTo>
                    <a:pt x="1195" y="1621"/>
                    <a:pt x="1107" y="1578"/>
                    <a:pt x="1022" y="1488"/>
                  </a:cubicBezTo>
                  <a:lnTo>
                    <a:pt x="436" y="895"/>
                  </a:lnTo>
                  <a:cubicBezTo>
                    <a:pt x="271" y="714"/>
                    <a:pt x="263" y="557"/>
                    <a:pt x="421" y="399"/>
                  </a:cubicBezTo>
                  <a:cubicBezTo>
                    <a:pt x="496" y="316"/>
                    <a:pt x="579" y="286"/>
                    <a:pt x="661" y="286"/>
                  </a:cubicBezTo>
                  <a:close/>
                  <a:moveTo>
                    <a:pt x="698" y="0"/>
                  </a:moveTo>
                  <a:cubicBezTo>
                    <a:pt x="691" y="0"/>
                    <a:pt x="683" y="0"/>
                    <a:pt x="676" y="1"/>
                  </a:cubicBezTo>
                  <a:cubicBezTo>
                    <a:pt x="511" y="8"/>
                    <a:pt x="376" y="83"/>
                    <a:pt x="233" y="218"/>
                  </a:cubicBezTo>
                  <a:cubicBezTo>
                    <a:pt x="90" y="346"/>
                    <a:pt x="15" y="496"/>
                    <a:pt x="8" y="647"/>
                  </a:cubicBezTo>
                  <a:cubicBezTo>
                    <a:pt x="0" y="797"/>
                    <a:pt x="75" y="947"/>
                    <a:pt x="225" y="1113"/>
                  </a:cubicBezTo>
                  <a:lnTo>
                    <a:pt x="804" y="1699"/>
                  </a:lnTo>
                  <a:cubicBezTo>
                    <a:pt x="954" y="1849"/>
                    <a:pt x="1112" y="1924"/>
                    <a:pt x="1262" y="1924"/>
                  </a:cubicBezTo>
                  <a:cubicBezTo>
                    <a:pt x="1428" y="1916"/>
                    <a:pt x="1563" y="1849"/>
                    <a:pt x="1706" y="1714"/>
                  </a:cubicBezTo>
                  <a:cubicBezTo>
                    <a:pt x="1848" y="1578"/>
                    <a:pt x="1923" y="1428"/>
                    <a:pt x="1931" y="1278"/>
                  </a:cubicBezTo>
                  <a:cubicBezTo>
                    <a:pt x="1939" y="1120"/>
                    <a:pt x="1863" y="970"/>
                    <a:pt x="1713" y="812"/>
                  </a:cubicBezTo>
                  <a:lnTo>
                    <a:pt x="1135" y="218"/>
                  </a:lnTo>
                  <a:cubicBezTo>
                    <a:pt x="991" y="75"/>
                    <a:pt x="848" y="0"/>
                    <a:pt x="69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77" name="Google Shape;8677;p83"/>
            <p:cNvSpPr/>
            <p:nvPr/>
          </p:nvSpPr>
          <p:spPr>
            <a:xfrm>
              <a:off x="5097225" y="1721850"/>
              <a:ext cx="271450" cy="345625"/>
            </a:xfrm>
            <a:custGeom>
              <a:rect b="b" l="l" r="r" t="t"/>
              <a:pathLst>
                <a:path extrusionOk="0" h="13825" w="10858">
                  <a:moveTo>
                    <a:pt x="5425" y="0"/>
                  </a:moveTo>
                  <a:lnTo>
                    <a:pt x="0" y="5462"/>
                  </a:lnTo>
                  <a:lnTo>
                    <a:pt x="0" y="13825"/>
                  </a:lnTo>
                  <a:lnTo>
                    <a:pt x="10857" y="13825"/>
                  </a:lnTo>
                  <a:lnTo>
                    <a:pt x="10857" y="5462"/>
                  </a:lnTo>
                  <a:lnTo>
                    <a:pt x="542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78" name="Google Shape;8678;p83"/>
            <p:cNvSpPr/>
            <p:nvPr/>
          </p:nvSpPr>
          <p:spPr>
            <a:xfrm>
              <a:off x="5097225" y="1721850"/>
              <a:ext cx="271450" cy="345625"/>
            </a:xfrm>
            <a:custGeom>
              <a:rect b="b" l="l" r="r" t="t"/>
              <a:pathLst>
                <a:path extrusionOk="0" h="13825" w="10858">
                  <a:moveTo>
                    <a:pt x="5425" y="0"/>
                  </a:moveTo>
                  <a:lnTo>
                    <a:pt x="0" y="5462"/>
                  </a:lnTo>
                  <a:lnTo>
                    <a:pt x="0" y="6394"/>
                  </a:lnTo>
                  <a:lnTo>
                    <a:pt x="7431" y="13825"/>
                  </a:lnTo>
                  <a:lnTo>
                    <a:pt x="10857" y="13825"/>
                  </a:lnTo>
                  <a:lnTo>
                    <a:pt x="10857" y="5462"/>
                  </a:lnTo>
                  <a:lnTo>
                    <a:pt x="5425" y="0"/>
                  </a:lnTo>
                  <a:close/>
                </a:path>
              </a:pathLst>
            </a:custGeom>
            <a:solidFill>
              <a:srgbClr val="000000">
                <a:alpha val="148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79" name="Google Shape;8679;p83"/>
            <p:cNvSpPr/>
            <p:nvPr/>
          </p:nvSpPr>
          <p:spPr>
            <a:xfrm>
              <a:off x="5186825" y="1786650"/>
              <a:ext cx="181850" cy="246825"/>
            </a:xfrm>
            <a:custGeom>
              <a:rect b="b" l="l" r="r" t="t"/>
              <a:pathLst>
                <a:path extrusionOk="0" h="9873" w="7274">
                  <a:moveTo>
                    <a:pt x="1841" y="0"/>
                  </a:moveTo>
                  <a:cubicBezTo>
                    <a:pt x="827" y="0"/>
                    <a:pt x="0" y="827"/>
                    <a:pt x="0" y="1841"/>
                  </a:cubicBezTo>
                  <a:cubicBezTo>
                    <a:pt x="0" y="2382"/>
                    <a:pt x="233" y="2870"/>
                    <a:pt x="609" y="3209"/>
                  </a:cubicBezTo>
                  <a:lnTo>
                    <a:pt x="7273" y="9873"/>
                  </a:lnTo>
                  <a:lnTo>
                    <a:pt x="7273" y="4674"/>
                  </a:lnTo>
                  <a:lnTo>
                    <a:pt x="3216" y="609"/>
                  </a:lnTo>
                  <a:cubicBezTo>
                    <a:pt x="2878" y="233"/>
                    <a:pt x="2390" y="0"/>
                    <a:pt x="1841" y="0"/>
                  </a:cubicBezTo>
                  <a:close/>
                </a:path>
              </a:pathLst>
            </a:custGeom>
            <a:solidFill>
              <a:srgbClr val="000000">
                <a:alpha val="148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80" name="Google Shape;8680;p83"/>
            <p:cNvSpPr/>
            <p:nvPr/>
          </p:nvSpPr>
          <p:spPr>
            <a:xfrm>
              <a:off x="5115825" y="1914175"/>
              <a:ext cx="210950" cy="153300"/>
            </a:xfrm>
            <a:custGeom>
              <a:rect b="b" l="l" r="r" t="t"/>
              <a:pathLst>
                <a:path extrusionOk="0" h="6132" w="8438">
                  <a:moveTo>
                    <a:pt x="466" y="1"/>
                  </a:moveTo>
                  <a:cubicBezTo>
                    <a:pt x="203" y="1"/>
                    <a:pt x="0" y="211"/>
                    <a:pt x="0" y="467"/>
                  </a:cubicBezTo>
                  <a:lnTo>
                    <a:pt x="0" y="2818"/>
                  </a:lnTo>
                  <a:cubicBezTo>
                    <a:pt x="0" y="2984"/>
                    <a:pt x="83" y="3126"/>
                    <a:pt x="211" y="3209"/>
                  </a:cubicBezTo>
                  <a:lnTo>
                    <a:pt x="3133" y="6132"/>
                  </a:lnTo>
                  <a:lnTo>
                    <a:pt x="8438" y="6132"/>
                  </a:lnTo>
                  <a:lnTo>
                    <a:pt x="2540" y="226"/>
                  </a:lnTo>
                  <a:lnTo>
                    <a:pt x="2555" y="211"/>
                  </a:lnTo>
                  <a:cubicBezTo>
                    <a:pt x="2465" y="84"/>
                    <a:pt x="2314" y="1"/>
                    <a:pt x="2157" y="1"/>
                  </a:cubicBezTo>
                  <a:close/>
                </a:path>
              </a:pathLst>
            </a:custGeom>
            <a:solidFill>
              <a:srgbClr val="000000">
                <a:alpha val="148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81" name="Google Shape;8681;p83"/>
            <p:cNvSpPr/>
            <p:nvPr/>
          </p:nvSpPr>
          <p:spPr>
            <a:xfrm>
              <a:off x="5122575" y="1920950"/>
              <a:ext cx="52050" cy="68575"/>
            </a:xfrm>
            <a:custGeom>
              <a:rect b="b" l="l" r="r" t="t"/>
              <a:pathLst>
                <a:path extrusionOk="0" h="2743" w="2082">
                  <a:moveTo>
                    <a:pt x="196" y="0"/>
                  </a:moveTo>
                  <a:cubicBezTo>
                    <a:pt x="83" y="0"/>
                    <a:pt x="1" y="91"/>
                    <a:pt x="1" y="196"/>
                  </a:cubicBezTo>
                  <a:lnTo>
                    <a:pt x="1" y="2547"/>
                  </a:lnTo>
                  <a:cubicBezTo>
                    <a:pt x="1" y="2660"/>
                    <a:pt x="91" y="2743"/>
                    <a:pt x="196" y="2743"/>
                  </a:cubicBezTo>
                  <a:lnTo>
                    <a:pt x="1887" y="2743"/>
                  </a:lnTo>
                  <a:cubicBezTo>
                    <a:pt x="1992" y="2743"/>
                    <a:pt x="2074" y="2660"/>
                    <a:pt x="2082" y="2547"/>
                  </a:cubicBezTo>
                  <a:lnTo>
                    <a:pt x="2082" y="196"/>
                  </a:lnTo>
                  <a:cubicBezTo>
                    <a:pt x="2082" y="83"/>
                    <a:pt x="1992" y="0"/>
                    <a:pt x="18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82" name="Google Shape;8682;p83"/>
            <p:cNvSpPr/>
            <p:nvPr/>
          </p:nvSpPr>
          <p:spPr>
            <a:xfrm>
              <a:off x="5115825" y="1914175"/>
              <a:ext cx="65750" cy="82125"/>
            </a:xfrm>
            <a:custGeom>
              <a:rect b="b" l="l" r="r" t="t"/>
              <a:pathLst>
                <a:path extrusionOk="0" h="3285" w="2630">
                  <a:moveTo>
                    <a:pt x="2074" y="549"/>
                  </a:moveTo>
                  <a:lnTo>
                    <a:pt x="2074" y="2743"/>
                  </a:lnTo>
                  <a:lnTo>
                    <a:pt x="541" y="2743"/>
                  </a:lnTo>
                  <a:lnTo>
                    <a:pt x="541" y="549"/>
                  </a:lnTo>
                  <a:close/>
                  <a:moveTo>
                    <a:pt x="466" y="1"/>
                  </a:moveTo>
                  <a:cubicBezTo>
                    <a:pt x="203" y="1"/>
                    <a:pt x="0" y="211"/>
                    <a:pt x="0" y="467"/>
                  </a:cubicBezTo>
                  <a:lnTo>
                    <a:pt x="0" y="2818"/>
                  </a:lnTo>
                  <a:cubicBezTo>
                    <a:pt x="0" y="3081"/>
                    <a:pt x="211" y="3284"/>
                    <a:pt x="466" y="3284"/>
                  </a:cubicBezTo>
                  <a:lnTo>
                    <a:pt x="2157" y="3284"/>
                  </a:lnTo>
                  <a:cubicBezTo>
                    <a:pt x="2412" y="3284"/>
                    <a:pt x="2630" y="3081"/>
                    <a:pt x="2630" y="2818"/>
                  </a:cubicBezTo>
                  <a:lnTo>
                    <a:pt x="2630" y="467"/>
                  </a:lnTo>
                  <a:cubicBezTo>
                    <a:pt x="2630" y="204"/>
                    <a:pt x="2412" y="1"/>
                    <a:pt x="215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83" name="Google Shape;8683;p83"/>
            <p:cNvSpPr/>
            <p:nvPr/>
          </p:nvSpPr>
          <p:spPr>
            <a:xfrm>
              <a:off x="5286000" y="1914175"/>
              <a:ext cx="82675" cy="153300"/>
            </a:xfrm>
            <a:custGeom>
              <a:rect b="b" l="l" r="r" t="t"/>
              <a:pathLst>
                <a:path extrusionOk="0" h="6132" w="3307">
                  <a:moveTo>
                    <a:pt x="466" y="1"/>
                  </a:moveTo>
                  <a:cubicBezTo>
                    <a:pt x="203" y="1"/>
                    <a:pt x="0" y="211"/>
                    <a:pt x="0" y="467"/>
                  </a:cubicBezTo>
                  <a:lnTo>
                    <a:pt x="0" y="2818"/>
                  </a:lnTo>
                  <a:cubicBezTo>
                    <a:pt x="0" y="2984"/>
                    <a:pt x="83" y="3126"/>
                    <a:pt x="211" y="3209"/>
                  </a:cubicBezTo>
                  <a:lnTo>
                    <a:pt x="3133" y="6132"/>
                  </a:lnTo>
                  <a:lnTo>
                    <a:pt x="3306" y="6132"/>
                  </a:lnTo>
                  <a:lnTo>
                    <a:pt x="3306" y="978"/>
                  </a:lnTo>
                  <a:lnTo>
                    <a:pt x="2562" y="234"/>
                  </a:lnTo>
                  <a:lnTo>
                    <a:pt x="2562" y="226"/>
                  </a:lnTo>
                  <a:lnTo>
                    <a:pt x="2555" y="211"/>
                  </a:lnTo>
                  <a:cubicBezTo>
                    <a:pt x="2465" y="84"/>
                    <a:pt x="2315" y="1"/>
                    <a:pt x="2157" y="1"/>
                  </a:cubicBezTo>
                  <a:close/>
                </a:path>
              </a:pathLst>
            </a:custGeom>
            <a:solidFill>
              <a:srgbClr val="000000">
                <a:alpha val="148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84" name="Google Shape;8684;p83"/>
            <p:cNvSpPr/>
            <p:nvPr/>
          </p:nvSpPr>
          <p:spPr>
            <a:xfrm>
              <a:off x="5292950" y="1920950"/>
              <a:ext cx="52250" cy="68575"/>
            </a:xfrm>
            <a:custGeom>
              <a:rect b="b" l="l" r="r" t="t"/>
              <a:pathLst>
                <a:path extrusionOk="0" h="2743" w="2090">
                  <a:moveTo>
                    <a:pt x="203" y="0"/>
                  </a:moveTo>
                  <a:cubicBezTo>
                    <a:pt x="91" y="0"/>
                    <a:pt x="0" y="91"/>
                    <a:pt x="0" y="196"/>
                  </a:cubicBezTo>
                  <a:lnTo>
                    <a:pt x="0" y="2547"/>
                  </a:lnTo>
                  <a:cubicBezTo>
                    <a:pt x="0" y="2660"/>
                    <a:pt x="98" y="2743"/>
                    <a:pt x="203" y="2743"/>
                  </a:cubicBezTo>
                  <a:lnTo>
                    <a:pt x="1894" y="2743"/>
                  </a:lnTo>
                  <a:cubicBezTo>
                    <a:pt x="1991" y="2743"/>
                    <a:pt x="2089" y="2660"/>
                    <a:pt x="2089" y="2547"/>
                  </a:cubicBezTo>
                  <a:lnTo>
                    <a:pt x="2089" y="196"/>
                  </a:lnTo>
                  <a:cubicBezTo>
                    <a:pt x="2089" y="83"/>
                    <a:pt x="1991" y="0"/>
                    <a:pt x="18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85" name="Google Shape;8685;p83"/>
            <p:cNvSpPr/>
            <p:nvPr/>
          </p:nvSpPr>
          <p:spPr>
            <a:xfrm>
              <a:off x="5286175" y="1914175"/>
              <a:ext cx="65775" cy="82125"/>
            </a:xfrm>
            <a:custGeom>
              <a:rect b="b" l="l" r="r" t="t"/>
              <a:pathLst>
                <a:path extrusionOk="0" h="3285" w="2631">
                  <a:moveTo>
                    <a:pt x="2075" y="549"/>
                  </a:moveTo>
                  <a:lnTo>
                    <a:pt x="2075" y="2743"/>
                  </a:lnTo>
                  <a:lnTo>
                    <a:pt x="549" y="2743"/>
                  </a:lnTo>
                  <a:lnTo>
                    <a:pt x="549" y="549"/>
                  </a:lnTo>
                  <a:close/>
                  <a:moveTo>
                    <a:pt x="474" y="1"/>
                  </a:moveTo>
                  <a:cubicBezTo>
                    <a:pt x="204" y="1"/>
                    <a:pt x="1" y="211"/>
                    <a:pt x="1" y="467"/>
                  </a:cubicBezTo>
                  <a:lnTo>
                    <a:pt x="1" y="2818"/>
                  </a:lnTo>
                  <a:cubicBezTo>
                    <a:pt x="1" y="3081"/>
                    <a:pt x="219" y="3284"/>
                    <a:pt x="474" y="3284"/>
                  </a:cubicBezTo>
                  <a:lnTo>
                    <a:pt x="2165" y="3284"/>
                  </a:lnTo>
                  <a:cubicBezTo>
                    <a:pt x="2428" y="3284"/>
                    <a:pt x="2631" y="3081"/>
                    <a:pt x="2631" y="2818"/>
                  </a:cubicBezTo>
                  <a:lnTo>
                    <a:pt x="2631" y="467"/>
                  </a:lnTo>
                  <a:cubicBezTo>
                    <a:pt x="2631" y="204"/>
                    <a:pt x="2413" y="1"/>
                    <a:pt x="216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86" name="Google Shape;8686;p83"/>
            <p:cNvSpPr/>
            <p:nvPr/>
          </p:nvSpPr>
          <p:spPr>
            <a:xfrm>
              <a:off x="5063400" y="1715650"/>
              <a:ext cx="339075" cy="181475"/>
            </a:xfrm>
            <a:custGeom>
              <a:rect b="b" l="l" r="r" t="t"/>
              <a:pathLst>
                <a:path extrusionOk="0" h="7259" w="13563">
                  <a:moveTo>
                    <a:pt x="6781" y="0"/>
                  </a:moveTo>
                  <a:cubicBezTo>
                    <a:pt x="6662" y="0"/>
                    <a:pt x="6541" y="45"/>
                    <a:pt x="6447" y="136"/>
                  </a:cubicBezTo>
                  <a:lnTo>
                    <a:pt x="121" y="6462"/>
                  </a:lnTo>
                  <a:cubicBezTo>
                    <a:pt x="1" y="6589"/>
                    <a:pt x="1" y="6777"/>
                    <a:pt x="121" y="6898"/>
                  </a:cubicBezTo>
                  <a:lnTo>
                    <a:pt x="392" y="7168"/>
                  </a:lnTo>
                  <a:cubicBezTo>
                    <a:pt x="456" y="7228"/>
                    <a:pt x="534" y="7258"/>
                    <a:pt x="612" y="7258"/>
                  </a:cubicBezTo>
                  <a:cubicBezTo>
                    <a:pt x="690" y="7258"/>
                    <a:pt x="767" y="7228"/>
                    <a:pt x="827" y="7168"/>
                  </a:cubicBezTo>
                  <a:lnTo>
                    <a:pt x="6703" y="1293"/>
                  </a:lnTo>
                  <a:cubicBezTo>
                    <a:pt x="6725" y="1266"/>
                    <a:pt x="6756" y="1253"/>
                    <a:pt x="6787" y="1253"/>
                  </a:cubicBezTo>
                  <a:cubicBezTo>
                    <a:pt x="6818" y="1253"/>
                    <a:pt x="6849" y="1266"/>
                    <a:pt x="6876" y="1293"/>
                  </a:cubicBezTo>
                  <a:lnTo>
                    <a:pt x="12744" y="7168"/>
                  </a:lnTo>
                  <a:cubicBezTo>
                    <a:pt x="12804" y="7228"/>
                    <a:pt x="12881" y="7258"/>
                    <a:pt x="12958" y="7258"/>
                  </a:cubicBezTo>
                  <a:cubicBezTo>
                    <a:pt x="13035" y="7258"/>
                    <a:pt x="13112" y="7228"/>
                    <a:pt x="13172" y="7168"/>
                  </a:cubicBezTo>
                  <a:lnTo>
                    <a:pt x="13450" y="6898"/>
                  </a:lnTo>
                  <a:cubicBezTo>
                    <a:pt x="13563" y="6777"/>
                    <a:pt x="13563" y="6589"/>
                    <a:pt x="13435" y="6462"/>
                  </a:cubicBezTo>
                  <a:lnTo>
                    <a:pt x="7109" y="136"/>
                  </a:lnTo>
                  <a:cubicBezTo>
                    <a:pt x="7019" y="45"/>
                    <a:pt x="6900" y="0"/>
                    <a:pt x="678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87" name="Google Shape;8687;p83"/>
            <p:cNvSpPr/>
            <p:nvPr/>
          </p:nvSpPr>
          <p:spPr>
            <a:xfrm>
              <a:off x="5232850" y="1715650"/>
              <a:ext cx="169625" cy="181475"/>
            </a:xfrm>
            <a:custGeom>
              <a:rect b="b" l="l" r="r" t="t"/>
              <a:pathLst>
                <a:path extrusionOk="0" h="7259" w="6785">
                  <a:moveTo>
                    <a:pt x="0" y="0"/>
                  </a:moveTo>
                  <a:lnTo>
                    <a:pt x="0" y="1255"/>
                  </a:lnTo>
                  <a:cubicBezTo>
                    <a:pt x="30" y="1255"/>
                    <a:pt x="68" y="1263"/>
                    <a:pt x="90" y="1293"/>
                  </a:cubicBezTo>
                  <a:lnTo>
                    <a:pt x="5958" y="7168"/>
                  </a:lnTo>
                  <a:cubicBezTo>
                    <a:pt x="6018" y="7228"/>
                    <a:pt x="6095" y="7258"/>
                    <a:pt x="6172" y="7258"/>
                  </a:cubicBezTo>
                  <a:cubicBezTo>
                    <a:pt x="6249" y="7258"/>
                    <a:pt x="6326" y="7228"/>
                    <a:pt x="6386" y="7168"/>
                  </a:cubicBezTo>
                  <a:lnTo>
                    <a:pt x="6664" y="6898"/>
                  </a:lnTo>
                  <a:cubicBezTo>
                    <a:pt x="6785" y="6777"/>
                    <a:pt x="6785" y="6589"/>
                    <a:pt x="6664" y="6477"/>
                  </a:cubicBezTo>
                  <a:lnTo>
                    <a:pt x="331" y="136"/>
                  </a:lnTo>
                  <a:cubicBezTo>
                    <a:pt x="241" y="38"/>
                    <a:pt x="128" y="0"/>
                    <a:pt x="0" y="0"/>
                  </a:cubicBezTo>
                  <a:close/>
                </a:path>
              </a:pathLst>
            </a:custGeom>
            <a:solidFill>
              <a:srgbClr val="000000">
                <a:alpha val="148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88" name="Google Shape;8688;p83"/>
            <p:cNvSpPr/>
            <p:nvPr/>
          </p:nvSpPr>
          <p:spPr>
            <a:xfrm>
              <a:off x="5204675" y="1907225"/>
              <a:ext cx="56375" cy="160250"/>
            </a:xfrm>
            <a:custGeom>
              <a:rect b="b" l="l" r="r" t="t"/>
              <a:pathLst>
                <a:path extrusionOk="0" h="6410" w="2255">
                  <a:moveTo>
                    <a:pt x="1127" y="1"/>
                  </a:moveTo>
                  <a:cubicBezTo>
                    <a:pt x="511" y="1"/>
                    <a:pt x="0" y="504"/>
                    <a:pt x="0" y="1128"/>
                  </a:cubicBezTo>
                  <a:lnTo>
                    <a:pt x="0" y="6410"/>
                  </a:lnTo>
                  <a:lnTo>
                    <a:pt x="2254" y="6410"/>
                  </a:lnTo>
                  <a:lnTo>
                    <a:pt x="2254" y="1128"/>
                  </a:lnTo>
                  <a:cubicBezTo>
                    <a:pt x="2254" y="512"/>
                    <a:pt x="1758" y="1"/>
                    <a:pt x="11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89" name="Google Shape;8689;p83"/>
            <p:cNvSpPr/>
            <p:nvPr/>
          </p:nvSpPr>
          <p:spPr>
            <a:xfrm>
              <a:off x="5197725" y="1900275"/>
              <a:ext cx="70450" cy="167200"/>
            </a:xfrm>
            <a:custGeom>
              <a:rect b="b" l="l" r="r" t="t"/>
              <a:pathLst>
                <a:path extrusionOk="0" h="6688" w="2818">
                  <a:moveTo>
                    <a:pt x="1405" y="1"/>
                  </a:moveTo>
                  <a:cubicBezTo>
                    <a:pt x="631" y="1"/>
                    <a:pt x="0" y="632"/>
                    <a:pt x="0" y="1406"/>
                  </a:cubicBezTo>
                  <a:lnTo>
                    <a:pt x="0" y="6688"/>
                  </a:lnTo>
                  <a:lnTo>
                    <a:pt x="564" y="6688"/>
                  </a:lnTo>
                  <a:lnTo>
                    <a:pt x="564" y="1406"/>
                  </a:lnTo>
                  <a:cubicBezTo>
                    <a:pt x="564" y="940"/>
                    <a:pt x="939" y="564"/>
                    <a:pt x="1405" y="564"/>
                  </a:cubicBezTo>
                  <a:lnTo>
                    <a:pt x="1420" y="564"/>
                  </a:lnTo>
                  <a:cubicBezTo>
                    <a:pt x="1878" y="564"/>
                    <a:pt x="2262" y="948"/>
                    <a:pt x="2262" y="1406"/>
                  </a:cubicBezTo>
                  <a:lnTo>
                    <a:pt x="2262" y="6688"/>
                  </a:lnTo>
                  <a:lnTo>
                    <a:pt x="2818" y="6688"/>
                  </a:lnTo>
                  <a:lnTo>
                    <a:pt x="2818" y="1406"/>
                  </a:lnTo>
                  <a:cubicBezTo>
                    <a:pt x="2818" y="632"/>
                    <a:pt x="2186" y="1"/>
                    <a:pt x="140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90" name="Google Shape;8690;p83"/>
            <p:cNvSpPr/>
            <p:nvPr/>
          </p:nvSpPr>
          <p:spPr>
            <a:xfrm>
              <a:off x="5216675" y="1956625"/>
              <a:ext cx="12625" cy="12625"/>
            </a:xfrm>
            <a:custGeom>
              <a:rect b="b" l="l" r="r" t="t"/>
              <a:pathLst>
                <a:path extrusionOk="0" h="505" w="505">
                  <a:moveTo>
                    <a:pt x="256" y="1"/>
                  </a:moveTo>
                  <a:cubicBezTo>
                    <a:pt x="114" y="1"/>
                    <a:pt x="1" y="114"/>
                    <a:pt x="1" y="256"/>
                  </a:cubicBezTo>
                  <a:cubicBezTo>
                    <a:pt x="1" y="392"/>
                    <a:pt x="114" y="504"/>
                    <a:pt x="256" y="504"/>
                  </a:cubicBezTo>
                  <a:cubicBezTo>
                    <a:pt x="399" y="504"/>
                    <a:pt x="504" y="392"/>
                    <a:pt x="504" y="256"/>
                  </a:cubicBezTo>
                  <a:cubicBezTo>
                    <a:pt x="504" y="114"/>
                    <a:pt x="399" y="1"/>
                    <a:pt x="25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91" name="Google Shape;8691;p83"/>
            <p:cNvSpPr/>
            <p:nvPr/>
          </p:nvSpPr>
          <p:spPr>
            <a:xfrm>
              <a:off x="5097225" y="2030075"/>
              <a:ext cx="271450" cy="37400"/>
            </a:xfrm>
            <a:custGeom>
              <a:rect b="b" l="l" r="r" t="t"/>
              <a:pathLst>
                <a:path extrusionOk="0" h="1496" w="10858">
                  <a:moveTo>
                    <a:pt x="0" y="1"/>
                  </a:moveTo>
                  <a:lnTo>
                    <a:pt x="0" y="1496"/>
                  </a:lnTo>
                  <a:lnTo>
                    <a:pt x="10857" y="1496"/>
                  </a:lnTo>
                  <a:lnTo>
                    <a:pt x="1085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92" name="Google Shape;8692;p83"/>
            <p:cNvSpPr/>
            <p:nvPr/>
          </p:nvSpPr>
          <p:spPr>
            <a:xfrm>
              <a:off x="5064350" y="2012975"/>
              <a:ext cx="79850" cy="54500"/>
            </a:xfrm>
            <a:custGeom>
              <a:rect b="b" l="l" r="r" t="t"/>
              <a:pathLst>
                <a:path extrusionOk="0" h="2180" w="3194">
                  <a:moveTo>
                    <a:pt x="1593" y="1"/>
                  </a:moveTo>
                  <a:cubicBezTo>
                    <a:pt x="910" y="1"/>
                    <a:pt x="331" y="422"/>
                    <a:pt x="106" y="1023"/>
                  </a:cubicBezTo>
                  <a:cubicBezTo>
                    <a:pt x="38" y="1203"/>
                    <a:pt x="1" y="1398"/>
                    <a:pt x="1" y="1594"/>
                  </a:cubicBezTo>
                  <a:cubicBezTo>
                    <a:pt x="1" y="1804"/>
                    <a:pt x="38" y="1999"/>
                    <a:pt x="113" y="2180"/>
                  </a:cubicBezTo>
                  <a:lnTo>
                    <a:pt x="3081" y="2180"/>
                  </a:lnTo>
                  <a:cubicBezTo>
                    <a:pt x="3156" y="1999"/>
                    <a:pt x="3194" y="1804"/>
                    <a:pt x="3194" y="1594"/>
                  </a:cubicBezTo>
                  <a:cubicBezTo>
                    <a:pt x="3194" y="1391"/>
                    <a:pt x="3156" y="1203"/>
                    <a:pt x="3089" y="1023"/>
                  </a:cubicBezTo>
                  <a:cubicBezTo>
                    <a:pt x="2856" y="422"/>
                    <a:pt x="2270" y="1"/>
                    <a:pt x="15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93" name="Google Shape;8693;p83"/>
            <p:cNvSpPr/>
            <p:nvPr/>
          </p:nvSpPr>
          <p:spPr>
            <a:xfrm>
              <a:off x="5112250" y="2028000"/>
              <a:ext cx="57500" cy="39475"/>
            </a:xfrm>
            <a:custGeom>
              <a:rect b="b" l="l" r="r" t="t"/>
              <a:pathLst>
                <a:path extrusionOk="0" h="1579" w="2300">
                  <a:moveTo>
                    <a:pt x="1150" y="1"/>
                  </a:moveTo>
                  <a:cubicBezTo>
                    <a:pt x="669" y="1"/>
                    <a:pt x="241" y="309"/>
                    <a:pt x="76" y="745"/>
                  </a:cubicBezTo>
                  <a:cubicBezTo>
                    <a:pt x="23" y="873"/>
                    <a:pt x="0" y="1008"/>
                    <a:pt x="0" y="1158"/>
                  </a:cubicBezTo>
                  <a:cubicBezTo>
                    <a:pt x="0" y="1308"/>
                    <a:pt x="16" y="1444"/>
                    <a:pt x="76" y="1579"/>
                  </a:cubicBezTo>
                  <a:lnTo>
                    <a:pt x="2224" y="1579"/>
                  </a:lnTo>
                  <a:cubicBezTo>
                    <a:pt x="2270" y="1444"/>
                    <a:pt x="2300" y="1308"/>
                    <a:pt x="2300" y="1158"/>
                  </a:cubicBezTo>
                  <a:cubicBezTo>
                    <a:pt x="2300" y="1008"/>
                    <a:pt x="2270" y="865"/>
                    <a:pt x="2232" y="745"/>
                  </a:cubicBezTo>
                  <a:cubicBezTo>
                    <a:pt x="2067" y="309"/>
                    <a:pt x="1653" y="1"/>
                    <a:pt x="115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94" name="Google Shape;8694;p83"/>
            <p:cNvSpPr/>
            <p:nvPr/>
          </p:nvSpPr>
          <p:spPr>
            <a:xfrm>
              <a:off x="5308525" y="2003775"/>
              <a:ext cx="93200" cy="63700"/>
            </a:xfrm>
            <a:custGeom>
              <a:rect b="b" l="l" r="r" t="t"/>
              <a:pathLst>
                <a:path extrusionOk="0" h="2548" w="3728">
                  <a:moveTo>
                    <a:pt x="1857" y="1"/>
                  </a:moveTo>
                  <a:cubicBezTo>
                    <a:pt x="1068" y="1"/>
                    <a:pt x="384" y="497"/>
                    <a:pt x="121" y="1195"/>
                  </a:cubicBezTo>
                  <a:cubicBezTo>
                    <a:pt x="46" y="1398"/>
                    <a:pt x="1" y="1624"/>
                    <a:pt x="1" y="1864"/>
                  </a:cubicBezTo>
                  <a:cubicBezTo>
                    <a:pt x="1" y="2105"/>
                    <a:pt x="46" y="2337"/>
                    <a:pt x="129" y="2548"/>
                  </a:cubicBezTo>
                  <a:lnTo>
                    <a:pt x="3592" y="2548"/>
                  </a:lnTo>
                  <a:cubicBezTo>
                    <a:pt x="3683" y="2330"/>
                    <a:pt x="3728" y="2105"/>
                    <a:pt x="3728" y="1864"/>
                  </a:cubicBezTo>
                  <a:cubicBezTo>
                    <a:pt x="3728" y="1624"/>
                    <a:pt x="3683" y="1413"/>
                    <a:pt x="3592" y="1195"/>
                  </a:cubicBezTo>
                  <a:cubicBezTo>
                    <a:pt x="3329" y="497"/>
                    <a:pt x="2646" y="1"/>
                    <a:pt x="185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95" name="Google Shape;8695;p83"/>
            <p:cNvSpPr/>
            <p:nvPr/>
          </p:nvSpPr>
          <p:spPr>
            <a:xfrm>
              <a:off x="5193200" y="1793225"/>
              <a:ext cx="79475" cy="79275"/>
            </a:xfrm>
            <a:custGeom>
              <a:rect b="b" l="l" r="r" t="t"/>
              <a:pathLst>
                <a:path extrusionOk="0" h="3171" w="3179">
                  <a:moveTo>
                    <a:pt x="1586" y="0"/>
                  </a:moveTo>
                  <a:cubicBezTo>
                    <a:pt x="715" y="0"/>
                    <a:pt x="8" y="714"/>
                    <a:pt x="1" y="1586"/>
                  </a:cubicBezTo>
                  <a:cubicBezTo>
                    <a:pt x="1" y="2457"/>
                    <a:pt x="715" y="3171"/>
                    <a:pt x="1586" y="3171"/>
                  </a:cubicBezTo>
                  <a:cubicBezTo>
                    <a:pt x="2465" y="3171"/>
                    <a:pt x="3179" y="2457"/>
                    <a:pt x="3179" y="1586"/>
                  </a:cubicBezTo>
                  <a:cubicBezTo>
                    <a:pt x="3179" y="714"/>
                    <a:pt x="2465" y="0"/>
                    <a:pt x="15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96" name="Google Shape;8696;p83"/>
            <p:cNvSpPr/>
            <p:nvPr/>
          </p:nvSpPr>
          <p:spPr>
            <a:xfrm>
              <a:off x="5186825" y="1786825"/>
              <a:ext cx="92050" cy="92075"/>
            </a:xfrm>
            <a:custGeom>
              <a:rect b="b" l="l" r="r" t="t"/>
              <a:pathLst>
                <a:path extrusionOk="0" h="3683" w="3682">
                  <a:moveTo>
                    <a:pt x="1593" y="534"/>
                  </a:moveTo>
                  <a:lnTo>
                    <a:pt x="1593" y="1586"/>
                  </a:lnTo>
                  <a:lnTo>
                    <a:pt x="541" y="1586"/>
                  </a:lnTo>
                  <a:cubicBezTo>
                    <a:pt x="639" y="1060"/>
                    <a:pt x="1067" y="639"/>
                    <a:pt x="1593" y="534"/>
                  </a:cubicBezTo>
                  <a:close/>
                  <a:moveTo>
                    <a:pt x="2097" y="534"/>
                  </a:moveTo>
                  <a:cubicBezTo>
                    <a:pt x="2630" y="639"/>
                    <a:pt x="3043" y="1060"/>
                    <a:pt x="3148" y="1586"/>
                  </a:cubicBezTo>
                  <a:lnTo>
                    <a:pt x="2097" y="1586"/>
                  </a:lnTo>
                  <a:lnTo>
                    <a:pt x="2097" y="534"/>
                  </a:lnTo>
                  <a:close/>
                  <a:moveTo>
                    <a:pt x="1593" y="2097"/>
                  </a:moveTo>
                  <a:lnTo>
                    <a:pt x="1593" y="3149"/>
                  </a:lnTo>
                  <a:cubicBezTo>
                    <a:pt x="1067" y="3044"/>
                    <a:pt x="639" y="2631"/>
                    <a:pt x="541" y="2097"/>
                  </a:cubicBezTo>
                  <a:close/>
                  <a:moveTo>
                    <a:pt x="3156" y="2097"/>
                  </a:moveTo>
                  <a:cubicBezTo>
                    <a:pt x="3043" y="2631"/>
                    <a:pt x="2630" y="3044"/>
                    <a:pt x="2104" y="3149"/>
                  </a:cubicBezTo>
                  <a:lnTo>
                    <a:pt x="2104" y="2097"/>
                  </a:lnTo>
                  <a:close/>
                  <a:moveTo>
                    <a:pt x="1841" y="1"/>
                  </a:moveTo>
                  <a:cubicBezTo>
                    <a:pt x="827" y="1"/>
                    <a:pt x="0" y="827"/>
                    <a:pt x="0" y="1842"/>
                  </a:cubicBezTo>
                  <a:cubicBezTo>
                    <a:pt x="0" y="2856"/>
                    <a:pt x="827" y="3682"/>
                    <a:pt x="1841" y="3682"/>
                  </a:cubicBezTo>
                  <a:cubicBezTo>
                    <a:pt x="2855" y="3682"/>
                    <a:pt x="3682" y="2856"/>
                    <a:pt x="3682" y="1842"/>
                  </a:cubicBezTo>
                  <a:cubicBezTo>
                    <a:pt x="3682" y="827"/>
                    <a:pt x="2855" y="1"/>
                    <a:pt x="184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697" name="Google Shape;8697;p83"/>
          <p:cNvSpPr txBox="1"/>
          <p:nvPr/>
        </p:nvSpPr>
        <p:spPr>
          <a:xfrm>
            <a:off x="2858650" y="166925"/>
            <a:ext cx="48723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accent6"/>
                </a:solidFill>
                <a:latin typeface="Rubik ExtraBold"/>
                <a:ea typeface="Rubik ExtraBold"/>
                <a:cs typeface="Rubik ExtraBold"/>
                <a:sym typeface="Rubik ExtraBold"/>
              </a:rPr>
              <a:t>EXPLORATORY</a:t>
            </a:r>
            <a:r>
              <a:rPr lang="en" sz="2200">
                <a:solidFill>
                  <a:schemeClr val="accent6"/>
                </a:solidFill>
                <a:latin typeface="Rubik ExtraBold"/>
                <a:ea typeface="Rubik ExtraBold"/>
                <a:cs typeface="Rubik ExtraBold"/>
                <a:sym typeface="Rubik ExtraBold"/>
              </a:rPr>
              <a:t> DATA ANALYSIS</a:t>
            </a:r>
            <a:endParaRPr sz="2200">
              <a:solidFill>
                <a:schemeClr val="accent6"/>
              </a:solidFill>
              <a:latin typeface="Rubik ExtraBold"/>
              <a:ea typeface="Rubik ExtraBold"/>
              <a:cs typeface="Rubik ExtraBold"/>
              <a:sym typeface="Rubik ExtraBold"/>
            </a:endParaRPr>
          </a:p>
        </p:txBody>
      </p:sp>
      <p:sp>
        <p:nvSpPr>
          <p:cNvPr id="8698" name="Google Shape;8698;p83"/>
          <p:cNvSpPr txBox="1"/>
          <p:nvPr/>
        </p:nvSpPr>
        <p:spPr>
          <a:xfrm>
            <a:off x="1768125" y="3411525"/>
            <a:ext cx="1666500" cy="5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accent6"/>
                </a:solidFill>
                <a:latin typeface="Rubik"/>
                <a:ea typeface="Rubik"/>
                <a:cs typeface="Rubik"/>
                <a:sym typeface="Rubik"/>
              </a:rPr>
              <a:t>Descriptive Statistics</a:t>
            </a:r>
            <a:endParaRPr b="1" sz="1100">
              <a:solidFill>
                <a:schemeClr val="accent6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8699" name="Google Shape;8699;p83"/>
          <p:cNvSpPr txBox="1"/>
          <p:nvPr/>
        </p:nvSpPr>
        <p:spPr>
          <a:xfrm>
            <a:off x="7259900" y="1636725"/>
            <a:ext cx="11643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accent6"/>
                </a:solidFill>
                <a:latin typeface="Rubik"/>
                <a:ea typeface="Rubik"/>
                <a:cs typeface="Rubik"/>
                <a:sym typeface="Rubik"/>
              </a:rPr>
              <a:t>Distribution Analysis via </a:t>
            </a:r>
            <a:r>
              <a:rPr b="1" lang="en" sz="1100">
                <a:solidFill>
                  <a:schemeClr val="accent6"/>
                </a:solidFill>
                <a:latin typeface="Rubik"/>
                <a:ea typeface="Rubik"/>
                <a:cs typeface="Rubik"/>
                <a:sym typeface="Rubik"/>
              </a:rPr>
              <a:t>Histograms</a:t>
            </a:r>
            <a:endParaRPr b="1" sz="1100">
              <a:solidFill>
                <a:schemeClr val="accent6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pic>
        <p:nvPicPr>
          <p:cNvPr id="8700" name="Google Shape;8700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03175" y="3411325"/>
            <a:ext cx="3508224" cy="1399450"/>
          </a:xfrm>
          <a:prstGeom prst="rect">
            <a:avLst/>
          </a:prstGeom>
          <a:solidFill>
            <a:schemeClr val="lt1"/>
          </a:solidFill>
          <a:ln cap="flat" cmpd="sng" w="762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>
              <a:schemeClr val="dk1">
                <a:alpha val="50000"/>
              </a:schemeClr>
            </a:outerShdw>
          </a:effectLst>
        </p:spPr>
      </p:pic>
      <p:pic>
        <p:nvPicPr>
          <p:cNvPr id="8701" name="Google Shape;8701;p8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36100" y="668275"/>
            <a:ext cx="4763602" cy="2530658"/>
          </a:xfrm>
          <a:prstGeom prst="rect">
            <a:avLst/>
          </a:prstGeom>
          <a:solidFill>
            <a:schemeClr val="lt1"/>
          </a:solidFill>
          <a:ln cap="flat" cmpd="sng" w="762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>
              <a:schemeClr val="dk1">
                <a:alpha val="50000"/>
              </a:scheme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05" name="Shape 8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6" name="Google Shape;8706;p84"/>
          <p:cNvSpPr/>
          <p:nvPr/>
        </p:nvSpPr>
        <p:spPr>
          <a:xfrm>
            <a:off x="1085175" y="320450"/>
            <a:ext cx="5800800" cy="817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762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07" name="Google Shape;8707;p84"/>
          <p:cNvSpPr txBox="1"/>
          <p:nvPr>
            <p:ph type="title"/>
          </p:nvPr>
        </p:nvSpPr>
        <p:spPr>
          <a:xfrm>
            <a:off x="1460625" y="407600"/>
            <a:ext cx="5289300" cy="728700"/>
          </a:xfrm>
          <a:prstGeom prst="rect">
            <a:avLst/>
          </a:prstGeom>
        </p:spPr>
        <p:txBody>
          <a:bodyPr anchorCtr="0" anchor="t" bIns="91425" lIns="90000" spcFirstLastPara="1" rIns="900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Correlation Analysis &amp; Q-Q Plot</a:t>
            </a:r>
            <a:endParaRPr sz="2500"/>
          </a:p>
        </p:txBody>
      </p:sp>
      <p:sp>
        <p:nvSpPr>
          <p:cNvPr id="8708" name="Google Shape;8708;p84"/>
          <p:cNvSpPr/>
          <p:nvPr/>
        </p:nvSpPr>
        <p:spPr>
          <a:xfrm>
            <a:off x="0" y="751163"/>
            <a:ext cx="1574757" cy="438811"/>
          </a:xfrm>
          <a:custGeom>
            <a:rect b="b" l="l" r="r" t="t"/>
            <a:pathLst>
              <a:path extrusionOk="0" h="5486" w="19698">
                <a:moveTo>
                  <a:pt x="12063" y="1"/>
                </a:moveTo>
                <a:cubicBezTo>
                  <a:pt x="10934" y="1"/>
                  <a:pt x="9754" y="807"/>
                  <a:pt x="9727" y="2750"/>
                </a:cubicBezTo>
                <a:cubicBezTo>
                  <a:pt x="9727" y="2750"/>
                  <a:pt x="9077" y="1543"/>
                  <a:pt x="8244" y="1543"/>
                </a:cubicBezTo>
                <a:cubicBezTo>
                  <a:pt x="8124" y="1543"/>
                  <a:pt x="8000" y="1568"/>
                  <a:pt x="7873" y="1625"/>
                </a:cubicBezTo>
                <a:cubicBezTo>
                  <a:pt x="7508" y="1838"/>
                  <a:pt x="7721" y="2537"/>
                  <a:pt x="7904" y="2841"/>
                </a:cubicBezTo>
                <a:cubicBezTo>
                  <a:pt x="6905" y="2358"/>
                  <a:pt x="5937" y="2148"/>
                  <a:pt x="5156" y="2148"/>
                </a:cubicBezTo>
                <a:cubicBezTo>
                  <a:pt x="3726" y="2148"/>
                  <a:pt x="2923" y="2852"/>
                  <a:pt x="3709" y="3875"/>
                </a:cubicBezTo>
                <a:cubicBezTo>
                  <a:pt x="821" y="3875"/>
                  <a:pt x="1" y="5486"/>
                  <a:pt x="1" y="5486"/>
                </a:cubicBezTo>
                <a:lnTo>
                  <a:pt x="19697" y="5486"/>
                </a:lnTo>
                <a:cubicBezTo>
                  <a:pt x="19620" y="5204"/>
                  <a:pt x="19242" y="4319"/>
                  <a:pt x="17562" y="4319"/>
                </a:cubicBezTo>
                <a:cubicBezTo>
                  <a:pt x="17248" y="4319"/>
                  <a:pt x="16888" y="4350"/>
                  <a:pt x="16475" y="4422"/>
                </a:cubicBezTo>
                <a:cubicBezTo>
                  <a:pt x="16870" y="4057"/>
                  <a:pt x="17174" y="3479"/>
                  <a:pt x="17083" y="2902"/>
                </a:cubicBezTo>
                <a:cubicBezTo>
                  <a:pt x="17022" y="2750"/>
                  <a:pt x="16961" y="2568"/>
                  <a:pt x="16840" y="2446"/>
                </a:cubicBezTo>
                <a:cubicBezTo>
                  <a:pt x="16718" y="2355"/>
                  <a:pt x="16566" y="2264"/>
                  <a:pt x="16475" y="2233"/>
                </a:cubicBezTo>
                <a:cubicBezTo>
                  <a:pt x="16352" y="2186"/>
                  <a:pt x="16217" y="2165"/>
                  <a:pt x="16076" y="2165"/>
                </a:cubicBezTo>
                <a:cubicBezTo>
                  <a:pt x="15033" y="2165"/>
                  <a:pt x="13618" y="3297"/>
                  <a:pt x="13618" y="3297"/>
                </a:cubicBezTo>
                <a:cubicBezTo>
                  <a:pt x="14883" y="1332"/>
                  <a:pt x="13514" y="1"/>
                  <a:pt x="12063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709" name="Google Shape;8709;p84"/>
          <p:cNvGrpSpPr/>
          <p:nvPr/>
        </p:nvGrpSpPr>
        <p:grpSpPr>
          <a:xfrm>
            <a:off x="7966807" y="2809772"/>
            <a:ext cx="1496970" cy="2297721"/>
            <a:chOff x="243098" y="2746672"/>
            <a:chExt cx="1496970" cy="2297721"/>
          </a:xfrm>
        </p:grpSpPr>
        <p:sp>
          <p:nvSpPr>
            <p:cNvPr id="8710" name="Google Shape;8710;p84"/>
            <p:cNvSpPr/>
            <p:nvPr/>
          </p:nvSpPr>
          <p:spPr>
            <a:xfrm>
              <a:off x="789842" y="4086383"/>
              <a:ext cx="461762" cy="958010"/>
            </a:xfrm>
            <a:custGeom>
              <a:rect b="b" l="l" r="r" t="t"/>
              <a:pathLst>
                <a:path extrusionOk="0" h="11977" w="5776">
                  <a:moveTo>
                    <a:pt x="2888" y="0"/>
                  </a:moveTo>
                  <a:lnTo>
                    <a:pt x="2797" y="2219"/>
                  </a:lnTo>
                  <a:lnTo>
                    <a:pt x="1611" y="1307"/>
                  </a:lnTo>
                  <a:lnTo>
                    <a:pt x="1520" y="1429"/>
                  </a:lnTo>
                  <a:lnTo>
                    <a:pt x="2645" y="2797"/>
                  </a:lnTo>
                  <a:lnTo>
                    <a:pt x="2432" y="7082"/>
                  </a:lnTo>
                  <a:lnTo>
                    <a:pt x="1885" y="6535"/>
                  </a:lnTo>
                  <a:lnTo>
                    <a:pt x="1915" y="5076"/>
                  </a:lnTo>
                  <a:lnTo>
                    <a:pt x="1703" y="5015"/>
                  </a:lnTo>
                  <a:lnTo>
                    <a:pt x="1520" y="6201"/>
                  </a:lnTo>
                  <a:lnTo>
                    <a:pt x="152" y="5015"/>
                  </a:lnTo>
                  <a:lnTo>
                    <a:pt x="0" y="5137"/>
                  </a:lnTo>
                  <a:lnTo>
                    <a:pt x="2310" y="7812"/>
                  </a:lnTo>
                  <a:lnTo>
                    <a:pt x="2007" y="11976"/>
                  </a:lnTo>
                  <a:lnTo>
                    <a:pt x="3891" y="11976"/>
                  </a:lnTo>
                  <a:lnTo>
                    <a:pt x="3678" y="6748"/>
                  </a:lnTo>
                  <a:lnTo>
                    <a:pt x="4681" y="5107"/>
                  </a:lnTo>
                  <a:lnTo>
                    <a:pt x="5776" y="4955"/>
                  </a:lnTo>
                  <a:lnTo>
                    <a:pt x="5776" y="4772"/>
                  </a:lnTo>
                  <a:lnTo>
                    <a:pt x="4803" y="4803"/>
                  </a:lnTo>
                  <a:lnTo>
                    <a:pt x="5350" y="3921"/>
                  </a:lnTo>
                  <a:lnTo>
                    <a:pt x="5228" y="3800"/>
                  </a:lnTo>
                  <a:lnTo>
                    <a:pt x="3678" y="5471"/>
                  </a:lnTo>
                  <a:lnTo>
                    <a:pt x="3405" y="2736"/>
                  </a:lnTo>
                  <a:lnTo>
                    <a:pt x="319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11" name="Google Shape;8711;p84"/>
            <p:cNvSpPr/>
            <p:nvPr/>
          </p:nvSpPr>
          <p:spPr>
            <a:xfrm>
              <a:off x="274676" y="2746672"/>
              <a:ext cx="1465392" cy="1589112"/>
            </a:xfrm>
            <a:custGeom>
              <a:rect b="b" l="l" r="r" t="t"/>
              <a:pathLst>
                <a:path extrusionOk="0" h="19867" w="18330">
                  <a:moveTo>
                    <a:pt x="9682" y="1"/>
                  </a:moveTo>
                  <a:cubicBezTo>
                    <a:pt x="9666" y="1"/>
                    <a:pt x="9651" y="1"/>
                    <a:pt x="9636" y="1"/>
                  </a:cubicBezTo>
                  <a:cubicBezTo>
                    <a:pt x="8663" y="32"/>
                    <a:pt x="7873" y="731"/>
                    <a:pt x="7265" y="1460"/>
                  </a:cubicBezTo>
                  <a:cubicBezTo>
                    <a:pt x="6019" y="2980"/>
                    <a:pt x="5259" y="4865"/>
                    <a:pt x="5107" y="6840"/>
                  </a:cubicBezTo>
                  <a:cubicBezTo>
                    <a:pt x="4712" y="6354"/>
                    <a:pt x="4377" y="5868"/>
                    <a:pt x="3891" y="5472"/>
                  </a:cubicBezTo>
                  <a:cubicBezTo>
                    <a:pt x="3485" y="5168"/>
                    <a:pt x="2993" y="4926"/>
                    <a:pt x="2488" y="4926"/>
                  </a:cubicBezTo>
                  <a:cubicBezTo>
                    <a:pt x="2389" y="4926"/>
                    <a:pt x="2289" y="4936"/>
                    <a:pt x="2189" y="4956"/>
                  </a:cubicBezTo>
                  <a:cubicBezTo>
                    <a:pt x="1186" y="5108"/>
                    <a:pt x="548" y="6111"/>
                    <a:pt x="274" y="7114"/>
                  </a:cubicBezTo>
                  <a:cubicBezTo>
                    <a:pt x="1" y="8178"/>
                    <a:pt x="61" y="9272"/>
                    <a:pt x="396" y="10305"/>
                  </a:cubicBezTo>
                  <a:cubicBezTo>
                    <a:pt x="912" y="12007"/>
                    <a:pt x="2219" y="13375"/>
                    <a:pt x="3466" y="14622"/>
                  </a:cubicBezTo>
                  <a:cubicBezTo>
                    <a:pt x="3336" y="14567"/>
                    <a:pt x="3199" y="14541"/>
                    <a:pt x="3063" y="14541"/>
                  </a:cubicBezTo>
                  <a:cubicBezTo>
                    <a:pt x="2595" y="14541"/>
                    <a:pt x="2127" y="14843"/>
                    <a:pt x="1915" y="15290"/>
                  </a:cubicBezTo>
                  <a:cubicBezTo>
                    <a:pt x="1520" y="16050"/>
                    <a:pt x="1915" y="16901"/>
                    <a:pt x="2402" y="17509"/>
                  </a:cubicBezTo>
                  <a:cubicBezTo>
                    <a:pt x="2858" y="18026"/>
                    <a:pt x="3435" y="18391"/>
                    <a:pt x="4043" y="18695"/>
                  </a:cubicBezTo>
                  <a:cubicBezTo>
                    <a:pt x="5651" y="19498"/>
                    <a:pt x="7434" y="19866"/>
                    <a:pt x="9228" y="19866"/>
                  </a:cubicBezTo>
                  <a:cubicBezTo>
                    <a:pt x="11164" y="19866"/>
                    <a:pt x="13112" y="19437"/>
                    <a:pt x="14864" y="18664"/>
                  </a:cubicBezTo>
                  <a:cubicBezTo>
                    <a:pt x="16110" y="18117"/>
                    <a:pt x="16992" y="17205"/>
                    <a:pt x="17691" y="15989"/>
                  </a:cubicBezTo>
                  <a:cubicBezTo>
                    <a:pt x="18147" y="15290"/>
                    <a:pt x="18299" y="14439"/>
                    <a:pt x="18329" y="13649"/>
                  </a:cubicBezTo>
                  <a:cubicBezTo>
                    <a:pt x="18329" y="13102"/>
                    <a:pt x="18299" y="12585"/>
                    <a:pt x="18086" y="12129"/>
                  </a:cubicBezTo>
                  <a:cubicBezTo>
                    <a:pt x="17873" y="11673"/>
                    <a:pt x="17448" y="11248"/>
                    <a:pt x="16931" y="11187"/>
                  </a:cubicBezTo>
                  <a:cubicBezTo>
                    <a:pt x="16869" y="11174"/>
                    <a:pt x="16804" y="11168"/>
                    <a:pt x="16739" y="11168"/>
                  </a:cubicBezTo>
                  <a:cubicBezTo>
                    <a:pt x="16511" y="11168"/>
                    <a:pt x="16279" y="11244"/>
                    <a:pt x="16148" y="11384"/>
                  </a:cubicBezTo>
                  <a:lnTo>
                    <a:pt x="16148" y="11384"/>
                  </a:lnTo>
                  <a:cubicBezTo>
                    <a:pt x="16711" y="10695"/>
                    <a:pt x="17239" y="9890"/>
                    <a:pt x="17448" y="8998"/>
                  </a:cubicBezTo>
                  <a:cubicBezTo>
                    <a:pt x="17691" y="8086"/>
                    <a:pt x="17569" y="7083"/>
                    <a:pt x="16961" y="6384"/>
                  </a:cubicBezTo>
                  <a:cubicBezTo>
                    <a:pt x="16487" y="5810"/>
                    <a:pt x="15766" y="5523"/>
                    <a:pt x="15019" y="5523"/>
                  </a:cubicBezTo>
                  <a:cubicBezTo>
                    <a:pt x="14856" y="5523"/>
                    <a:pt x="14692" y="5536"/>
                    <a:pt x="14530" y="5564"/>
                  </a:cubicBezTo>
                  <a:cubicBezTo>
                    <a:pt x="13618" y="5716"/>
                    <a:pt x="12858" y="6202"/>
                    <a:pt x="12250" y="6871"/>
                  </a:cubicBezTo>
                  <a:cubicBezTo>
                    <a:pt x="12311" y="5472"/>
                    <a:pt x="12615" y="4074"/>
                    <a:pt x="12372" y="2706"/>
                  </a:cubicBezTo>
                  <a:cubicBezTo>
                    <a:pt x="12101" y="1354"/>
                    <a:pt x="11057" y="1"/>
                    <a:pt x="968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12" name="Google Shape;8712;p84"/>
            <p:cNvSpPr/>
            <p:nvPr/>
          </p:nvSpPr>
          <p:spPr>
            <a:xfrm>
              <a:off x="635228" y="4360980"/>
              <a:ext cx="324817" cy="282356"/>
            </a:xfrm>
            <a:custGeom>
              <a:rect b="b" l="l" r="r" t="t"/>
              <a:pathLst>
                <a:path extrusionOk="0" h="3530" w="4063">
                  <a:moveTo>
                    <a:pt x="1850" y="0"/>
                  </a:moveTo>
                  <a:cubicBezTo>
                    <a:pt x="1502" y="0"/>
                    <a:pt x="1195" y="373"/>
                    <a:pt x="1570" y="944"/>
                  </a:cubicBezTo>
                  <a:cubicBezTo>
                    <a:pt x="1296" y="663"/>
                    <a:pt x="1033" y="551"/>
                    <a:pt x="819" y="551"/>
                  </a:cubicBezTo>
                  <a:cubicBezTo>
                    <a:pt x="223" y="551"/>
                    <a:pt x="1" y="1409"/>
                    <a:pt x="962" y="1856"/>
                  </a:cubicBezTo>
                  <a:cubicBezTo>
                    <a:pt x="37" y="1881"/>
                    <a:pt x="304" y="2974"/>
                    <a:pt x="969" y="2974"/>
                  </a:cubicBezTo>
                  <a:cubicBezTo>
                    <a:pt x="1100" y="2974"/>
                    <a:pt x="1247" y="2931"/>
                    <a:pt x="1403" y="2829"/>
                  </a:cubicBezTo>
                  <a:lnTo>
                    <a:pt x="1403" y="2829"/>
                  </a:lnTo>
                  <a:cubicBezTo>
                    <a:pt x="1083" y="3075"/>
                    <a:pt x="1301" y="3529"/>
                    <a:pt x="1714" y="3529"/>
                  </a:cubicBezTo>
                  <a:cubicBezTo>
                    <a:pt x="1726" y="3529"/>
                    <a:pt x="1739" y="3529"/>
                    <a:pt x="1752" y="3528"/>
                  </a:cubicBezTo>
                  <a:cubicBezTo>
                    <a:pt x="2877" y="3315"/>
                    <a:pt x="4062" y="1491"/>
                    <a:pt x="3029" y="519"/>
                  </a:cubicBezTo>
                  <a:cubicBezTo>
                    <a:pt x="2955" y="430"/>
                    <a:pt x="2810" y="370"/>
                    <a:pt x="2680" y="370"/>
                  </a:cubicBezTo>
                  <a:cubicBezTo>
                    <a:pt x="2542" y="370"/>
                    <a:pt x="2421" y="438"/>
                    <a:pt x="2421" y="610"/>
                  </a:cubicBezTo>
                  <a:cubicBezTo>
                    <a:pt x="2358" y="184"/>
                    <a:pt x="2094" y="0"/>
                    <a:pt x="185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13" name="Google Shape;8713;p84"/>
            <p:cNvSpPr/>
            <p:nvPr/>
          </p:nvSpPr>
          <p:spPr>
            <a:xfrm>
              <a:off x="663449" y="3468479"/>
              <a:ext cx="794733" cy="858426"/>
            </a:xfrm>
            <a:custGeom>
              <a:rect b="b" l="l" r="r" t="t"/>
              <a:pathLst>
                <a:path extrusionOk="0" h="10732" w="9941">
                  <a:moveTo>
                    <a:pt x="3393" y="0"/>
                  </a:moveTo>
                  <a:cubicBezTo>
                    <a:pt x="3295" y="0"/>
                    <a:pt x="3197" y="11"/>
                    <a:pt x="3101" y="35"/>
                  </a:cubicBezTo>
                  <a:cubicBezTo>
                    <a:pt x="2341" y="217"/>
                    <a:pt x="1977" y="1129"/>
                    <a:pt x="2068" y="1889"/>
                  </a:cubicBezTo>
                  <a:cubicBezTo>
                    <a:pt x="2129" y="2649"/>
                    <a:pt x="2524" y="3379"/>
                    <a:pt x="2797" y="4078"/>
                  </a:cubicBezTo>
                  <a:cubicBezTo>
                    <a:pt x="2435" y="3871"/>
                    <a:pt x="2029" y="3730"/>
                    <a:pt x="1598" y="3730"/>
                  </a:cubicBezTo>
                  <a:cubicBezTo>
                    <a:pt x="1522" y="3730"/>
                    <a:pt x="1446" y="3734"/>
                    <a:pt x="1369" y="3743"/>
                  </a:cubicBezTo>
                  <a:cubicBezTo>
                    <a:pt x="882" y="3835"/>
                    <a:pt x="426" y="4139"/>
                    <a:pt x="244" y="4594"/>
                  </a:cubicBezTo>
                  <a:cubicBezTo>
                    <a:pt x="1" y="5081"/>
                    <a:pt x="122" y="5598"/>
                    <a:pt x="396" y="6053"/>
                  </a:cubicBezTo>
                  <a:cubicBezTo>
                    <a:pt x="670" y="6479"/>
                    <a:pt x="1065" y="6813"/>
                    <a:pt x="1490" y="7117"/>
                  </a:cubicBezTo>
                  <a:cubicBezTo>
                    <a:pt x="1414" y="7087"/>
                    <a:pt x="1331" y="7072"/>
                    <a:pt x="1247" y="7072"/>
                  </a:cubicBezTo>
                  <a:cubicBezTo>
                    <a:pt x="1163" y="7072"/>
                    <a:pt x="1080" y="7087"/>
                    <a:pt x="1004" y="7117"/>
                  </a:cubicBezTo>
                  <a:cubicBezTo>
                    <a:pt x="730" y="7239"/>
                    <a:pt x="578" y="7512"/>
                    <a:pt x="548" y="7816"/>
                  </a:cubicBezTo>
                  <a:cubicBezTo>
                    <a:pt x="518" y="8090"/>
                    <a:pt x="578" y="8394"/>
                    <a:pt x="670" y="8637"/>
                  </a:cubicBezTo>
                  <a:cubicBezTo>
                    <a:pt x="822" y="9093"/>
                    <a:pt x="1034" y="9519"/>
                    <a:pt x="1338" y="9701"/>
                  </a:cubicBezTo>
                  <a:cubicBezTo>
                    <a:pt x="1885" y="10248"/>
                    <a:pt x="2493" y="10582"/>
                    <a:pt x="3253" y="10674"/>
                  </a:cubicBezTo>
                  <a:cubicBezTo>
                    <a:pt x="3573" y="10712"/>
                    <a:pt x="3897" y="10731"/>
                    <a:pt x="4223" y="10731"/>
                  </a:cubicBezTo>
                  <a:cubicBezTo>
                    <a:pt x="5969" y="10731"/>
                    <a:pt x="7747" y="10171"/>
                    <a:pt x="9028" y="8941"/>
                  </a:cubicBezTo>
                  <a:cubicBezTo>
                    <a:pt x="9272" y="8728"/>
                    <a:pt x="9545" y="8424"/>
                    <a:pt x="9697" y="8060"/>
                  </a:cubicBezTo>
                  <a:cubicBezTo>
                    <a:pt x="9879" y="7695"/>
                    <a:pt x="9940" y="7148"/>
                    <a:pt x="9636" y="6813"/>
                  </a:cubicBezTo>
                  <a:cubicBezTo>
                    <a:pt x="9478" y="6690"/>
                    <a:pt x="9268" y="6607"/>
                    <a:pt x="9066" y="6607"/>
                  </a:cubicBezTo>
                  <a:cubicBezTo>
                    <a:pt x="8920" y="6607"/>
                    <a:pt x="8778" y="6650"/>
                    <a:pt x="8664" y="6753"/>
                  </a:cubicBezTo>
                  <a:cubicBezTo>
                    <a:pt x="9120" y="5841"/>
                    <a:pt x="9636" y="4929"/>
                    <a:pt x="9636" y="3926"/>
                  </a:cubicBezTo>
                  <a:cubicBezTo>
                    <a:pt x="9636" y="3348"/>
                    <a:pt x="9484" y="2740"/>
                    <a:pt x="9180" y="2224"/>
                  </a:cubicBezTo>
                  <a:cubicBezTo>
                    <a:pt x="8931" y="1807"/>
                    <a:pt x="8504" y="1391"/>
                    <a:pt x="7992" y="1391"/>
                  </a:cubicBezTo>
                  <a:cubicBezTo>
                    <a:pt x="7943" y="1391"/>
                    <a:pt x="7893" y="1395"/>
                    <a:pt x="7843" y="1403"/>
                  </a:cubicBezTo>
                  <a:cubicBezTo>
                    <a:pt x="7509" y="1464"/>
                    <a:pt x="7205" y="1707"/>
                    <a:pt x="6992" y="1950"/>
                  </a:cubicBezTo>
                  <a:cubicBezTo>
                    <a:pt x="6809" y="2254"/>
                    <a:pt x="6688" y="2558"/>
                    <a:pt x="6597" y="2923"/>
                  </a:cubicBezTo>
                  <a:cubicBezTo>
                    <a:pt x="6202" y="1889"/>
                    <a:pt x="5472" y="1008"/>
                    <a:pt x="4560" y="400"/>
                  </a:cubicBezTo>
                  <a:cubicBezTo>
                    <a:pt x="4194" y="180"/>
                    <a:pt x="3790" y="0"/>
                    <a:pt x="339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14" name="Google Shape;8714;p84"/>
            <p:cNvSpPr/>
            <p:nvPr/>
          </p:nvSpPr>
          <p:spPr>
            <a:xfrm>
              <a:off x="354861" y="3840821"/>
              <a:ext cx="72990" cy="104624"/>
            </a:xfrm>
            <a:custGeom>
              <a:rect b="b" l="l" r="r" t="t"/>
              <a:pathLst>
                <a:path extrusionOk="0" h="1308" w="913">
                  <a:moveTo>
                    <a:pt x="92" y="0"/>
                  </a:moveTo>
                  <a:cubicBezTo>
                    <a:pt x="92" y="0"/>
                    <a:pt x="1" y="456"/>
                    <a:pt x="183" y="791"/>
                  </a:cubicBezTo>
                  <a:cubicBezTo>
                    <a:pt x="365" y="1125"/>
                    <a:pt x="791" y="1307"/>
                    <a:pt x="791" y="1307"/>
                  </a:cubicBezTo>
                  <a:cubicBezTo>
                    <a:pt x="791" y="1307"/>
                    <a:pt x="912" y="851"/>
                    <a:pt x="700" y="487"/>
                  </a:cubicBezTo>
                  <a:cubicBezTo>
                    <a:pt x="487" y="152"/>
                    <a:pt x="92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15" name="Google Shape;8715;p84"/>
            <p:cNvSpPr/>
            <p:nvPr/>
          </p:nvSpPr>
          <p:spPr>
            <a:xfrm>
              <a:off x="243098" y="3940326"/>
              <a:ext cx="158051" cy="70869"/>
            </a:xfrm>
            <a:custGeom>
              <a:rect b="b" l="l" r="r" t="t"/>
              <a:pathLst>
                <a:path extrusionOk="0" h="886" w="1977">
                  <a:moveTo>
                    <a:pt x="996" y="1"/>
                  </a:moveTo>
                  <a:cubicBezTo>
                    <a:pt x="978" y="1"/>
                    <a:pt x="960" y="1"/>
                    <a:pt x="943" y="2"/>
                  </a:cubicBezTo>
                  <a:cubicBezTo>
                    <a:pt x="396" y="2"/>
                    <a:pt x="0" y="519"/>
                    <a:pt x="0" y="519"/>
                  </a:cubicBezTo>
                  <a:cubicBezTo>
                    <a:pt x="0" y="519"/>
                    <a:pt x="451" y="886"/>
                    <a:pt x="946" y="886"/>
                  </a:cubicBezTo>
                  <a:cubicBezTo>
                    <a:pt x="965" y="886"/>
                    <a:pt x="984" y="885"/>
                    <a:pt x="1003" y="884"/>
                  </a:cubicBezTo>
                  <a:cubicBezTo>
                    <a:pt x="1551" y="854"/>
                    <a:pt x="1976" y="398"/>
                    <a:pt x="1976" y="398"/>
                  </a:cubicBezTo>
                  <a:cubicBezTo>
                    <a:pt x="1976" y="398"/>
                    <a:pt x="1494" y="1"/>
                    <a:pt x="99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16" name="Google Shape;8716;p84"/>
            <p:cNvSpPr/>
            <p:nvPr/>
          </p:nvSpPr>
          <p:spPr>
            <a:xfrm>
              <a:off x="1256401" y="4479441"/>
              <a:ext cx="58360" cy="29755"/>
            </a:xfrm>
            <a:custGeom>
              <a:rect b="b" l="l" r="r" t="t"/>
              <a:pathLst>
                <a:path extrusionOk="0" h="372" w="730">
                  <a:moveTo>
                    <a:pt x="235" y="0"/>
                  </a:moveTo>
                  <a:cubicBezTo>
                    <a:pt x="108" y="0"/>
                    <a:pt x="0" y="41"/>
                    <a:pt x="0" y="41"/>
                  </a:cubicBezTo>
                  <a:cubicBezTo>
                    <a:pt x="0" y="41"/>
                    <a:pt x="122" y="253"/>
                    <a:pt x="304" y="345"/>
                  </a:cubicBezTo>
                  <a:cubicBezTo>
                    <a:pt x="365" y="365"/>
                    <a:pt x="433" y="372"/>
                    <a:pt x="496" y="372"/>
                  </a:cubicBezTo>
                  <a:cubicBezTo>
                    <a:pt x="622" y="372"/>
                    <a:pt x="730" y="345"/>
                    <a:pt x="730" y="345"/>
                  </a:cubicBezTo>
                  <a:cubicBezTo>
                    <a:pt x="730" y="345"/>
                    <a:pt x="608" y="101"/>
                    <a:pt x="426" y="41"/>
                  </a:cubicBezTo>
                  <a:cubicBezTo>
                    <a:pt x="365" y="10"/>
                    <a:pt x="298" y="0"/>
                    <a:pt x="23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17" name="Google Shape;8717;p84"/>
            <p:cNvSpPr/>
            <p:nvPr/>
          </p:nvSpPr>
          <p:spPr>
            <a:xfrm>
              <a:off x="1256401" y="4409692"/>
              <a:ext cx="60838" cy="58471"/>
            </a:xfrm>
            <a:custGeom>
              <a:rect b="b" l="l" r="r" t="t"/>
              <a:pathLst>
                <a:path extrusionOk="0" h="731" w="761">
                  <a:moveTo>
                    <a:pt x="760" y="1"/>
                  </a:moveTo>
                  <a:cubicBezTo>
                    <a:pt x="760" y="1"/>
                    <a:pt x="456" y="1"/>
                    <a:pt x="213" y="183"/>
                  </a:cubicBezTo>
                  <a:cubicBezTo>
                    <a:pt x="31" y="366"/>
                    <a:pt x="0" y="730"/>
                    <a:pt x="0" y="730"/>
                  </a:cubicBezTo>
                  <a:cubicBezTo>
                    <a:pt x="0" y="730"/>
                    <a:pt x="304" y="730"/>
                    <a:pt x="547" y="518"/>
                  </a:cubicBezTo>
                  <a:cubicBezTo>
                    <a:pt x="760" y="335"/>
                    <a:pt x="760" y="1"/>
                    <a:pt x="76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18" name="Google Shape;8718;p84"/>
            <p:cNvSpPr/>
            <p:nvPr/>
          </p:nvSpPr>
          <p:spPr>
            <a:xfrm>
              <a:off x="1217548" y="3476078"/>
              <a:ext cx="82663" cy="82787"/>
            </a:xfrm>
            <a:custGeom>
              <a:rect b="b" l="l" r="r" t="t"/>
              <a:pathLst>
                <a:path extrusionOk="0" h="1035" w="1034">
                  <a:moveTo>
                    <a:pt x="973" y="1"/>
                  </a:moveTo>
                  <a:lnTo>
                    <a:pt x="973" y="1"/>
                  </a:lnTo>
                  <a:cubicBezTo>
                    <a:pt x="973" y="1"/>
                    <a:pt x="517" y="1"/>
                    <a:pt x="274" y="305"/>
                  </a:cubicBezTo>
                  <a:cubicBezTo>
                    <a:pt x="0" y="578"/>
                    <a:pt x="0" y="1034"/>
                    <a:pt x="0" y="1034"/>
                  </a:cubicBezTo>
                  <a:cubicBezTo>
                    <a:pt x="0" y="1034"/>
                    <a:pt x="456" y="1034"/>
                    <a:pt x="730" y="730"/>
                  </a:cubicBezTo>
                  <a:cubicBezTo>
                    <a:pt x="1033" y="426"/>
                    <a:pt x="973" y="1"/>
                    <a:pt x="97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19" name="Google Shape;8719;p84"/>
            <p:cNvSpPr/>
            <p:nvPr/>
          </p:nvSpPr>
          <p:spPr>
            <a:xfrm>
              <a:off x="695027" y="3711641"/>
              <a:ext cx="72990" cy="37114"/>
            </a:xfrm>
            <a:custGeom>
              <a:rect b="b" l="l" r="r" t="t"/>
              <a:pathLst>
                <a:path extrusionOk="0" h="464" w="913">
                  <a:moveTo>
                    <a:pt x="318" y="1"/>
                  </a:moveTo>
                  <a:cubicBezTo>
                    <a:pt x="146" y="1"/>
                    <a:pt x="1" y="65"/>
                    <a:pt x="1" y="65"/>
                  </a:cubicBezTo>
                  <a:cubicBezTo>
                    <a:pt x="1" y="65"/>
                    <a:pt x="123" y="308"/>
                    <a:pt x="366" y="430"/>
                  </a:cubicBezTo>
                  <a:cubicBezTo>
                    <a:pt x="432" y="455"/>
                    <a:pt x="503" y="464"/>
                    <a:pt x="571" y="464"/>
                  </a:cubicBezTo>
                  <a:cubicBezTo>
                    <a:pt x="752" y="464"/>
                    <a:pt x="913" y="399"/>
                    <a:pt x="913" y="399"/>
                  </a:cubicBezTo>
                  <a:cubicBezTo>
                    <a:pt x="913" y="399"/>
                    <a:pt x="791" y="126"/>
                    <a:pt x="518" y="35"/>
                  </a:cubicBezTo>
                  <a:cubicBezTo>
                    <a:pt x="451" y="10"/>
                    <a:pt x="383" y="1"/>
                    <a:pt x="3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20" name="Google Shape;8720;p84"/>
            <p:cNvSpPr/>
            <p:nvPr/>
          </p:nvSpPr>
          <p:spPr>
            <a:xfrm>
              <a:off x="1113060" y="3398330"/>
              <a:ext cx="94815" cy="148377"/>
            </a:xfrm>
            <a:custGeom>
              <a:rect b="b" l="l" r="r" t="t"/>
              <a:pathLst>
                <a:path extrusionOk="0" h="1855" w="1186">
                  <a:moveTo>
                    <a:pt x="243" y="0"/>
                  </a:moveTo>
                  <a:cubicBezTo>
                    <a:pt x="243" y="0"/>
                    <a:pt x="0" y="517"/>
                    <a:pt x="213" y="1064"/>
                  </a:cubicBezTo>
                  <a:cubicBezTo>
                    <a:pt x="395" y="1581"/>
                    <a:pt x="973" y="1854"/>
                    <a:pt x="973" y="1854"/>
                  </a:cubicBezTo>
                  <a:cubicBezTo>
                    <a:pt x="973" y="1854"/>
                    <a:pt x="1185" y="1307"/>
                    <a:pt x="1003" y="791"/>
                  </a:cubicBezTo>
                  <a:cubicBezTo>
                    <a:pt x="821" y="304"/>
                    <a:pt x="243" y="0"/>
                    <a:pt x="24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21" name="Google Shape;8721;p84"/>
            <p:cNvSpPr/>
            <p:nvPr/>
          </p:nvSpPr>
          <p:spPr>
            <a:xfrm>
              <a:off x="758264" y="4468083"/>
              <a:ext cx="136146" cy="124061"/>
            </a:xfrm>
            <a:custGeom>
              <a:rect b="b" l="l" r="r" t="t"/>
              <a:pathLst>
                <a:path extrusionOk="0" h="1551" w="1703">
                  <a:moveTo>
                    <a:pt x="1277" y="0"/>
                  </a:moveTo>
                  <a:cubicBezTo>
                    <a:pt x="1094" y="0"/>
                    <a:pt x="1064" y="213"/>
                    <a:pt x="912" y="213"/>
                  </a:cubicBezTo>
                  <a:cubicBezTo>
                    <a:pt x="882" y="213"/>
                    <a:pt x="851" y="213"/>
                    <a:pt x="791" y="183"/>
                  </a:cubicBezTo>
                  <a:cubicBezTo>
                    <a:pt x="760" y="152"/>
                    <a:pt x="730" y="61"/>
                    <a:pt x="639" y="61"/>
                  </a:cubicBezTo>
                  <a:cubicBezTo>
                    <a:pt x="578" y="61"/>
                    <a:pt x="487" y="152"/>
                    <a:pt x="456" y="213"/>
                  </a:cubicBezTo>
                  <a:cubicBezTo>
                    <a:pt x="426" y="304"/>
                    <a:pt x="456" y="395"/>
                    <a:pt x="456" y="487"/>
                  </a:cubicBezTo>
                  <a:cubicBezTo>
                    <a:pt x="456" y="608"/>
                    <a:pt x="456" y="669"/>
                    <a:pt x="426" y="760"/>
                  </a:cubicBezTo>
                  <a:cubicBezTo>
                    <a:pt x="304" y="882"/>
                    <a:pt x="122" y="851"/>
                    <a:pt x="31" y="1003"/>
                  </a:cubicBezTo>
                  <a:cubicBezTo>
                    <a:pt x="0" y="1125"/>
                    <a:pt x="31" y="1277"/>
                    <a:pt x="122" y="1368"/>
                  </a:cubicBezTo>
                  <a:cubicBezTo>
                    <a:pt x="243" y="1459"/>
                    <a:pt x="335" y="1550"/>
                    <a:pt x="487" y="1550"/>
                  </a:cubicBezTo>
                  <a:lnTo>
                    <a:pt x="791" y="1550"/>
                  </a:lnTo>
                  <a:cubicBezTo>
                    <a:pt x="1064" y="1520"/>
                    <a:pt x="1307" y="1429"/>
                    <a:pt x="1490" y="1155"/>
                  </a:cubicBezTo>
                  <a:cubicBezTo>
                    <a:pt x="1672" y="943"/>
                    <a:pt x="1702" y="639"/>
                    <a:pt x="1642" y="365"/>
                  </a:cubicBezTo>
                  <a:cubicBezTo>
                    <a:pt x="1550" y="213"/>
                    <a:pt x="1490" y="31"/>
                    <a:pt x="127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722" name="Google Shape;8722;p84"/>
          <p:cNvSpPr/>
          <p:nvPr/>
        </p:nvSpPr>
        <p:spPr>
          <a:xfrm>
            <a:off x="7104272" y="223200"/>
            <a:ext cx="627009" cy="570231"/>
          </a:xfrm>
          <a:custGeom>
            <a:rect b="b" l="l" r="r" t="t"/>
            <a:pathLst>
              <a:path extrusionOk="0" h="7129" w="7843">
                <a:moveTo>
                  <a:pt x="3921" y="1"/>
                </a:moveTo>
                <a:cubicBezTo>
                  <a:pt x="3010" y="1"/>
                  <a:pt x="2098" y="343"/>
                  <a:pt x="1399" y="1027"/>
                </a:cubicBezTo>
                <a:cubicBezTo>
                  <a:pt x="0" y="2425"/>
                  <a:pt x="0" y="4705"/>
                  <a:pt x="1399" y="6103"/>
                </a:cubicBezTo>
                <a:cubicBezTo>
                  <a:pt x="2098" y="6787"/>
                  <a:pt x="3010" y="7129"/>
                  <a:pt x="3921" y="7129"/>
                </a:cubicBezTo>
                <a:cubicBezTo>
                  <a:pt x="4833" y="7129"/>
                  <a:pt x="5745" y="6787"/>
                  <a:pt x="6444" y="6103"/>
                </a:cubicBezTo>
                <a:cubicBezTo>
                  <a:pt x="7843" y="4705"/>
                  <a:pt x="7843" y="2425"/>
                  <a:pt x="6444" y="1027"/>
                </a:cubicBezTo>
                <a:cubicBezTo>
                  <a:pt x="5745" y="343"/>
                  <a:pt x="4833" y="1"/>
                  <a:pt x="3921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23" name="Google Shape;8723;p84"/>
          <p:cNvSpPr/>
          <p:nvPr/>
        </p:nvSpPr>
        <p:spPr>
          <a:xfrm>
            <a:off x="6969267" y="278707"/>
            <a:ext cx="2597733" cy="728606"/>
          </a:xfrm>
          <a:custGeom>
            <a:rect b="b" l="l" r="r" t="t"/>
            <a:pathLst>
              <a:path extrusionOk="0" h="9109" w="32494">
                <a:moveTo>
                  <a:pt x="19825" y="0"/>
                </a:moveTo>
                <a:cubicBezTo>
                  <a:pt x="17960" y="0"/>
                  <a:pt x="16015" y="1336"/>
                  <a:pt x="15988" y="4549"/>
                </a:cubicBezTo>
                <a:cubicBezTo>
                  <a:pt x="15988" y="4549"/>
                  <a:pt x="14841" y="2536"/>
                  <a:pt x="13492" y="2536"/>
                </a:cubicBezTo>
                <a:cubicBezTo>
                  <a:pt x="13304" y="2536"/>
                  <a:pt x="13112" y="2575"/>
                  <a:pt x="12918" y="2665"/>
                </a:cubicBezTo>
                <a:cubicBezTo>
                  <a:pt x="12250" y="3029"/>
                  <a:pt x="12645" y="4154"/>
                  <a:pt x="12949" y="4640"/>
                </a:cubicBezTo>
                <a:cubicBezTo>
                  <a:pt x="11291" y="3838"/>
                  <a:pt x="9690" y="3492"/>
                  <a:pt x="8397" y="3492"/>
                </a:cubicBezTo>
                <a:cubicBezTo>
                  <a:pt x="6014" y="3492"/>
                  <a:pt x="4677" y="4668"/>
                  <a:pt x="5958" y="6343"/>
                </a:cubicBezTo>
                <a:cubicBezTo>
                  <a:pt x="1368" y="6464"/>
                  <a:pt x="0" y="9109"/>
                  <a:pt x="0" y="9109"/>
                </a:cubicBezTo>
                <a:lnTo>
                  <a:pt x="32493" y="9109"/>
                </a:lnTo>
                <a:cubicBezTo>
                  <a:pt x="32391" y="8648"/>
                  <a:pt x="31750" y="7174"/>
                  <a:pt x="28954" y="7174"/>
                </a:cubicBezTo>
                <a:cubicBezTo>
                  <a:pt x="28430" y="7174"/>
                  <a:pt x="27830" y="7226"/>
                  <a:pt x="27144" y="7346"/>
                </a:cubicBezTo>
                <a:cubicBezTo>
                  <a:pt x="27873" y="6677"/>
                  <a:pt x="28329" y="5735"/>
                  <a:pt x="28147" y="4823"/>
                </a:cubicBezTo>
                <a:cubicBezTo>
                  <a:pt x="28056" y="4549"/>
                  <a:pt x="27934" y="4306"/>
                  <a:pt x="27752" y="4063"/>
                </a:cubicBezTo>
                <a:cubicBezTo>
                  <a:pt x="27569" y="3881"/>
                  <a:pt x="27326" y="3759"/>
                  <a:pt x="27113" y="3698"/>
                </a:cubicBezTo>
                <a:cubicBezTo>
                  <a:pt x="26918" y="3628"/>
                  <a:pt x="26705" y="3597"/>
                  <a:pt x="26481" y="3597"/>
                </a:cubicBezTo>
                <a:cubicBezTo>
                  <a:pt x="24759" y="3597"/>
                  <a:pt x="22402" y="5431"/>
                  <a:pt x="22402" y="5431"/>
                </a:cubicBezTo>
                <a:cubicBezTo>
                  <a:pt x="24467" y="2189"/>
                  <a:pt x="22211" y="0"/>
                  <a:pt x="19825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724" name="Google Shape;8724;p84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16763" r="16769" t="0"/>
          <a:stretch/>
        </p:blipFill>
        <p:spPr>
          <a:xfrm rot="307122">
            <a:off x="7786452" y="123175"/>
            <a:ext cx="1294563" cy="1298447"/>
          </a:xfrm>
          <a:prstGeom prst="roundRect">
            <a:avLst>
              <a:gd fmla="val 16667" name="adj"/>
            </a:avLst>
          </a:prstGeom>
        </p:spPr>
      </p:pic>
      <p:sp>
        <p:nvSpPr>
          <p:cNvPr id="8725" name="Google Shape;8725;p84"/>
          <p:cNvSpPr txBox="1"/>
          <p:nvPr/>
        </p:nvSpPr>
        <p:spPr>
          <a:xfrm>
            <a:off x="4518575" y="4308850"/>
            <a:ext cx="3063600" cy="3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Most variables deviate from normality, as expected in housing data</a:t>
            </a:r>
            <a:endParaRPr b="1" sz="110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pic>
        <p:nvPicPr>
          <p:cNvPr id="8726" name="Google Shape;8726;p8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4625" y="1381900"/>
            <a:ext cx="3719624" cy="2926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8727" name="Google Shape;8727;p8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69025" y="1290050"/>
            <a:ext cx="3012999" cy="301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728" name="Google Shape;8728;p84"/>
          <p:cNvSpPr txBox="1"/>
          <p:nvPr/>
        </p:nvSpPr>
        <p:spPr>
          <a:xfrm>
            <a:off x="1700800" y="1290050"/>
            <a:ext cx="3240600" cy="9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ubik"/>
                <a:ea typeface="Rubik"/>
                <a:cs typeface="Rubik"/>
                <a:sym typeface="Rubik"/>
              </a:rPr>
              <a:t>Median Sale Price ↔ Median Rent</a:t>
            </a:r>
            <a:endParaRPr sz="1000">
              <a:latin typeface="Rubik"/>
              <a:ea typeface="Rubik"/>
              <a:cs typeface="Rubik"/>
              <a:sym typeface="Rubi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ubik"/>
                <a:ea typeface="Rubik"/>
                <a:cs typeface="Rubik"/>
                <a:sym typeface="Rubik"/>
              </a:rPr>
              <a:t>Median Sale Price ↔ Years to Save</a:t>
            </a:r>
            <a:endParaRPr sz="1000">
              <a:latin typeface="Rubik"/>
              <a:ea typeface="Rubik"/>
              <a:cs typeface="Rubik"/>
              <a:sym typeface="Rubi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ubik"/>
                <a:ea typeface="Rubik"/>
                <a:cs typeface="Rubik"/>
                <a:sym typeface="Rubik"/>
              </a:rPr>
              <a:t>Market Heat Index ↔ Pct Sold Above List</a:t>
            </a:r>
            <a:endParaRPr sz="1000">
              <a:latin typeface="Rubik"/>
              <a:ea typeface="Rubik"/>
              <a:cs typeface="Rubik"/>
              <a:sym typeface="Rubik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32" name="Shape 8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3" name="Google Shape;8733;p85"/>
          <p:cNvSpPr txBox="1"/>
          <p:nvPr>
            <p:ph type="title"/>
          </p:nvPr>
        </p:nvSpPr>
        <p:spPr>
          <a:xfrm>
            <a:off x="720000" y="540000"/>
            <a:ext cx="7704000" cy="6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TIME SERIES ANALYSIS</a:t>
            </a:r>
            <a:endParaRPr sz="2500"/>
          </a:p>
        </p:txBody>
      </p:sp>
      <p:sp>
        <p:nvSpPr>
          <p:cNvPr id="8734" name="Google Shape;8734;p85"/>
          <p:cNvSpPr/>
          <p:nvPr/>
        </p:nvSpPr>
        <p:spPr>
          <a:xfrm>
            <a:off x="-1244516" y="387600"/>
            <a:ext cx="2726524" cy="671575"/>
          </a:xfrm>
          <a:custGeom>
            <a:rect b="b" l="l" r="r" t="t"/>
            <a:pathLst>
              <a:path extrusionOk="0" h="8396" w="34105">
                <a:moveTo>
                  <a:pt x="17172" y="1"/>
                </a:moveTo>
                <a:cubicBezTo>
                  <a:pt x="14936" y="1"/>
                  <a:pt x="12606" y="1729"/>
                  <a:pt x="13223" y="4991"/>
                </a:cubicBezTo>
                <a:cubicBezTo>
                  <a:pt x="11984" y="3762"/>
                  <a:pt x="10894" y="3300"/>
                  <a:pt x="10013" y="3300"/>
                </a:cubicBezTo>
                <a:cubicBezTo>
                  <a:pt x="8150" y="3300"/>
                  <a:pt x="7215" y="5364"/>
                  <a:pt x="7752" y="6602"/>
                </a:cubicBezTo>
                <a:cubicBezTo>
                  <a:pt x="6370" y="6131"/>
                  <a:pt x="5189" y="5898"/>
                  <a:pt x="4178" y="5898"/>
                </a:cubicBezTo>
                <a:cubicBezTo>
                  <a:pt x="2276" y="5898"/>
                  <a:pt x="970" y="6721"/>
                  <a:pt x="36" y="8335"/>
                </a:cubicBezTo>
                <a:lnTo>
                  <a:pt x="34105" y="8335"/>
                </a:lnTo>
                <a:cubicBezTo>
                  <a:pt x="32390" y="6776"/>
                  <a:pt x="31165" y="5918"/>
                  <a:pt x="29245" y="5918"/>
                </a:cubicBezTo>
                <a:cubicBezTo>
                  <a:pt x="28545" y="5918"/>
                  <a:pt x="27752" y="6032"/>
                  <a:pt x="26810" y="6268"/>
                </a:cubicBezTo>
                <a:cubicBezTo>
                  <a:pt x="28317" y="4077"/>
                  <a:pt x="26335" y="2628"/>
                  <a:pt x="24123" y="2628"/>
                </a:cubicBezTo>
                <a:cubicBezTo>
                  <a:pt x="22899" y="2628"/>
                  <a:pt x="21604" y="3072"/>
                  <a:pt x="20792" y="4080"/>
                </a:cubicBezTo>
                <a:cubicBezTo>
                  <a:pt x="21004" y="1317"/>
                  <a:pt x="19124" y="1"/>
                  <a:pt x="17172" y="1"/>
                </a:cubicBezTo>
                <a:close/>
                <a:moveTo>
                  <a:pt x="1" y="8335"/>
                </a:moveTo>
                <a:lnTo>
                  <a:pt x="1" y="8396"/>
                </a:lnTo>
                <a:cubicBezTo>
                  <a:pt x="13" y="8375"/>
                  <a:pt x="24" y="8355"/>
                  <a:pt x="36" y="8335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35" name="Google Shape;8735;p85"/>
          <p:cNvSpPr/>
          <p:nvPr/>
        </p:nvSpPr>
        <p:spPr>
          <a:xfrm>
            <a:off x="7862659" y="230400"/>
            <a:ext cx="627009" cy="570231"/>
          </a:xfrm>
          <a:custGeom>
            <a:rect b="b" l="l" r="r" t="t"/>
            <a:pathLst>
              <a:path extrusionOk="0" h="7129" w="7843">
                <a:moveTo>
                  <a:pt x="3921" y="1"/>
                </a:moveTo>
                <a:cubicBezTo>
                  <a:pt x="3010" y="1"/>
                  <a:pt x="2098" y="343"/>
                  <a:pt x="1399" y="1027"/>
                </a:cubicBezTo>
                <a:cubicBezTo>
                  <a:pt x="0" y="2425"/>
                  <a:pt x="0" y="4705"/>
                  <a:pt x="1399" y="6103"/>
                </a:cubicBezTo>
                <a:cubicBezTo>
                  <a:pt x="2098" y="6787"/>
                  <a:pt x="3010" y="7129"/>
                  <a:pt x="3921" y="7129"/>
                </a:cubicBezTo>
                <a:cubicBezTo>
                  <a:pt x="4833" y="7129"/>
                  <a:pt x="5745" y="6787"/>
                  <a:pt x="6444" y="6103"/>
                </a:cubicBezTo>
                <a:cubicBezTo>
                  <a:pt x="7843" y="4705"/>
                  <a:pt x="7843" y="2425"/>
                  <a:pt x="6444" y="1027"/>
                </a:cubicBezTo>
                <a:cubicBezTo>
                  <a:pt x="5745" y="343"/>
                  <a:pt x="4833" y="1"/>
                  <a:pt x="3921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36" name="Google Shape;8736;p85"/>
          <p:cNvSpPr/>
          <p:nvPr/>
        </p:nvSpPr>
        <p:spPr>
          <a:xfrm>
            <a:off x="7585801" y="458207"/>
            <a:ext cx="1851686" cy="342426"/>
          </a:xfrm>
          <a:custGeom>
            <a:rect b="b" l="l" r="r" t="t"/>
            <a:pathLst>
              <a:path extrusionOk="0" h="4281" w="23162">
                <a:moveTo>
                  <a:pt x="12634" y="0"/>
                </a:moveTo>
                <a:cubicBezTo>
                  <a:pt x="11685" y="0"/>
                  <a:pt x="10826" y="596"/>
                  <a:pt x="10153" y="1849"/>
                </a:cubicBezTo>
                <a:cubicBezTo>
                  <a:pt x="8810" y="1477"/>
                  <a:pt x="7539" y="1314"/>
                  <a:pt x="6378" y="1314"/>
                </a:cubicBezTo>
                <a:cubicBezTo>
                  <a:pt x="2992" y="1314"/>
                  <a:pt x="544" y="2696"/>
                  <a:pt x="0" y="4281"/>
                </a:cubicBezTo>
                <a:lnTo>
                  <a:pt x="23162" y="4281"/>
                </a:lnTo>
                <a:cubicBezTo>
                  <a:pt x="22864" y="3777"/>
                  <a:pt x="20924" y="2045"/>
                  <a:pt x="18685" y="2045"/>
                </a:cubicBezTo>
                <a:cubicBezTo>
                  <a:pt x="17954" y="2045"/>
                  <a:pt x="17192" y="2229"/>
                  <a:pt x="16445" y="2700"/>
                </a:cubicBezTo>
                <a:cubicBezTo>
                  <a:pt x="15158" y="940"/>
                  <a:pt x="13825" y="0"/>
                  <a:pt x="12634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737" name="Google Shape;8737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5525" y="1312700"/>
            <a:ext cx="3870699" cy="219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38" name="Google Shape;8738;p8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94875" y="1306125"/>
            <a:ext cx="3729124" cy="2256125"/>
          </a:xfrm>
          <a:prstGeom prst="rect">
            <a:avLst/>
          </a:prstGeom>
          <a:noFill/>
          <a:ln>
            <a:noFill/>
          </a:ln>
        </p:spPr>
      </p:pic>
      <p:sp>
        <p:nvSpPr>
          <p:cNvPr id="8739" name="Google Shape;8739;p85"/>
          <p:cNvSpPr txBox="1"/>
          <p:nvPr/>
        </p:nvSpPr>
        <p:spPr>
          <a:xfrm>
            <a:off x="949400" y="3544650"/>
            <a:ext cx="29733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Average median sales over time</a:t>
            </a:r>
            <a:endParaRPr b="1" sz="130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8740" name="Google Shape;8740;p85"/>
          <p:cNvSpPr txBox="1"/>
          <p:nvPr/>
        </p:nvSpPr>
        <p:spPr>
          <a:xfrm>
            <a:off x="5054175" y="3544650"/>
            <a:ext cx="29733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Average median rent over time</a:t>
            </a:r>
            <a:endParaRPr b="1" sz="130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8741" name="Google Shape;8741;p85"/>
          <p:cNvSpPr txBox="1"/>
          <p:nvPr/>
        </p:nvSpPr>
        <p:spPr>
          <a:xfrm>
            <a:off x="813775" y="4079325"/>
            <a:ext cx="3474300" cy="5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E69138"/>
                </a:solidFill>
                <a:latin typeface="Rubik"/>
                <a:ea typeface="Rubik"/>
                <a:cs typeface="Rubik"/>
                <a:sym typeface="Rubik"/>
              </a:rPr>
              <a:t>Steady upward trend, with sharper increases during 2021–2022</a:t>
            </a:r>
            <a:endParaRPr b="1" sz="1200">
              <a:solidFill>
                <a:srgbClr val="E69138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8742" name="Google Shape;8742;p85"/>
          <p:cNvSpPr/>
          <p:nvPr/>
        </p:nvSpPr>
        <p:spPr>
          <a:xfrm>
            <a:off x="6083070" y="4027376"/>
            <a:ext cx="1944406" cy="1063195"/>
          </a:xfrm>
          <a:custGeom>
            <a:rect b="b" l="l" r="r" t="t"/>
            <a:pathLst>
              <a:path extrusionOk="0" h="57540" w="105231">
                <a:moveTo>
                  <a:pt x="65443" y="0"/>
                </a:moveTo>
                <a:lnTo>
                  <a:pt x="57327" y="6049"/>
                </a:lnTo>
                <a:lnTo>
                  <a:pt x="40427" y="5867"/>
                </a:lnTo>
                <a:lnTo>
                  <a:pt x="40427" y="14529"/>
                </a:lnTo>
                <a:lnTo>
                  <a:pt x="41096" y="14529"/>
                </a:lnTo>
                <a:lnTo>
                  <a:pt x="41096" y="14924"/>
                </a:lnTo>
                <a:lnTo>
                  <a:pt x="41096" y="18055"/>
                </a:lnTo>
                <a:lnTo>
                  <a:pt x="34713" y="22827"/>
                </a:lnTo>
                <a:lnTo>
                  <a:pt x="36688" y="25016"/>
                </a:lnTo>
                <a:lnTo>
                  <a:pt x="38786" y="23435"/>
                </a:lnTo>
                <a:lnTo>
                  <a:pt x="38786" y="24529"/>
                </a:lnTo>
                <a:lnTo>
                  <a:pt x="38786" y="31338"/>
                </a:lnTo>
                <a:lnTo>
                  <a:pt x="1" y="30821"/>
                </a:lnTo>
                <a:lnTo>
                  <a:pt x="1" y="33375"/>
                </a:lnTo>
                <a:lnTo>
                  <a:pt x="548" y="33375"/>
                </a:lnTo>
                <a:lnTo>
                  <a:pt x="548" y="35198"/>
                </a:lnTo>
                <a:lnTo>
                  <a:pt x="548" y="57539"/>
                </a:lnTo>
                <a:lnTo>
                  <a:pt x="103073" y="57539"/>
                </a:lnTo>
                <a:lnTo>
                  <a:pt x="103073" y="54499"/>
                </a:lnTo>
                <a:lnTo>
                  <a:pt x="103073" y="36141"/>
                </a:lnTo>
                <a:lnTo>
                  <a:pt x="103073" y="35958"/>
                </a:lnTo>
                <a:lnTo>
                  <a:pt x="103711" y="35958"/>
                </a:lnTo>
                <a:lnTo>
                  <a:pt x="103711" y="35472"/>
                </a:lnTo>
                <a:lnTo>
                  <a:pt x="103711" y="35198"/>
                </a:lnTo>
                <a:lnTo>
                  <a:pt x="104167" y="35198"/>
                </a:lnTo>
                <a:lnTo>
                  <a:pt x="104167" y="33861"/>
                </a:lnTo>
                <a:lnTo>
                  <a:pt x="104167" y="33496"/>
                </a:lnTo>
                <a:lnTo>
                  <a:pt x="105231" y="33496"/>
                </a:lnTo>
                <a:lnTo>
                  <a:pt x="105231" y="32888"/>
                </a:lnTo>
                <a:lnTo>
                  <a:pt x="95899" y="28147"/>
                </a:lnTo>
                <a:lnTo>
                  <a:pt x="92100" y="28147"/>
                </a:lnTo>
                <a:lnTo>
                  <a:pt x="92100" y="23374"/>
                </a:lnTo>
                <a:lnTo>
                  <a:pt x="94227" y="25016"/>
                </a:lnTo>
                <a:lnTo>
                  <a:pt x="96142" y="22402"/>
                </a:lnTo>
                <a:lnTo>
                  <a:pt x="89881" y="17842"/>
                </a:lnTo>
                <a:lnTo>
                  <a:pt x="89881" y="14924"/>
                </a:lnTo>
                <a:lnTo>
                  <a:pt x="89881" y="14529"/>
                </a:lnTo>
                <a:lnTo>
                  <a:pt x="90580" y="14529"/>
                </a:lnTo>
                <a:lnTo>
                  <a:pt x="90580" y="5867"/>
                </a:lnTo>
                <a:lnTo>
                  <a:pt x="73710" y="6049"/>
                </a:lnTo>
                <a:lnTo>
                  <a:pt x="65443" y="0"/>
                </a:lnTo>
                <a:close/>
              </a:path>
            </a:pathLst>
          </a:custGeom>
          <a:solidFill>
            <a:srgbClr val="FFFFFF"/>
          </a:solidFill>
          <a:ln cap="flat" cmpd="sng" w="152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>
              <a:srgbClr val="2A4351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743" name="Google Shape;8743;p85"/>
          <p:cNvGrpSpPr/>
          <p:nvPr/>
        </p:nvGrpSpPr>
        <p:grpSpPr>
          <a:xfrm>
            <a:off x="6083070" y="4027376"/>
            <a:ext cx="1944406" cy="1063750"/>
            <a:chOff x="4199425" y="1083900"/>
            <a:chExt cx="2630775" cy="1439250"/>
          </a:xfrm>
        </p:grpSpPr>
        <p:sp>
          <p:nvSpPr>
            <p:cNvPr id="8744" name="Google Shape;8744;p85"/>
            <p:cNvSpPr/>
            <p:nvPr/>
          </p:nvSpPr>
          <p:spPr>
            <a:xfrm>
              <a:off x="6251150" y="1352900"/>
              <a:ext cx="194550" cy="194550"/>
            </a:xfrm>
            <a:custGeom>
              <a:rect b="b" l="l" r="r" t="t"/>
              <a:pathLst>
                <a:path extrusionOk="0" h="7782" w="7782">
                  <a:moveTo>
                    <a:pt x="0" y="0"/>
                  </a:moveTo>
                  <a:lnTo>
                    <a:pt x="0" y="7782"/>
                  </a:lnTo>
                  <a:lnTo>
                    <a:pt x="7782" y="7782"/>
                  </a:lnTo>
                  <a:lnTo>
                    <a:pt x="7782" y="0"/>
                  </a:lnTo>
                  <a:close/>
                </a:path>
              </a:pathLst>
            </a:custGeom>
            <a:solidFill>
              <a:srgbClr val="D6E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45" name="Google Shape;8745;p85"/>
            <p:cNvSpPr/>
            <p:nvPr/>
          </p:nvSpPr>
          <p:spPr>
            <a:xfrm>
              <a:off x="6251900" y="1352900"/>
              <a:ext cx="194550" cy="123875"/>
            </a:xfrm>
            <a:custGeom>
              <a:rect b="b" l="l" r="r" t="t"/>
              <a:pathLst>
                <a:path extrusionOk="0" h="4955" w="7782">
                  <a:moveTo>
                    <a:pt x="1" y="0"/>
                  </a:moveTo>
                  <a:lnTo>
                    <a:pt x="1" y="4955"/>
                  </a:lnTo>
                  <a:lnTo>
                    <a:pt x="7782" y="4164"/>
                  </a:lnTo>
                  <a:lnTo>
                    <a:pt x="7782" y="0"/>
                  </a:ln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46" name="Google Shape;8746;p85"/>
            <p:cNvSpPr/>
            <p:nvPr/>
          </p:nvSpPr>
          <p:spPr>
            <a:xfrm>
              <a:off x="6039125" y="1230550"/>
              <a:ext cx="424800" cy="216600"/>
            </a:xfrm>
            <a:custGeom>
              <a:rect b="b" l="l" r="r" t="t"/>
              <a:pathLst>
                <a:path extrusionOk="0" h="8664" w="16992">
                  <a:moveTo>
                    <a:pt x="16992" y="1"/>
                  </a:moveTo>
                  <a:lnTo>
                    <a:pt x="1" y="183"/>
                  </a:lnTo>
                  <a:lnTo>
                    <a:pt x="11034" y="8663"/>
                  </a:lnTo>
                  <a:lnTo>
                    <a:pt x="16992" y="8663"/>
                  </a:lnTo>
                  <a:lnTo>
                    <a:pt x="16992" y="1"/>
                  </a:lnTo>
                  <a:close/>
                </a:path>
              </a:pathLst>
            </a:custGeom>
            <a:solidFill>
              <a:srgbClr val="2A435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47" name="Google Shape;8747;p85"/>
            <p:cNvSpPr/>
            <p:nvPr/>
          </p:nvSpPr>
          <p:spPr>
            <a:xfrm>
              <a:off x="5226800" y="1352900"/>
              <a:ext cx="194575" cy="195300"/>
            </a:xfrm>
            <a:custGeom>
              <a:rect b="b" l="l" r="r" t="t"/>
              <a:pathLst>
                <a:path extrusionOk="0" h="7812" w="7783">
                  <a:moveTo>
                    <a:pt x="1" y="0"/>
                  </a:moveTo>
                  <a:lnTo>
                    <a:pt x="1" y="7812"/>
                  </a:lnTo>
                  <a:lnTo>
                    <a:pt x="7782" y="7812"/>
                  </a:lnTo>
                  <a:lnTo>
                    <a:pt x="7782" y="0"/>
                  </a:lnTo>
                  <a:close/>
                </a:path>
              </a:pathLst>
            </a:custGeom>
            <a:solidFill>
              <a:srgbClr val="D6E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48" name="Google Shape;8748;p85"/>
            <p:cNvSpPr/>
            <p:nvPr/>
          </p:nvSpPr>
          <p:spPr>
            <a:xfrm>
              <a:off x="5226800" y="1352900"/>
              <a:ext cx="194575" cy="123875"/>
            </a:xfrm>
            <a:custGeom>
              <a:rect b="b" l="l" r="r" t="t"/>
              <a:pathLst>
                <a:path extrusionOk="0" h="4955" w="7783">
                  <a:moveTo>
                    <a:pt x="1" y="0"/>
                  </a:moveTo>
                  <a:lnTo>
                    <a:pt x="1" y="4164"/>
                  </a:lnTo>
                  <a:lnTo>
                    <a:pt x="7782" y="4955"/>
                  </a:lnTo>
                  <a:lnTo>
                    <a:pt x="7782" y="0"/>
                  </a:ln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49" name="Google Shape;8749;p85"/>
            <p:cNvSpPr/>
            <p:nvPr/>
          </p:nvSpPr>
          <p:spPr>
            <a:xfrm>
              <a:off x="5210100" y="1230550"/>
              <a:ext cx="424025" cy="216600"/>
            </a:xfrm>
            <a:custGeom>
              <a:rect b="b" l="l" r="r" t="t"/>
              <a:pathLst>
                <a:path extrusionOk="0" h="8664" w="16961">
                  <a:moveTo>
                    <a:pt x="0" y="1"/>
                  </a:moveTo>
                  <a:lnTo>
                    <a:pt x="0" y="8663"/>
                  </a:lnTo>
                  <a:lnTo>
                    <a:pt x="5927" y="8663"/>
                  </a:lnTo>
                  <a:lnTo>
                    <a:pt x="16961" y="1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A435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50" name="Google Shape;8750;p85"/>
            <p:cNvSpPr/>
            <p:nvPr/>
          </p:nvSpPr>
          <p:spPr>
            <a:xfrm>
              <a:off x="5169050" y="1107450"/>
              <a:ext cx="1332875" cy="1414950"/>
            </a:xfrm>
            <a:custGeom>
              <a:rect b="b" l="l" r="r" t="t"/>
              <a:pathLst>
                <a:path extrusionOk="0" h="56598" w="53315">
                  <a:moveTo>
                    <a:pt x="26658" y="0"/>
                  </a:moveTo>
                  <a:lnTo>
                    <a:pt x="1" y="20578"/>
                  </a:lnTo>
                  <a:lnTo>
                    <a:pt x="1" y="56597"/>
                  </a:lnTo>
                  <a:lnTo>
                    <a:pt x="53315" y="56597"/>
                  </a:lnTo>
                  <a:lnTo>
                    <a:pt x="53315" y="20578"/>
                  </a:lnTo>
                  <a:lnTo>
                    <a:pt x="26658" y="0"/>
                  </a:lnTo>
                  <a:close/>
                </a:path>
              </a:pathLst>
            </a:custGeom>
            <a:solidFill>
              <a:srgbClr val="D6E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51" name="Google Shape;8751;p85"/>
            <p:cNvSpPr/>
            <p:nvPr/>
          </p:nvSpPr>
          <p:spPr>
            <a:xfrm>
              <a:off x="5169050" y="1107450"/>
              <a:ext cx="1331350" cy="604900"/>
            </a:xfrm>
            <a:custGeom>
              <a:rect b="b" l="l" r="r" t="t"/>
              <a:pathLst>
                <a:path extrusionOk="0" h="24196" w="53254">
                  <a:moveTo>
                    <a:pt x="26627" y="0"/>
                  </a:moveTo>
                  <a:lnTo>
                    <a:pt x="1" y="20578"/>
                  </a:lnTo>
                  <a:lnTo>
                    <a:pt x="1" y="23587"/>
                  </a:lnTo>
                  <a:lnTo>
                    <a:pt x="5350" y="19393"/>
                  </a:lnTo>
                  <a:lnTo>
                    <a:pt x="5350" y="18299"/>
                  </a:lnTo>
                  <a:lnTo>
                    <a:pt x="22767" y="4134"/>
                  </a:lnTo>
                  <a:lnTo>
                    <a:pt x="22767" y="5958"/>
                  </a:lnTo>
                  <a:lnTo>
                    <a:pt x="25533" y="3800"/>
                  </a:lnTo>
                  <a:lnTo>
                    <a:pt x="53254" y="24195"/>
                  </a:lnTo>
                  <a:lnTo>
                    <a:pt x="53254" y="20578"/>
                  </a:lnTo>
                  <a:lnTo>
                    <a:pt x="26627" y="0"/>
                  </a:ln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52" name="Google Shape;8752;p85"/>
            <p:cNvSpPr/>
            <p:nvPr/>
          </p:nvSpPr>
          <p:spPr>
            <a:xfrm>
              <a:off x="5302800" y="1256400"/>
              <a:ext cx="435450" cy="1266000"/>
            </a:xfrm>
            <a:custGeom>
              <a:rect b="b" l="l" r="r" t="t"/>
              <a:pathLst>
                <a:path extrusionOk="0" h="50640" w="17418">
                  <a:moveTo>
                    <a:pt x="17417" y="0"/>
                  </a:moveTo>
                  <a:lnTo>
                    <a:pt x="0" y="13435"/>
                  </a:lnTo>
                  <a:lnTo>
                    <a:pt x="0" y="50639"/>
                  </a:lnTo>
                  <a:lnTo>
                    <a:pt x="17417" y="50578"/>
                  </a:lnTo>
                  <a:lnTo>
                    <a:pt x="17417" y="0"/>
                  </a:lnTo>
                  <a:close/>
                </a:path>
              </a:pathLst>
            </a:custGeom>
            <a:solidFill>
              <a:srgbClr val="75BDB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53" name="Google Shape;8753;p85"/>
            <p:cNvSpPr/>
            <p:nvPr/>
          </p:nvSpPr>
          <p:spPr>
            <a:xfrm>
              <a:off x="5302800" y="1210050"/>
              <a:ext cx="435450" cy="381475"/>
            </a:xfrm>
            <a:custGeom>
              <a:rect b="b" l="l" r="r" t="t"/>
              <a:pathLst>
                <a:path extrusionOk="0" h="15259" w="17418">
                  <a:moveTo>
                    <a:pt x="17417" y="0"/>
                  </a:moveTo>
                  <a:lnTo>
                    <a:pt x="0" y="14165"/>
                  </a:lnTo>
                  <a:lnTo>
                    <a:pt x="0" y="15259"/>
                  </a:lnTo>
                  <a:lnTo>
                    <a:pt x="17417" y="1824"/>
                  </a:lnTo>
                  <a:lnTo>
                    <a:pt x="17417" y="0"/>
                  </a:lnTo>
                  <a:close/>
                </a:path>
              </a:pathLst>
            </a:custGeom>
            <a:solidFill>
              <a:srgbClr val="75BDB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54" name="Google Shape;8754;p85"/>
            <p:cNvSpPr/>
            <p:nvPr/>
          </p:nvSpPr>
          <p:spPr>
            <a:xfrm>
              <a:off x="5067225" y="1083900"/>
              <a:ext cx="1535775" cy="625400"/>
            </a:xfrm>
            <a:custGeom>
              <a:rect b="b" l="l" r="r" t="t"/>
              <a:pathLst>
                <a:path extrusionOk="0" h="25016" w="61431">
                  <a:moveTo>
                    <a:pt x="30731" y="0"/>
                  </a:moveTo>
                  <a:lnTo>
                    <a:pt x="1" y="22827"/>
                  </a:lnTo>
                  <a:lnTo>
                    <a:pt x="1976" y="25016"/>
                  </a:lnTo>
                  <a:lnTo>
                    <a:pt x="30731" y="2827"/>
                  </a:lnTo>
                  <a:lnTo>
                    <a:pt x="59515" y="25016"/>
                  </a:lnTo>
                  <a:lnTo>
                    <a:pt x="61430" y="22402"/>
                  </a:lnTo>
                  <a:lnTo>
                    <a:pt x="30731" y="0"/>
                  </a:lnTo>
                  <a:close/>
                </a:path>
              </a:pathLst>
            </a:custGeom>
            <a:solidFill>
              <a:srgbClr val="2A435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55" name="Google Shape;8755;p85"/>
            <p:cNvSpPr/>
            <p:nvPr/>
          </p:nvSpPr>
          <p:spPr>
            <a:xfrm>
              <a:off x="5379550" y="2086175"/>
              <a:ext cx="279650" cy="359475"/>
            </a:xfrm>
            <a:custGeom>
              <a:rect b="b" l="l" r="r" t="t"/>
              <a:pathLst>
                <a:path extrusionOk="0" h="14379" w="11186">
                  <a:moveTo>
                    <a:pt x="0" y="1"/>
                  </a:moveTo>
                  <a:lnTo>
                    <a:pt x="0" y="14378"/>
                  </a:lnTo>
                  <a:lnTo>
                    <a:pt x="11186" y="14378"/>
                  </a:lnTo>
                  <a:lnTo>
                    <a:pt x="11186" y="1"/>
                  </a:lnTo>
                  <a:close/>
                </a:path>
              </a:pathLst>
            </a:custGeom>
            <a:solidFill>
              <a:srgbClr val="D6E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56" name="Google Shape;8756;p85"/>
            <p:cNvSpPr/>
            <p:nvPr/>
          </p:nvSpPr>
          <p:spPr>
            <a:xfrm>
              <a:off x="5397775" y="2102900"/>
              <a:ext cx="110975" cy="323750"/>
            </a:xfrm>
            <a:custGeom>
              <a:rect b="b" l="l" r="r" t="t"/>
              <a:pathLst>
                <a:path extrusionOk="0" h="12950" w="4439">
                  <a:moveTo>
                    <a:pt x="1" y="1"/>
                  </a:moveTo>
                  <a:lnTo>
                    <a:pt x="1" y="12949"/>
                  </a:lnTo>
                  <a:lnTo>
                    <a:pt x="4439" y="12949"/>
                  </a:lnTo>
                  <a:lnTo>
                    <a:pt x="4439" y="1"/>
                  </a:lnTo>
                  <a:close/>
                </a:path>
              </a:pathLst>
            </a:custGeom>
            <a:solidFill>
              <a:srgbClr val="2A435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57" name="Google Shape;8757;p85"/>
            <p:cNvSpPr/>
            <p:nvPr/>
          </p:nvSpPr>
          <p:spPr>
            <a:xfrm>
              <a:off x="5529250" y="2102900"/>
              <a:ext cx="110975" cy="323750"/>
            </a:xfrm>
            <a:custGeom>
              <a:rect b="b" l="l" r="r" t="t"/>
              <a:pathLst>
                <a:path extrusionOk="0" h="12950" w="4439">
                  <a:moveTo>
                    <a:pt x="0" y="1"/>
                  </a:moveTo>
                  <a:lnTo>
                    <a:pt x="0" y="12949"/>
                  </a:lnTo>
                  <a:lnTo>
                    <a:pt x="4438" y="12949"/>
                  </a:lnTo>
                  <a:lnTo>
                    <a:pt x="4438" y="1"/>
                  </a:lnTo>
                  <a:close/>
                </a:path>
              </a:pathLst>
            </a:custGeom>
            <a:solidFill>
              <a:srgbClr val="2A435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58" name="Google Shape;8758;p85"/>
            <p:cNvSpPr/>
            <p:nvPr/>
          </p:nvSpPr>
          <p:spPr>
            <a:xfrm>
              <a:off x="5379550" y="2440300"/>
              <a:ext cx="279650" cy="5350"/>
            </a:xfrm>
            <a:custGeom>
              <a:rect b="b" l="l" r="r" t="t"/>
              <a:pathLst>
                <a:path extrusionOk="0" h="214" w="11186">
                  <a:moveTo>
                    <a:pt x="0" y="0"/>
                  </a:moveTo>
                  <a:lnTo>
                    <a:pt x="0" y="213"/>
                  </a:lnTo>
                  <a:lnTo>
                    <a:pt x="11186" y="213"/>
                  </a:lnTo>
                  <a:lnTo>
                    <a:pt x="11186" y="0"/>
                  </a:ln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59" name="Google Shape;8759;p85"/>
            <p:cNvSpPr/>
            <p:nvPr/>
          </p:nvSpPr>
          <p:spPr>
            <a:xfrm>
              <a:off x="5340025" y="2445625"/>
              <a:ext cx="360975" cy="39525"/>
            </a:xfrm>
            <a:custGeom>
              <a:rect b="b" l="l" r="r" t="t"/>
              <a:pathLst>
                <a:path extrusionOk="0" h="1581" w="14439">
                  <a:moveTo>
                    <a:pt x="1" y="0"/>
                  </a:moveTo>
                  <a:lnTo>
                    <a:pt x="1" y="1581"/>
                  </a:lnTo>
                  <a:lnTo>
                    <a:pt x="14439" y="1581"/>
                  </a:lnTo>
                  <a:lnTo>
                    <a:pt x="14439" y="0"/>
                  </a:lnTo>
                  <a:close/>
                </a:path>
              </a:pathLst>
            </a:custGeom>
            <a:solidFill>
              <a:srgbClr val="D6E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60" name="Google Shape;8760;p85"/>
            <p:cNvSpPr/>
            <p:nvPr/>
          </p:nvSpPr>
          <p:spPr>
            <a:xfrm>
              <a:off x="5321800" y="2484375"/>
              <a:ext cx="397450" cy="38775"/>
            </a:xfrm>
            <a:custGeom>
              <a:rect b="b" l="l" r="r" t="t"/>
              <a:pathLst>
                <a:path extrusionOk="0" h="1551" w="15898">
                  <a:moveTo>
                    <a:pt x="0" y="0"/>
                  </a:moveTo>
                  <a:lnTo>
                    <a:pt x="0" y="1550"/>
                  </a:lnTo>
                  <a:lnTo>
                    <a:pt x="15897" y="1550"/>
                  </a:lnTo>
                  <a:lnTo>
                    <a:pt x="15897" y="0"/>
                  </a:lnTo>
                  <a:close/>
                </a:path>
              </a:pathLst>
            </a:custGeom>
            <a:solidFill>
              <a:srgbClr val="D6E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61" name="Google Shape;8761;p85"/>
            <p:cNvSpPr/>
            <p:nvPr/>
          </p:nvSpPr>
          <p:spPr>
            <a:xfrm>
              <a:off x="5340025" y="2478300"/>
              <a:ext cx="360975" cy="5325"/>
            </a:xfrm>
            <a:custGeom>
              <a:rect b="b" l="l" r="r" t="t"/>
              <a:pathLst>
                <a:path extrusionOk="0" h="213" w="14439">
                  <a:moveTo>
                    <a:pt x="1" y="0"/>
                  </a:moveTo>
                  <a:lnTo>
                    <a:pt x="1" y="213"/>
                  </a:lnTo>
                  <a:lnTo>
                    <a:pt x="14439" y="213"/>
                  </a:lnTo>
                  <a:lnTo>
                    <a:pt x="14439" y="0"/>
                  </a:ln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62" name="Google Shape;8762;p85"/>
            <p:cNvSpPr/>
            <p:nvPr/>
          </p:nvSpPr>
          <p:spPr>
            <a:xfrm>
              <a:off x="5379550" y="1574025"/>
              <a:ext cx="279650" cy="245475"/>
            </a:xfrm>
            <a:custGeom>
              <a:rect b="b" l="l" r="r" t="t"/>
              <a:pathLst>
                <a:path extrusionOk="0" h="9819" w="11186">
                  <a:moveTo>
                    <a:pt x="0" y="0"/>
                  </a:moveTo>
                  <a:lnTo>
                    <a:pt x="0" y="9818"/>
                  </a:lnTo>
                  <a:lnTo>
                    <a:pt x="11186" y="9818"/>
                  </a:lnTo>
                  <a:lnTo>
                    <a:pt x="11186" y="0"/>
                  </a:lnTo>
                  <a:close/>
                </a:path>
              </a:pathLst>
            </a:custGeom>
            <a:solidFill>
              <a:srgbClr val="D6E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63" name="Google Shape;8763;p85"/>
            <p:cNvSpPr/>
            <p:nvPr/>
          </p:nvSpPr>
          <p:spPr>
            <a:xfrm>
              <a:off x="5397775" y="1590750"/>
              <a:ext cx="110975" cy="208975"/>
            </a:xfrm>
            <a:custGeom>
              <a:rect b="b" l="l" r="r" t="t"/>
              <a:pathLst>
                <a:path extrusionOk="0" h="8359" w="4439">
                  <a:moveTo>
                    <a:pt x="1" y="0"/>
                  </a:moveTo>
                  <a:lnTo>
                    <a:pt x="1" y="8359"/>
                  </a:lnTo>
                  <a:lnTo>
                    <a:pt x="4439" y="8359"/>
                  </a:lnTo>
                  <a:lnTo>
                    <a:pt x="4439" y="0"/>
                  </a:lnTo>
                  <a:close/>
                </a:path>
              </a:pathLst>
            </a:custGeom>
            <a:solidFill>
              <a:srgbClr val="2A435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64" name="Google Shape;8764;p85"/>
            <p:cNvSpPr/>
            <p:nvPr/>
          </p:nvSpPr>
          <p:spPr>
            <a:xfrm>
              <a:off x="5529250" y="1590750"/>
              <a:ext cx="110975" cy="208975"/>
            </a:xfrm>
            <a:custGeom>
              <a:rect b="b" l="l" r="r" t="t"/>
              <a:pathLst>
                <a:path extrusionOk="0" h="8359" w="4439">
                  <a:moveTo>
                    <a:pt x="0" y="0"/>
                  </a:moveTo>
                  <a:lnTo>
                    <a:pt x="0" y="8359"/>
                  </a:lnTo>
                  <a:lnTo>
                    <a:pt x="4438" y="8359"/>
                  </a:lnTo>
                  <a:lnTo>
                    <a:pt x="4438" y="0"/>
                  </a:lnTo>
                  <a:close/>
                </a:path>
              </a:pathLst>
            </a:custGeom>
            <a:solidFill>
              <a:srgbClr val="2A435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65" name="Google Shape;8765;p85"/>
            <p:cNvSpPr/>
            <p:nvPr/>
          </p:nvSpPr>
          <p:spPr>
            <a:xfrm>
              <a:off x="5359800" y="1837700"/>
              <a:ext cx="319175" cy="19025"/>
            </a:xfrm>
            <a:custGeom>
              <a:rect b="b" l="l" r="r" t="t"/>
              <a:pathLst>
                <a:path extrusionOk="0" h="761" w="12767">
                  <a:moveTo>
                    <a:pt x="0" y="1"/>
                  </a:moveTo>
                  <a:lnTo>
                    <a:pt x="0" y="761"/>
                  </a:lnTo>
                  <a:lnTo>
                    <a:pt x="12766" y="153"/>
                  </a:lnTo>
                  <a:lnTo>
                    <a:pt x="12766" y="1"/>
                  </a:ln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66" name="Google Shape;8766;p85"/>
            <p:cNvSpPr/>
            <p:nvPr/>
          </p:nvSpPr>
          <p:spPr>
            <a:xfrm>
              <a:off x="5368150" y="1574775"/>
              <a:ext cx="11425" cy="243950"/>
            </a:xfrm>
            <a:custGeom>
              <a:rect b="b" l="l" r="r" t="t"/>
              <a:pathLst>
                <a:path extrusionOk="0" h="9758" w="457">
                  <a:moveTo>
                    <a:pt x="244" y="1"/>
                  </a:moveTo>
                  <a:lnTo>
                    <a:pt x="0" y="9758"/>
                  </a:lnTo>
                  <a:lnTo>
                    <a:pt x="456" y="9758"/>
                  </a:lnTo>
                  <a:lnTo>
                    <a:pt x="456" y="1"/>
                  </a:ln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67" name="Google Shape;8767;p85"/>
            <p:cNvSpPr/>
            <p:nvPr/>
          </p:nvSpPr>
          <p:spPr>
            <a:xfrm>
              <a:off x="5359800" y="1818700"/>
              <a:ext cx="319175" cy="17500"/>
            </a:xfrm>
            <a:custGeom>
              <a:rect b="b" l="l" r="r" t="t"/>
              <a:pathLst>
                <a:path extrusionOk="0" h="700" w="12767">
                  <a:moveTo>
                    <a:pt x="0" y="1"/>
                  </a:moveTo>
                  <a:lnTo>
                    <a:pt x="0" y="700"/>
                  </a:lnTo>
                  <a:lnTo>
                    <a:pt x="12766" y="700"/>
                  </a:lnTo>
                  <a:lnTo>
                    <a:pt x="12766" y="1"/>
                  </a:lnTo>
                  <a:close/>
                </a:path>
              </a:pathLst>
            </a:custGeom>
            <a:solidFill>
              <a:srgbClr val="2A435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68" name="Google Shape;8768;p85"/>
            <p:cNvSpPr/>
            <p:nvPr/>
          </p:nvSpPr>
          <p:spPr>
            <a:xfrm>
              <a:off x="5999625" y="1574025"/>
              <a:ext cx="172525" cy="120850"/>
            </a:xfrm>
            <a:custGeom>
              <a:rect b="b" l="l" r="r" t="t"/>
              <a:pathLst>
                <a:path extrusionOk="0" h="4834" w="6901">
                  <a:moveTo>
                    <a:pt x="0" y="0"/>
                  </a:moveTo>
                  <a:lnTo>
                    <a:pt x="0" y="4833"/>
                  </a:lnTo>
                  <a:lnTo>
                    <a:pt x="6900" y="4833"/>
                  </a:lnTo>
                  <a:lnTo>
                    <a:pt x="6900" y="0"/>
                  </a:lnTo>
                  <a:close/>
                </a:path>
              </a:pathLst>
            </a:custGeom>
            <a:solidFill>
              <a:srgbClr val="2A435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69" name="Google Shape;8769;p85"/>
            <p:cNvSpPr/>
            <p:nvPr/>
          </p:nvSpPr>
          <p:spPr>
            <a:xfrm>
              <a:off x="5816475" y="1574025"/>
              <a:ext cx="169500" cy="120850"/>
            </a:xfrm>
            <a:custGeom>
              <a:rect b="b" l="l" r="r" t="t"/>
              <a:pathLst>
                <a:path extrusionOk="0" h="4834" w="6780">
                  <a:moveTo>
                    <a:pt x="1" y="0"/>
                  </a:moveTo>
                  <a:lnTo>
                    <a:pt x="1" y="4833"/>
                  </a:lnTo>
                  <a:lnTo>
                    <a:pt x="6779" y="4833"/>
                  </a:lnTo>
                  <a:lnTo>
                    <a:pt x="6779" y="0"/>
                  </a:lnTo>
                  <a:close/>
                </a:path>
              </a:pathLst>
            </a:custGeom>
            <a:solidFill>
              <a:srgbClr val="2A435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70" name="Google Shape;8770;p85"/>
            <p:cNvSpPr/>
            <p:nvPr/>
          </p:nvSpPr>
          <p:spPr>
            <a:xfrm>
              <a:off x="5786100" y="1574775"/>
              <a:ext cx="386050" cy="150500"/>
            </a:xfrm>
            <a:custGeom>
              <a:rect b="b" l="l" r="r" t="t"/>
              <a:pathLst>
                <a:path extrusionOk="0" h="6020" w="15442">
                  <a:moveTo>
                    <a:pt x="213" y="1"/>
                  </a:moveTo>
                  <a:lnTo>
                    <a:pt x="0" y="6019"/>
                  </a:lnTo>
                  <a:lnTo>
                    <a:pt x="15441" y="5715"/>
                  </a:lnTo>
                  <a:lnTo>
                    <a:pt x="15441" y="5533"/>
                  </a:lnTo>
                  <a:lnTo>
                    <a:pt x="456" y="5533"/>
                  </a:lnTo>
                  <a:lnTo>
                    <a:pt x="456" y="1"/>
                  </a:ln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71" name="Google Shape;8771;p85"/>
            <p:cNvSpPr/>
            <p:nvPr/>
          </p:nvSpPr>
          <p:spPr>
            <a:xfrm>
              <a:off x="5859050" y="1922050"/>
              <a:ext cx="20525" cy="600350"/>
            </a:xfrm>
            <a:custGeom>
              <a:rect b="b" l="l" r="r" t="t"/>
              <a:pathLst>
                <a:path extrusionOk="0" h="24014" w="821">
                  <a:moveTo>
                    <a:pt x="274" y="1"/>
                  </a:moveTo>
                  <a:lnTo>
                    <a:pt x="0" y="24013"/>
                  </a:lnTo>
                  <a:lnTo>
                    <a:pt x="821" y="24013"/>
                  </a:lnTo>
                  <a:lnTo>
                    <a:pt x="821" y="20973"/>
                  </a:lnTo>
                  <a:lnTo>
                    <a:pt x="821" y="1"/>
                  </a:ln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72" name="Google Shape;8772;p85"/>
            <p:cNvSpPr/>
            <p:nvPr/>
          </p:nvSpPr>
          <p:spPr>
            <a:xfrm>
              <a:off x="4213100" y="1918250"/>
              <a:ext cx="955975" cy="604900"/>
            </a:xfrm>
            <a:custGeom>
              <a:rect b="b" l="l" r="r" t="t"/>
              <a:pathLst>
                <a:path extrusionOk="0" h="24196" w="38239">
                  <a:moveTo>
                    <a:pt x="1" y="1"/>
                  </a:moveTo>
                  <a:lnTo>
                    <a:pt x="1" y="24195"/>
                  </a:lnTo>
                  <a:lnTo>
                    <a:pt x="38239" y="24195"/>
                  </a:lnTo>
                  <a:lnTo>
                    <a:pt x="38239" y="1"/>
                  </a:lnTo>
                  <a:close/>
                </a:path>
              </a:pathLst>
            </a:custGeom>
            <a:solidFill>
              <a:srgbClr val="F43D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73" name="Google Shape;8773;p85"/>
            <p:cNvSpPr/>
            <p:nvPr/>
          </p:nvSpPr>
          <p:spPr>
            <a:xfrm>
              <a:off x="4213100" y="1918250"/>
              <a:ext cx="955975" cy="45625"/>
            </a:xfrm>
            <a:custGeom>
              <a:rect b="b" l="l" r="r" t="t"/>
              <a:pathLst>
                <a:path extrusionOk="0" h="1825" w="38239">
                  <a:moveTo>
                    <a:pt x="1" y="1"/>
                  </a:moveTo>
                  <a:lnTo>
                    <a:pt x="1" y="1824"/>
                  </a:lnTo>
                  <a:lnTo>
                    <a:pt x="38239" y="457"/>
                  </a:lnTo>
                  <a:lnTo>
                    <a:pt x="38239" y="1"/>
                  </a:ln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74" name="Google Shape;8774;p85"/>
            <p:cNvSpPr/>
            <p:nvPr/>
          </p:nvSpPr>
          <p:spPr>
            <a:xfrm>
              <a:off x="4199425" y="1854425"/>
              <a:ext cx="969650" cy="63850"/>
            </a:xfrm>
            <a:custGeom>
              <a:rect b="b" l="l" r="r" t="t"/>
              <a:pathLst>
                <a:path extrusionOk="0" h="2554" w="38786">
                  <a:moveTo>
                    <a:pt x="1" y="0"/>
                  </a:moveTo>
                  <a:lnTo>
                    <a:pt x="1" y="2554"/>
                  </a:lnTo>
                  <a:lnTo>
                    <a:pt x="38786" y="2554"/>
                  </a:lnTo>
                  <a:lnTo>
                    <a:pt x="38786" y="517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A435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75" name="Google Shape;8775;p85"/>
            <p:cNvSpPr/>
            <p:nvPr/>
          </p:nvSpPr>
          <p:spPr>
            <a:xfrm>
              <a:off x="4376500" y="2102900"/>
              <a:ext cx="630725" cy="420250"/>
            </a:xfrm>
            <a:custGeom>
              <a:rect b="b" l="l" r="r" t="t"/>
              <a:pathLst>
                <a:path extrusionOk="0" h="16810" w="25229">
                  <a:moveTo>
                    <a:pt x="0" y="1"/>
                  </a:moveTo>
                  <a:lnTo>
                    <a:pt x="0" y="16809"/>
                  </a:lnTo>
                  <a:lnTo>
                    <a:pt x="25228" y="16809"/>
                  </a:lnTo>
                  <a:lnTo>
                    <a:pt x="25228" y="1"/>
                  </a:lnTo>
                  <a:close/>
                </a:path>
              </a:pathLst>
            </a:custGeom>
            <a:solidFill>
              <a:srgbClr val="D6E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76" name="Google Shape;8776;p85"/>
            <p:cNvSpPr/>
            <p:nvPr/>
          </p:nvSpPr>
          <p:spPr>
            <a:xfrm>
              <a:off x="4376500" y="2131775"/>
              <a:ext cx="630725" cy="7625"/>
            </a:xfrm>
            <a:custGeom>
              <a:rect b="b" l="l" r="r" t="t"/>
              <a:pathLst>
                <a:path extrusionOk="0" h="305" w="25229">
                  <a:moveTo>
                    <a:pt x="0" y="1"/>
                  </a:moveTo>
                  <a:lnTo>
                    <a:pt x="0" y="305"/>
                  </a:lnTo>
                  <a:lnTo>
                    <a:pt x="25228" y="305"/>
                  </a:lnTo>
                  <a:lnTo>
                    <a:pt x="25228" y="1"/>
                  </a:ln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77" name="Google Shape;8777;p85"/>
            <p:cNvSpPr/>
            <p:nvPr/>
          </p:nvSpPr>
          <p:spPr>
            <a:xfrm>
              <a:off x="4376500" y="2155325"/>
              <a:ext cx="630725" cy="7625"/>
            </a:xfrm>
            <a:custGeom>
              <a:rect b="b" l="l" r="r" t="t"/>
              <a:pathLst>
                <a:path extrusionOk="0" h="305" w="25229">
                  <a:moveTo>
                    <a:pt x="0" y="1"/>
                  </a:moveTo>
                  <a:lnTo>
                    <a:pt x="0" y="305"/>
                  </a:lnTo>
                  <a:lnTo>
                    <a:pt x="25228" y="305"/>
                  </a:lnTo>
                  <a:lnTo>
                    <a:pt x="25228" y="1"/>
                  </a:ln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78" name="Google Shape;8778;p85"/>
            <p:cNvSpPr/>
            <p:nvPr/>
          </p:nvSpPr>
          <p:spPr>
            <a:xfrm>
              <a:off x="4376500" y="2179650"/>
              <a:ext cx="630725" cy="7625"/>
            </a:xfrm>
            <a:custGeom>
              <a:rect b="b" l="l" r="r" t="t"/>
              <a:pathLst>
                <a:path extrusionOk="0" h="305" w="25229">
                  <a:moveTo>
                    <a:pt x="0" y="1"/>
                  </a:moveTo>
                  <a:lnTo>
                    <a:pt x="0" y="305"/>
                  </a:lnTo>
                  <a:lnTo>
                    <a:pt x="25228" y="305"/>
                  </a:lnTo>
                  <a:lnTo>
                    <a:pt x="25228" y="1"/>
                  </a:ln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79" name="Google Shape;8779;p85"/>
            <p:cNvSpPr/>
            <p:nvPr/>
          </p:nvSpPr>
          <p:spPr>
            <a:xfrm>
              <a:off x="4376500" y="2203975"/>
              <a:ext cx="630725" cy="7625"/>
            </a:xfrm>
            <a:custGeom>
              <a:rect b="b" l="l" r="r" t="t"/>
              <a:pathLst>
                <a:path extrusionOk="0" h="305" w="25229">
                  <a:moveTo>
                    <a:pt x="0" y="0"/>
                  </a:moveTo>
                  <a:lnTo>
                    <a:pt x="0" y="304"/>
                  </a:lnTo>
                  <a:lnTo>
                    <a:pt x="25228" y="304"/>
                  </a:lnTo>
                  <a:lnTo>
                    <a:pt x="25228" y="0"/>
                  </a:ln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80" name="Google Shape;8780;p85"/>
            <p:cNvSpPr/>
            <p:nvPr/>
          </p:nvSpPr>
          <p:spPr>
            <a:xfrm>
              <a:off x="4376500" y="2228275"/>
              <a:ext cx="630725" cy="7625"/>
            </a:xfrm>
            <a:custGeom>
              <a:rect b="b" l="l" r="r" t="t"/>
              <a:pathLst>
                <a:path extrusionOk="0" h="305" w="25229">
                  <a:moveTo>
                    <a:pt x="0" y="1"/>
                  </a:moveTo>
                  <a:lnTo>
                    <a:pt x="0" y="305"/>
                  </a:lnTo>
                  <a:lnTo>
                    <a:pt x="25228" y="305"/>
                  </a:lnTo>
                  <a:lnTo>
                    <a:pt x="25228" y="1"/>
                  </a:ln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81" name="Google Shape;8781;p85"/>
            <p:cNvSpPr/>
            <p:nvPr/>
          </p:nvSpPr>
          <p:spPr>
            <a:xfrm>
              <a:off x="4376500" y="2251850"/>
              <a:ext cx="630725" cy="7625"/>
            </a:xfrm>
            <a:custGeom>
              <a:rect b="b" l="l" r="r" t="t"/>
              <a:pathLst>
                <a:path extrusionOk="0" h="305" w="25229">
                  <a:moveTo>
                    <a:pt x="0" y="0"/>
                  </a:moveTo>
                  <a:lnTo>
                    <a:pt x="0" y="304"/>
                  </a:lnTo>
                  <a:lnTo>
                    <a:pt x="25228" y="304"/>
                  </a:lnTo>
                  <a:lnTo>
                    <a:pt x="25228" y="0"/>
                  </a:ln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82" name="Google Shape;8782;p85"/>
            <p:cNvSpPr/>
            <p:nvPr/>
          </p:nvSpPr>
          <p:spPr>
            <a:xfrm>
              <a:off x="4376500" y="2276150"/>
              <a:ext cx="630725" cy="7625"/>
            </a:xfrm>
            <a:custGeom>
              <a:rect b="b" l="l" r="r" t="t"/>
              <a:pathLst>
                <a:path extrusionOk="0" h="305" w="25229">
                  <a:moveTo>
                    <a:pt x="0" y="1"/>
                  </a:moveTo>
                  <a:lnTo>
                    <a:pt x="0" y="305"/>
                  </a:lnTo>
                  <a:lnTo>
                    <a:pt x="25228" y="305"/>
                  </a:lnTo>
                  <a:lnTo>
                    <a:pt x="25228" y="1"/>
                  </a:ln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83" name="Google Shape;8783;p85"/>
            <p:cNvSpPr/>
            <p:nvPr/>
          </p:nvSpPr>
          <p:spPr>
            <a:xfrm>
              <a:off x="4376500" y="2300475"/>
              <a:ext cx="630725" cy="7625"/>
            </a:xfrm>
            <a:custGeom>
              <a:rect b="b" l="l" r="r" t="t"/>
              <a:pathLst>
                <a:path extrusionOk="0" h="305" w="25229">
                  <a:moveTo>
                    <a:pt x="0" y="1"/>
                  </a:moveTo>
                  <a:lnTo>
                    <a:pt x="0" y="305"/>
                  </a:lnTo>
                  <a:lnTo>
                    <a:pt x="25228" y="305"/>
                  </a:lnTo>
                  <a:lnTo>
                    <a:pt x="25228" y="1"/>
                  </a:ln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84" name="Google Shape;8784;p85"/>
            <p:cNvSpPr/>
            <p:nvPr/>
          </p:nvSpPr>
          <p:spPr>
            <a:xfrm>
              <a:off x="4376500" y="2324025"/>
              <a:ext cx="630725" cy="7625"/>
            </a:xfrm>
            <a:custGeom>
              <a:rect b="b" l="l" r="r" t="t"/>
              <a:pathLst>
                <a:path extrusionOk="0" h="305" w="25229">
                  <a:moveTo>
                    <a:pt x="0" y="1"/>
                  </a:moveTo>
                  <a:lnTo>
                    <a:pt x="0" y="305"/>
                  </a:lnTo>
                  <a:lnTo>
                    <a:pt x="25228" y="305"/>
                  </a:lnTo>
                  <a:lnTo>
                    <a:pt x="25228" y="1"/>
                  </a:ln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85" name="Google Shape;8785;p85"/>
            <p:cNvSpPr/>
            <p:nvPr/>
          </p:nvSpPr>
          <p:spPr>
            <a:xfrm>
              <a:off x="4376500" y="2348350"/>
              <a:ext cx="630725" cy="7625"/>
            </a:xfrm>
            <a:custGeom>
              <a:rect b="b" l="l" r="r" t="t"/>
              <a:pathLst>
                <a:path extrusionOk="0" h="305" w="25229">
                  <a:moveTo>
                    <a:pt x="0" y="0"/>
                  </a:moveTo>
                  <a:lnTo>
                    <a:pt x="0" y="304"/>
                  </a:lnTo>
                  <a:lnTo>
                    <a:pt x="25228" y="304"/>
                  </a:lnTo>
                  <a:lnTo>
                    <a:pt x="25228" y="0"/>
                  </a:ln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86" name="Google Shape;8786;p85"/>
            <p:cNvSpPr/>
            <p:nvPr/>
          </p:nvSpPr>
          <p:spPr>
            <a:xfrm>
              <a:off x="4376500" y="2371900"/>
              <a:ext cx="630725" cy="7625"/>
            </a:xfrm>
            <a:custGeom>
              <a:rect b="b" l="l" r="r" t="t"/>
              <a:pathLst>
                <a:path extrusionOk="0" h="305" w="25229">
                  <a:moveTo>
                    <a:pt x="0" y="1"/>
                  </a:moveTo>
                  <a:lnTo>
                    <a:pt x="0" y="305"/>
                  </a:lnTo>
                  <a:lnTo>
                    <a:pt x="25228" y="305"/>
                  </a:lnTo>
                  <a:lnTo>
                    <a:pt x="25228" y="1"/>
                  </a:ln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87" name="Google Shape;8787;p85"/>
            <p:cNvSpPr/>
            <p:nvPr/>
          </p:nvSpPr>
          <p:spPr>
            <a:xfrm>
              <a:off x="4376500" y="2396225"/>
              <a:ext cx="630725" cy="7625"/>
            </a:xfrm>
            <a:custGeom>
              <a:rect b="b" l="l" r="r" t="t"/>
              <a:pathLst>
                <a:path extrusionOk="0" h="305" w="25229">
                  <a:moveTo>
                    <a:pt x="0" y="0"/>
                  </a:moveTo>
                  <a:lnTo>
                    <a:pt x="0" y="304"/>
                  </a:lnTo>
                  <a:lnTo>
                    <a:pt x="25228" y="304"/>
                  </a:lnTo>
                  <a:lnTo>
                    <a:pt x="25228" y="0"/>
                  </a:ln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88" name="Google Shape;8788;p85"/>
            <p:cNvSpPr/>
            <p:nvPr/>
          </p:nvSpPr>
          <p:spPr>
            <a:xfrm>
              <a:off x="4376500" y="2420550"/>
              <a:ext cx="630725" cy="7600"/>
            </a:xfrm>
            <a:custGeom>
              <a:rect b="b" l="l" r="r" t="t"/>
              <a:pathLst>
                <a:path extrusionOk="0" h="304" w="25229">
                  <a:moveTo>
                    <a:pt x="0" y="0"/>
                  </a:moveTo>
                  <a:lnTo>
                    <a:pt x="0" y="304"/>
                  </a:lnTo>
                  <a:lnTo>
                    <a:pt x="25228" y="304"/>
                  </a:lnTo>
                  <a:lnTo>
                    <a:pt x="25228" y="0"/>
                  </a:ln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89" name="Google Shape;8789;p85"/>
            <p:cNvSpPr/>
            <p:nvPr/>
          </p:nvSpPr>
          <p:spPr>
            <a:xfrm>
              <a:off x="4376500" y="2444850"/>
              <a:ext cx="630725" cy="7625"/>
            </a:xfrm>
            <a:custGeom>
              <a:rect b="b" l="l" r="r" t="t"/>
              <a:pathLst>
                <a:path extrusionOk="0" h="305" w="25229">
                  <a:moveTo>
                    <a:pt x="0" y="1"/>
                  </a:moveTo>
                  <a:lnTo>
                    <a:pt x="0" y="305"/>
                  </a:lnTo>
                  <a:lnTo>
                    <a:pt x="25228" y="305"/>
                  </a:lnTo>
                  <a:lnTo>
                    <a:pt x="25228" y="1"/>
                  </a:ln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90" name="Google Shape;8790;p85"/>
            <p:cNvSpPr/>
            <p:nvPr/>
          </p:nvSpPr>
          <p:spPr>
            <a:xfrm>
              <a:off x="4376500" y="2469175"/>
              <a:ext cx="630725" cy="7625"/>
            </a:xfrm>
            <a:custGeom>
              <a:rect b="b" l="l" r="r" t="t"/>
              <a:pathLst>
                <a:path extrusionOk="0" h="305" w="25229">
                  <a:moveTo>
                    <a:pt x="0" y="0"/>
                  </a:moveTo>
                  <a:lnTo>
                    <a:pt x="0" y="304"/>
                  </a:lnTo>
                  <a:lnTo>
                    <a:pt x="25228" y="304"/>
                  </a:lnTo>
                  <a:lnTo>
                    <a:pt x="25228" y="0"/>
                  </a:ln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91" name="Google Shape;8791;p85"/>
            <p:cNvSpPr/>
            <p:nvPr/>
          </p:nvSpPr>
          <p:spPr>
            <a:xfrm>
              <a:off x="4376500" y="2492725"/>
              <a:ext cx="630725" cy="7625"/>
            </a:xfrm>
            <a:custGeom>
              <a:rect b="b" l="l" r="r" t="t"/>
              <a:pathLst>
                <a:path extrusionOk="0" h="305" w="25229">
                  <a:moveTo>
                    <a:pt x="0" y="1"/>
                  </a:moveTo>
                  <a:lnTo>
                    <a:pt x="0" y="305"/>
                  </a:lnTo>
                  <a:lnTo>
                    <a:pt x="25228" y="305"/>
                  </a:lnTo>
                  <a:lnTo>
                    <a:pt x="25228" y="1"/>
                  </a:ln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92" name="Google Shape;8792;p85"/>
            <p:cNvSpPr/>
            <p:nvPr/>
          </p:nvSpPr>
          <p:spPr>
            <a:xfrm>
              <a:off x="4359000" y="2077825"/>
              <a:ext cx="658100" cy="36500"/>
            </a:xfrm>
            <a:custGeom>
              <a:rect b="b" l="l" r="r" t="t"/>
              <a:pathLst>
                <a:path extrusionOk="0" h="1460" w="26324">
                  <a:moveTo>
                    <a:pt x="1" y="1"/>
                  </a:moveTo>
                  <a:lnTo>
                    <a:pt x="1" y="1460"/>
                  </a:lnTo>
                  <a:lnTo>
                    <a:pt x="26324" y="1460"/>
                  </a:lnTo>
                  <a:lnTo>
                    <a:pt x="26324" y="27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A435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93" name="Google Shape;8793;p85"/>
            <p:cNvSpPr/>
            <p:nvPr/>
          </p:nvSpPr>
          <p:spPr>
            <a:xfrm>
              <a:off x="5149300" y="1918250"/>
              <a:ext cx="19775" cy="604150"/>
            </a:xfrm>
            <a:custGeom>
              <a:rect b="b" l="l" r="r" t="t"/>
              <a:pathLst>
                <a:path extrusionOk="0" h="24166" w="791">
                  <a:moveTo>
                    <a:pt x="335" y="1"/>
                  </a:moveTo>
                  <a:lnTo>
                    <a:pt x="0" y="24165"/>
                  </a:lnTo>
                  <a:lnTo>
                    <a:pt x="791" y="24165"/>
                  </a:lnTo>
                  <a:lnTo>
                    <a:pt x="791" y="1"/>
                  </a:ln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94" name="Google Shape;8794;p85"/>
            <p:cNvSpPr/>
            <p:nvPr/>
          </p:nvSpPr>
          <p:spPr>
            <a:xfrm>
              <a:off x="5879550" y="1918250"/>
              <a:ext cx="896700" cy="604900"/>
            </a:xfrm>
            <a:custGeom>
              <a:rect b="b" l="l" r="r" t="t"/>
              <a:pathLst>
                <a:path extrusionOk="0" h="24196" w="35868">
                  <a:moveTo>
                    <a:pt x="1" y="1"/>
                  </a:moveTo>
                  <a:lnTo>
                    <a:pt x="1" y="24195"/>
                  </a:lnTo>
                  <a:lnTo>
                    <a:pt x="35868" y="24195"/>
                  </a:lnTo>
                  <a:lnTo>
                    <a:pt x="35868" y="1"/>
                  </a:lnTo>
                  <a:close/>
                </a:path>
              </a:pathLst>
            </a:custGeom>
            <a:solidFill>
              <a:srgbClr val="F43D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95" name="Google Shape;8795;p85"/>
            <p:cNvSpPr/>
            <p:nvPr/>
          </p:nvSpPr>
          <p:spPr>
            <a:xfrm>
              <a:off x="5879550" y="2446375"/>
              <a:ext cx="896700" cy="76025"/>
            </a:xfrm>
            <a:custGeom>
              <a:rect b="b" l="l" r="r" t="t"/>
              <a:pathLst>
                <a:path extrusionOk="0" h="3041" w="35868">
                  <a:moveTo>
                    <a:pt x="1" y="0"/>
                  </a:moveTo>
                  <a:lnTo>
                    <a:pt x="1" y="3040"/>
                  </a:lnTo>
                  <a:lnTo>
                    <a:pt x="35868" y="3040"/>
                  </a:lnTo>
                  <a:lnTo>
                    <a:pt x="35868" y="0"/>
                  </a:ln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96" name="Google Shape;8796;p85"/>
            <p:cNvSpPr/>
            <p:nvPr/>
          </p:nvSpPr>
          <p:spPr>
            <a:xfrm>
              <a:off x="5879550" y="1963850"/>
              <a:ext cx="896700" cy="66900"/>
            </a:xfrm>
            <a:custGeom>
              <a:rect b="b" l="l" r="r" t="t"/>
              <a:pathLst>
                <a:path extrusionOk="0" h="2676" w="35868">
                  <a:moveTo>
                    <a:pt x="1" y="0"/>
                  </a:moveTo>
                  <a:lnTo>
                    <a:pt x="1" y="2675"/>
                  </a:lnTo>
                  <a:lnTo>
                    <a:pt x="35868" y="943"/>
                  </a:lnTo>
                  <a:lnTo>
                    <a:pt x="35868" y="0"/>
                  </a:ln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97" name="Google Shape;8797;p85"/>
            <p:cNvSpPr/>
            <p:nvPr/>
          </p:nvSpPr>
          <p:spPr>
            <a:xfrm>
              <a:off x="6094600" y="2086175"/>
              <a:ext cx="465075" cy="292600"/>
            </a:xfrm>
            <a:custGeom>
              <a:rect b="b" l="l" r="r" t="t"/>
              <a:pathLst>
                <a:path extrusionOk="0" h="11704" w="18603">
                  <a:moveTo>
                    <a:pt x="1" y="1"/>
                  </a:moveTo>
                  <a:lnTo>
                    <a:pt x="1" y="11703"/>
                  </a:lnTo>
                  <a:lnTo>
                    <a:pt x="18603" y="11703"/>
                  </a:lnTo>
                  <a:lnTo>
                    <a:pt x="18603" y="1"/>
                  </a:lnTo>
                  <a:close/>
                </a:path>
              </a:pathLst>
            </a:custGeom>
            <a:solidFill>
              <a:srgbClr val="D6E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98" name="Google Shape;8798;p85"/>
            <p:cNvSpPr/>
            <p:nvPr/>
          </p:nvSpPr>
          <p:spPr>
            <a:xfrm>
              <a:off x="6112850" y="2102900"/>
              <a:ext cx="79800" cy="258400"/>
            </a:xfrm>
            <a:custGeom>
              <a:rect b="b" l="l" r="r" t="t"/>
              <a:pathLst>
                <a:path extrusionOk="0" h="10336" w="3192">
                  <a:moveTo>
                    <a:pt x="0" y="1"/>
                  </a:moveTo>
                  <a:lnTo>
                    <a:pt x="0" y="10335"/>
                  </a:lnTo>
                  <a:lnTo>
                    <a:pt x="3192" y="10335"/>
                  </a:lnTo>
                  <a:lnTo>
                    <a:pt x="3192" y="1"/>
                  </a:lnTo>
                  <a:close/>
                </a:path>
              </a:pathLst>
            </a:custGeom>
            <a:solidFill>
              <a:srgbClr val="2A435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99" name="Google Shape;8799;p85"/>
            <p:cNvSpPr/>
            <p:nvPr/>
          </p:nvSpPr>
          <p:spPr>
            <a:xfrm>
              <a:off x="6205550" y="2102900"/>
              <a:ext cx="247750" cy="258400"/>
            </a:xfrm>
            <a:custGeom>
              <a:rect b="b" l="l" r="r" t="t"/>
              <a:pathLst>
                <a:path extrusionOk="0" h="10336" w="9910">
                  <a:moveTo>
                    <a:pt x="0" y="1"/>
                  </a:moveTo>
                  <a:lnTo>
                    <a:pt x="0" y="10335"/>
                  </a:lnTo>
                  <a:lnTo>
                    <a:pt x="9909" y="10335"/>
                  </a:lnTo>
                  <a:lnTo>
                    <a:pt x="9909" y="1"/>
                  </a:lnTo>
                  <a:close/>
                </a:path>
              </a:pathLst>
            </a:custGeom>
            <a:solidFill>
              <a:srgbClr val="2A435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00" name="Google Shape;8800;p85"/>
            <p:cNvSpPr/>
            <p:nvPr/>
          </p:nvSpPr>
          <p:spPr>
            <a:xfrm>
              <a:off x="6465425" y="2102900"/>
              <a:ext cx="79825" cy="258400"/>
            </a:xfrm>
            <a:custGeom>
              <a:rect b="b" l="l" r="r" t="t"/>
              <a:pathLst>
                <a:path extrusionOk="0" h="10336" w="3193">
                  <a:moveTo>
                    <a:pt x="1" y="1"/>
                  </a:moveTo>
                  <a:lnTo>
                    <a:pt x="1" y="10335"/>
                  </a:lnTo>
                  <a:lnTo>
                    <a:pt x="3192" y="10335"/>
                  </a:lnTo>
                  <a:lnTo>
                    <a:pt x="3192" y="1"/>
                  </a:lnTo>
                  <a:close/>
                </a:path>
              </a:pathLst>
            </a:custGeom>
            <a:solidFill>
              <a:srgbClr val="2A435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01" name="Google Shape;8801;p85"/>
            <p:cNvSpPr/>
            <p:nvPr/>
          </p:nvSpPr>
          <p:spPr>
            <a:xfrm>
              <a:off x="6082450" y="2082400"/>
              <a:ext cx="477225" cy="296375"/>
            </a:xfrm>
            <a:custGeom>
              <a:rect b="b" l="l" r="r" t="t"/>
              <a:pathLst>
                <a:path extrusionOk="0" h="11855" w="19089">
                  <a:moveTo>
                    <a:pt x="244" y="0"/>
                  </a:moveTo>
                  <a:lnTo>
                    <a:pt x="0" y="11854"/>
                  </a:lnTo>
                  <a:lnTo>
                    <a:pt x="517" y="11854"/>
                  </a:lnTo>
                  <a:lnTo>
                    <a:pt x="517" y="152"/>
                  </a:lnTo>
                  <a:lnTo>
                    <a:pt x="19089" y="152"/>
                  </a:lnTo>
                  <a:lnTo>
                    <a:pt x="19089" y="0"/>
                  </a:ln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02" name="Google Shape;8802;p85"/>
            <p:cNvSpPr/>
            <p:nvPr/>
          </p:nvSpPr>
          <p:spPr>
            <a:xfrm>
              <a:off x="6082450" y="2376475"/>
              <a:ext cx="477225" cy="28125"/>
            </a:xfrm>
            <a:custGeom>
              <a:rect b="b" l="l" r="r" t="t"/>
              <a:pathLst>
                <a:path extrusionOk="0" h="1125" w="19089">
                  <a:moveTo>
                    <a:pt x="0" y="0"/>
                  </a:moveTo>
                  <a:lnTo>
                    <a:pt x="0" y="1125"/>
                  </a:lnTo>
                  <a:lnTo>
                    <a:pt x="19089" y="243"/>
                  </a:lnTo>
                  <a:lnTo>
                    <a:pt x="19089" y="0"/>
                  </a:ln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03" name="Google Shape;8803;p85"/>
            <p:cNvSpPr/>
            <p:nvPr/>
          </p:nvSpPr>
          <p:spPr>
            <a:xfrm>
              <a:off x="5873475" y="1918250"/>
              <a:ext cx="930125" cy="45625"/>
            </a:xfrm>
            <a:custGeom>
              <a:rect b="b" l="l" r="r" t="t"/>
              <a:pathLst>
                <a:path extrusionOk="0" h="1825" w="37205">
                  <a:moveTo>
                    <a:pt x="37205" y="1"/>
                  </a:moveTo>
                  <a:lnTo>
                    <a:pt x="1" y="92"/>
                  </a:lnTo>
                  <a:lnTo>
                    <a:pt x="1" y="1824"/>
                  </a:lnTo>
                  <a:lnTo>
                    <a:pt x="37205" y="1824"/>
                  </a:lnTo>
                  <a:lnTo>
                    <a:pt x="37205" y="1"/>
                  </a:lnTo>
                  <a:close/>
                </a:path>
              </a:pathLst>
            </a:custGeom>
            <a:solidFill>
              <a:srgbClr val="D6E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04" name="Google Shape;8804;p85"/>
            <p:cNvSpPr/>
            <p:nvPr/>
          </p:nvSpPr>
          <p:spPr>
            <a:xfrm>
              <a:off x="5873475" y="1918250"/>
              <a:ext cx="930125" cy="22825"/>
            </a:xfrm>
            <a:custGeom>
              <a:rect b="b" l="l" r="r" t="t"/>
              <a:pathLst>
                <a:path extrusionOk="0" h="913" w="37205">
                  <a:moveTo>
                    <a:pt x="37205" y="1"/>
                  </a:moveTo>
                  <a:lnTo>
                    <a:pt x="1" y="92"/>
                  </a:lnTo>
                  <a:lnTo>
                    <a:pt x="1" y="912"/>
                  </a:lnTo>
                  <a:lnTo>
                    <a:pt x="37205" y="487"/>
                  </a:lnTo>
                  <a:lnTo>
                    <a:pt x="37205" y="1"/>
                  </a:ln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05" name="Google Shape;8805;p85"/>
            <p:cNvSpPr/>
            <p:nvPr/>
          </p:nvSpPr>
          <p:spPr>
            <a:xfrm>
              <a:off x="5834725" y="1787550"/>
              <a:ext cx="995475" cy="137575"/>
            </a:xfrm>
            <a:custGeom>
              <a:rect b="b" l="l" r="r" t="t"/>
              <a:pathLst>
                <a:path extrusionOk="0" h="5503" w="39819">
                  <a:moveTo>
                    <a:pt x="9970" y="1"/>
                  </a:moveTo>
                  <a:lnTo>
                    <a:pt x="0" y="4925"/>
                  </a:lnTo>
                  <a:lnTo>
                    <a:pt x="0" y="5502"/>
                  </a:lnTo>
                  <a:lnTo>
                    <a:pt x="39819" y="5350"/>
                  </a:lnTo>
                  <a:lnTo>
                    <a:pt x="39819" y="4742"/>
                  </a:lnTo>
                  <a:lnTo>
                    <a:pt x="30487" y="1"/>
                  </a:lnTo>
                  <a:close/>
                </a:path>
              </a:pathLst>
            </a:custGeom>
            <a:solidFill>
              <a:srgbClr val="2A435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06" name="Google Shape;8806;p85"/>
            <p:cNvSpPr/>
            <p:nvPr/>
          </p:nvSpPr>
          <p:spPr>
            <a:xfrm>
              <a:off x="5891725" y="1950925"/>
              <a:ext cx="33450" cy="31950"/>
            </a:xfrm>
            <a:custGeom>
              <a:rect b="b" l="l" r="r" t="t"/>
              <a:pathLst>
                <a:path extrusionOk="0" h="1278" w="1338">
                  <a:moveTo>
                    <a:pt x="0" y="1"/>
                  </a:moveTo>
                  <a:lnTo>
                    <a:pt x="0" y="1277"/>
                  </a:lnTo>
                  <a:lnTo>
                    <a:pt x="1337" y="1277"/>
                  </a:lnTo>
                  <a:lnTo>
                    <a:pt x="1337" y="1"/>
                  </a:lnTo>
                  <a:close/>
                </a:path>
              </a:pathLst>
            </a:custGeom>
            <a:solidFill>
              <a:srgbClr val="D6E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07" name="Google Shape;8807;p85"/>
            <p:cNvSpPr/>
            <p:nvPr/>
          </p:nvSpPr>
          <p:spPr>
            <a:xfrm>
              <a:off x="5953275" y="1950925"/>
              <a:ext cx="33450" cy="31950"/>
            </a:xfrm>
            <a:custGeom>
              <a:rect b="b" l="l" r="r" t="t"/>
              <a:pathLst>
                <a:path extrusionOk="0" h="1278" w="1338">
                  <a:moveTo>
                    <a:pt x="0" y="1"/>
                  </a:moveTo>
                  <a:lnTo>
                    <a:pt x="0" y="1277"/>
                  </a:lnTo>
                  <a:lnTo>
                    <a:pt x="1337" y="1277"/>
                  </a:lnTo>
                  <a:lnTo>
                    <a:pt x="1337" y="1"/>
                  </a:lnTo>
                  <a:close/>
                </a:path>
              </a:pathLst>
            </a:custGeom>
            <a:solidFill>
              <a:srgbClr val="D6E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08" name="Google Shape;8808;p85"/>
            <p:cNvSpPr/>
            <p:nvPr/>
          </p:nvSpPr>
          <p:spPr>
            <a:xfrm>
              <a:off x="6015575" y="1950925"/>
              <a:ext cx="32700" cy="31950"/>
            </a:xfrm>
            <a:custGeom>
              <a:rect b="b" l="l" r="r" t="t"/>
              <a:pathLst>
                <a:path extrusionOk="0" h="1278" w="1308">
                  <a:moveTo>
                    <a:pt x="1" y="1"/>
                  </a:moveTo>
                  <a:lnTo>
                    <a:pt x="1" y="1277"/>
                  </a:lnTo>
                  <a:lnTo>
                    <a:pt x="1308" y="1277"/>
                  </a:lnTo>
                  <a:lnTo>
                    <a:pt x="1308" y="1"/>
                  </a:lnTo>
                  <a:close/>
                </a:path>
              </a:pathLst>
            </a:custGeom>
            <a:solidFill>
              <a:srgbClr val="D6E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09" name="Google Shape;8809;p85"/>
            <p:cNvSpPr/>
            <p:nvPr/>
          </p:nvSpPr>
          <p:spPr>
            <a:xfrm>
              <a:off x="6077875" y="1950925"/>
              <a:ext cx="33475" cy="31950"/>
            </a:xfrm>
            <a:custGeom>
              <a:rect b="b" l="l" r="r" t="t"/>
              <a:pathLst>
                <a:path extrusionOk="0" h="1278" w="1339">
                  <a:moveTo>
                    <a:pt x="1" y="1"/>
                  </a:moveTo>
                  <a:lnTo>
                    <a:pt x="1" y="1277"/>
                  </a:lnTo>
                  <a:lnTo>
                    <a:pt x="1338" y="1277"/>
                  </a:lnTo>
                  <a:lnTo>
                    <a:pt x="1338" y="1"/>
                  </a:lnTo>
                  <a:close/>
                </a:path>
              </a:pathLst>
            </a:custGeom>
            <a:solidFill>
              <a:srgbClr val="D6E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10" name="Google Shape;8810;p85"/>
            <p:cNvSpPr/>
            <p:nvPr/>
          </p:nvSpPr>
          <p:spPr>
            <a:xfrm>
              <a:off x="6139450" y="1950925"/>
              <a:ext cx="33450" cy="31950"/>
            </a:xfrm>
            <a:custGeom>
              <a:rect b="b" l="l" r="r" t="t"/>
              <a:pathLst>
                <a:path extrusionOk="0" h="1278" w="1338">
                  <a:moveTo>
                    <a:pt x="0" y="1"/>
                  </a:moveTo>
                  <a:lnTo>
                    <a:pt x="0" y="1277"/>
                  </a:lnTo>
                  <a:lnTo>
                    <a:pt x="1337" y="1277"/>
                  </a:lnTo>
                  <a:lnTo>
                    <a:pt x="1337" y="1"/>
                  </a:lnTo>
                  <a:close/>
                </a:path>
              </a:pathLst>
            </a:custGeom>
            <a:solidFill>
              <a:srgbClr val="D6E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11" name="Google Shape;8811;p85"/>
            <p:cNvSpPr/>
            <p:nvPr/>
          </p:nvSpPr>
          <p:spPr>
            <a:xfrm>
              <a:off x="6263300" y="1950925"/>
              <a:ext cx="32700" cy="31950"/>
            </a:xfrm>
            <a:custGeom>
              <a:rect b="b" l="l" r="r" t="t"/>
              <a:pathLst>
                <a:path extrusionOk="0" h="1278" w="1308">
                  <a:moveTo>
                    <a:pt x="1" y="1"/>
                  </a:moveTo>
                  <a:lnTo>
                    <a:pt x="1" y="1277"/>
                  </a:lnTo>
                  <a:lnTo>
                    <a:pt x="1308" y="1277"/>
                  </a:lnTo>
                  <a:lnTo>
                    <a:pt x="1308" y="1"/>
                  </a:lnTo>
                  <a:close/>
                </a:path>
              </a:pathLst>
            </a:custGeom>
            <a:solidFill>
              <a:srgbClr val="D6E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12" name="Google Shape;8812;p85"/>
            <p:cNvSpPr/>
            <p:nvPr/>
          </p:nvSpPr>
          <p:spPr>
            <a:xfrm>
              <a:off x="6201000" y="1950925"/>
              <a:ext cx="33450" cy="31950"/>
            </a:xfrm>
            <a:custGeom>
              <a:rect b="b" l="l" r="r" t="t"/>
              <a:pathLst>
                <a:path extrusionOk="0" h="1278" w="1338">
                  <a:moveTo>
                    <a:pt x="0" y="1"/>
                  </a:moveTo>
                  <a:lnTo>
                    <a:pt x="0" y="1277"/>
                  </a:lnTo>
                  <a:lnTo>
                    <a:pt x="1337" y="1277"/>
                  </a:lnTo>
                  <a:lnTo>
                    <a:pt x="1337" y="1"/>
                  </a:lnTo>
                  <a:close/>
                </a:path>
              </a:pathLst>
            </a:custGeom>
            <a:solidFill>
              <a:srgbClr val="D6E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13" name="Google Shape;8813;p85"/>
            <p:cNvSpPr/>
            <p:nvPr/>
          </p:nvSpPr>
          <p:spPr>
            <a:xfrm>
              <a:off x="6324850" y="1950925"/>
              <a:ext cx="33450" cy="31950"/>
            </a:xfrm>
            <a:custGeom>
              <a:rect b="b" l="l" r="r" t="t"/>
              <a:pathLst>
                <a:path extrusionOk="0" h="1278" w="1338">
                  <a:moveTo>
                    <a:pt x="1" y="1"/>
                  </a:moveTo>
                  <a:lnTo>
                    <a:pt x="1" y="1277"/>
                  </a:lnTo>
                  <a:lnTo>
                    <a:pt x="1338" y="1277"/>
                  </a:lnTo>
                  <a:lnTo>
                    <a:pt x="1338" y="1"/>
                  </a:lnTo>
                  <a:close/>
                </a:path>
              </a:pathLst>
            </a:custGeom>
            <a:solidFill>
              <a:srgbClr val="D6E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14" name="Google Shape;8814;p85"/>
            <p:cNvSpPr/>
            <p:nvPr/>
          </p:nvSpPr>
          <p:spPr>
            <a:xfrm>
              <a:off x="6387925" y="1950925"/>
              <a:ext cx="32700" cy="31950"/>
            </a:xfrm>
            <a:custGeom>
              <a:rect b="b" l="l" r="r" t="t"/>
              <a:pathLst>
                <a:path extrusionOk="0" h="1278" w="1308">
                  <a:moveTo>
                    <a:pt x="0" y="1"/>
                  </a:moveTo>
                  <a:lnTo>
                    <a:pt x="0" y="1277"/>
                  </a:lnTo>
                  <a:lnTo>
                    <a:pt x="1307" y="1277"/>
                  </a:lnTo>
                  <a:lnTo>
                    <a:pt x="1307" y="1"/>
                  </a:lnTo>
                  <a:close/>
                </a:path>
              </a:pathLst>
            </a:custGeom>
            <a:solidFill>
              <a:srgbClr val="D6E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15" name="Google Shape;8815;p85"/>
            <p:cNvSpPr/>
            <p:nvPr/>
          </p:nvSpPr>
          <p:spPr>
            <a:xfrm>
              <a:off x="6449475" y="1950925"/>
              <a:ext cx="33450" cy="31950"/>
            </a:xfrm>
            <a:custGeom>
              <a:rect b="b" l="l" r="r" t="t"/>
              <a:pathLst>
                <a:path extrusionOk="0" h="1278" w="1338">
                  <a:moveTo>
                    <a:pt x="0" y="1"/>
                  </a:moveTo>
                  <a:lnTo>
                    <a:pt x="0" y="1277"/>
                  </a:lnTo>
                  <a:lnTo>
                    <a:pt x="1338" y="1277"/>
                  </a:lnTo>
                  <a:lnTo>
                    <a:pt x="1338" y="1"/>
                  </a:lnTo>
                  <a:close/>
                </a:path>
              </a:pathLst>
            </a:custGeom>
            <a:solidFill>
              <a:srgbClr val="D6E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16" name="Google Shape;8816;p85"/>
            <p:cNvSpPr/>
            <p:nvPr/>
          </p:nvSpPr>
          <p:spPr>
            <a:xfrm>
              <a:off x="6511025" y="1950925"/>
              <a:ext cx="33450" cy="31950"/>
            </a:xfrm>
            <a:custGeom>
              <a:rect b="b" l="l" r="r" t="t"/>
              <a:pathLst>
                <a:path extrusionOk="0" h="1278" w="1338">
                  <a:moveTo>
                    <a:pt x="1" y="1"/>
                  </a:moveTo>
                  <a:lnTo>
                    <a:pt x="1" y="1277"/>
                  </a:lnTo>
                  <a:lnTo>
                    <a:pt x="1338" y="1277"/>
                  </a:lnTo>
                  <a:lnTo>
                    <a:pt x="1338" y="1"/>
                  </a:lnTo>
                  <a:close/>
                </a:path>
              </a:pathLst>
            </a:custGeom>
            <a:solidFill>
              <a:srgbClr val="D6E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17" name="Google Shape;8817;p85"/>
            <p:cNvSpPr/>
            <p:nvPr/>
          </p:nvSpPr>
          <p:spPr>
            <a:xfrm>
              <a:off x="6572575" y="1950925"/>
              <a:ext cx="33450" cy="31950"/>
            </a:xfrm>
            <a:custGeom>
              <a:rect b="b" l="l" r="r" t="t"/>
              <a:pathLst>
                <a:path extrusionOk="0" h="1278" w="1338">
                  <a:moveTo>
                    <a:pt x="1" y="1"/>
                  </a:moveTo>
                  <a:lnTo>
                    <a:pt x="1" y="1277"/>
                  </a:lnTo>
                  <a:lnTo>
                    <a:pt x="1338" y="1277"/>
                  </a:lnTo>
                  <a:lnTo>
                    <a:pt x="1338" y="1"/>
                  </a:lnTo>
                  <a:close/>
                </a:path>
              </a:pathLst>
            </a:custGeom>
            <a:solidFill>
              <a:srgbClr val="D6E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18" name="Google Shape;8818;p85"/>
            <p:cNvSpPr/>
            <p:nvPr/>
          </p:nvSpPr>
          <p:spPr>
            <a:xfrm>
              <a:off x="6697200" y="1950925"/>
              <a:ext cx="33450" cy="31950"/>
            </a:xfrm>
            <a:custGeom>
              <a:rect b="b" l="l" r="r" t="t"/>
              <a:pathLst>
                <a:path extrusionOk="0" h="1278" w="1338">
                  <a:moveTo>
                    <a:pt x="0" y="1"/>
                  </a:moveTo>
                  <a:lnTo>
                    <a:pt x="0" y="1277"/>
                  </a:lnTo>
                  <a:lnTo>
                    <a:pt x="1338" y="1277"/>
                  </a:lnTo>
                  <a:lnTo>
                    <a:pt x="1338" y="1"/>
                  </a:lnTo>
                  <a:close/>
                </a:path>
              </a:pathLst>
            </a:custGeom>
            <a:solidFill>
              <a:srgbClr val="D6E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19" name="Google Shape;8819;p85"/>
            <p:cNvSpPr/>
            <p:nvPr/>
          </p:nvSpPr>
          <p:spPr>
            <a:xfrm>
              <a:off x="6634900" y="1950925"/>
              <a:ext cx="32700" cy="31950"/>
            </a:xfrm>
            <a:custGeom>
              <a:rect b="b" l="l" r="r" t="t"/>
              <a:pathLst>
                <a:path extrusionOk="0" h="1278" w="1308">
                  <a:moveTo>
                    <a:pt x="0" y="1"/>
                  </a:moveTo>
                  <a:lnTo>
                    <a:pt x="0" y="1277"/>
                  </a:lnTo>
                  <a:lnTo>
                    <a:pt x="1307" y="1277"/>
                  </a:lnTo>
                  <a:lnTo>
                    <a:pt x="1307" y="1"/>
                  </a:lnTo>
                  <a:close/>
                </a:path>
              </a:pathLst>
            </a:custGeom>
            <a:solidFill>
              <a:srgbClr val="D6E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20" name="Google Shape;8820;p85"/>
            <p:cNvSpPr/>
            <p:nvPr/>
          </p:nvSpPr>
          <p:spPr>
            <a:xfrm>
              <a:off x="6758750" y="1950925"/>
              <a:ext cx="33450" cy="31950"/>
            </a:xfrm>
            <a:custGeom>
              <a:rect b="b" l="l" r="r" t="t"/>
              <a:pathLst>
                <a:path extrusionOk="0" h="1278" w="1338">
                  <a:moveTo>
                    <a:pt x="1" y="1"/>
                  </a:moveTo>
                  <a:lnTo>
                    <a:pt x="1" y="1277"/>
                  </a:lnTo>
                  <a:lnTo>
                    <a:pt x="1338" y="1277"/>
                  </a:lnTo>
                  <a:lnTo>
                    <a:pt x="1338" y="1"/>
                  </a:lnTo>
                  <a:close/>
                </a:path>
              </a:pathLst>
            </a:custGeom>
            <a:solidFill>
              <a:srgbClr val="D6E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21" name="Google Shape;8821;p85"/>
            <p:cNvSpPr/>
            <p:nvPr/>
          </p:nvSpPr>
          <p:spPr>
            <a:xfrm>
              <a:off x="5891725" y="1963850"/>
              <a:ext cx="33450" cy="6850"/>
            </a:xfrm>
            <a:custGeom>
              <a:rect b="b" l="l" r="r" t="t"/>
              <a:pathLst>
                <a:path extrusionOk="0" h="274" w="1338">
                  <a:moveTo>
                    <a:pt x="0" y="0"/>
                  </a:moveTo>
                  <a:lnTo>
                    <a:pt x="0" y="274"/>
                  </a:lnTo>
                  <a:lnTo>
                    <a:pt x="1337" y="274"/>
                  </a:lnTo>
                  <a:lnTo>
                    <a:pt x="1337" y="0"/>
                  </a:ln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22" name="Google Shape;8822;p85"/>
            <p:cNvSpPr/>
            <p:nvPr/>
          </p:nvSpPr>
          <p:spPr>
            <a:xfrm>
              <a:off x="5953275" y="1963850"/>
              <a:ext cx="33450" cy="6850"/>
            </a:xfrm>
            <a:custGeom>
              <a:rect b="b" l="l" r="r" t="t"/>
              <a:pathLst>
                <a:path extrusionOk="0" h="274" w="1338">
                  <a:moveTo>
                    <a:pt x="0" y="0"/>
                  </a:moveTo>
                  <a:lnTo>
                    <a:pt x="0" y="274"/>
                  </a:lnTo>
                  <a:lnTo>
                    <a:pt x="1337" y="274"/>
                  </a:lnTo>
                  <a:lnTo>
                    <a:pt x="1337" y="0"/>
                  </a:ln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23" name="Google Shape;8823;p85"/>
            <p:cNvSpPr/>
            <p:nvPr/>
          </p:nvSpPr>
          <p:spPr>
            <a:xfrm>
              <a:off x="6015575" y="1963850"/>
              <a:ext cx="32700" cy="6850"/>
            </a:xfrm>
            <a:custGeom>
              <a:rect b="b" l="l" r="r" t="t"/>
              <a:pathLst>
                <a:path extrusionOk="0" h="274" w="1308">
                  <a:moveTo>
                    <a:pt x="1" y="0"/>
                  </a:moveTo>
                  <a:lnTo>
                    <a:pt x="1" y="274"/>
                  </a:lnTo>
                  <a:lnTo>
                    <a:pt x="1308" y="274"/>
                  </a:lnTo>
                  <a:lnTo>
                    <a:pt x="1308" y="0"/>
                  </a:ln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24" name="Google Shape;8824;p85"/>
            <p:cNvSpPr/>
            <p:nvPr/>
          </p:nvSpPr>
          <p:spPr>
            <a:xfrm>
              <a:off x="6077875" y="1963850"/>
              <a:ext cx="33475" cy="6850"/>
            </a:xfrm>
            <a:custGeom>
              <a:rect b="b" l="l" r="r" t="t"/>
              <a:pathLst>
                <a:path extrusionOk="0" h="274" w="1339">
                  <a:moveTo>
                    <a:pt x="1" y="0"/>
                  </a:moveTo>
                  <a:lnTo>
                    <a:pt x="1" y="274"/>
                  </a:lnTo>
                  <a:lnTo>
                    <a:pt x="1338" y="274"/>
                  </a:lnTo>
                  <a:lnTo>
                    <a:pt x="1338" y="0"/>
                  </a:ln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25" name="Google Shape;8825;p85"/>
            <p:cNvSpPr/>
            <p:nvPr/>
          </p:nvSpPr>
          <p:spPr>
            <a:xfrm>
              <a:off x="6139450" y="1963850"/>
              <a:ext cx="33450" cy="6850"/>
            </a:xfrm>
            <a:custGeom>
              <a:rect b="b" l="l" r="r" t="t"/>
              <a:pathLst>
                <a:path extrusionOk="0" h="274" w="1338">
                  <a:moveTo>
                    <a:pt x="0" y="0"/>
                  </a:moveTo>
                  <a:lnTo>
                    <a:pt x="0" y="274"/>
                  </a:lnTo>
                  <a:lnTo>
                    <a:pt x="1337" y="274"/>
                  </a:lnTo>
                  <a:lnTo>
                    <a:pt x="1337" y="0"/>
                  </a:ln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26" name="Google Shape;8826;p85"/>
            <p:cNvSpPr/>
            <p:nvPr/>
          </p:nvSpPr>
          <p:spPr>
            <a:xfrm>
              <a:off x="6263300" y="1963850"/>
              <a:ext cx="32700" cy="6850"/>
            </a:xfrm>
            <a:custGeom>
              <a:rect b="b" l="l" r="r" t="t"/>
              <a:pathLst>
                <a:path extrusionOk="0" h="274" w="1308">
                  <a:moveTo>
                    <a:pt x="1" y="0"/>
                  </a:moveTo>
                  <a:lnTo>
                    <a:pt x="1" y="274"/>
                  </a:lnTo>
                  <a:lnTo>
                    <a:pt x="1308" y="274"/>
                  </a:lnTo>
                  <a:lnTo>
                    <a:pt x="1308" y="0"/>
                  </a:ln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27" name="Google Shape;8827;p85"/>
            <p:cNvSpPr/>
            <p:nvPr/>
          </p:nvSpPr>
          <p:spPr>
            <a:xfrm>
              <a:off x="6201000" y="1963850"/>
              <a:ext cx="33450" cy="6850"/>
            </a:xfrm>
            <a:custGeom>
              <a:rect b="b" l="l" r="r" t="t"/>
              <a:pathLst>
                <a:path extrusionOk="0" h="274" w="1338">
                  <a:moveTo>
                    <a:pt x="0" y="0"/>
                  </a:moveTo>
                  <a:lnTo>
                    <a:pt x="0" y="274"/>
                  </a:lnTo>
                  <a:lnTo>
                    <a:pt x="1337" y="274"/>
                  </a:lnTo>
                  <a:lnTo>
                    <a:pt x="1337" y="0"/>
                  </a:ln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28" name="Google Shape;8828;p85"/>
            <p:cNvSpPr/>
            <p:nvPr/>
          </p:nvSpPr>
          <p:spPr>
            <a:xfrm>
              <a:off x="6324850" y="1963850"/>
              <a:ext cx="33450" cy="6850"/>
            </a:xfrm>
            <a:custGeom>
              <a:rect b="b" l="l" r="r" t="t"/>
              <a:pathLst>
                <a:path extrusionOk="0" h="274" w="1338">
                  <a:moveTo>
                    <a:pt x="1" y="0"/>
                  </a:moveTo>
                  <a:lnTo>
                    <a:pt x="1" y="274"/>
                  </a:lnTo>
                  <a:lnTo>
                    <a:pt x="1338" y="274"/>
                  </a:lnTo>
                  <a:lnTo>
                    <a:pt x="1338" y="0"/>
                  </a:ln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29" name="Google Shape;8829;p85"/>
            <p:cNvSpPr/>
            <p:nvPr/>
          </p:nvSpPr>
          <p:spPr>
            <a:xfrm>
              <a:off x="6387925" y="1963850"/>
              <a:ext cx="32700" cy="6850"/>
            </a:xfrm>
            <a:custGeom>
              <a:rect b="b" l="l" r="r" t="t"/>
              <a:pathLst>
                <a:path extrusionOk="0" h="274" w="1308">
                  <a:moveTo>
                    <a:pt x="0" y="0"/>
                  </a:moveTo>
                  <a:lnTo>
                    <a:pt x="0" y="274"/>
                  </a:lnTo>
                  <a:lnTo>
                    <a:pt x="1307" y="274"/>
                  </a:lnTo>
                  <a:lnTo>
                    <a:pt x="1307" y="0"/>
                  </a:ln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30" name="Google Shape;8830;p85"/>
            <p:cNvSpPr/>
            <p:nvPr/>
          </p:nvSpPr>
          <p:spPr>
            <a:xfrm>
              <a:off x="6449475" y="1963850"/>
              <a:ext cx="33450" cy="6850"/>
            </a:xfrm>
            <a:custGeom>
              <a:rect b="b" l="l" r="r" t="t"/>
              <a:pathLst>
                <a:path extrusionOk="0" h="274" w="1338">
                  <a:moveTo>
                    <a:pt x="0" y="0"/>
                  </a:moveTo>
                  <a:lnTo>
                    <a:pt x="0" y="274"/>
                  </a:lnTo>
                  <a:lnTo>
                    <a:pt x="1338" y="274"/>
                  </a:lnTo>
                  <a:lnTo>
                    <a:pt x="1338" y="0"/>
                  </a:ln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31" name="Google Shape;8831;p85"/>
            <p:cNvSpPr/>
            <p:nvPr/>
          </p:nvSpPr>
          <p:spPr>
            <a:xfrm>
              <a:off x="6511025" y="1963850"/>
              <a:ext cx="33450" cy="6850"/>
            </a:xfrm>
            <a:custGeom>
              <a:rect b="b" l="l" r="r" t="t"/>
              <a:pathLst>
                <a:path extrusionOk="0" h="274" w="1338">
                  <a:moveTo>
                    <a:pt x="1" y="0"/>
                  </a:moveTo>
                  <a:lnTo>
                    <a:pt x="1" y="274"/>
                  </a:lnTo>
                  <a:lnTo>
                    <a:pt x="1338" y="274"/>
                  </a:lnTo>
                  <a:lnTo>
                    <a:pt x="1338" y="0"/>
                  </a:ln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32" name="Google Shape;8832;p85"/>
            <p:cNvSpPr/>
            <p:nvPr/>
          </p:nvSpPr>
          <p:spPr>
            <a:xfrm>
              <a:off x="6572575" y="1963850"/>
              <a:ext cx="33450" cy="6850"/>
            </a:xfrm>
            <a:custGeom>
              <a:rect b="b" l="l" r="r" t="t"/>
              <a:pathLst>
                <a:path extrusionOk="0" h="274" w="1338">
                  <a:moveTo>
                    <a:pt x="1" y="0"/>
                  </a:moveTo>
                  <a:lnTo>
                    <a:pt x="1" y="274"/>
                  </a:lnTo>
                  <a:lnTo>
                    <a:pt x="1338" y="274"/>
                  </a:lnTo>
                  <a:lnTo>
                    <a:pt x="1338" y="0"/>
                  </a:ln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33" name="Google Shape;8833;p85"/>
            <p:cNvSpPr/>
            <p:nvPr/>
          </p:nvSpPr>
          <p:spPr>
            <a:xfrm>
              <a:off x="6697200" y="1963850"/>
              <a:ext cx="33450" cy="6850"/>
            </a:xfrm>
            <a:custGeom>
              <a:rect b="b" l="l" r="r" t="t"/>
              <a:pathLst>
                <a:path extrusionOk="0" h="274" w="1338">
                  <a:moveTo>
                    <a:pt x="0" y="0"/>
                  </a:moveTo>
                  <a:lnTo>
                    <a:pt x="0" y="274"/>
                  </a:lnTo>
                  <a:lnTo>
                    <a:pt x="1338" y="274"/>
                  </a:lnTo>
                  <a:lnTo>
                    <a:pt x="1338" y="0"/>
                  </a:ln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34" name="Google Shape;8834;p85"/>
            <p:cNvSpPr/>
            <p:nvPr/>
          </p:nvSpPr>
          <p:spPr>
            <a:xfrm>
              <a:off x="6634900" y="1963850"/>
              <a:ext cx="32700" cy="6850"/>
            </a:xfrm>
            <a:custGeom>
              <a:rect b="b" l="l" r="r" t="t"/>
              <a:pathLst>
                <a:path extrusionOk="0" h="274" w="1308">
                  <a:moveTo>
                    <a:pt x="0" y="0"/>
                  </a:moveTo>
                  <a:lnTo>
                    <a:pt x="0" y="274"/>
                  </a:lnTo>
                  <a:lnTo>
                    <a:pt x="1307" y="274"/>
                  </a:lnTo>
                  <a:lnTo>
                    <a:pt x="1307" y="0"/>
                  </a:ln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35" name="Google Shape;8835;p85"/>
            <p:cNvSpPr/>
            <p:nvPr/>
          </p:nvSpPr>
          <p:spPr>
            <a:xfrm>
              <a:off x="6758750" y="1963850"/>
              <a:ext cx="33450" cy="6850"/>
            </a:xfrm>
            <a:custGeom>
              <a:rect b="b" l="l" r="r" t="t"/>
              <a:pathLst>
                <a:path extrusionOk="0" h="274" w="1338">
                  <a:moveTo>
                    <a:pt x="1" y="0"/>
                  </a:moveTo>
                  <a:lnTo>
                    <a:pt x="1" y="274"/>
                  </a:lnTo>
                  <a:lnTo>
                    <a:pt x="1338" y="274"/>
                  </a:lnTo>
                  <a:lnTo>
                    <a:pt x="1338" y="0"/>
                  </a:ln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36" name="Google Shape;8836;p85"/>
            <p:cNvSpPr/>
            <p:nvPr/>
          </p:nvSpPr>
          <p:spPr>
            <a:xfrm>
              <a:off x="5369675" y="2086175"/>
              <a:ext cx="9900" cy="359475"/>
            </a:xfrm>
            <a:custGeom>
              <a:rect b="b" l="l" r="r" t="t"/>
              <a:pathLst>
                <a:path extrusionOk="0" h="14379" w="396">
                  <a:moveTo>
                    <a:pt x="183" y="1"/>
                  </a:moveTo>
                  <a:lnTo>
                    <a:pt x="0" y="14378"/>
                  </a:lnTo>
                  <a:lnTo>
                    <a:pt x="395" y="14378"/>
                  </a:lnTo>
                  <a:lnTo>
                    <a:pt x="395" y="1"/>
                  </a:ln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37" name="Google Shape;8837;p85"/>
            <p:cNvSpPr/>
            <p:nvPr/>
          </p:nvSpPr>
          <p:spPr>
            <a:xfrm>
              <a:off x="5302800" y="1210050"/>
              <a:ext cx="435450" cy="381475"/>
            </a:xfrm>
            <a:custGeom>
              <a:rect b="b" l="l" r="r" t="t"/>
              <a:pathLst>
                <a:path extrusionOk="0" h="15259" w="17418">
                  <a:moveTo>
                    <a:pt x="17417" y="0"/>
                  </a:moveTo>
                  <a:lnTo>
                    <a:pt x="0" y="14165"/>
                  </a:lnTo>
                  <a:lnTo>
                    <a:pt x="0" y="15259"/>
                  </a:lnTo>
                  <a:lnTo>
                    <a:pt x="17417" y="1824"/>
                  </a:lnTo>
                  <a:lnTo>
                    <a:pt x="17417" y="0"/>
                  </a:ln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41" name="Shape 8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2" name="Google Shape;8842;p86"/>
          <p:cNvSpPr txBox="1"/>
          <p:nvPr>
            <p:ph type="title"/>
          </p:nvPr>
        </p:nvSpPr>
        <p:spPr>
          <a:xfrm>
            <a:off x="720000" y="540000"/>
            <a:ext cx="7704000" cy="6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REGIONAL </a:t>
            </a:r>
            <a:r>
              <a:rPr lang="en" sz="2500"/>
              <a:t>ANALYSIS</a:t>
            </a:r>
            <a:endParaRPr/>
          </a:p>
        </p:txBody>
      </p:sp>
      <p:pic>
        <p:nvPicPr>
          <p:cNvPr id="8843" name="Google Shape;8843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9250" y="1358775"/>
            <a:ext cx="5074576" cy="1721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844" name="Google Shape;8844;p8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9250" y="3150775"/>
            <a:ext cx="5074576" cy="1558350"/>
          </a:xfrm>
          <a:prstGeom prst="rect">
            <a:avLst/>
          </a:prstGeom>
          <a:noFill/>
          <a:ln>
            <a:noFill/>
          </a:ln>
        </p:spPr>
      </p:pic>
      <p:sp>
        <p:nvSpPr>
          <p:cNvPr id="8845" name="Google Shape;8845;p86"/>
          <p:cNvSpPr txBox="1"/>
          <p:nvPr/>
        </p:nvSpPr>
        <p:spPr>
          <a:xfrm>
            <a:off x="6144000" y="1358775"/>
            <a:ext cx="2734500" cy="4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BF9000"/>
                </a:solidFill>
              </a:rPr>
              <a:t>Sorted By Median Sale Price</a:t>
            </a:r>
            <a:r>
              <a:rPr b="1" lang="en">
                <a:solidFill>
                  <a:schemeClr val="accent6"/>
                </a:solidFill>
              </a:rPr>
              <a:t> </a:t>
            </a:r>
            <a:endParaRPr b="1">
              <a:solidFill>
                <a:schemeClr val="accent6"/>
              </a:solidFill>
            </a:endParaRPr>
          </a:p>
        </p:txBody>
      </p:sp>
      <p:sp>
        <p:nvSpPr>
          <p:cNvPr id="8846" name="Google Shape;8846;p86"/>
          <p:cNvSpPr txBox="1"/>
          <p:nvPr/>
        </p:nvSpPr>
        <p:spPr>
          <a:xfrm>
            <a:off x="6295800" y="3943775"/>
            <a:ext cx="243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BF9000"/>
                </a:solidFill>
              </a:rPr>
              <a:t>Sorted By Median Rent </a:t>
            </a:r>
            <a:endParaRPr sz="1100">
              <a:solidFill>
                <a:srgbClr val="BF9000"/>
              </a:solidFill>
            </a:endParaRPr>
          </a:p>
        </p:txBody>
      </p:sp>
      <p:sp>
        <p:nvSpPr>
          <p:cNvPr id="8847" name="Google Shape;8847;p86"/>
          <p:cNvSpPr txBox="1"/>
          <p:nvPr/>
        </p:nvSpPr>
        <p:spPr>
          <a:xfrm>
            <a:off x="5993775" y="2118025"/>
            <a:ext cx="3150000" cy="14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B5394"/>
                </a:solidFill>
              </a:rPr>
              <a:t>Key States</a:t>
            </a:r>
            <a:endParaRPr b="1" sz="1100">
              <a:solidFill>
                <a:srgbClr val="0B5394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B5394"/>
              </a:buClr>
              <a:buSzPts val="1100"/>
              <a:buChar char="●"/>
            </a:pPr>
            <a:r>
              <a:rPr b="1" lang="en" sz="1100">
                <a:solidFill>
                  <a:srgbClr val="0B5394"/>
                </a:solidFill>
              </a:rPr>
              <a:t>California</a:t>
            </a:r>
            <a:endParaRPr b="1" sz="1100">
              <a:solidFill>
                <a:srgbClr val="0B5394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100"/>
              <a:buChar char="●"/>
            </a:pPr>
            <a:r>
              <a:rPr b="1" lang="en" sz="1100">
                <a:solidFill>
                  <a:srgbClr val="0B5394"/>
                </a:solidFill>
              </a:rPr>
              <a:t>New York</a:t>
            </a:r>
            <a:endParaRPr b="1" sz="1100">
              <a:solidFill>
                <a:srgbClr val="0B5394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100"/>
              <a:buChar char="●"/>
            </a:pPr>
            <a:r>
              <a:rPr b="1" lang="en" sz="1100">
                <a:solidFill>
                  <a:srgbClr val="0B5394"/>
                </a:solidFill>
              </a:rPr>
              <a:t>Washington &amp; Massachusetts</a:t>
            </a:r>
            <a:endParaRPr b="1" sz="1100">
              <a:solidFill>
                <a:srgbClr val="0B5394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100"/>
              <a:buChar char="●"/>
            </a:pPr>
            <a:r>
              <a:rPr b="1" lang="en" sz="1100">
                <a:solidFill>
                  <a:srgbClr val="0B5394"/>
                </a:solidFill>
              </a:rPr>
              <a:t> Idaho &amp; Utah</a:t>
            </a:r>
            <a:endParaRPr b="1" sz="1100">
              <a:solidFill>
                <a:srgbClr val="0B5394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100"/>
              <a:buChar char="●"/>
            </a:pPr>
            <a:r>
              <a:rPr b="1" lang="en" sz="1100">
                <a:solidFill>
                  <a:srgbClr val="0B5394"/>
                </a:solidFill>
              </a:rPr>
              <a:t>Oklahoma &amp; Mississippi</a:t>
            </a:r>
            <a:endParaRPr b="1" sz="1100">
              <a:solidFill>
                <a:srgbClr val="0B5394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51" name="Shape 8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52" name="Google Shape;8852;p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0475" y="569175"/>
            <a:ext cx="8084598" cy="4216549"/>
          </a:xfrm>
          <a:prstGeom prst="rect">
            <a:avLst/>
          </a:prstGeom>
          <a:noFill/>
          <a:ln>
            <a:noFill/>
          </a:ln>
        </p:spPr>
      </p:pic>
      <p:sp>
        <p:nvSpPr>
          <p:cNvPr id="8853" name="Google Shape;8853;p87"/>
          <p:cNvSpPr txBox="1"/>
          <p:nvPr/>
        </p:nvSpPr>
        <p:spPr>
          <a:xfrm>
            <a:off x="6493275" y="4385525"/>
            <a:ext cx="2369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6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Geo Bubble Map /  SAS</a:t>
            </a:r>
            <a:r>
              <a:rPr b="1" lang="en">
                <a:solidFill>
                  <a:schemeClr val="accent6"/>
                </a:solidFill>
                <a:highlight>
                  <a:schemeClr val="dk1"/>
                </a:highlight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b="1">
              <a:solidFill>
                <a:schemeClr val="accent6"/>
              </a:solidFill>
              <a:highlight>
                <a:schemeClr val="dk1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854" name="Google Shape;8854;p87"/>
          <p:cNvSpPr txBox="1"/>
          <p:nvPr/>
        </p:nvSpPr>
        <p:spPr>
          <a:xfrm>
            <a:off x="650475" y="41175"/>
            <a:ext cx="4658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73763"/>
                </a:solidFill>
                <a:latin typeface="Rubik"/>
                <a:ea typeface="Rubik"/>
                <a:cs typeface="Rubik"/>
                <a:sym typeface="Rubik"/>
              </a:rPr>
              <a:t>Mapping Regional Housing Disparities</a:t>
            </a:r>
            <a:endParaRPr b="1" sz="1600">
              <a:solidFill>
                <a:srgbClr val="073763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8855" name="Google Shape;8855;p87"/>
          <p:cNvSpPr/>
          <p:nvPr/>
        </p:nvSpPr>
        <p:spPr>
          <a:xfrm>
            <a:off x="5308575" y="101825"/>
            <a:ext cx="3426600" cy="400200"/>
          </a:xfrm>
          <a:prstGeom prst="roundRect">
            <a:avLst>
              <a:gd fmla="val 16667" name="adj"/>
            </a:avLst>
          </a:prstGeom>
          <a:solidFill>
            <a:srgbClr val="994F6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FFFFFF"/>
              </a:highlight>
            </a:endParaRPr>
          </a:p>
        </p:txBody>
      </p:sp>
      <p:sp>
        <p:nvSpPr>
          <p:cNvPr id="8856" name="Google Shape;8856;p87"/>
          <p:cNvSpPr txBox="1"/>
          <p:nvPr/>
        </p:nvSpPr>
        <p:spPr>
          <a:xfrm>
            <a:off x="5308575" y="41175"/>
            <a:ext cx="3670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</a:rPr>
              <a:t>Bubble size = Median Sale Price </a:t>
            </a:r>
            <a:endParaRPr b="1" sz="1100">
              <a:solidFill>
                <a:schemeClr val="lt1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</a:rPr>
              <a:t>Color intensity = % of Homes Sold Above List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60" name="Shape 8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1" name="Google Shape;8861;p88"/>
          <p:cNvSpPr txBox="1"/>
          <p:nvPr>
            <p:ph type="title"/>
          </p:nvPr>
        </p:nvSpPr>
        <p:spPr>
          <a:xfrm>
            <a:off x="1103500" y="609700"/>
            <a:ext cx="6841800" cy="6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FEATURE ENGINEERING &amp; MODEL DESIGN</a:t>
            </a:r>
            <a:endParaRPr sz="2500"/>
          </a:p>
        </p:txBody>
      </p:sp>
      <p:sp>
        <p:nvSpPr>
          <p:cNvPr id="8862" name="Google Shape;8862;p88"/>
          <p:cNvSpPr/>
          <p:nvPr/>
        </p:nvSpPr>
        <p:spPr>
          <a:xfrm>
            <a:off x="778250" y="1295525"/>
            <a:ext cx="7666500" cy="342300"/>
          </a:xfrm>
          <a:prstGeom prst="roundRect">
            <a:avLst>
              <a:gd fmla="val 16667" name="adj"/>
            </a:avLst>
          </a:prstGeom>
          <a:solidFill>
            <a:srgbClr val="F6AC3C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FFFFFF"/>
              </a:highlight>
            </a:endParaRPr>
          </a:p>
        </p:txBody>
      </p:sp>
      <p:sp>
        <p:nvSpPr>
          <p:cNvPr id="8863" name="Google Shape;8863;p88"/>
          <p:cNvSpPr txBox="1"/>
          <p:nvPr/>
        </p:nvSpPr>
        <p:spPr>
          <a:xfrm>
            <a:off x="882800" y="1237350"/>
            <a:ext cx="74574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2"/>
                </a:solidFill>
                <a:latin typeface="Rubik SemiBold"/>
                <a:ea typeface="Rubik SemiBold"/>
                <a:cs typeface="Rubik SemiBold"/>
                <a:sym typeface="Rubik SemiBold"/>
              </a:rPr>
              <a:t>New Variables: Rent To Price Ratio, MarketTension, LogMedianSalePrice</a:t>
            </a:r>
            <a:endParaRPr/>
          </a:p>
        </p:txBody>
      </p:sp>
      <p:sp>
        <p:nvSpPr>
          <p:cNvPr id="8864" name="Google Shape;8864;p88"/>
          <p:cNvSpPr txBox="1"/>
          <p:nvPr/>
        </p:nvSpPr>
        <p:spPr>
          <a:xfrm>
            <a:off x="836350" y="1553450"/>
            <a:ext cx="3751800" cy="3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accent6"/>
                </a:solidFill>
                <a:latin typeface="Rubik"/>
                <a:ea typeface="Rubik"/>
                <a:cs typeface="Rubik"/>
                <a:sym typeface="Rubik"/>
              </a:rPr>
              <a:t>1.LINEAR  REGRESSION</a:t>
            </a:r>
            <a:endParaRPr b="1" sz="1800">
              <a:solidFill>
                <a:schemeClr val="accent6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pic>
        <p:nvPicPr>
          <p:cNvPr id="8865" name="Google Shape;8865;p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79250" y="1951550"/>
            <a:ext cx="6156401" cy="28047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866" name="Google Shape;8866;p88"/>
          <p:cNvGrpSpPr/>
          <p:nvPr/>
        </p:nvGrpSpPr>
        <p:grpSpPr>
          <a:xfrm>
            <a:off x="665341" y="609694"/>
            <a:ext cx="549050" cy="478075"/>
            <a:chOff x="1513291" y="4100831"/>
            <a:chExt cx="549050" cy="478075"/>
          </a:xfrm>
        </p:grpSpPr>
        <p:sp>
          <p:nvSpPr>
            <p:cNvPr id="8867" name="Google Shape;8867;p88"/>
            <p:cNvSpPr/>
            <p:nvPr/>
          </p:nvSpPr>
          <p:spPr>
            <a:xfrm>
              <a:off x="1513291" y="4100831"/>
              <a:ext cx="549050" cy="478075"/>
            </a:xfrm>
            <a:custGeom>
              <a:rect b="b" l="l" r="r" t="t"/>
              <a:pathLst>
                <a:path extrusionOk="0" h="19123" w="21962">
                  <a:moveTo>
                    <a:pt x="10985" y="1"/>
                  </a:moveTo>
                  <a:cubicBezTo>
                    <a:pt x="7491" y="1"/>
                    <a:pt x="4643" y="2848"/>
                    <a:pt x="4643" y="6342"/>
                  </a:cubicBezTo>
                  <a:cubicBezTo>
                    <a:pt x="4643" y="7627"/>
                    <a:pt x="5132" y="8994"/>
                    <a:pt x="6086" y="10392"/>
                  </a:cubicBezTo>
                  <a:cubicBezTo>
                    <a:pt x="6567" y="11083"/>
                    <a:pt x="7123" y="11744"/>
                    <a:pt x="7671" y="12315"/>
                  </a:cubicBezTo>
                  <a:lnTo>
                    <a:pt x="7401" y="12090"/>
                  </a:lnTo>
                  <a:cubicBezTo>
                    <a:pt x="7228" y="11939"/>
                    <a:pt x="7014" y="11864"/>
                    <a:pt x="6800" y="11864"/>
                  </a:cubicBezTo>
                  <a:cubicBezTo>
                    <a:pt x="6586" y="11864"/>
                    <a:pt x="6372" y="11939"/>
                    <a:pt x="6199" y="12090"/>
                  </a:cubicBezTo>
                  <a:lnTo>
                    <a:pt x="5440" y="12751"/>
                  </a:lnTo>
                  <a:cubicBezTo>
                    <a:pt x="5237" y="12924"/>
                    <a:pt x="5124" y="13172"/>
                    <a:pt x="5124" y="13442"/>
                  </a:cubicBezTo>
                  <a:lnTo>
                    <a:pt x="5124" y="13915"/>
                  </a:lnTo>
                  <a:cubicBezTo>
                    <a:pt x="4673" y="13728"/>
                    <a:pt x="4185" y="13622"/>
                    <a:pt x="3682" y="13622"/>
                  </a:cubicBezTo>
                  <a:cubicBezTo>
                    <a:pt x="2172" y="13622"/>
                    <a:pt x="789" y="14569"/>
                    <a:pt x="248" y="15989"/>
                  </a:cubicBezTo>
                  <a:cubicBezTo>
                    <a:pt x="90" y="16410"/>
                    <a:pt x="0" y="16853"/>
                    <a:pt x="0" y="17304"/>
                  </a:cubicBezTo>
                  <a:cubicBezTo>
                    <a:pt x="0" y="17770"/>
                    <a:pt x="90" y="18221"/>
                    <a:pt x="256" y="18649"/>
                  </a:cubicBezTo>
                  <a:cubicBezTo>
                    <a:pt x="368" y="18934"/>
                    <a:pt x="654" y="19122"/>
                    <a:pt x="954" y="19122"/>
                  </a:cubicBezTo>
                  <a:lnTo>
                    <a:pt x="8363" y="19122"/>
                  </a:lnTo>
                  <a:cubicBezTo>
                    <a:pt x="8438" y="19122"/>
                    <a:pt x="8513" y="19115"/>
                    <a:pt x="8580" y="19085"/>
                  </a:cubicBezTo>
                  <a:cubicBezTo>
                    <a:pt x="8656" y="19107"/>
                    <a:pt x="8738" y="19122"/>
                    <a:pt x="8821" y="19122"/>
                  </a:cubicBezTo>
                  <a:lnTo>
                    <a:pt x="10354" y="19122"/>
                  </a:lnTo>
                  <a:cubicBezTo>
                    <a:pt x="10602" y="19122"/>
                    <a:pt x="10812" y="19032"/>
                    <a:pt x="10985" y="18874"/>
                  </a:cubicBezTo>
                  <a:cubicBezTo>
                    <a:pt x="11143" y="19032"/>
                    <a:pt x="11368" y="19122"/>
                    <a:pt x="11616" y="19122"/>
                  </a:cubicBezTo>
                  <a:lnTo>
                    <a:pt x="13141" y="19122"/>
                  </a:lnTo>
                  <a:cubicBezTo>
                    <a:pt x="13389" y="19122"/>
                    <a:pt x="13607" y="19032"/>
                    <a:pt x="13772" y="18874"/>
                  </a:cubicBezTo>
                  <a:cubicBezTo>
                    <a:pt x="13930" y="19032"/>
                    <a:pt x="14155" y="19122"/>
                    <a:pt x="14403" y="19122"/>
                  </a:cubicBezTo>
                  <a:lnTo>
                    <a:pt x="20978" y="19122"/>
                  </a:lnTo>
                  <a:cubicBezTo>
                    <a:pt x="21286" y="19122"/>
                    <a:pt x="21556" y="18934"/>
                    <a:pt x="21669" y="18649"/>
                  </a:cubicBezTo>
                  <a:cubicBezTo>
                    <a:pt x="21857" y="18160"/>
                    <a:pt x="21962" y="17650"/>
                    <a:pt x="21962" y="17124"/>
                  </a:cubicBezTo>
                  <a:cubicBezTo>
                    <a:pt x="21954" y="16590"/>
                    <a:pt x="21857" y="16094"/>
                    <a:pt x="21676" y="15621"/>
                  </a:cubicBezTo>
                  <a:cubicBezTo>
                    <a:pt x="21068" y="14013"/>
                    <a:pt x="19497" y="12946"/>
                    <a:pt x="17792" y="12946"/>
                  </a:cubicBezTo>
                  <a:cubicBezTo>
                    <a:pt x="17446" y="12946"/>
                    <a:pt x="17108" y="12991"/>
                    <a:pt x="16770" y="13074"/>
                  </a:cubicBezTo>
                  <a:cubicBezTo>
                    <a:pt x="16710" y="12946"/>
                    <a:pt x="16627" y="12834"/>
                    <a:pt x="16522" y="12751"/>
                  </a:cubicBezTo>
                  <a:lnTo>
                    <a:pt x="15763" y="12082"/>
                  </a:lnTo>
                  <a:cubicBezTo>
                    <a:pt x="15590" y="11939"/>
                    <a:pt x="15388" y="11857"/>
                    <a:pt x="15162" y="11857"/>
                  </a:cubicBezTo>
                  <a:cubicBezTo>
                    <a:pt x="14937" y="11857"/>
                    <a:pt x="14726" y="11939"/>
                    <a:pt x="14561" y="12082"/>
                  </a:cubicBezTo>
                  <a:lnTo>
                    <a:pt x="14283" y="12323"/>
                  </a:lnTo>
                  <a:cubicBezTo>
                    <a:pt x="15861" y="10647"/>
                    <a:pt x="17326" y="8588"/>
                    <a:pt x="17326" y="6342"/>
                  </a:cubicBezTo>
                  <a:cubicBezTo>
                    <a:pt x="17326" y="2848"/>
                    <a:pt x="14478" y="1"/>
                    <a:pt x="1098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rotWithShape="0" algn="bl">
                <a:srgbClr val="2A4351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868" name="Google Shape;8868;p88"/>
            <p:cNvGrpSpPr/>
            <p:nvPr/>
          </p:nvGrpSpPr>
          <p:grpSpPr>
            <a:xfrm>
              <a:off x="1532066" y="4119706"/>
              <a:ext cx="511500" cy="440325"/>
              <a:chOff x="2267475" y="4723163"/>
              <a:chExt cx="511500" cy="440325"/>
            </a:xfrm>
          </p:grpSpPr>
          <p:sp>
            <p:nvSpPr>
              <p:cNvPr id="8869" name="Google Shape;8869;p88"/>
              <p:cNvSpPr/>
              <p:nvPr/>
            </p:nvSpPr>
            <p:spPr>
              <a:xfrm>
                <a:off x="2411973" y="5053181"/>
                <a:ext cx="224447" cy="25564"/>
              </a:xfrm>
              <a:custGeom>
                <a:rect b="b" l="l" r="r" t="t"/>
                <a:pathLst>
                  <a:path extrusionOk="0" h="820" w="7221">
                    <a:moveTo>
                      <a:pt x="0" y="0"/>
                    </a:moveTo>
                    <a:lnTo>
                      <a:pt x="0" y="819"/>
                    </a:lnTo>
                    <a:lnTo>
                      <a:pt x="7221" y="819"/>
                    </a:lnTo>
                    <a:lnTo>
                      <a:pt x="7221" y="0"/>
                    </a:lnTo>
                    <a:close/>
                  </a:path>
                </a:pathLst>
              </a:custGeom>
              <a:solidFill>
                <a:srgbClr val="994F6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70" name="Google Shape;8870;p88"/>
              <p:cNvSpPr/>
              <p:nvPr/>
            </p:nvSpPr>
            <p:spPr>
              <a:xfrm>
                <a:off x="2411973" y="5109390"/>
                <a:ext cx="224447" cy="25564"/>
              </a:xfrm>
              <a:custGeom>
                <a:rect b="b" l="l" r="r" t="t"/>
                <a:pathLst>
                  <a:path extrusionOk="0" h="820" w="7221">
                    <a:moveTo>
                      <a:pt x="0" y="1"/>
                    </a:moveTo>
                    <a:lnTo>
                      <a:pt x="0" y="820"/>
                    </a:lnTo>
                    <a:lnTo>
                      <a:pt x="7221" y="820"/>
                    </a:lnTo>
                    <a:lnTo>
                      <a:pt x="7221" y="1"/>
                    </a:lnTo>
                    <a:close/>
                  </a:path>
                </a:pathLst>
              </a:custGeom>
              <a:solidFill>
                <a:srgbClr val="994F6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71" name="Google Shape;8871;p88"/>
              <p:cNvSpPr/>
              <p:nvPr/>
            </p:nvSpPr>
            <p:spPr>
              <a:xfrm>
                <a:off x="2439761" y="5053181"/>
                <a:ext cx="29218" cy="25564"/>
              </a:xfrm>
              <a:custGeom>
                <a:rect b="b" l="l" r="r" t="t"/>
                <a:pathLst>
                  <a:path extrusionOk="0" h="820" w="940">
                    <a:moveTo>
                      <a:pt x="0" y="0"/>
                    </a:moveTo>
                    <a:lnTo>
                      <a:pt x="0" y="819"/>
                    </a:lnTo>
                    <a:lnTo>
                      <a:pt x="940" y="819"/>
                    </a:lnTo>
                    <a:lnTo>
                      <a:pt x="121" y="0"/>
                    </a:lnTo>
                    <a:close/>
                  </a:path>
                </a:pathLst>
              </a:custGeom>
              <a:solidFill>
                <a:srgbClr val="000000">
                  <a:alpha val="148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72" name="Google Shape;8872;p88"/>
              <p:cNvSpPr/>
              <p:nvPr/>
            </p:nvSpPr>
            <p:spPr>
              <a:xfrm>
                <a:off x="2508888" y="5053181"/>
                <a:ext cx="29218" cy="25564"/>
              </a:xfrm>
              <a:custGeom>
                <a:rect b="b" l="l" r="r" t="t"/>
                <a:pathLst>
                  <a:path extrusionOk="0" h="820" w="940">
                    <a:moveTo>
                      <a:pt x="0" y="0"/>
                    </a:moveTo>
                    <a:lnTo>
                      <a:pt x="0" y="819"/>
                    </a:lnTo>
                    <a:lnTo>
                      <a:pt x="940" y="819"/>
                    </a:lnTo>
                    <a:lnTo>
                      <a:pt x="121" y="0"/>
                    </a:lnTo>
                    <a:close/>
                  </a:path>
                </a:pathLst>
              </a:custGeom>
              <a:solidFill>
                <a:srgbClr val="000000">
                  <a:alpha val="148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73" name="Google Shape;8873;p88"/>
              <p:cNvSpPr/>
              <p:nvPr/>
            </p:nvSpPr>
            <p:spPr>
              <a:xfrm>
                <a:off x="2578016" y="5053181"/>
                <a:ext cx="29218" cy="25564"/>
              </a:xfrm>
              <a:custGeom>
                <a:rect b="b" l="l" r="r" t="t"/>
                <a:pathLst>
                  <a:path extrusionOk="0" h="820" w="940">
                    <a:moveTo>
                      <a:pt x="0" y="0"/>
                    </a:moveTo>
                    <a:lnTo>
                      <a:pt x="0" y="819"/>
                    </a:lnTo>
                    <a:lnTo>
                      <a:pt x="940" y="819"/>
                    </a:lnTo>
                    <a:lnTo>
                      <a:pt x="128" y="0"/>
                    </a:lnTo>
                    <a:close/>
                  </a:path>
                </a:pathLst>
              </a:custGeom>
              <a:solidFill>
                <a:srgbClr val="000000">
                  <a:alpha val="148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74" name="Google Shape;8874;p88"/>
              <p:cNvSpPr/>
              <p:nvPr/>
            </p:nvSpPr>
            <p:spPr>
              <a:xfrm>
                <a:off x="2439761" y="5109390"/>
                <a:ext cx="29218" cy="25564"/>
              </a:xfrm>
              <a:custGeom>
                <a:rect b="b" l="l" r="r" t="t"/>
                <a:pathLst>
                  <a:path extrusionOk="0" h="820" w="940">
                    <a:moveTo>
                      <a:pt x="0" y="1"/>
                    </a:moveTo>
                    <a:lnTo>
                      <a:pt x="0" y="820"/>
                    </a:lnTo>
                    <a:lnTo>
                      <a:pt x="940" y="820"/>
                    </a:lnTo>
                    <a:lnTo>
                      <a:pt x="121" y="1"/>
                    </a:lnTo>
                    <a:close/>
                  </a:path>
                </a:pathLst>
              </a:custGeom>
              <a:solidFill>
                <a:srgbClr val="000000">
                  <a:alpha val="148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75" name="Google Shape;8875;p88"/>
              <p:cNvSpPr/>
              <p:nvPr/>
            </p:nvSpPr>
            <p:spPr>
              <a:xfrm>
                <a:off x="2508888" y="5109390"/>
                <a:ext cx="29218" cy="25564"/>
              </a:xfrm>
              <a:custGeom>
                <a:rect b="b" l="l" r="r" t="t"/>
                <a:pathLst>
                  <a:path extrusionOk="0" h="820" w="940">
                    <a:moveTo>
                      <a:pt x="0" y="1"/>
                    </a:moveTo>
                    <a:lnTo>
                      <a:pt x="0" y="820"/>
                    </a:lnTo>
                    <a:lnTo>
                      <a:pt x="940" y="820"/>
                    </a:lnTo>
                    <a:lnTo>
                      <a:pt x="121" y="1"/>
                    </a:lnTo>
                    <a:close/>
                  </a:path>
                </a:pathLst>
              </a:custGeom>
              <a:solidFill>
                <a:srgbClr val="000000">
                  <a:alpha val="148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76" name="Google Shape;8876;p88"/>
              <p:cNvSpPr/>
              <p:nvPr/>
            </p:nvSpPr>
            <p:spPr>
              <a:xfrm>
                <a:off x="2578016" y="5109390"/>
                <a:ext cx="29218" cy="25564"/>
              </a:xfrm>
              <a:custGeom>
                <a:rect b="b" l="l" r="r" t="t"/>
                <a:pathLst>
                  <a:path extrusionOk="0" h="820" w="940">
                    <a:moveTo>
                      <a:pt x="0" y="1"/>
                    </a:moveTo>
                    <a:lnTo>
                      <a:pt x="0" y="820"/>
                    </a:lnTo>
                    <a:lnTo>
                      <a:pt x="940" y="820"/>
                    </a:lnTo>
                    <a:lnTo>
                      <a:pt x="128" y="1"/>
                    </a:lnTo>
                    <a:close/>
                  </a:path>
                </a:pathLst>
              </a:custGeom>
              <a:solidFill>
                <a:srgbClr val="000000">
                  <a:alpha val="148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77" name="Google Shape;8877;p88"/>
              <p:cNvSpPr/>
              <p:nvPr/>
            </p:nvSpPr>
            <p:spPr>
              <a:xfrm>
                <a:off x="2397489" y="5018390"/>
                <a:ext cx="46033" cy="143966"/>
              </a:xfrm>
              <a:custGeom>
                <a:rect b="b" l="l" r="r" t="t"/>
                <a:pathLst>
                  <a:path extrusionOk="0" h="4618" w="1481">
                    <a:moveTo>
                      <a:pt x="737" y="1"/>
                    </a:moveTo>
                    <a:cubicBezTo>
                      <a:pt x="707" y="1"/>
                      <a:pt x="677" y="12"/>
                      <a:pt x="654" y="35"/>
                    </a:cubicBezTo>
                    <a:lnTo>
                      <a:pt x="46" y="576"/>
                    </a:lnTo>
                    <a:cubicBezTo>
                      <a:pt x="16" y="598"/>
                      <a:pt x="1" y="636"/>
                      <a:pt x="1" y="673"/>
                    </a:cubicBezTo>
                    <a:lnTo>
                      <a:pt x="1" y="4490"/>
                    </a:lnTo>
                    <a:cubicBezTo>
                      <a:pt x="1" y="4565"/>
                      <a:pt x="53" y="4618"/>
                      <a:pt x="128" y="4618"/>
                    </a:cubicBezTo>
                    <a:lnTo>
                      <a:pt x="1345" y="4618"/>
                    </a:lnTo>
                    <a:cubicBezTo>
                      <a:pt x="1413" y="4618"/>
                      <a:pt x="1481" y="4565"/>
                      <a:pt x="1481" y="4490"/>
                    </a:cubicBezTo>
                    <a:lnTo>
                      <a:pt x="1481" y="673"/>
                    </a:lnTo>
                    <a:cubicBezTo>
                      <a:pt x="1481" y="636"/>
                      <a:pt x="1458" y="598"/>
                      <a:pt x="1436" y="576"/>
                    </a:cubicBezTo>
                    <a:lnTo>
                      <a:pt x="819" y="35"/>
                    </a:lnTo>
                    <a:cubicBezTo>
                      <a:pt x="797" y="12"/>
                      <a:pt x="767" y="1"/>
                      <a:pt x="737" y="1"/>
                    </a:cubicBezTo>
                    <a:close/>
                  </a:path>
                </a:pathLst>
              </a:custGeom>
              <a:solidFill>
                <a:srgbClr val="D6E3E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78" name="Google Shape;8878;p88"/>
              <p:cNvSpPr/>
              <p:nvPr/>
            </p:nvSpPr>
            <p:spPr>
              <a:xfrm>
                <a:off x="2413372" y="5055301"/>
                <a:ext cx="30150" cy="40060"/>
              </a:xfrm>
              <a:custGeom>
                <a:rect b="b" l="l" r="r" t="t"/>
                <a:pathLst>
                  <a:path extrusionOk="0" h="1285" w="970">
                    <a:moveTo>
                      <a:pt x="226" y="0"/>
                    </a:moveTo>
                    <a:cubicBezTo>
                      <a:pt x="106" y="0"/>
                      <a:pt x="0" y="105"/>
                      <a:pt x="0" y="226"/>
                    </a:cubicBezTo>
                    <a:cubicBezTo>
                      <a:pt x="0" y="293"/>
                      <a:pt x="30" y="353"/>
                      <a:pt x="76" y="391"/>
                    </a:cubicBezTo>
                    <a:lnTo>
                      <a:pt x="970" y="1285"/>
                    </a:lnTo>
                    <a:lnTo>
                      <a:pt x="970" y="646"/>
                    </a:lnTo>
                    <a:lnTo>
                      <a:pt x="399" y="75"/>
                    </a:lnTo>
                    <a:cubicBezTo>
                      <a:pt x="361" y="30"/>
                      <a:pt x="293" y="0"/>
                      <a:pt x="226" y="0"/>
                    </a:cubicBezTo>
                    <a:close/>
                  </a:path>
                </a:pathLst>
              </a:custGeom>
              <a:solidFill>
                <a:srgbClr val="000000">
                  <a:alpha val="148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79" name="Google Shape;8879;p88"/>
              <p:cNvSpPr/>
              <p:nvPr/>
            </p:nvSpPr>
            <p:spPr>
              <a:xfrm>
                <a:off x="2413372" y="5055301"/>
                <a:ext cx="14049" cy="14060"/>
              </a:xfrm>
              <a:custGeom>
                <a:rect b="b" l="l" r="r" t="t"/>
                <a:pathLst>
                  <a:path extrusionOk="0" h="451" w="452">
                    <a:moveTo>
                      <a:pt x="226" y="0"/>
                    </a:moveTo>
                    <a:cubicBezTo>
                      <a:pt x="98" y="0"/>
                      <a:pt x="0" y="105"/>
                      <a:pt x="0" y="226"/>
                    </a:cubicBezTo>
                    <a:cubicBezTo>
                      <a:pt x="0" y="346"/>
                      <a:pt x="106" y="451"/>
                      <a:pt x="226" y="451"/>
                    </a:cubicBezTo>
                    <a:cubicBezTo>
                      <a:pt x="346" y="451"/>
                      <a:pt x="451" y="346"/>
                      <a:pt x="451" y="226"/>
                    </a:cubicBezTo>
                    <a:cubicBezTo>
                      <a:pt x="451" y="105"/>
                      <a:pt x="346" y="0"/>
                      <a:pt x="226" y="0"/>
                    </a:cubicBezTo>
                    <a:close/>
                  </a:path>
                </a:pathLst>
              </a:custGeom>
              <a:solidFill>
                <a:srgbClr val="6B9AB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80" name="Google Shape;8880;p88"/>
              <p:cNvSpPr/>
              <p:nvPr/>
            </p:nvSpPr>
            <p:spPr>
              <a:xfrm>
                <a:off x="2415237" y="5057171"/>
                <a:ext cx="9853" cy="10101"/>
              </a:xfrm>
              <a:custGeom>
                <a:rect b="b" l="l" r="r" t="t"/>
                <a:pathLst>
                  <a:path extrusionOk="0" h="324" w="317">
                    <a:moveTo>
                      <a:pt x="158" y="0"/>
                    </a:moveTo>
                    <a:cubicBezTo>
                      <a:pt x="143" y="0"/>
                      <a:pt x="121" y="23"/>
                      <a:pt x="121" y="45"/>
                    </a:cubicBezTo>
                    <a:lnTo>
                      <a:pt x="121" y="128"/>
                    </a:lnTo>
                    <a:lnTo>
                      <a:pt x="38" y="128"/>
                    </a:lnTo>
                    <a:cubicBezTo>
                      <a:pt x="16" y="128"/>
                      <a:pt x="1" y="143"/>
                      <a:pt x="1" y="166"/>
                    </a:cubicBezTo>
                    <a:cubicBezTo>
                      <a:pt x="1" y="181"/>
                      <a:pt x="16" y="203"/>
                      <a:pt x="38" y="203"/>
                    </a:cubicBezTo>
                    <a:lnTo>
                      <a:pt x="121" y="203"/>
                    </a:lnTo>
                    <a:lnTo>
                      <a:pt x="121" y="286"/>
                    </a:lnTo>
                    <a:cubicBezTo>
                      <a:pt x="121" y="308"/>
                      <a:pt x="143" y="323"/>
                      <a:pt x="158" y="323"/>
                    </a:cubicBezTo>
                    <a:cubicBezTo>
                      <a:pt x="181" y="323"/>
                      <a:pt x="196" y="308"/>
                      <a:pt x="196" y="286"/>
                    </a:cubicBezTo>
                    <a:lnTo>
                      <a:pt x="196" y="203"/>
                    </a:lnTo>
                    <a:lnTo>
                      <a:pt x="279" y="203"/>
                    </a:lnTo>
                    <a:cubicBezTo>
                      <a:pt x="301" y="203"/>
                      <a:pt x="316" y="181"/>
                      <a:pt x="316" y="166"/>
                    </a:cubicBezTo>
                    <a:cubicBezTo>
                      <a:pt x="316" y="143"/>
                      <a:pt x="301" y="128"/>
                      <a:pt x="279" y="128"/>
                    </a:cubicBezTo>
                    <a:lnTo>
                      <a:pt x="196" y="128"/>
                    </a:lnTo>
                    <a:lnTo>
                      <a:pt x="196" y="45"/>
                    </a:lnTo>
                    <a:cubicBezTo>
                      <a:pt x="196" y="23"/>
                      <a:pt x="181" y="0"/>
                      <a:pt x="158" y="0"/>
                    </a:cubicBezTo>
                    <a:close/>
                  </a:path>
                </a:pathLst>
              </a:custGeom>
              <a:solidFill>
                <a:srgbClr val="2A435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81" name="Google Shape;8881;p88"/>
              <p:cNvSpPr/>
              <p:nvPr/>
            </p:nvSpPr>
            <p:spPr>
              <a:xfrm>
                <a:off x="2413372" y="5116653"/>
                <a:ext cx="30150" cy="40309"/>
              </a:xfrm>
              <a:custGeom>
                <a:rect b="b" l="l" r="r" t="t"/>
                <a:pathLst>
                  <a:path extrusionOk="0" h="1293" w="970">
                    <a:moveTo>
                      <a:pt x="226" y="1"/>
                    </a:moveTo>
                    <a:cubicBezTo>
                      <a:pt x="106" y="1"/>
                      <a:pt x="0" y="106"/>
                      <a:pt x="0" y="226"/>
                    </a:cubicBezTo>
                    <a:cubicBezTo>
                      <a:pt x="0" y="294"/>
                      <a:pt x="30" y="361"/>
                      <a:pt x="76" y="399"/>
                    </a:cubicBezTo>
                    <a:lnTo>
                      <a:pt x="970" y="1293"/>
                    </a:lnTo>
                    <a:lnTo>
                      <a:pt x="970" y="654"/>
                    </a:lnTo>
                    <a:lnTo>
                      <a:pt x="399" y="76"/>
                    </a:lnTo>
                    <a:cubicBezTo>
                      <a:pt x="361" y="31"/>
                      <a:pt x="293" y="1"/>
                      <a:pt x="226" y="1"/>
                    </a:cubicBezTo>
                    <a:close/>
                  </a:path>
                </a:pathLst>
              </a:custGeom>
              <a:solidFill>
                <a:srgbClr val="000000">
                  <a:alpha val="148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82" name="Google Shape;8882;p88"/>
              <p:cNvSpPr/>
              <p:nvPr/>
            </p:nvSpPr>
            <p:spPr>
              <a:xfrm>
                <a:off x="2413372" y="5116653"/>
                <a:ext cx="14049" cy="14091"/>
              </a:xfrm>
              <a:custGeom>
                <a:rect b="b" l="l" r="r" t="t"/>
                <a:pathLst>
                  <a:path extrusionOk="0" h="452" w="452">
                    <a:moveTo>
                      <a:pt x="226" y="1"/>
                    </a:moveTo>
                    <a:cubicBezTo>
                      <a:pt x="98" y="1"/>
                      <a:pt x="0" y="98"/>
                      <a:pt x="0" y="226"/>
                    </a:cubicBezTo>
                    <a:cubicBezTo>
                      <a:pt x="0" y="354"/>
                      <a:pt x="106" y="451"/>
                      <a:pt x="226" y="451"/>
                    </a:cubicBezTo>
                    <a:cubicBezTo>
                      <a:pt x="346" y="451"/>
                      <a:pt x="451" y="354"/>
                      <a:pt x="451" y="226"/>
                    </a:cubicBezTo>
                    <a:cubicBezTo>
                      <a:pt x="451" y="106"/>
                      <a:pt x="346" y="1"/>
                      <a:pt x="226" y="1"/>
                    </a:cubicBezTo>
                    <a:close/>
                  </a:path>
                </a:pathLst>
              </a:custGeom>
              <a:solidFill>
                <a:srgbClr val="6B9AB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83" name="Google Shape;8883;p88"/>
              <p:cNvSpPr/>
              <p:nvPr/>
            </p:nvSpPr>
            <p:spPr>
              <a:xfrm>
                <a:off x="2415485" y="5118773"/>
                <a:ext cx="9822" cy="10101"/>
              </a:xfrm>
              <a:custGeom>
                <a:rect b="b" l="l" r="r" t="t"/>
                <a:pathLst>
                  <a:path extrusionOk="0" h="324" w="316">
                    <a:moveTo>
                      <a:pt x="150" y="0"/>
                    </a:moveTo>
                    <a:cubicBezTo>
                      <a:pt x="135" y="0"/>
                      <a:pt x="113" y="23"/>
                      <a:pt x="113" y="38"/>
                    </a:cubicBezTo>
                    <a:lnTo>
                      <a:pt x="113" y="120"/>
                    </a:lnTo>
                    <a:lnTo>
                      <a:pt x="38" y="120"/>
                    </a:lnTo>
                    <a:cubicBezTo>
                      <a:pt x="15" y="120"/>
                      <a:pt x="0" y="143"/>
                      <a:pt x="0" y="158"/>
                    </a:cubicBezTo>
                    <a:cubicBezTo>
                      <a:pt x="0" y="181"/>
                      <a:pt x="23" y="196"/>
                      <a:pt x="38" y="196"/>
                    </a:cubicBezTo>
                    <a:lnTo>
                      <a:pt x="120" y="196"/>
                    </a:lnTo>
                    <a:lnTo>
                      <a:pt x="120" y="286"/>
                    </a:lnTo>
                    <a:cubicBezTo>
                      <a:pt x="120" y="301"/>
                      <a:pt x="143" y="323"/>
                      <a:pt x="158" y="323"/>
                    </a:cubicBezTo>
                    <a:cubicBezTo>
                      <a:pt x="180" y="323"/>
                      <a:pt x="195" y="301"/>
                      <a:pt x="195" y="286"/>
                    </a:cubicBezTo>
                    <a:lnTo>
                      <a:pt x="195" y="196"/>
                    </a:lnTo>
                    <a:lnTo>
                      <a:pt x="278" y="196"/>
                    </a:lnTo>
                    <a:cubicBezTo>
                      <a:pt x="301" y="196"/>
                      <a:pt x="316" y="181"/>
                      <a:pt x="316" y="158"/>
                    </a:cubicBezTo>
                    <a:cubicBezTo>
                      <a:pt x="308" y="135"/>
                      <a:pt x="293" y="120"/>
                      <a:pt x="271" y="120"/>
                    </a:cubicBezTo>
                    <a:lnTo>
                      <a:pt x="188" y="120"/>
                    </a:lnTo>
                    <a:lnTo>
                      <a:pt x="188" y="38"/>
                    </a:lnTo>
                    <a:cubicBezTo>
                      <a:pt x="188" y="23"/>
                      <a:pt x="173" y="0"/>
                      <a:pt x="150" y="0"/>
                    </a:cubicBezTo>
                    <a:close/>
                  </a:path>
                </a:pathLst>
              </a:custGeom>
              <a:solidFill>
                <a:srgbClr val="2A435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84" name="Google Shape;8884;p88"/>
              <p:cNvSpPr/>
              <p:nvPr/>
            </p:nvSpPr>
            <p:spPr>
              <a:xfrm>
                <a:off x="2466616" y="5018390"/>
                <a:ext cx="46033" cy="143966"/>
              </a:xfrm>
              <a:custGeom>
                <a:rect b="b" l="l" r="r" t="t"/>
                <a:pathLst>
                  <a:path extrusionOk="0" h="4618" w="1481">
                    <a:moveTo>
                      <a:pt x="743" y="1"/>
                    </a:moveTo>
                    <a:cubicBezTo>
                      <a:pt x="712" y="1"/>
                      <a:pt x="680" y="12"/>
                      <a:pt x="654" y="35"/>
                    </a:cubicBezTo>
                    <a:lnTo>
                      <a:pt x="46" y="576"/>
                    </a:lnTo>
                    <a:cubicBezTo>
                      <a:pt x="15" y="598"/>
                      <a:pt x="0" y="636"/>
                      <a:pt x="0" y="673"/>
                    </a:cubicBezTo>
                    <a:lnTo>
                      <a:pt x="0" y="4490"/>
                    </a:lnTo>
                    <a:cubicBezTo>
                      <a:pt x="0" y="4565"/>
                      <a:pt x="53" y="4618"/>
                      <a:pt x="128" y="4618"/>
                    </a:cubicBezTo>
                    <a:lnTo>
                      <a:pt x="1353" y="4618"/>
                    </a:lnTo>
                    <a:cubicBezTo>
                      <a:pt x="1428" y="4618"/>
                      <a:pt x="1481" y="4565"/>
                      <a:pt x="1481" y="4490"/>
                    </a:cubicBezTo>
                    <a:lnTo>
                      <a:pt x="1481" y="673"/>
                    </a:lnTo>
                    <a:cubicBezTo>
                      <a:pt x="1481" y="636"/>
                      <a:pt x="1466" y="598"/>
                      <a:pt x="1436" y="576"/>
                    </a:cubicBezTo>
                    <a:lnTo>
                      <a:pt x="827" y="35"/>
                    </a:lnTo>
                    <a:cubicBezTo>
                      <a:pt x="804" y="12"/>
                      <a:pt x="774" y="1"/>
                      <a:pt x="743" y="1"/>
                    </a:cubicBezTo>
                    <a:close/>
                  </a:path>
                </a:pathLst>
              </a:custGeom>
              <a:solidFill>
                <a:srgbClr val="D6E3E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85" name="Google Shape;8885;p88"/>
              <p:cNvSpPr/>
              <p:nvPr/>
            </p:nvSpPr>
            <p:spPr>
              <a:xfrm>
                <a:off x="2482717" y="5055301"/>
                <a:ext cx="29932" cy="40060"/>
              </a:xfrm>
              <a:custGeom>
                <a:rect b="b" l="l" r="r" t="t"/>
                <a:pathLst>
                  <a:path extrusionOk="0" h="1285" w="963">
                    <a:moveTo>
                      <a:pt x="226" y="0"/>
                    </a:moveTo>
                    <a:cubicBezTo>
                      <a:pt x="99" y="0"/>
                      <a:pt x="1" y="105"/>
                      <a:pt x="1" y="226"/>
                    </a:cubicBezTo>
                    <a:cubicBezTo>
                      <a:pt x="1" y="293"/>
                      <a:pt x="23" y="353"/>
                      <a:pt x="76" y="391"/>
                    </a:cubicBezTo>
                    <a:lnTo>
                      <a:pt x="963" y="1285"/>
                    </a:lnTo>
                    <a:lnTo>
                      <a:pt x="963" y="646"/>
                    </a:lnTo>
                    <a:lnTo>
                      <a:pt x="392" y="75"/>
                    </a:lnTo>
                    <a:cubicBezTo>
                      <a:pt x="354" y="30"/>
                      <a:pt x="286" y="0"/>
                      <a:pt x="226" y="0"/>
                    </a:cubicBezTo>
                    <a:close/>
                  </a:path>
                </a:pathLst>
              </a:custGeom>
              <a:solidFill>
                <a:srgbClr val="000000">
                  <a:alpha val="148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86" name="Google Shape;8886;p88"/>
              <p:cNvSpPr/>
              <p:nvPr/>
            </p:nvSpPr>
            <p:spPr>
              <a:xfrm>
                <a:off x="2482717" y="5055301"/>
                <a:ext cx="14049" cy="14060"/>
              </a:xfrm>
              <a:custGeom>
                <a:rect b="b" l="l" r="r" t="t"/>
                <a:pathLst>
                  <a:path extrusionOk="0" h="451" w="452">
                    <a:moveTo>
                      <a:pt x="226" y="0"/>
                    </a:moveTo>
                    <a:cubicBezTo>
                      <a:pt x="99" y="0"/>
                      <a:pt x="1" y="105"/>
                      <a:pt x="1" y="226"/>
                    </a:cubicBezTo>
                    <a:cubicBezTo>
                      <a:pt x="1" y="346"/>
                      <a:pt x="99" y="451"/>
                      <a:pt x="226" y="451"/>
                    </a:cubicBezTo>
                    <a:cubicBezTo>
                      <a:pt x="347" y="451"/>
                      <a:pt x="452" y="346"/>
                      <a:pt x="452" y="226"/>
                    </a:cubicBezTo>
                    <a:cubicBezTo>
                      <a:pt x="452" y="105"/>
                      <a:pt x="347" y="0"/>
                      <a:pt x="226" y="0"/>
                    </a:cubicBezTo>
                    <a:close/>
                  </a:path>
                </a:pathLst>
              </a:custGeom>
              <a:solidFill>
                <a:srgbClr val="6B9AB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87" name="Google Shape;8887;p88"/>
              <p:cNvSpPr/>
              <p:nvPr/>
            </p:nvSpPr>
            <p:spPr>
              <a:xfrm>
                <a:off x="2484364" y="5057171"/>
                <a:ext cx="10071" cy="10101"/>
              </a:xfrm>
              <a:custGeom>
                <a:rect b="b" l="l" r="r" t="t"/>
                <a:pathLst>
                  <a:path extrusionOk="0" h="324" w="324">
                    <a:moveTo>
                      <a:pt x="158" y="0"/>
                    </a:moveTo>
                    <a:cubicBezTo>
                      <a:pt x="143" y="0"/>
                      <a:pt x="121" y="23"/>
                      <a:pt x="121" y="45"/>
                    </a:cubicBezTo>
                    <a:lnTo>
                      <a:pt x="121" y="128"/>
                    </a:lnTo>
                    <a:lnTo>
                      <a:pt x="38" y="128"/>
                    </a:lnTo>
                    <a:cubicBezTo>
                      <a:pt x="23" y="128"/>
                      <a:pt x="0" y="143"/>
                      <a:pt x="0" y="166"/>
                    </a:cubicBezTo>
                    <a:cubicBezTo>
                      <a:pt x="0" y="181"/>
                      <a:pt x="23" y="203"/>
                      <a:pt x="38" y="203"/>
                    </a:cubicBezTo>
                    <a:lnTo>
                      <a:pt x="121" y="203"/>
                    </a:lnTo>
                    <a:lnTo>
                      <a:pt x="121" y="286"/>
                    </a:lnTo>
                    <a:cubicBezTo>
                      <a:pt x="121" y="308"/>
                      <a:pt x="143" y="323"/>
                      <a:pt x="158" y="323"/>
                    </a:cubicBezTo>
                    <a:cubicBezTo>
                      <a:pt x="181" y="323"/>
                      <a:pt x="196" y="308"/>
                      <a:pt x="196" y="286"/>
                    </a:cubicBezTo>
                    <a:lnTo>
                      <a:pt x="196" y="203"/>
                    </a:lnTo>
                    <a:lnTo>
                      <a:pt x="286" y="203"/>
                    </a:lnTo>
                    <a:cubicBezTo>
                      <a:pt x="301" y="203"/>
                      <a:pt x="324" y="181"/>
                      <a:pt x="324" y="166"/>
                    </a:cubicBezTo>
                    <a:cubicBezTo>
                      <a:pt x="324" y="143"/>
                      <a:pt x="301" y="128"/>
                      <a:pt x="286" y="128"/>
                    </a:cubicBezTo>
                    <a:lnTo>
                      <a:pt x="196" y="128"/>
                    </a:lnTo>
                    <a:lnTo>
                      <a:pt x="196" y="45"/>
                    </a:lnTo>
                    <a:cubicBezTo>
                      <a:pt x="196" y="23"/>
                      <a:pt x="181" y="0"/>
                      <a:pt x="158" y="0"/>
                    </a:cubicBezTo>
                    <a:close/>
                  </a:path>
                </a:pathLst>
              </a:custGeom>
              <a:solidFill>
                <a:srgbClr val="2A435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88" name="Google Shape;8888;p88"/>
              <p:cNvSpPr/>
              <p:nvPr/>
            </p:nvSpPr>
            <p:spPr>
              <a:xfrm>
                <a:off x="2482717" y="5116653"/>
                <a:ext cx="29932" cy="40309"/>
              </a:xfrm>
              <a:custGeom>
                <a:rect b="b" l="l" r="r" t="t"/>
                <a:pathLst>
                  <a:path extrusionOk="0" h="1293" w="963">
                    <a:moveTo>
                      <a:pt x="226" y="1"/>
                    </a:moveTo>
                    <a:cubicBezTo>
                      <a:pt x="99" y="1"/>
                      <a:pt x="1" y="106"/>
                      <a:pt x="1" y="226"/>
                    </a:cubicBezTo>
                    <a:cubicBezTo>
                      <a:pt x="1" y="294"/>
                      <a:pt x="23" y="361"/>
                      <a:pt x="76" y="399"/>
                    </a:cubicBezTo>
                    <a:lnTo>
                      <a:pt x="963" y="1293"/>
                    </a:lnTo>
                    <a:lnTo>
                      <a:pt x="963" y="654"/>
                    </a:lnTo>
                    <a:lnTo>
                      <a:pt x="392" y="76"/>
                    </a:lnTo>
                    <a:cubicBezTo>
                      <a:pt x="354" y="31"/>
                      <a:pt x="286" y="1"/>
                      <a:pt x="226" y="1"/>
                    </a:cubicBezTo>
                    <a:close/>
                  </a:path>
                </a:pathLst>
              </a:custGeom>
              <a:solidFill>
                <a:srgbClr val="000000">
                  <a:alpha val="148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89" name="Google Shape;8889;p88"/>
              <p:cNvSpPr/>
              <p:nvPr/>
            </p:nvSpPr>
            <p:spPr>
              <a:xfrm>
                <a:off x="2482717" y="5116653"/>
                <a:ext cx="14049" cy="14091"/>
              </a:xfrm>
              <a:custGeom>
                <a:rect b="b" l="l" r="r" t="t"/>
                <a:pathLst>
                  <a:path extrusionOk="0" h="452" w="452">
                    <a:moveTo>
                      <a:pt x="226" y="1"/>
                    </a:moveTo>
                    <a:cubicBezTo>
                      <a:pt x="99" y="1"/>
                      <a:pt x="1" y="98"/>
                      <a:pt x="1" y="226"/>
                    </a:cubicBezTo>
                    <a:cubicBezTo>
                      <a:pt x="1" y="354"/>
                      <a:pt x="99" y="451"/>
                      <a:pt x="226" y="451"/>
                    </a:cubicBezTo>
                    <a:cubicBezTo>
                      <a:pt x="347" y="451"/>
                      <a:pt x="452" y="354"/>
                      <a:pt x="452" y="226"/>
                    </a:cubicBezTo>
                    <a:cubicBezTo>
                      <a:pt x="452" y="106"/>
                      <a:pt x="347" y="1"/>
                      <a:pt x="226" y="1"/>
                    </a:cubicBezTo>
                    <a:close/>
                  </a:path>
                </a:pathLst>
              </a:custGeom>
              <a:solidFill>
                <a:srgbClr val="6B9AB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90" name="Google Shape;8890;p88"/>
              <p:cNvSpPr/>
              <p:nvPr/>
            </p:nvSpPr>
            <p:spPr>
              <a:xfrm>
                <a:off x="2484364" y="5118773"/>
                <a:ext cx="10071" cy="10101"/>
              </a:xfrm>
              <a:custGeom>
                <a:rect b="b" l="l" r="r" t="t"/>
                <a:pathLst>
                  <a:path extrusionOk="0" h="324" w="324">
                    <a:moveTo>
                      <a:pt x="158" y="0"/>
                    </a:moveTo>
                    <a:cubicBezTo>
                      <a:pt x="143" y="0"/>
                      <a:pt x="121" y="23"/>
                      <a:pt x="121" y="38"/>
                    </a:cubicBezTo>
                    <a:lnTo>
                      <a:pt x="121" y="120"/>
                    </a:lnTo>
                    <a:lnTo>
                      <a:pt x="38" y="120"/>
                    </a:lnTo>
                    <a:cubicBezTo>
                      <a:pt x="23" y="120"/>
                      <a:pt x="0" y="143"/>
                      <a:pt x="0" y="158"/>
                    </a:cubicBezTo>
                    <a:cubicBezTo>
                      <a:pt x="0" y="181"/>
                      <a:pt x="23" y="196"/>
                      <a:pt x="38" y="196"/>
                    </a:cubicBezTo>
                    <a:lnTo>
                      <a:pt x="121" y="196"/>
                    </a:lnTo>
                    <a:lnTo>
                      <a:pt x="121" y="286"/>
                    </a:lnTo>
                    <a:cubicBezTo>
                      <a:pt x="121" y="301"/>
                      <a:pt x="143" y="323"/>
                      <a:pt x="158" y="323"/>
                    </a:cubicBezTo>
                    <a:cubicBezTo>
                      <a:pt x="181" y="323"/>
                      <a:pt x="196" y="301"/>
                      <a:pt x="196" y="286"/>
                    </a:cubicBezTo>
                    <a:lnTo>
                      <a:pt x="196" y="196"/>
                    </a:lnTo>
                    <a:lnTo>
                      <a:pt x="286" y="196"/>
                    </a:lnTo>
                    <a:cubicBezTo>
                      <a:pt x="301" y="196"/>
                      <a:pt x="324" y="181"/>
                      <a:pt x="324" y="158"/>
                    </a:cubicBezTo>
                    <a:cubicBezTo>
                      <a:pt x="324" y="135"/>
                      <a:pt x="301" y="120"/>
                      <a:pt x="286" y="120"/>
                    </a:cubicBezTo>
                    <a:lnTo>
                      <a:pt x="196" y="120"/>
                    </a:lnTo>
                    <a:lnTo>
                      <a:pt x="196" y="38"/>
                    </a:lnTo>
                    <a:cubicBezTo>
                      <a:pt x="196" y="23"/>
                      <a:pt x="181" y="0"/>
                      <a:pt x="158" y="0"/>
                    </a:cubicBezTo>
                    <a:close/>
                  </a:path>
                </a:pathLst>
              </a:custGeom>
              <a:solidFill>
                <a:srgbClr val="2A435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91" name="Google Shape;8891;p88"/>
              <p:cNvSpPr/>
              <p:nvPr/>
            </p:nvSpPr>
            <p:spPr>
              <a:xfrm>
                <a:off x="2535744" y="5018390"/>
                <a:ext cx="46282" cy="143966"/>
              </a:xfrm>
              <a:custGeom>
                <a:rect b="b" l="l" r="r" t="t"/>
                <a:pathLst>
                  <a:path extrusionOk="0" h="4618" w="1489">
                    <a:moveTo>
                      <a:pt x="744" y="1"/>
                    </a:moveTo>
                    <a:cubicBezTo>
                      <a:pt x="714" y="1"/>
                      <a:pt x="684" y="12"/>
                      <a:pt x="662" y="35"/>
                    </a:cubicBezTo>
                    <a:lnTo>
                      <a:pt x="46" y="576"/>
                    </a:lnTo>
                    <a:cubicBezTo>
                      <a:pt x="23" y="598"/>
                      <a:pt x="0" y="636"/>
                      <a:pt x="0" y="673"/>
                    </a:cubicBezTo>
                    <a:lnTo>
                      <a:pt x="0" y="4490"/>
                    </a:lnTo>
                    <a:cubicBezTo>
                      <a:pt x="0" y="4565"/>
                      <a:pt x="61" y="4618"/>
                      <a:pt x="136" y="4618"/>
                    </a:cubicBezTo>
                    <a:lnTo>
                      <a:pt x="1353" y="4618"/>
                    </a:lnTo>
                    <a:cubicBezTo>
                      <a:pt x="1428" y="4618"/>
                      <a:pt x="1488" y="4565"/>
                      <a:pt x="1488" y="4490"/>
                    </a:cubicBezTo>
                    <a:lnTo>
                      <a:pt x="1488" y="673"/>
                    </a:lnTo>
                    <a:cubicBezTo>
                      <a:pt x="1488" y="636"/>
                      <a:pt x="1466" y="598"/>
                      <a:pt x="1436" y="576"/>
                    </a:cubicBezTo>
                    <a:lnTo>
                      <a:pt x="827" y="35"/>
                    </a:lnTo>
                    <a:cubicBezTo>
                      <a:pt x="804" y="12"/>
                      <a:pt x="774" y="1"/>
                      <a:pt x="744" y="1"/>
                    </a:cubicBezTo>
                    <a:close/>
                  </a:path>
                </a:pathLst>
              </a:custGeom>
              <a:solidFill>
                <a:srgbClr val="D6E3E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92" name="Google Shape;8892;p88"/>
              <p:cNvSpPr/>
              <p:nvPr/>
            </p:nvSpPr>
            <p:spPr>
              <a:xfrm>
                <a:off x="2551844" y="5055301"/>
                <a:ext cx="30181" cy="40060"/>
              </a:xfrm>
              <a:custGeom>
                <a:rect b="b" l="l" r="r" t="t"/>
                <a:pathLst>
                  <a:path extrusionOk="0" h="1285" w="971">
                    <a:moveTo>
                      <a:pt x="226" y="0"/>
                    </a:moveTo>
                    <a:cubicBezTo>
                      <a:pt x="106" y="0"/>
                      <a:pt x="1" y="105"/>
                      <a:pt x="1" y="226"/>
                    </a:cubicBezTo>
                    <a:cubicBezTo>
                      <a:pt x="1" y="293"/>
                      <a:pt x="31" y="353"/>
                      <a:pt x="76" y="391"/>
                    </a:cubicBezTo>
                    <a:lnTo>
                      <a:pt x="970" y="1285"/>
                    </a:lnTo>
                    <a:lnTo>
                      <a:pt x="970" y="646"/>
                    </a:lnTo>
                    <a:lnTo>
                      <a:pt x="392" y="75"/>
                    </a:lnTo>
                    <a:cubicBezTo>
                      <a:pt x="354" y="30"/>
                      <a:pt x="294" y="0"/>
                      <a:pt x="226" y="0"/>
                    </a:cubicBezTo>
                    <a:close/>
                  </a:path>
                </a:pathLst>
              </a:custGeom>
              <a:solidFill>
                <a:srgbClr val="000000">
                  <a:alpha val="148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93" name="Google Shape;8893;p88"/>
              <p:cNvSpPr/>
              <p:nvPr/>
            </p:nvSpPr>
            <p:spPr>
              <a:xfrm>
                <a:off x="2551844" y="5055301"/>
                <a:ext cx="14049" cy="14060"/>
              </a:xfrm>
              <a:custGeom>
                <a:rect b="b" l="l" r="r" t="t"/>
                <a:pathLst>
                  <a:path extrusionOk="0" h="451" w="452">
                    <a:moveTo>
                      <a:pt x="226" y="0"/>
                    </a:moveTo>
                    <a:cubicBezTo>
                      <a:pt x="106" y="0"/>
                      <a:pt x="1" y="105"/>
                      <a:pt x="1" y="226"/>
                    </a:cubicBezTo>
                    <a:cubicBezTo>
                      <a:pt x="1" y="346"/>
                      <a:pt x="106" y="451"/>
                      <a:pt x="226" y="451"/>
                    </a:cubicBezTo>
                    <a:cubicBezTo>
                      <a:pt x="346" y="451"/>
                      <a:pt x="452" y="346"/>
                      <a:pt x="452" y="226"/>
                    </a:cubicBezTo>
                    <a:cubicBezTo>
                      <a:pt x="452" y="105"/>
                      <a:pt x="346" y="0"/>
                      <a:pt x="226" y="0"/>
                    </a:cubicBezTo>
                    <a:close/>
                  </a:path>
                </a:pathLst>
              </a:custGeom>
              <a:solidFill>
                <a:srgbClr val="6B9AB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94" name="Google Shape;8894;p88"/>
              <p:cNvSpPr/>
              <p:nvPr/>
            </p:nvSpPr>
            <p:spPr>
              <a:xfrm>
                <a:off x="2551844" y="5116653"/>
                <a:ext cx="30181" cy="40309"/>
              </a:xfrm>
              <a:custGeom>
                <a:rect b="b" l="l" r="r" t="t"/>
                <a:pathLst>
                  <a:path extrusionOk="0" h="1293" w="971">
                    <a:moveTo>
                      <a:pt x="226" y="1"/>
                    </a:moveTo>
                    <a:cubicBezTo>
                      <a:pt x="106" y="1"/>
                      <a:pt x="1" y="106"/>
                      <a:pt x="1" y="226"/>
                    </a:cubicBezTo>
                    <a:cubicBezTo>
                      <a:pt x="1" y="294"/>
                      <a:pt x="31" y="361"/>
                      <a:pt x="76" y="399"/>
                    </a:cubicBezTo>
                    <a:lnTo>
                      <a:pt x="970" y="1293"/>
                    </a:lnTo>
                    <a:lnTo>
                      <a:pt x="970" y="654"/>
                    </a:lnTo>
                    <a:lnTo>
                      <a:pt x="392" y="76"/>
                    </a:lnTo>
                    <a:cubicBezTo>
                      <a:pt x="354" y="31"/>
                      <a:pt x="294" y="1"/>
                      <a:pt x="226" y="1"/>
                    </a:cubicBezTo>
                    <a:close/>
                  </a:path>
                </a:pathLst>
              </a:custGeom>
              <a:solidFill>
                <a:srgbClr val="000000">
                  <a:alpha val="148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95" name="Google Shape;8895;p88"/>
              <p:cNvSpPr/>
              <p:nvPr/>
            </p:nvSpPr>
            <p:spPr>
              <a:xfrm>
                <a:off x="2551844" y="5116653"/>
                <a:ext cx="14049" cy="14091"/>
              </a:xfrm>
              <a:custGeom>
                <a:rect b="b" l="l" r="r" t="t"/>
                <a:pathLst>
                  <a:path extrusionOk="0" h="452" w="452">
                    <a:moveTo>
                      <a:pt x="226" y="1"/>
                    </a:moveTo>
                    <a:cubicBezTo>
                      <a:pt x="106" y="1"/>
                      <a:pt x="1" y="98"/>
                      <a:pt x="1" y="226"/>
                    </a:cubicBezTo>
                    <a:cubicBezTo>
                      <a:pt x="1" y="354"/>
                      <a:pt x="106" y="451"/>
                      <a:pt x="226" y="451"/>
                    </a:cubicBezTo>
                    <a:cubicBezTo>
                      <a:pt x="346" y="451"/>
                      <a:pt x="452" y="354"/>
                      <a:pt x="452" y="226"/>
                    </a:cubicBezTo>
                    <a:cubicBezTo>
                      <a:pt x="452" y="106"/>
                      <a:pt x="346" y="1"/>
                      <a:pt x="226" y="1"/>
                    </a:cubicBezTo>
                    <a:close/>
                  </a:path>
                </a:pathLst>
              </a:custGeom>
              <a:solidFill>
                <a:srgbClr val="6B9AB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96" name="Google Shape;8896;p88"/>
              <p:cNvSpPr/>
              <p:nvPr/>
            </p:nvSpPr>
            <p:spPr>
              <a:xfrm>
                <a:off x="2553492" y="5118773"/>
                <a:ext cx="10071" cy="10101"/>
              </a:xfrm>
              <a:custGeom>
                <a:rect b="b" l="l" r="r" t="t"/>
                <a:pathLst>
                  <a:path extrusionOk="0" h="324" w="324">
                    <a:moveTo>
                      <a:pt x="166" y="0"/>
                    </a:moveTo>
                    <a:cubicBezTo>
                      <a:pt x="143" y="0"/>
                      <a:pt x="128" y="23"/>
                      <a:pt x="128" y="38"/>
                    </a:cubicBezTo>
                    <a:lnTo>
                      <a:pt x="128" y="120"/>
                    </a:lnTo>
                    <a:lnTo>
                      <a:pt x="38" y="120"/>
                    </a:lnTo>
                    <a:cubicBezTo>
                      <a:pt x="23" y="120"/>
                      <a:pt x="0" y="143"/>
                      <a:pt x="0" y="158"/>
                    </a:cubicBezTo>
                    <a:cubicBezTo>
                      <a:pt x="0" y="181"/>
                      <a:pt x="23" y="196"/>
                      <a:pt x="38" y="196"/>
                    </a:cubicBezTo>
                    <a:lnTo>
                      <a:pt x="128" y="196"/>
                    </a:lnTo>
                    <a:lnTo>
                      <a:pt x="128" y="286"/>
                    </a:lnTo>
                    <a:cubicBezTo>
                      <a:pt x="128" y="301"/>
                      <a:pt x="143" y="323"/>
                      <a:pt x="166" y="323"/>
                    </a:cubicBezTo>
                    <a:cubicBezTo>
                      <a:pt x="181" y="323"/>
                      <a:pt x="203" y="301"/>
                      <a:pt x="203" y="286"/>
                    </a:cubicBezTo>
                    <a:lnTo>
                      <a:pt x="203" y="196"/>
                    </a:lnTo>
                    <a:lnTo>
                      <a:pt x="286" y="196"/>
                    </a:lnTo>
                    <a:cubicBezTo>
                      <a:pt x="301" y="196"/>
                      <a:pt x="324" y="181"/>
                      <a:pt x="324" y="158"/>
                    </a:cubicBezTo>
                    <a:cubicBezTo>
                      <a:pt x="324" y="135"/>
                      <a:pt x="316" y="120"/>
                      <a:pt x="286" y="120"/>
                    </a:cubicBezTo>
                    <a:lnTo>
                      <a:pt x="203" y="120"/>
                    </a:lnTo>
                    <a:lnTo>
                      <a:pt x="203" y="38"/>
                    </a:lnTo>
                    <a:cubicBezTo>
                      <a:pt x="203" y="23"/>
                      <a:pt x="181" y="0"/>
                      <a:pt x="166" y="0"/>
                    </a:cubicBezTo>
                    <a:close/>
                  </a:path>
                </a:pathLst>
              </a:custGeom>
              <a:solidFill>
                <a:srgbClr val="2A435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97" name="Google Shape;8897;p88"/>
              <p:cNvSpPr/>
              <p:nvPr/>
            </p:nvSpPr>
            <p:spPr>
              <a:xfrm>
                <a:off x="2604871" y="5018390"/>
                <a:ext cx="46282" cy="143966"/>
              </a:xfrm>
              <a:custGeom>
                <a:rect b="b" l="l" r="r" t="t"/>
                <a:pathLst>
                  <a:path extrusionOk="0" h="4618" w="1489">
                    <a:moveTo>
                      <a:pt x="744" y="1"/>
                    </a:moveTo>
                    <a:cubicBezTo>
                      <a:pt x="714" y="1"/>
                      <a:pt x="684" y="12"/>
                      <a:pt x="662" y="35"/>
                    </a:cubicBezTo>
                    <a:lnTo>
                      <a:pt x="53" y="576"/>
                    </a:lnTo>
                    <a:cubicBezTo>
                      <a:pt x="23" y="598"/>
                      <a:pt x="0" y="636"/>
                      <a:pt x="0" y="673"/>
                    </a:cubicBezTo>
                    <a:lnTo>
                      <a:pt x="0" y="4490"/>
                    </a:lnTo>
                    <a:cubicBezTo>
                      <a:pt x="0" y="4565"/>
                      <a:pt x="61" y="4618"/>
                      <a:pt x="136" y="4618"/>
                    </a:cubicBezTo>
                    <a:lnTo>
                      <a:pt x="1353" y="4618"/>
                    </a:lnTo>
                    <a:cubicBezTo>
                      <a:pt x="1428" y="4618"/>
                      <a:pt x="1488" y="4565"/>
                      <a:pt x="1488" y="4490"/>
                    </a:cubicBezTo>
                    <a:lnTo>
                      <a:pt x="1488" y="673"/>
                    </a:lnTo>
                    <a:cubicBezTo>
                      <a:pt x="1488" y="636"/>
                      <a:pt x="1466" y="598"/>
                      <a:pt x="1443" y="576"/>
                    </a:cubicBezTo>
                    <a:lnTo>
                      <a:pt x="827" y="35"/>
                    </a:lnTo>
                    <a:cubicBezTo>
                      <a:pt x="804" y="12"/>
                      <a:pt x="774" y="1"/>
                      <a:pt x="744" y="1"/>
                    </a:cubicBezTo>
                    <a:close/>
                  </a:path>
                </a:pathLst>
              </a:custGeom>
              <a:solidFill>
                <a:srgbClr val="D6E3E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98" name="Google Shape;8898;p88"/>
              <p:cNvSpPr/>
              <p:nvPr/>
            </p:nvSpPr>
            <p:spPr>
              <a:xfrm>
                <a:off x="2620972" y="5055301"/>
                <a:ext cx="30181" cy="40060"/>
              </a:xfrm>
              <a:custGeom>
                <a:rect b="b" l="l" r="r" t="t"/>
                <a:pathLst>
                  <a:path extrusionOk="0" h="1285" w="971">
                    <a:moveTo>
                      <a:pt x="226" y="0"/>
                    </a:moveTo>
                    <a:cubicBezTo>
                      <a:pt x="106" y="0"/>
                      <a:pt x="1" y="105"/>
                      <a:pt x="1" y="226"/>
                    </a:cubicBezTo>
                    <a:cubicBezTo>
                      <a:pt x="1" y="293"/>
                      <a:pt x="31" y="353"/>
                      <a:pt x="76" y="391"/>
                    </a:cubicBezTo>
                    <a:lnTo>
                      <a:pt x="970" y="1285"/>
                    </a:lnTo>
                    <a:lnTo>
                      <a:pt x="970" y="646"/>
                    </a:lnTo>
                    <a:lnTo>
                      <a:pt x="399" y="75"/>
                    </a:lnTo>
                    <a:cubicBezTo>
                      <a:pt x="361" y="30"/>
                      <a:pt x="294" y="0"/>
                      <a:pt x="226" y="0"/>
                    </a:cubicBezTo>
                    <a:close/>
                  </a:path>
                </a:pathLst>
              </a:custGeom>
              <a:solidFill>
                <a:srgbClr val="000000">
                  <a:alpha val="148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99" name="Google Shape;8899;p88"/>
              <p:cNvSpPr/>
              <p:nvPr/>
            </p:nvSpPr>
            <p:spPr>
              <a:xfrm>
                <a:off x="2620972" y="5055301"/>
                <a:ext cx="14049" cy="14060"/>
              </a:xfrm>
              <a:custGeom>
                <a:rect b="b" l="l" r="r" t="t"/>
                <a:pathLst>
                  <a:path extrusionOk="0" h="451" w="452">
                    <a:moveTo>
                      <a:pt x="226" y="0"/>
                    </a:moveTo>
                    <a:cubicBezTo>
                      <a:pt x="106" y="0"/>
                      <a:pt x="1" y="105"/>
                      <a:pt x="1" y="226"/>
                    </a:cubicBezTo>
                    <a:cubicBezTo>
                      <a:pt x="1" y="346"/>
                      <a:pt x="106" y="451"/>
                      <a:pt x="226" y="451"/>
                    </a:cubicBezTo>
                    <a:cubicBezTo>
                      <a:pt x="346" y="451"/>
                      <a:pt x="452" y="346"/>
                      <a:pt x="452" y="226"/>
                    </a:cubicBezTo>
                    <a:cubicBezTo>
                      <a:pt x="452" y="105"/>
                      <a:pt x="346" y="0"/>
                      <a:pt x="226" y="0"/>
                    </a:cubicBezTo>
                    <a:close/>
                  </a:path>
                </a:pathLst>
              </a:custGeom>
              <a:solidFill>
                <a:srgbClr val="6B9AB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00" name="Google Shape;8900;p88"/>
              <p:cNvSpPr/>
              <p:nvPr/>
            </p:nvSpPr>
            <p:spPr>
              <a:xfrm>
                <a:off x="2623085" y="5057171"/>
                <a:ext cx="9853" cy="10101"/>
              </a:xfrm>
              <a:custGeom>
                <a:rect b="b" l="l" r="r" t="t"/>
                <a:pathLst>
                  <a:path extrusionOk="0" h="324" w="317">
                    <a:moveTo>
                      <a:pt x="158" y="0"/>
                    </a:moveTo>
                    <a:cubicBezTo>
                      <a:pt x="143" y="0"/>
                      <a:pt x="121" y="23"/>
                      <a:pt x="121" y="45"/>
                    </a:cubicBezTo>
                    <a:lnTo>
                      <a:pt x="121" y="128"/>
                    </a:lnTo>
                    <a:lnTo>
                      <a:pt x="38" y="128"/>
                    </a:lnTo>
                    <a:cubicBezTo>
                      <a:pt x="15" y="128"/>
                      <a:pt x="0" y="143"/>
                      <a:pt x="0" y="166"/>
                    </a:cubicBezTo>
                    <a:cubicBezTo>
                      <a:pt x="0" y="181"/>
                      <a:pt x="15" y="203"/>
                      <a:pt x="38" y="203"/>
                    </a:cubicBezTo>
                    <a:lnTo>
                      <a:pt x="121" y="203"/>
                    </a:lnTo>
                    <a:lnTo>
                      <a:pt x="121" y="286"/>
                    </a:lnTo>
                    <a:cubicBezTo>
                      <a:pt x="121" y="308"/>
                      <a:pt x="143" y="323"/>
                      <a:pt x="158" y="323"/>
                    </a:cubicBezTo>
                    <a:cubicBezTo>
                      <a:pt x="181" y="323"/>
                      <a:pt x="196" y="308"/>
                      <a:pt x="196" y="286"/>
                    </a:cubicBezTo>
                    <a:lnTo>
                      <a:pt x="196" y="203"/>
                    </a:lnTo>
                    <a:lnTo>
                      <a:pt x="278" y="203"/>
                    </a:lnTo>
                    <a:cubicBezTo>
                      <a:pt x="301" y="203"/>
                      <a:pt x="316" y="181"/>
                      <a:pt x="316" y="166"/>
                    </a:cubicBezTo>
                    <a:cubicBezTo>
                      <a:pt x="316" y="143"/>
                      <a:pt x="301" y="128"/>
                      <a:pt x="278" y="128"/>
                    </a:cubicBezTo>
                    <a:lnTo>
                      <a:pt x="196" y="128"/>
                    </a:lnTo>
                    <a:lnTo>
                      <a:pt x="196" y="45"/>
                    </a:lnTo>
                    <a:cubicBezTo>
                      <a:pt x="196" y="23"/>
                      <a:pt x="181" y="0"/>
                      <a:pt x="158" y="0"/>
                    </a:cubicBezTo>
                    <a:close/>
                  </a:path>
                </a:pathLst>
              </a:custGeom>
              <a:solidFill>
                <a:srgbClr val="2A435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01" name="Google Shape;8901;p88"/>
              <p:cNvSpPr/>
              <p:nvPr/>
            </p:nvSpPr>
            <p:spPr>
              <a:xfrm>
                <a:off x="2620972" y="5116653"/>
                <a:ext cx="30181" cy="40309"/>
              </a:xfrm>
              <a:custGeom>
                <a:rect b="b" l="l" r="r" t="t"/>
                <a:pathLst>
                  <a:path extrusionOk="0" h="1293" w="971">
                    <a:moveTo>
                      <a:pt x="226" y="1"/>
                    </a:moveTo>
                    <a:cubicBezTo>
                      <a:pt x="106" y="1"/>
                      <a:pt x="1" y="106"/>
                      <a:pt x="1" y="226"/>
                    </a:cubicBezTo>
                    <a:cubicBezTo>
                      <a:pt x="1" y="294"/>
                      <a:pt x="31" y="361"/>
                      <a:pt x="76" y="399"/>
                    </a:cubicBezTo>
                    <a:lnTo>
                      <a:pt x="970" y="1293"/>
                    </a:lnTo>
                    <a:lnTo>
                      <a:pt x="970" y="654"/>
                    </a:lnTo>
                    <a:lnTo>
                      <a:pt x="399" y="76"/>
                    </a:lnTo>
                    <a:cubicBezTo>
                      <a:pt x="361" y="31"/>
                      <a:pt x="294" y="1"/>
                      <a:pt x="226" y="1"/>
                    </a:cubicBezTo>
                    <a:close/>
                  </a:path>
                </a:pathLst>
              </a:custGeom>
              <a:solidFill>
                <a:srgbClr val="000000">
                  <a:alpha val="148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02" name="Google Shape;8902;p88"/>
              <p:cNvSpPr/>
              <p:nvPr/>
            </p:nvSpPr>
            <p:spPr>
              <a:xfrm>
                <a:off x="2620972" y="5116653"/>
                <a:ext cx="14049" cy="14091"/>
              </a:xfrm>
              <a:custGeom>
                <a:rect b="b" l="l" r="r" t="t"/>
                <a:pathLst>
                  <a:path extrusionOk="0" h="452" w="452">
                    <a:moveTo>
                      <a:pt x="226" y="1"/>
                    </a:moveTo>
                    <a:cubicBezTo>
                      <a:pt x="106" y="1"/>
                      <a:pt x="1" y="98"/>
                      <a:pt x="1" y="226"/>
                    </a:cubicBezTo>
                    <a:cubicBezTo>
                      <a:pt x="1" y="354"/>
                      <a:pt x="106" y="451"/>
                      <a:pt x="226" y="451"/>
                    </a:cubicBezTo>
                    <a:cubicBezTo>
                      <a:pt x="346" y="451"/>
                      <a:pt x="452" y="354"/>
                      <a:pt x="452" y="226"/>
                    </a:cubicBezTo>
                    <a:cubicBezTo>
                      <a:pt x="452" y="106"/>
                      <a:pt x="346" y="1"/>
                      <a:pt x="226" y="1"/>
                    </a:cubicBezTo>
                    <a:close/>
                  </a:path>
                </a:pathLst>
              </a:custGeom>
              <a:solidFill>
                <a:srgbClr val="6B9AB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03" name="Google Shape;8903;p88"/>
              <p:cNvSpPr/>
              <p:nvPr/>
            </p:nvSpPr>
            <p:spPr>
              <a:xfrm>
                <a:off x="2623085" y="5118773"/>
                <a:ext cx="9853" cy="10101"/>
              </a:xfrm>
              <a:custGeom>
                <a:rect b="b" l="l" r="r" t="t"/>
                <a:pathLst>
                  <a:path extrusionOk="0" h="324" w="317">
                    <a:moveTo>
                      <a:pt x="158" y="0"/>
                    </a:moveTo>
                    <a:cubicBezTo>
                      <a:pt x="143" y="0"/>
                      <a:pt x="121" y="23"/>
                      <a:pt x="121" y="38"/>
                    </a:cubicBezTo>
                    <a:lnTo>
                      <a:pt x="121" y="120"/>
                    </a:lnTo>
                    <a:lnTo>
                      <a:pt x="38" y="120"/>
                    </a:lnTo>
                    <a:cubicBezTo>
                      <a:pt x="15" y="120"/>
                      <a:pt x="0" y="143"/>
                      <a:pt x="0" y="158"/>
                    </a:cubicBezTo>
                    <a:cubicBezTo>
                      <a:pt x="0" y="181"/>
                      <a:pt x="15" y="196"/>
                      <a:pt x="38" y="196"/>
                    </a:cubicBezTo>
                    <a:lnTo>
                      <a:pt x="121" y="196"/>
                    </a:lnTo>
                    <a:lnTo>
                      <a:pt x="121" y="286"/>
                    </a:lnTo>
                    <a:cubicBezTo>
                      <a:pt x="121" y="301"/>
                      <a:pt x="143" y="323"/>
                      <a:pt x="158" y="323"/>
                    </a:cubicBezTo>
                    <a:cubicBezTo>
                      <a:pt x="181" y="323"/>
                      <a:pt x="196" y="301"/>
                      <a:pt x="196" y="286"/>
                    </a:cubicBezTo>
                    <a:lnTo>
                      <a:pt x="196" y="196"/>
                    </a:lnTo>
                    <a:lnTo>
                      <a:pt x="278" y="196"/>
                    </a:lnTo>
                    <a:cubicBezTo>
                      <a:pt x="301" y="196"/>
                      <a:pt x="316" y="181"/>
                      <a:pt x="316" y="158"/>
                    </a:cubicBezTo>
                    <a:cubicBezTo>
                      <a:pt x="316" y="135"/>
                      <a:pt x="301" y="120"/>
                      <a:pt x="278" y="120"/>
                    </a:cubicBezTo>
                    <a:lnTo>
                      <a:pt x="196" y="120"/>
                    </a:lnTo>
                    <a:lnTo>
                      <a:pt x="196" y="38"/>
                    </a:lnTo>
                    <a:cubicBezTo>
                      <a:pt x="196" y="23"/>
                      <a:pt x="181" y="0"/>
                      <a:pt x="158" y="0"/>
                    </a:cubicBezTo>
                    <a:close/>
                  </a:path>
                </a:pathLst>
              </a:custGeom>
              <a:solidFill>
                <a:srgbClr val="2A435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04" name="Google Shape;8904;p88"/>
              <p:cNvSpPr/>
              <p:nvPr/>
            </p:nvSpPr>
            <p:spPr>
              <a:xfrm>
                <a:off x="2553492" y="5057171"/>
                <a:ext cx="10071" cy="10101"/>
              </a:xfrm>
              <a:custGeom>
                <a:rect b="b" l="l" r="r" t="t"/>
                <a:pathLst>
                  <a:path extrusionOk="0" h="324" w="324">
                    <a:moveTo>
                      <a:pt x="166" y="0"/>
                    </a:moveTo>
                    <a:cubicBezTo>
                      <a:pt x="143" y="0"/>
                      <a:pt x="128" y="23"/>
                      <a:pt x="128" y="45"/>
                    </a:cubicBezTo>
                    <a:lnTo>
                      <a:pt x="128" y="128"/>
                    </a:lnTo>
                    <a:lnTo>
                      <a:pt x="38" y="128"/>
                    </a:lnTo>
                    <a:cubicBezTo>
                      <a:pt x="23" y="128"/>
                      <a:pt x="0" y="143"/>
                      <a:pt x="0" y="166"/>
                    </a:cubicBezTo>
                    <a:cubicBezTo>
                      <a:pt x="0" y="181"/>
                      <a:pt x="23" y="203"/>
                      <a:pt x="38" y="203"/>
                    </a:cubicBezTo>
                    <a:lnTo>
                      <a:pt x="128" y="203"/>
                    </a:lnTo>
                    <a:lnTo>
                      <a:pt x="128" y="286"/>
                    </a:lnTo>
                    <a:cubicBezTo>
                      <a:pt x="128" y="308"/>
                      <a:pt x="143" y="323"/>
                      <a:pt x="166" y="323"/>
                    </a:cubicBezTo>
                    <a:cubicBezTo>
                      <a:pt x="181" y="323"/>
                      <a:pt x="203" y="308"/>
                      <a:pt x="203" y="286"/>
                    </a:cubicBezTo>
                    <a:lnTo>
                      <a:pt x="203" y="203"/>
                    </a:lnTo>
                    <a:lnTo>
                      <a:pt x="286" y="203"/>
                    </a:lnTo>
                    <a:cubicBezTo>
                      <a:pt x="301" y="203"/>
                      <a:pt x="324" y="181"/>
                      <a:pt x="324" y="166"/>
                    </a:cubicBezTo>
                    <a:cubicBezTo>
                      <a:pt x="324" y="143"/>
                      <a:pt x="316" y="128"/>
                      <a:pt x="286" y="128"/>
                    </a:cubicBezTo>
                    <a:lnTo>
                      <a:pt x="203" y="128"/>
                    </a:lnTo>
                    <a:lnTo>
                      <a:pt x="203" y="45"/>
                    </a:lnTo>
                    <a:cubicBezTo>
                      <a:pt x="203" y="23"/>
                      <a:pt x="181" y="0"/>
                      <a:pt x="166" y="0"/>
                    </a:cubicBezTo>
                    <a:close/>
                  </a:path>
                </a:pathLst>
              </a:custGeom>
              <a:solidFill>
                <a:srgbClr val="2A435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05" name="Google Shape;8905;p88"/>
              <p:cNvSpPr/>
              <p:nvPr/>
            </p:nvSpPr>
            <p:spPr>
              <a:xfrm>
                <a:off x="2481100" y="5018172"/>
                <a:ext cx="170052" cy="143499"/>
              </a:xfrm>
              <a:custGeom>
                <a:rect b="b" l="l" r="r" t="t"/>
                <a:pathLst>
                  <a:path extrusionOk="0" h="4603" w="5471">
                    <a:moveTo>
                      <a:pt x="3982" y="1942"/>
                    </a:moveTo>
                    <a:lnTo>
                      <a:pt x="3982" y="2927"/>
                    </a:lnTo>
                    <a:lnTo>
                      <a:pt x="3246" y="2927"/>
                    </a:lnTo>
                    <a:lnTo>
                      <a:pt x="3246" y="2476"/>
                    </a:lnTo>
                    <a:lnTo>
                      <a:pt x="3246" y="1942"/>
                    </a:lnTo>
                    <a:close/>
                    <a:moveTo>
                      <a:pt x="277" y="0"/>
                    </a:moveTo>
                    <a:cubicBezTo>
                      <a:pt x="246" y="0"/>
                      <a:pt x="214" y="12"/>
                      <a:pt x="188" y="34"/>
                    </a:cubicBezTo>
                    <a:lnTo>
                      <a:pt x="0" y="192"/>
                    </a:lnTo>
                    <a:lnTo>
                      <a:pt x="1721" y="1912"/>
                    </a:lnTo>
                    <a:lnTo>
                      <a:pt x="1751" y="1912"/>
                    </a:lnTo>
                    <a:lnTo>
                      <a:pt x="1751" y="1942"/>
                    </a:lnTo>
                    <a:lnTo>
                      <a:pt x="3524" y="3716"/>
                    </a:lnTo>
                    <a:lnTo>
                      <a:pt x="3975" y="3716"/>
                    </a:lnTo>
                    <a:lnTo>
                      <a:pt x="3975" y="4166"/>
                    </a:lnTo>
                    <a:lnTo>
                      <a:pt x="4411" y="4602"/>
                    </a:lnTo>
                    <a:lnTo>
                      <a:pt x="5327" y="4602"/>
                    </a:lnTo>
                    <a:cubicBezTo>
                      <a:pt x="5402" y="4602"/>
                      <a:pt x="5463" y="4542"/>
                      <a:pt x="5463" y="4467"/>
                    </a:cubicBezTo>
                    <a:lnTo>
                      <a:pt x="5470" y="4437"/>
                    </a:lnTo>
                    <a:lnTo>
                      <a:pt x="5470" y="3798"/>
                    </a:lnTo>
                    <a:lnTo>
                      <a:pt x="5470" y="2468"/>
                    </a:lnTo>
                    <a:lnTo>
                      <a:pt x="5470" y="1830"/>
                    </a:lnTo>
                    <a:lnTo>
                      <a:pt x="5470" y="673"/>
                    </a:lnTo>
                    <a:cubicBezTo>
                      <a:pt x="5470" y="635"/>
                      <a:pt x="5448" y="598"/>
                      <a:pt x="5425" y="567"/>
                    </a:cubicBezTo>
                    <a:lnTo>
                      <a:pt x="4809" y="34"/>
                    </a:lnTo>
                    <a:cubicBezTo>
                      <a:pt x="4786" y="12"/>
                      <a:pt x="4756" y="0"/>
                      <a:pt x="4726" y="0"/>
                    </a:cubicBezTo>
                    <a:cubicBezTo>
                      <a:pt x="4696" y="0"/>
                      <a:pt x="4666" y="12"/>
                      <a:pt x="4644" y="34"/>
                    </a:cubicBezTo>
                    <a:lnTo>
                      <a:pt x="4035" y="567"/>
                    </a:lnTo>
                    <a:cubicBezTo>
                      <a:pt x="4005" y="598"/>
                      <a:pt x="3982" y="628"/>
                      <a:pt x="3982" y="673"/>
                    </a:cubicBezTo>
                    <a:lnTo>
                      <a:pt x="3982" y="1101"/>
                    </a:lnTo>
                    <a:lnTo>
                      <a:pt x="3246" y="1101"/>
                    </a:lnTo>
                    <a:lnTo>
                      <a:pt x="3246" y="673"/>
                    </a:lnTo>
                    <a:cubicBezTo>
                      <a:pt x="3246" y="635"/>
                      <a:pt x="3224" y="598"/>
                      <a:pt x="3194" y="567"/>
                    </a:cubicBezTo>
                    <a:lnTo>
                      <a:pt x="2585" y="34"/>
                    </a:lnTo>
                    <a:cubicBezTo>
                      <a:pt x="2562" y="12"/>
                      <a:pt x="2532" y="0"/>
                      <a:pt x="2502" y="0"/>
                    </a:cubicBezTo>
                    <a:cubicBezTo>
                      <a:pt x="2472" y="0"/>
                      <a:pt x="2442" y="12"/>
                      <a:pt x="2420" y="34"/>
                    </a:cubicBezTo>
                    <a:lnTo>
                      <a:pt x="1804" y="567"/>
                    </a:lnTo>
                    <a:cubicBezTo>
                      <a:pt x="1781" y="598"/>
                      <a:pt x="1758" y="628"/>
                      <a:pt x="1758" y="673"/>
                    </a:cubicBezTo>
                    <a:lnTo>
                      <a:pt x="1758" y="1101"/>
                    </a:lnTo>
                    <a:lnTo>
                      <a:pt x="1015" y="1101"/>
                    </a:lnTo>
                    <a:lnTo>
                      <a:pt x="1015" y="673"/>
                    </a:lnTo>
                    <a:cubicBezTo>
                      <a:pt x="1015" y="635"/>
                      <a:pt x="1000" y="598"/>
                      <a:pt x="970" y="567"/>
                    </a:cubicBezTo>
                    <a:lnTo>
                      <a:pt x="361" y="34"/>
                    </a:lnTo>
                    <a:cubicBezTo>
                      <a:pt x="338" y="12"/>
                      <a:pt x="308" y="0"/>
                      <a:pt x="277" y="0"/>
                    </a:cubicBezTo>
                    <a:close/>
                  </a:path>
                </a:pathLst>
              </a:custGeom>
              <a:solidFill>
                <a:srgbClr val="000000">
                  <a:alpha val="148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06" name="Google Shape;8906;p88"/>
              <p:cNvSpPr/>
              <p:nvPr/>
            </p:nvSpPr>
            <p:spPr>
              <a:xfrm>
                <a:off x="2385118" y="4723163"/>
                <a:ext cx="278157" cy="333635"/>
              </a:xfrm>
              <a:custGeom>
                <a:rect b="b" l="l" r="r" t="t"/>
                <a:pathLst>
                  <a:path extrusionOk="0" h="10702" w="8949">
                    <a:moveTo>
                      <a:pt x="4471" y="0"/>
                    </a:moveTo>
                    <a:cubicBezTo>
                      <a:pt x="1999" y="0"/>
                      <a:pt x="0" y="1999"/>
                      <a:pt x="0" y="4471"/>
                    </a:cubicBezTo>
                    <a:cubicBezTo>
                      <a:pt x="0" y="7018"/>
                      <a:pt x="2743" y="9309"/>
                      <a:pt x="3937" y="10481"/>
                    </a:cubicBezTo>
                    <a:cubicBezTo>
                      <a:pt x="4088" y="10628"/>
                      <a:pt x="4281" y="10701"/>
                      <a:pt x="4475" y="10701"/>
                    </a:cubicBezTo>
                    <a:cubicBezTo>
                      <a:pt x="4668" y="10701"/>
                      <a:pt x="4861" y="10628"/>
                      <a:pt x="5012" y="10481"/>
                    </a:cubicBezTo>
                    <a:cubicBezTo>
                      <a:pt x="6206" y="9317"/>
                      <a:pt x="8949" y="7018"/>
                      <a:pt x="8949" y="4471"/>
                    </a:cubicBezTo>
                    <a:cubicBezTo>
                      <a:pt x="8941" y="2006"/>
                      <a:pt x="6943" y="0"/>
                      <a:pt x="4471" y="0"/>
                    </a:cubicBezTo>
                    <a:close/>
                  </a:path>
                </a:pathLst>
              </a:custGeom>
              <a:solidFill>
                <a:srgbClr val="F43D4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07" name="Google Shape;8907;p88"/>
              <p:cNvSpPr/>
              <p:nvPr/>
            </p:nvSpPr>
            <p:spPr>
              <a:xfrm>
                <a:off x="2432985" y="4771172"/>
                <a:ext cx="182175" cy="182717"/>
              </a:xfrm>
              <a:custGeom>
                <a:rect b="b" l="l" r="r" t="t"/>
                <a:pathLst>
                  <a:path extrusionOk="0" h="5861" w="5861">
                    <a:moveTo>
                      <a:pt x="2931" y="0"/>
                    </a:moveTo>
                    <a:cubicBezTo>
                      <a:pt x="1308" y="0"/>
                      <a:pt x="1" y="1315"/>
                      <a:pt x="1" y="2931"/>
                    </a:cubicBezTo>
                    <a:cubicBezTo>
                      <a:pt x="1" y="4561"/>
                      <a:pt x="1315" y="5861"/>
                      <a:pt x="2931" y="5861"/>
                    </a:cubicBezTo>
                    <a:cubicBezTo>
                      <a:pt x="4554" y="5861"/>
                      <a:pt x="5861" y="4546"/>
                      <a:pt x="5861" y="2931"/>
                    </a:cubicBezTo>
                    <a:cubicBezTo>
                      <a:pt x="5861" y="1308"/>
                      <a:pt x="4546" y="0"/>
                      <a:pt x="2931" y="0"/>
                    </a:cubicBezTo>
                    <a:close/>
                  </a:path>
                </a:pathLst>
              </a:custGeom>
              <a:solidFill>
                <a:srgbClr val="000000">
                  <a:alpha val="148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08" name="Google Shape;8908;p88"/>
              <p:cNvSpPr/>
              <p:nvPr/>
            </p:nvSpPr>
            <p:spPr>
              <a:xfrm>
                <a:off x="2456328" y="4787913"/>
                <a:ext cx="158365" cy="162952"/>
              </a:xfrm>
              <a:custGeom>
                <a:rect b="b" l="l" r="r" t="t"/>
                <a:pathLst>
                  <a:path extrusionOk="0" h="5227" w="5095">
                    <a:moveTo>
                      <a:pt x="2189" y="1"/>
                    </a:moveTo>
                    <a:cubicBezTo>
                      <a:pt x="2122" y="1"/>
                      <a:pt x="2052" y="27"/>
                      <a:pt x="1999" y="79"/>
                    </a:cubicBezTo>
                    <a:lnTo>
                      <a:pt x="106" y="1973"/>
                    </a:lnTo>
                    <a:cubicBezTo>
                      <a:pt x="1" y="2071"/>
                      <a:pt x="1" y="2236"/>
                      <a:pt x="106" y="2341"/>
                    </a:cubicBezTo>
                    <a:lnTo>
                      <a:pt x="850" y="3085"/>
                    </a:lnTo>
                    <a:lnTo>
                      <a:pt x="2991" y="5226"/>
                    </a:lnTo>
                    <a:cubicBezTo>
                      <a:pt x="3833" y="4986"/>
                      <a:pt x="4516" y="4377"/>
                      <a:pt x="4870" y="3588"/>
                    </a:cubicBezTo>
                    <a:cubicBezTo>
                      <a:pt x="4975" y="3333"/>
                      <a:pt x="5057" y="3070"/>
                      <a:pt x="5095" y="2799"/>
                    </a:cubicBezTo>
                    <a:lnTo>
                      <a:pt x="2368" y="79"/>
                    </a:lnTo>
                    <a:cubicBezTo>
                      <a:pt x="2323" y="27"/>
                      <a:pt x="2257" y="1"/>
                      <a:pt x="2189" y="1"/>
                    </a:cubicBezTo>
                    <a:close/>
                  </a:path>
                </a:pathLst>
              </a:custGeom>
              <a:solidFill>
                <a:srgbClr val="000000">
                  <a:alpha val="148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09" name="Google Shape;8909;p88"/>
              <p:cNvSpPr/>
              <p:nvPr/>
            </p:nvSpPr>
            <p:spPr>
              <a:xfrm>
                <a:off x="2482251" y="4818652"/>
                <a:ext cx="125449" cy="135237"/>
              </a:xfrm>
              <a:custGeom>
                <a:rect b="b" l="l" r="r" t="t"/>
                <a:pathLst>
                  <a:path extrusionOk="0" h="4338" w="4036">
                    <a:moveTo>
                      <a:pt x="1341" y="1"/>
                    </a:moveTo>
                    <a:cubicBezTo>
                      <a:pt x="1286" y="1"/>
                      <a:pt x="1231" y="19"/>
                      <a:pt x="1188" y="55"/>
                    </a:cubicBezTo>
                    <a:lnTo>
                      <a:pt x="68" y="1175"/>
                    </a:lnTo>
                    <a:cubicBezTo>
                      <a:pt x="23" y="1220"/>
                      <a:pt x="1" y="1280"/>
                      <a:pt x="1" y="1332"/>
                    </a:cubicBezTo>
                    <a:lnTo>
                      <a:pt x="1" y="3211"/>
                    </a:lnTo>
                    <a:cubicBezTo>
                      <a:pt x="1" y="3286"/>
                      <a:pt x="53" y="3361"/>
                      <a:pt x="114" y="3399"/>
                    </a:cubicBezTo>
                    <a:lnTo>
                      <a:pt x="1038" y="4323"/>
                    </a:lnTo>
                    <a:cubicBezTo>
                      <a:pt x="1135" y="4330"/>
                      <a:pt x="1241" y="4338"/>
                      <a:pt x="1346" y="4338"/>
                    </a:cubicBezTo>
                    <a:cubicBezTo>
                      <a:pt x="1631" y="4338"/>
                      <a:pt x="1902" y="4300"/>
                      <a:pt x="2157" y="4225"/>
                    </a:cubicBezTo>
                    <a:cubicBezTo>
                      <a:pt x="2999" y="3992"/>
                      <a:pt x="3682" y="3384"/>
                      <a:pt x="4036" y="2595"/>
                    </a:cubicBezTo>
                    <a:lnTo>
                      <a:pt x="1504" y="70"/>
                    </a:lnTo>
                    <a:cubicBezTo>
                      <a:pt x="1460" y="23"/>
                      <a:pt x="1401" y="1"/>
                      <a:pt x="1341" y="1"/>
                    </a:cubicBezTo>
                    <a:close/>
                  </a:path>
                </a:pathLst>
              </a:custGeom>
              <a:solidFill>
                <a:srgbClr val="000000">
                  <a:alpha val="148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10" name="Google Shape;8910;p88"/>
              <p:cNvSpPr/>
              <p:nvPr/>
            </p:nvSpPr>
            <p:spPr>
              <a:xfrm>
                <a:off x="2456328" y="4787913"/>
                <a:ext cx="135737" cy="75443"/>
              </a:xfrm>
              <a:custGeom>
                <a:rect b="b" l="l" r="r" t="t"/>
                <a:pathLst>
                  <a:path extrusionOk="0" h="2420" w="4367">
                    <a:moveTo>
                      <a:pt x="2184" y="1"/>
                    </a:moveTo>
                    <a:cubicBezTo>
                      <a:pt x="2118" y="1"/>
                      <a:pt x="2052" y="27"/>
                      <a:pt x="1999" y="79"/>
                    </a:cubicBezTo>
                    <a:lnTo>
                      <a:pt x="106" y="1973"/>
                    </a:lnTo>
                    <a:cubicBezTo>
                      <a:pt x="1" y="2078"/>
                      <a:pt x="1" y="2236"/>
                      <a:pt x="106" y="2341"/>
                    </a:cubicBezTo>
                    <a:cubicBezTo>
                      <a:pt x="155" y="2394"/>
                      <a:pt x="221" y="2420"/>
                      <a:pt x="286" y="2420"/>
                    </a:cubicBezTo>
                    <a:cubicBezTo>
                      <a:pt x="352" y="2420"/>
                      <a:pt x="418" y="2394"/>
                      <a:pt x="467" y="2341"/>
                    </a:cubicBezTo>
                    <a:lnTo>
                      <a:pt x="2180" y="628"/>
                    </a:lnTo>
                    <a:lnTo>
                      <a:pt x="3893" y="2341"/>
                    </a:lnTo>
                    <a:cubicBezTo>
                      <a:pt x="3945" y="2386"/>
                      <a:pt x="4013" y="2416"/>
                      <a:pt x="4081" y="2416"/>
                    </a:cubicBezTo>
                    <a:cubicBezTo>
                      <a:pt x="4141" y="2416"/>
                      <a:pt x="4208" y="2394"/>
                      <a:pt x="4268" y="2341"/>
                    </a:cubicBezTo>
                    <a:cubicBezTo>
                      <a:pt x="4366" y="2236"/>
                      <a:pt x="4366" y="2078"/>
                      <a:pt x="4268" y="1973"/>
                    </a:cubicBezTo>
                    <a:lnTo>
                      <a:pt x="2368" y="79"/>
                    </a:lnTo>
                    <a:cubicBezTo>
                      <a:pt x="2315" y="27"/>
                      <a:pt x="2249" y="1"/>
                      <a:pt x="2184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11" name="Google Shape;8911;p88"/>
              <p:cNvSpPr/>
              <p:nvPr/>
            </p:nvSpPr>
            <p:spPr>
              <a:xfrm>
                <a:off x="2482717" y="4818652"/>
                <a:ext cx="83177" cy="107148"/>
              </a:xfrm>
              <a:custGeom>
                <a:rect b="b" l="l" r="r" t="t"/>
                <a:pathLst>
                  <a:path extrusionOk="0" h="3437" w="2676">
                    <a:moveTo>
                      <a:pt x="1706" y="2069"/>
                    </a:moveTo>
                    <a:cubicBezTo>
                      <a:pt x="1729" y="2069"/>
                      <a:pt x="1744" y="2084"/>
                      <a:pt x="1744" y="2106"/>
                    </a:cubicBezTo>
                    <a:lnTo>
                      <a:pt x="1744" y="2925"/>
                    </a:lnTo>
                    <a:cubicBezTo>
                      <a:pt x="1744" y="2948"/>
                      <a:pt x="1729" y="2970"/>
                      <a:pt x="1706" y="2970"/>
                    </a:cubicBezTo>
                    <a:lnTo>
                      <a:pt x="978" y="2970"/>
                    </a:lnTo>
                    <a:cubicBezTo>
                      <a:pt x="955" y="2970"/>
                      <a:pt x="940" y="2948"/>
                      <a:pt x="940" y="2925"/>
                    </a:cubicBezTo>
                    <a:lnTo>
                      <a:pt x="940" y="2106"/>
                    </a:lnTo>
                    <a:cubicBezTo>
                      <a:pt x="940" y="2084"/>
                      <a:pt x="955" y="2069"/>
                      <a:pt x="978" y="2069"/>
                    </a:cubicBezTo>
                    <a:close/>
                    <a:moveTo>
                      <a:pt x="1335" y="1"/>
                    </a:moveTo>
                    <a:cubicBezTo>
                      <a:pt x="1278" y="1"/>
                      <a:pt x="1222" y="21"/>
                      <a:pt x="1181" y="63"/>
                    </a:cubicBezTo>
                    <a:lnTo>
                      <a:pt x="61" y="1182"/>
                    </a:lnTo>
                    <a:cubicBezTo>
                      <a:pt x="23" y="1220"/>
                      <a:pt x="1" y="1280"/>
                      <a:pt x="1" y="1347"/>
                    </a:cubicBezTo>
                    <a:lnTo>
                      <a:pt x="1" y="3226"/>
                    </a:lnTo>
                    <a:cubicBezTo>
                      <a:pt x="1" y="3346"/>
                      <a:pt x="91" y="3436"/>
                      <a:pt x="211" y="3436"/>
                    </a:cubicBezTo>
                    <a:lnTo>
                      <a:pt x="2458" y="3436"/>
                    </a:lnTo>
                    <a:cubicBezTo>
                      <a:pt x="2578" y="3436"/>
                      <a:pt x="2676" y="3346"/>
                      <a:pt x="2676" y="3226"/>
                    </a:cubicBezTo>
                    <a:lnTo>
                      <a:pt x="2676" y="1347"/>
                    </a:lnTo>
                    <a:cubicBezTo>
                      <a:pt x="2676" y="1287"/>
                      <a:pt x="2653" y="1235"/>
                      <a:pt x="2608" y="1182"/>
                    </a:cubicBezTo>
                    <a:lnTo>
                      <a:pt x="1489" y="63"/>
                    </a:lnTo>
                    <a:cubicBezTo>
                      <a:pt x="1447" y="21"/>
                      <a:pt x="1391" y="1"/>
                      <a:pt x="133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12" name="Google Shape;8912;p88"/>
              <p:cNvSpPr/>
              <p:nvPr/>
            </p:nvSpPr>
            <p:spPr>
              <a:xfrm>
                <a:off x="2267475" y="5063713"/>
                <a:ext cx="146925" cy="99775"/>
              </a:xfrm>
              <a:custGeom>
                <a:rect b="b" l="l" r="r" t="t"/>
                <a:pathLst>
                  <a:path extrusionOk="0" h="3991" w="5877">
                    <a:moveTo>
                      <a:pt x="2924" y="0"/>
                    </a:moveTo>
                    <a:cubicBezTo>
                      <a:pt x="1676" y="0"/>
                      <a:pt x="617" y="774"/>
                      <a:pt x="189" y="1879"/>
                    </a:cubicBezTo>
                    <a:cubicBezTo>
                      <a:pt x="69" y="2194"/>
                      <a:pt x="1" y="2555"/>
                      <a:pt x="1" y="2923"/>
                    </a:cubicBezTo>
                    <a:cubicBezTo>
                      <a:pt x="1" y="3299"/>
                      <a:pt x="76" y="3659"/>
                      <a:pt x="211" y="3990"/>
                    </a:cubicBezTo>
                    <a:lnTo>
                      <a:pt x="5666" y="3990"/>
                    </a:lnTo>
                    <a:cubicBezTo>
                      <a:pt x="5801" y="3659"/>
                      <a:pt x="5876" y="3299"/>
                      <a:pt x="5876" y="2923"/>
                    </a:cubicBezTo>
                    <a:cubicBezTo>
                      <a:pt x="5876" y="2555"/>
                      <a:pt x="5809" y="2194"/>
                      <a:pt x="5659" y="1879"/>
                    </a:cubicBezTo>
                    <a:cubicBezTo>
                      <a:pt x="5238" y="774"/>
                      <a:pt x="4171" y="0"/>
                      <a:pt x="2924" y="0"/>
                    </a:cubicBezTo>
                    <a:close/>
                  </a:path>
                </a:pathLst>
              </a:custGeom>
              <a:solidFill>
                <a:srgbClr val="428A8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13" name="Google Shape;8913;p88"/>
              <p:cNvSpPr/>
              <p:nvPr/>
            </p:nvSpPr>
            <p:spPr>
              <a:xfrm>
                <a:off x="2355400" y="5090938"/>
                <a:ext cx="106325" cy="72550"/>
              </a:xfrm>
              <a:custGeom>
                <a:rect b="b" l="l" r="r" t="t"/>
                <a:pathLst>
                  <a:path extrusionOk="0" h="2902" w="4253">
                    <a:moveTo>
                      <a:pt x="2119" y="1"/>
                    </a:moveTo>
                    <a:cubicBezTo>
                      <a:pt x="1217" y="1"/>
                      <a:pt x="451" y="564"/>
                      <a:pt x="135" y="1361"/>
                    </a:cubicBezTo>
                    <a:cubicBezTo>
                      <a:pt x="45" y="1594"/>
                      <a:pt x="0" y="1857"/>
                      <a:pt x="0" y="2120"/>
                    </a:cubicBezTo>
                    <a:cubicBezTo>
                      <a:pt x="0" y="2398"/>
                      <a:pt x="53" y="2653"/>
                      <a:pt x="151" y="2901"/>
                    </a:cubicBezTo>
                    <a:lnTo>
                      <a:pt x="4103" y="2901"/>
                    </a:lnTo>
                    <a:cubicBezTo>
                      <a:pt x="4200" y="2653"/>
                      <a:pt x="4253" y="2390"/>
                      <a:pt x="4253" y="2120"/>
                    </a:cubicBezTo>
                    <a:cubicBezTo>
                      <a:pt x="4253" y="1857"/>
                      <a:pt x="4200" y="1601"/>
                      <a:pt x="4103" y="1361"/>
                    </a:cubicBezTo>
                    <a:cubicBezTo>
                      <a:pt x="3802" y="564"/>
                      <a:pt x="3021" y="1"/>
                      <a:pt x="2119" y="1"/>
                    </a:cubicBezTo>
                    <a:close/>
                  </a:path>
                </a:pathLst>
              </a:custGeom>
              <a:solidFill>
                <a:srgbClr val="75BDB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14" name="Google Shape;8914;p88"/>
              <p:cNvSpPr/>
              <p:nvPr/>
            </p:nvSpPr>
            <p:spPr>
              <a:xfrm>
                <a:off x="2608225" y="5046813"/>
                <a:ext cx="170750" cy="116675"/>
              </a:xfrm>
              <a:custGeom>
                <a:rect b="b" l="l" r="r" t="t"/>
                <a:pathLst>
                  <a:path extrusionOk="0" h="4667" w="6830">
                    <a:moveTo>
                      <a:pt x="3419" y="0"/>
                    </a:moveTo>
                    <a:cubicBezTo>
                      <a:pt x="1961" y="0"/>
                      <a:pt x="714" y="909"/>
                      <a:pt x="226" y="2194"/>
                    </a:cubicBezTo>
                    <a:cubicBezTo>
                      <a:pt x="75" y="2570"/>
                      <a:pt x="0" y="2983"/>
                      <a:pt x="0" y="3419"/>
                    </a:cubicBezTo>
                    <a:cubicBezTo>
                      <a:pt x="0" y="3855"/>
                      <a:pt x="83" y="4283"/>
                      <a:pt x="233" y="4666"/>
                    </a:cubicBezTo>
                    <a:lnTo>
                      <a:pt x="6597" y="4666"/>
                    </a:lnTo>
                    <a:cubicBezTo>
                      <a:pt x="6747" y="4283"/>
                      <a:pt x="6830" y="3855"/>
                      <a:pt x="6830" y="3419"/>
                    </a:cubicBezTo>
                    <a:cubicBezTo>
                      <a:pt x="6830" y="2983"/>
                      <a:pt x="6755" y="2570"/>
                      <a:pt x="6612" y="2194"/>
                    </a:cubicBezTo>
                    <a:cubicBezTo>
                      <a:pt x="6116" y="909"/>
                      <a:pt x="4876" y="0"/>
                      <a:pt x="3419" y="0"/>
                    </a:cubicBezTo>
                    <a:close/>
                  </a:path>
                </a:pathLst>
              </a:custGeom>
              <a:solidFill>
                <a:srgbClr val="75BDB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915" name="Google Shape;8915;p88"/>
          <p:cNvSpPr/>
          <p:nvPr/>
        </p:nvSpPr>
        <p:spPr>
          <a:xfrm>
            <a:off x="665350" y="2095650"/>
            <a:ext cx="1196400" cy="1307700"/>
          </a:xfrm>
          <a:prstGeom prst="roundRect">
            <a:avLst>
              <a:gd fmla="val 16667" name="adj"/>
            </a:avLst>
          </a:prstGeom>
          <a:solidFill>
            <a:srgbClr val="994F6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FFFFFF"/>
              </a:highlight>
            </a:endParaRPr>
          </a:p>
        </p:txBody>
      </p:sp>
      <p:sp>
        <p:nvSpPr>
          <p:cNvPr id="8916" name="Google Shape;8916;p88"/>
          <p:cNvSpPr txBox="1"/>
          <p:nvPr/>
        </p:nvSpPr>
        <p:spPr>
          <a:xfrm>
            <a:off x="801500" y="2095650"/>
            <a:ext cx="975600" cy="12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ubik"/>
                <a:ea typeface="Rubik"/>
                <a:cs typeface="Rubik"/>
                <a:sym typeface="Rubik"/>
              </a:rPr>
              <a:t>Simple baseline. Captures main trends, struggles with complex patterns </a:t>
            </a:r>
            <a:endParaRPr sz="1000">
              <a:latin typeface="Rubik"/>
              <a:ea typeface="Rubik"/>
              <a:cs typeface="Rubik"/>
              <a:sym typeface="Rubik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20" name="Shape 8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1" name="Google Shape;8921;p89"/>
          <p:cNvSpPr/>
          <p:nvPr/>
        </p:nvSpPr>
        <p:spPr>
          <a:xfrm>
            <a:off x="719700" y="302000"/>
            <a:ext cx="7704300" cy="4321200"/>
          </a:xfrm>
          <a:prstGeom prst="roundRect">
            <a:avLst>
              <a:gd fmla="val 4416" name="adj"/>
            </a:avLst>
          </a:prstGeom>
          <a:solidFill>
            <a:schemeClr val="lt1"/>
          </a:solidFill>
          <a:ln cap="flat" cmpd="sng" w="762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922" name="Google Shape;8922;p89"/>
          <p:cNvGrpSpPr/>
          <p:nvPr/>
        </p:nvGrpSpPr>
        <p:grpSpPr>
          <a:xfrm>
            <a:off x="254474" y="3288554"/>
            <a:ext cx="1496970" cy="1854950"/>
            <a:chOff x="243098" y="2746672"/>
            <a:chExt cx="1496970" cy="2297721"/>
          </a:xfrm>
        </p:grpSpPr>
        <p:sp>
          <p:nvSpPr>
            <p:cNvPr id="8923" name="Google Shape;8923;p89"/>
            <p:cNvSpPr/>
            <p:nvPr/>
          </p:nvSpPr>
          <p:spPr>
            <a:xfrm>
              <a:off x="789842" y="4086383"/>
              <a:ext cx="461762" cy="958010"/>
            </a:xfrm>
            <a:custGeom>
              <a:rect b="b" l="l" r="r" t="t"/>
              <a:pathLst>
                <a:path extrusionOk="0" h="11977" w="5776">
                  <a:moveTo>
                    <a:pt x="2888" y="0"/>
                  </a:moveTo>
                  <a:lnTo>
                    <a:pt x="2797" y="2219"/>
                  </a:lnTo>
                  <a:lnTo>
                    <a:pt x="1611" y="1307"/>
                  </a:lnTo>
                  <a:lnTo>
                    <a:pt x="1520" y="1429"/>
                  </a:lnTo>
                  <a:lnTo>
                    <a:pt x="2645" y="2797"/>
                  </a:lnTo>
                  <a:lnTo>
                    <a:pt x="2432" y="7082"/>
                  </a:lnTo>
                  <a:lnTo>
                    <a:pt x="1885" y="6535"/>
                  </a:lnTo>
                  <a:lnTo>
                    <a:pt x="1915" y="5076"/>
                  </a:lnTo>
                  <a:lnTo>
                    <a:pt x="1703" y="5015"/>
                  </a:lnTo>
                  <a:lnTo>
                    <a:pt x="1520" y="6201"/>
                  </a:lnTo>
                  <a:lnTo>
                    <a:pt x="152" y="5015"/>
                  </a:lnTo>
                  <a:lnTo>
                    <a:pt x="0" y="5137"/>
                  </a:lnTo>
                  <a:lnTo>
                    <a:pt x="2310" y="7812"/>
                  </a:lnTo>
                  <a:lnTo>
                    <a:pt x="2007" y="11976"/>
                  </a:lnTo>
                  <a:lnTo>
                    <a:pt x="3891" y="11976"/>
                  </a:lnTo>
                  <a:lnTo>
                    <a:pt x="3678" y="6748"/>
                  </a:lnTo>
                  <a:lnTo>
                    <a:pt x="4681" y="5107"/>
                  </a:lnTo>
                  <a:lnTo>
                    <a:pt x="5776" y="4955"/>
                  </a:lnTo>
                  <a:lnTo>
                    <a:pt x="5776" y="4772"/>
                  </a:lnTo>
                  <a:lnTo>
                    <a:pt x="4803" y="4803"/>
                  </a:lnTo>
                  <a:lnTo>
                    <a:pt x="5350" y="3921"/>
                  </a:lnTo>
                  <a:lnTo>
                    <a:pt x="5228" y="3800"/>
                  </a:lnTo>
                  <a:lnTo>
                    <a:pt x="3678" y="5471"/>
                  </a:lnTo>
                  <a:lnTo>
                    <a:pt x="3405" y="2736"/>
                  </a:lnTo>
                  <a:lnTo>
                    <a:pt x="319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24" name="Google Shape;8924;p89"/>
            <p:cNvSpPr/>
            <p:nvPr/>
          </p:nvSpPr>
          <p:spPr>
            <a:xfrm>
              <a:off x="274676" y="2746672"/>
              <a:ext cx="1465392" cy="1589112"/>
            </a:xfrm>
            <a:custGeom>
              <a:rect b="b" l="l" r="r" t="t"/>
              <a:pathLst>
                <a:path extrusionOk="0" h="19867" w="18330">
                  <a:moveTo>
                    <a:pt x="9682" y="1"/>
                  </a:moveTo>
                  <a:cubicBezTo>
                    <a:pt x="9666" y="1"/>
                    <a:pt x="9651" y="1"/>
                    <a:pt x="9636" y="1"/>
                  </a:cubicBezTo>
                  <a:cubicBezTo>
                    <a:pt x="8663" y="32"/>
                    <a:pt x="7873" y="731"/>
                    <a:pt x="7265" y="1460"/>
                  </a:cubicBezTo>
                  <a:cubicBezTo>
                    <a:pt x="6019" y="2980"/>
                    <a:pt x="5259" y="4865"/>
                    <a:pt x="5107" y="6840"/>
                  </a:cubicBezTo>
                  <a:cubicBezTo>
                    <a:pt x="4712" y="6354"/>
                    <a:pt x="4377" y="5868"/>
                    <a:pt x="3891" y="5472"/>
                  </a:cubicBezTo>
                  <a:cubicBezTo>
                    <a:pt x="3485" y="5168"/>
                    <a:pt x="2993" y="4926"/>
                    <a:pt x="2488" y="4926"/>
                  </a:cubicBezTo>
                  <a:cubicBezTo>
                    <a:pt x="2389" y="4926"/>
                    <a:pt x="2289" y="4936"/>
                    <a:pt x="2189" y="4956"/>
                  </a:cubicBezTo>
                  <a:cubicBezTo>
                    <a:pt x="1186" y="5108"/>
                    <a:pt x="548" y="6111"/>
                    <a:pt x="274" y="7114"/>
                  </a:cubicBezTo>
                  <a:cubicBezTo>
                    <a:pt x="1" y="8178"/>
                    <a:pt x="61" y="9272"/>
                    <a:pt x="396" y="10305"/>
                  </a:cubicBezTo>
                  <a:cubicBezTo>
                    <a:pt x="912" y="12007"/>
                    <a:pt x="2219" y="13375"/>
                    <a:pt x="3466" y="14622"/>
                  </a:cubicBezTo>
                  <a:cubicBezTo>
                    <a:pt x="3336" y="14567"/>
                    <a:pt x="3199" y="14541"/>
                    <a:pt x="3063" y="14541"/>
                  </a:cubicBezTo>
                  <a:cubicBezTo>
                    <a:pt x="2595" y="14541"/>
                    <a:pt x="2127" y="14843"/>
                    <a:pt x="1915" y="15290"/>
                  </a:cubicBezTo>
                  <a:cubicBezTo>
                    <a:pt x="1520" y="16050"/>
                    <a:pt x="1915" y="16901"/>
                    <a:pt x="2402" y="17509"/>
                  </a:cubicBezTo>
                  <a:cubicBezTo>
                    <a:pt x="2858" y="18026"/>
                    <a:pt x="3435" y="18391"/>
                    <a:pt x="4043" y="18695"/>
                  </a:cubicBezTo>
                  <a:cubicBezTo>
                    <a:pt x="5651" y="19498"/>
                    <a:pt x="7434" y="19866"/>
                    <a:pt x="9228" y="19866"/>
                  </a:cubicBezTo>
                  <a:cubicBezTo>
                    <a:pt x="11164" y="19866"/>
                    <a:pt x="13112" y="19437"/>
                    <a:pt x="14864" y="18664"/>
                  </a:cubicBezTo>
                  <a:cubicBezTo>
                    <a:pt x="16110" y="18117"/>
                    <a:pt x="16992" y="17205"/>
                    <a:pt x="17691" y="15989"/>
                  </a:cubicBezTo>
                  <a:cubicBezTo>
                    <a:pt x="18147" y="15290"/>
                    <a:pt x="18299" y="14439"/>
                    <a:pt x="18329" y="13649"/>
                  </a:cubicBezTo>
                  <a:cubicBezTo>
                    <a:pt x="18329" y="13102"/>
                    <a:pt x="18299" y="12585"/>
                    <a:pt x="18086" y="12129"/>
                  </a:cubicBezTo>
                  <a:cubicBezTo>
                    <a:pt x="17873" y="11673"/>
                    <a:pt x="17448" y="11248"/>
                    <a:pt x="16931" y="11187"/>
                  </a:cubicBezTo>
                  <a:cubicBezTo>
                    <a:pt x="16869" y="11174"/>
                    <a:pt x="16804" y="11168"/>
                    <a:pt x="16739" y="11168"/>
                  </a:cubicBezTo>
                  <a:cubicBezTo>
                    <a:pt x="16511" y="11168"/>
                    <a:pt x="16279" y="11244"/>
                    <a:pt x="16148" y="11384"/>
                  </a:cubicBezTo>
                  <a:lnTo>
                    <a:pt x="16148" y="11384"/>
                  </a:lnTo>
                  <a:cubicBezTo>
                    <a:pt x="16711" y="10695"/>
                    <a:pt x="17239" y="9890"/>
                    <a:pt x="17448" y="8998"/>
                  </a:cubicBezTo>
                  <a:cubicBezTo>
                    <a:pt x="17691" y="8086"/>
                    <a:pt x="17569" y="7083"/>
                    <a:pt x="16961" y="6384"/>
                  </a:cubicBezTo>
                  <a:cubicBezTo>
                    <a:pt x="16487" y="5810"/>
                    <a:pt x="15766" y="5523"/>
                    <a:pt x="15019" y="5523"/>
                  </a:cubicBezTo>
                  <a:cubicBezTo>
                    <a:pt x="14856" y="5523"/>
                    <a:pt x="14692" y="5536"/>
                    <a:pt x="14530" y="5564"/>
                  </a:cubicBezTo>
                  <a:cubicBezTo>
                    <a:pt x="13618" y="5716"/>
                    <a:pt x="12858" y="6202"/>
                    <a:pt x="12250" y="6871"/>
                  </a:cubicBezTo>
                  <a:cubicBezTo>
                    <a:pt x="12311" y="5472"/>
                    <a:pt x="12615" y="4074"/>
                    <a:pt x="12372" y="2706"/>
                  </a:cubicBezTo>
                  <a:cubicBezTo>
                    <a:pt x="12101" y="1354"/>
                    <a:pt x="11057" y="1"/>
                    <a:pt x="968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25" name="Google Shape;8925;p89"/>
            <p:cNvSpPr/>
            <p:nvPr/>
          </p:nvSpPr>
          <p:spPr>
            <a:xfrm>
              <a:off x="635228" y="4360980"/>
              <a:ext cx="324817" cy="282356"/>
            </a:xfrm>
            <a:custGeom>
              <a:rect b="b" l="l" r="r" t="t"/>
              <a:pathLst>
                <a:path extrusionOk="0" h="3530" w="4063">
                  <a:moveTo>
                    <a:pt x="1850" y="0"/>
                  </a:moveTo>
                  <a:cubicBezTo>
                    <a:pt x="1502" y="0"/>
                    <a:pt x="1195" y="373"/>
                    <a:pt x="1570" y="944"/>
                  </a:cubicBezTo>
                  <a:cubicBezTo>
                    <a:pt x="1296" y="663"/>
                    <a:pt x="1033" y="551"/>
                    <a:pt x="819" y="551"/>
                  </a:cubicBezTo>
                  <a:cubicBezTo>
                    <a:pt x="223" y="551"/>
                    <a:pt x="1" y="1409"/>
                    <a:pt x="962" y="1856"/>
                  </a:cubicBezTo>
                  <a:cubicBezTo>
                    <a:pt x="37" y="1881"/>
                    <a:pt x="304" y="2974"/>
                    <a:pt x="969" y="2974"/>
                  </a:cubicBezTo>
                  <a:cubicBezTo>
                    <a:pt x="1100" y="2974"/>
                    <a:pt x="1247" y="2931"/>
                    <a:pt x="1403" y="2829"/>
                  </a:cubicBezTo>
                  <a:lnTo>
                    <a:pt x="1403" y="2829"/>
                  </a:lnTo>
                  <a:cubicBezTo>
                    <a:pt x="1083" y="3075"/>
                    <a:pt x="1301" y="3529"/>
                    <a:pt x="1714" y="3529"/>
                  </a:cubicBezTo>
                  <a:cubicBezTo>
                    <a:pt x="1726" y="3529"/>
                    <a:pt x="1739" y="3529"/>
                    <a:pt x="1752" y="3528"/>
                  </a:cubicBezTo>
                  <a:cubicBezTo>
                    <a:pt x="2877" y="3315"/>
                    <a:pt x="4062" y="1491"/>
                    <a:pt x="3029" y="519"/>
                  </a:cubicBezTo>
                  <a:cubicBezTo>
                    <a:pt x="2955" y="430"/>
                    <a:pt x="2810" y="370"/>
                    <a:pt x="2680" y="370"/>
                  </a:cubicBezTo>
                  <a:cubicBezTo>
                    <a:pt x="2542" y="370"/>
                    <a:pt x="2421" y="438"/>
                    <a:pt x="2421" y="610"/>
                  </a:cubicBezTo>
                  <a:cubicBezTo>
                    <a:pt x="2358" y="184"/>
                    <a:pt x="2094" y="0"/>
                    <a:pt x="185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26" name="Google Shape;8926;p89"/>
            <p:cNvSpPr/>
            <p:nvPr/>
          </p:nvSpPr>
          <p:spPr>
            <a:xfrm>
              <a:off x="663449" y="3468479"/>
              <a:ext cx="794733" cy="858426"/>
            </a:xfrm>
            <a:custGeom>
              <a:rect b="b" l="l" r="r" t="t"/>
              <a:pathLst>
                <a:path extrusionOk="0" h="10732" w="9941">
                  <a:moveTo>
                    <a:pt x="3393" y="0"/>
                  </a:moveTo>
                  <a:cubicBezTo>
                    <a:pt x="3295" y="0"/>
                    <a:pt x="3197" y="11"/>
                    <a:pt x="3101" y="35"/>
                  </a:cubicBezTo>
                  <a:cubicBezTo>
                    <a:pt x="2341" y="217"/>
                    <a:pt x="1977" y="1129"/>
                    <a:pt x="2068" y="1889"/>
                  </a:cubicBezTo>
                  <a:cubicBezTo>
                    <a:pt x="2129" y="2649"/>
                    <a:pt x="2524" y="3379"/>
                    <a:pt x="2797" y="4078"/>
                  </a:cubicBezTo>
                  <a:cubicBezTo>
                    <a:pt x="2435" y="3871"/>
                    <a:pt x="2029" y="3730"/>
                    <a:pt x="1598" y="3730"/>
                  </a:cubicBezTo>
                  <a:cubicBezTo>
                    <a:pt x="1522" y="3730"/>
                    <a:pt x="1446" y="3734"/>
                    <a:pt x="1369" y="3743"/>
                  </a:cubicBezTo>
                  <a:cubicBezTo>
                    <a:pt x="882" y="3835"/>
                    <a:pt x="426" y="4139"/>
                    <a:pt x="244" y="4594"/>
                  </a:cubicBezTo>
                  <a:cubicBezTo>
                    <a:pt x="1" y="5081"/>
                    <a:pt x="122" y="5598"/>
                    <a:pt x="396" y="6053"/>
                  </a:cubicBezTo>
                  <a:cubicBezTo>
                    <a:pt x="670" y="6479"/>
                    <a:pt x="1065" y="6813"/>
                    <a:pt x="1490" y="7117"/>
                  </a:cubicBezTo>
                  <a:cubicBezTo>
                    <a:pt x="1414" y="7087"/>
                    <a:pt x="1331" y="7072"/>
                    <a:pt x="1247" y="7072"/>
                  </a:cubicBezTo>
                  <a:cubicBezTo>
                    <a:pt x="1163" y="7072"/>
                    <a:pt x="1080" y="7087"/>
                    <a:pt x="1004" y="7117"/>
                  </a:cubicBezTo>
                  <a:cubicBezTo>
                    <a:pt x="730" y="7239"/>
                    <a:pt x="578" y="7512"/>
                    <a:pt x="548" y="7816"/>
                  </a:cubicBezTo>
                  <a:cubicBezTo>
                    <a:pt x="518" y="8090"/>
                    <a:pt x="578" y="8394"/>
                    <a:pt x="670" y="8637"/>
                  </a:cubicBezTo>
                  <a:cubicBezTo>
                    <a:pt x="822" y="9093"/>
                    <a:pt x="1034" y="9519"/>
                    <a:pt x="1338" y="9701"/>
                  </a:cubicBezTo>
                  <a:cubicBezTo>
                    <a:pt x="1885" y="10248"/>
                    <a:pt x="2493" y="10582"/>
                    <a:pt x="3253" y="10674"/>
                  </a:cubicBezTo>
                  <a:cubicBezTo>
                    <a:pt x="3573" y="10712"/>
                    <a:pt x="3897" y="10731"/>
                    <a:pt x="4223" y="10731"/>
                  </a:cubicBezTo>
                  <a:cubicBezTo>
                    <a:pt x="5969" y="10731"/>
                    <a:pt x="7747" y="10171"/>
                    <a:pt x="9028" y="8941"/>
                  </a:cubicBezTo>
                  <a:cubicBezTo>
                    <a:pt x="9272" y="8728"/>
                    <a:pt x="9545" y="8424"/>
                    <a:pt x="9697" y="8060"/>
                  </a:cubicBezTo>
                  <a:cubicBezTo>
                    <a:pt x="9879" y="7695"/>
                    <a:pt x="9940" y="7148"/>
                    <a:pt x="9636" y="6813"/>
                  </a:cubicBezTo>
                  <a:cubicBezTo>
                    <a:pt x="9478" y="6690"/>
                    <a:pt x="9268" y="6607"/>
                    <a:pt x="9066" y="6607"/>
                  </a:cubicBezTo>
                  <a:cubicBezTo>
                    <a:pt x="8920" y="6607"/>
                    <a:pt x="8778" y="6650"/>
                    <a:pt x="8664" y="6753"/>
                  </a:cubicBezTo>
                  <a:cubicBezTo>
                    <a:pt x="9120" y="5841"/>
                    <a:pt x="9636" y="4929"/>
                    <a:pt x="9636" y="3926"/>
                  </a:cubicBezTo>
                  <a:cubicBezTo>
                    <a:pt x="9636" y="3348"/>
                    <a:pt x="9484" y="2740"/>
                    <a:pt x="9180" y="2224"/>
                  </a:cubicBezTo>
                  <a:cubicBezTo>
                    <a:pt x="8931" y="1807"/>
                    <a:pt x="8504" y="1391"/>
                    <a:pt x="7992" y="1391"/>
                  </a:cubicBezTo>
                  <a:cubicBezTo>
                    <a:pt x="7943" y="1391"/>
                    <a:pt x="7893" y="1395"/>
                    <a:pt x="7843" y="1403"/>
                  </a:cubicBezTo>
                  <a:cubicBezTo>
                    <a:pt x="7509" y="1464"/>
                    <a:pt x="7205" y="1707"/>
                    <a:pt x="6992" y="1950"/>
                  </a:cubicBezTo>
                  <a:cubicBezTo>
                    <a:pt x="6809" y="2254"/>
                    <a:pt x="6688" y="2558"/>
                    <a:pt x="6597" y="2923"/>
                  </a:cubicBezTo>
                  <a:cubicBezTo>
                    <a:pt x="6202" y="1889"/>
                    <a:pt x="5472" y="1008"/>
                    <a:pt x="4560" y="400"/>
                  </a:cubicBezTo>
                  <a:cubicBezTo>
                    <a:pt x="4194" y="180"/>
                    <a:pt x="3790" y="0"/>
                    <a:pt x="339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27" name="Google Shape;8927;p89"/>
            <p:cNvSpPr/>
            <p:nvPr/>
          </p:nvSpPr>
          <p:spPr>
            <a:xfrm>
              <a:off x="354861" y="3840821"/>
              <a:ext cx="72990" cy="104624"/>
            </a:xfrm>
            <a:custGeom>
              <a:rect b="b" l="l" r="r" t="t"/>
              <a:pathLst>
                <a:path extrusionOk="0" h="1308" w="913">
                  <a:moveTo>
                    <a:pt x="92" y="0"/>
                  </a:moveTo>
                  <a:cubicBezTo>
                    <a:pt x="92" y="0"/>
                    <a:pt x="1" y="456"/>
                    <a:pt x="183" y="791"/>
                  </a:cubicBezTo>
                  <a:cubicBezTo>
                    <a:pt x="365" y="1125"/>
                    <a:pt x="791" y="1307"/>
                    <a:pt x="791" y="1307"/>
                  </a:cubicBezTo>
                  <a:cubicBezTo>
                    <a:pt x="791" y="1307"/>
                    <a:pt x="912" y="851"/>
                    <a:pt x="700" y="487"/>
                  </a:cubicBezTo>
                  <a:cubicBezTo>
                    <a:pt x="487" y="152"/>
                    <a:pt x="92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28" name="Google Shape;8928;p89"/>
            <p:cNvSpPr/>
            <p:nvPr/>
          </p:nvSpPr>
          <p:spPr>
            <a:xfrm>
              <a:off x="243098" y="3940326"/>
              <a:ext cx="158051" cy="70869"/>
            </a:xfrm>
            <a:custGeom>
              <a:rect b="b" l="l" r="r" t="t"/>
              <a:pathLst>
                <a:path extrusionOk="0" h="886" w="1977">
                  <a:moveTo>
                    <a:pt x="996" y="1"/>
                  </a:moveTo>
                  <a:cubicBezTo>
                    <a:pt x="978" y="1"/>
                    <a:pt x="960" y="1"/>
                    <a:pt x="943" y="2"/>
                  </a:cubicBezTo>
                  <a:cubicBezTo>
                    <a:pt x="396" y="2"/>
                    <a:pt x="0" y="519"/>
                    <a:pt x="0" y="519"/>
                  </a:cubicBezTo>
                  <a:cubicBezTo>
                    <a:pt x="0" y="519"/>
                    <a:pt x="451" y="886"/>
                    <a:pt x="946" y="886"/>
                  </a:cubicBezTo>
                  <a:cubicBezTo>
                    <a:pt x="965" y="886"/>
                    <a:pt x="984" y="885"/>
                    <a:pt x="1003" y="884"/>
                  </a:cubicBezTo>
                  <a:cubicBezTo>
                    <a:pt x="1551" y="854"/>
                    <a:pt x="1976" y="398"/>
                    <a:pt x="1976" y="398"/>
                  </a:cubicBezTo>
                  <a:cubicBezTo>
                    <a:pt x="1976" y="398"/>
                    <a:pt x="1494" y="1"/>
                    <a:pt x="99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29" name="Google Shape;8929;p89"/>
            <p:cNvSpPr/>
            <p:nvPr/>
          </p:nvSpPr>
          <p:spPr>
            <a:xfrm>
              <a:off x="1256401" y="4479441"/>
              <a:ext cx="58360" cy="29755"/>
            </a:xfrm>
            <a:custGeom>
              <a:rect b="b" l="l" r="r" t="t"/>
              <a:pathLst>
                <a:path extrusionOk="0" h="372" w="730">
                  <a:moveTo>
                    <a:pt x="235" y="0"/>
                  </a:moveTo>
                  <a:cubicBezTo>
                    <a:pt x="108" y="0"/>
                    <a:pt x="0" y="41"/>
                    <a:pt x="0" y="41"/>
                  </a:cubicBezTo>
                  <a:cubicBezTo>
                    <a:pt x="0" y="41"/>
                    <a:pt x="122" y="253"/>
                    <a:pt x="304" y="345"/>
                  </a:cubicBezTo>
                  <a:cubicBezTo>
                    <a:pt x="365" y="365"/>
                    <a:pt x="433" y="372"/>
                    <a:pt x="496" y="372"/>
                  </a:cubicBezTo>
                  <a:cubicBezTo>
                    <a:pt x="622" y="372"/>
                    <a:pt x="730" y="345"/>
                    <a:pt x="730" y="345"/>
                  </a:cubicBezTo>
                  <a:cubicBezTo>
                    <a:pt x="730" y="345"/>
                    <a:pt x="608" y="101"/>
                    <a:pt x="426" y="41"/>
                  </a:cubicBezTo>
                  <a:cubicBezTo>
                    <a:pt x="365" y="10"/>
                    <a:pt x="298" y="0"/>
                    <a:pt x="23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30" name="Google Shape;8930;p89"/>
            <p:cNvSpPr/>
            <p:nvPr/>
          </p:nvSpPr>
          <p:spPr>
            <a:xfrm>
              <a:off x="1256401" y="4409692"/>
              <a:ext cx="60838" cy="58471"/>
            </a:xfrm>
            <a:custGeom>
              <a:rect b="b" l="l" r="r" t="t"/>
              <a:pathLst>
                <a:path extrusionOk="0" h="731" w="761">
                  <a:moveTo>
                    <a:pt x="760" y="1"/>
                  </a:moveTo>
                  <a:cubicBezTo>
                    <a:pt x="760" y="1"/>
                    <a:pt x="456" y="1"/>
                    <a:pt x="213" y="183"/>
                  </a:cubicBezTo>
                  <a:cubicBezTo>
                    <a:pt x="31" y="366"/>
                    <a:pt x="0" y="730"/>
                    <a:pt x="0" y="730"/>
                  </a:cubicBezTo>
                  <a:cubicBezTo>
                    <a:pt x="0" y="730"/>
                    <a:pt x="304" y="730"/>
                    <a:pt x="547" y="518"/>
                  </a:cubicBezTo>
                  <a:cubicBezTo>
                    <a:pt x="760" y="335"/>
                    <a:pt x="760" y="1"/>
                    <a:pt x="76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31" name="Google Shape;8931;p89"/>
            <p:cNvSpPr/>
            <p:nvPr/>
          </p:nvSpPr>
          <p:spPr>
            <a:xfrm>
              <a:off x="1217548" y="3476078"/>
              <a:ext cx="82663" cy="82787"/>
            </a:xfrm>
            <a:custGeom>
              <a:rect b="b" l="l" r="r" t="t"/>
              <a:pathLst>
                <a:path extrusionOk="0" h="1035" w="1034">
                  <a:moveTo>
                    <a:pt x="973" y="1"/>
                  </a:moveTo>
                  <a:lnTo>
                    <a:pt x="973" y="1"/>
                  </a:lnTo>
                  <a:cubicBezTo>
                    <a:pt x="973" y="1"/>
                    <a:pt x="517" y="1"/>
                    <a:pt x="274" y="305"/>
                  </a:cubicBezTo>
                  <a:cubicBezTo>
                    <a:pt x="0" y="578"/>
                    <a:pt x="0" y="1034"/>
                    <a:pt x="0" y="1034"/>
                  </a:cubicBezTo>
                  <a:cubicBezTo>
                    <a:pt x="0" y="1034"/>
                    <a:pt x="456" y="1034"/>
                    <a:pt x="730" y="730"/>
                  </a:cubicBezTo>
                  <a:cubicBezTo>
                    <a:pt x="1033" y="426"/>
                    <a:pt x="973" y="1"/>
                    <a:pt x="97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32" name="Google Shape;8932;p89"/>
            <p:cNvSpPr/>
            <p:nvPr/>
          </p:nvSpPr>
          <p:spPr>
            <a:xfrm>
              <a:off x="695027" y="3711641"/>
              <a:ext cx="72990" cy="37114"/>
            </a:xfrm>
            <a:custGeom>
              <a:rect b="b" l="l" r="r" t="t"/>
              <a:pathLst>
                <a:path extrusionOk="0" h="464" w="913">
                  <a:moveTo>
                    <a:pt x="318" y="1"/>
                  </a:moveTo>
                  <a:cubicBezTo>
                    <a:pt x="146" y="1"/>
                    <a:pt x="1" y="65"/>
                    <a:pt x="1" y="65"/>
                  </a:cubicBezTo>
                  <a:cubicBezTo>
                    <a:pt x="1" y="65"/>
                    <a:pt x="123" y="308"/>
                    <a:pt x="366" y="430"/>
                  </a:cubicBezTo>
                  <a:cubicBezTo>
                    <a:pt x="432" y="455"/>
                    <a:pt x="503" y="464"/>
                    <a:pt x="571" y="464"/>
                  </a:cubicBezTo>
                  <a:cubicBezTo>
                    <a:pt x="752" y="464"/>
                    <a:pt x="913" y="399"/>
                    <a:pt x="913" y="399"/>
                  </a:cubicBezTo>
                  <a:cubicBezTo>
                    <a:pt x="913" y="399"/>
                    <a:pt x="791" y="126"/>
                    <a:pt x="518" y="35"/>
                  </a:cubicBezTo>
                  <a:cubicBezTo>
                    <a:pt x="451" y="10"/>
                    <a:pt x="383" y="1"/>
                    <a:pt x="3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33" name="Google Shape;8933;p89"/>
            <p:cNvSpPr/>
            <p:nvPr/>
          </p:nvSpPr>
          <p:spPr>
            <a:xfrm>
              <a:off x="1113060" y="3398330"/>
              <a:ext cx="94815" cy="148377"/>
            </a:xfrm>
            <a:custGeom>
              <a:rect b="b" l="l" r="r" t="t"/>
              <a:pathLst>
                <a:path extrusionOk="0" h="1855" w="1186">
                  <a:moveTo>
                    <a:pt x="243" y="0"/>
                  </a:moveTo>
                  <a:cubicBezTo>
                    <a:pt x="243" y="0"/>
                    <a:pt x="0" y="517"/>
                    <a:pt x="213" y="1064"/>
                  </a:cubicBezTo>
                  <a:cubicBezTo>
                    <a:pt x="395" y="1581"/>
                    <a:pt x="973" y="1854"/>
                    <a:pt x="973" y="1854"/>
                  </a:cubicBezTo>
                  <a:cubicBezTo>
                    <a:pt x="973" y="1854"/>
                    <a:pt x="1185" y="1307"/>
                    <a:pt x="1003" y="791"/>
                  </a:cubicBezTo>
                  <a:cubicBezTo>
                    <a:pt x="821" y="304"/>
                    <a:pt x="243" y="0"/>
                    <a:pt x="24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34" name="Google Shape;8934;p89"/>
            <p:cNvSpPr/>
            <p:nvPr/>
          </p:nvSpPr>
          <p:spPr>
            <a:xfrm>
              <a:off x="758264" y="4468083"/>
              <a:ext cx="136146" cy="124061"/>
            </a:xfrm>
            <a:custGeom>
              <a:rect b="b" l="l" r="r" t="t"/>
              <a:pathLst>
                <a:path extrusionOk="0" h="1551" w="1703">
                  <a:moveTo>
                    <a:pt x="1277" y="0"/>
                  </a:moveTo>
                  <a:cubicBezTo>
                    <a:pt x="1094" y="0"/>
                    <a:pt x="1064" y="213"/>
                    <a:pt x="912" y="213"/>
                  </a:cubicBezTo>
                  <a:cubicBezTo>
                    <a:pt x="882" y="213"/>
                    <a:pt x="851" y="213"/>
                    <a:pt x="791" y="183"/>
                  </a:cubicBezTo>
                  <a:cubicBezTo>
                    <a:pt x="760" y="152"/>
                    <a:pt x="730" y="61"/>
                    <a:pt x="639" y="61"/>
                  </a:cubicBezTo>
                  <a:cubicBezTo>
                    <a:pt x="578" y="61"/>
                    <a:pt x="487" y="152"/>
                    <a:pt x="456" y="213"/>
                  </a:cubicBezTo>
                  <a:cubicBezTo>
                    <a:pt x="426" y="304"/>
                    <a:pt x="456" y="395"/>
                    <a:pt x="456" y="487"/>
                  </a:cubicBezTo>
                  <a:cubicBezTo>
                    <a:pt x="456" y="608"/>
                    <a:pt x="456" y="669"/>
                    <a:pt x="426" y="760"/>
                  </a:cubicBezTo>
                  <a:cubicBezTo>
                    <a:pt x="304" y="882"/>
                    <a:pt x="122" y="851"/>
                    <a:pt x="31" y="1003"/>
                  </a:cubicBezTo>
                  <a:cubicBezTo>
                    <a:pt x="0" y="1125"/>
                    <a:pt x="31" y="1277"/>
                    <a:pt x="122" y="1368"/>
                  </a:cubicBezTo>
                  <a:cubicBezTo>
                    <a:pt x="243" y="1459"/>
                    <a:pt x="335" y="1550"/>
                    <a:pt x="487" y="1550"/>
                  </a:cubicBezTo>
                  <a:lnTo>
                    <a:pt x="791" y="1550"/>
                  </a:lnTo>
                  <a:cubicBezTo>
                    <a:pt x="1064" y="1520"/>
                    <a:pt x="1307" y="1429"/>
                    <a:pt x="1490" y="1155"/>
                  </a:cubicBezTo>
                  <a:cubicBezTo>
                    <a:pt x="1672" y="943"/>
                    <a:pt x="1702" y="639"/>
                    <a:pt x="1642" y="365"/>
                  </a:cubicBezTo>
                  <a:cubicBezTo>
                    <a:pt x="1550" y="213"/>
                    <a:pt x="1490" y="31"/>
                    <a:pt x="127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35" name="Google Shape;8935;p89"/>
          <p:cNvSpPr/>
          <p:nvPr/>
        </p:nvSpPr>
        <p:spPr>
          <a:xfrm>
            <a:off x="8046405" y="876967"/>
            <a:ext cx="869002" cy="219166"/>
          </a:xfrm>
          <a:custGeom>
            <a:rect b="b" l="l" r="r" t="t"/>
            <a:pathLst>
              <a:path extrusionOk="0" h="2740" w="10870">
                <a:moveTo>
                  <a:pt x="6002" y="0"/>
                </a:moveTo>
                <a:cubicBezTo>
                  <a:pt x="5393" y="0"/>
                  <a:pt x="4863" y="301"/>
                  <a:pt x="4456" y="1068"/>
                </a:cubicBezTo>
                <a:cubicBezTo>
                  <a:pt x="3326" y="733"/>
                  <a:pt x="2475" y="593"/>
                  <a:pt x="1841" y="593"/>
                </a:cubicBezTo>
                <a:cubicBezTo>
                  <a:pt x="57" y="593"/>
                  <a:pt x="1" y="1708"/>
                  <a:pt x="292" y="2739"/>
                </a:cubicBezTo>
                <a:lnTo>
                  <a:pt x="10870" y="2739"/>
                </a:lnTo>
                <a:cubicBezTo>
                  <a:pt x="9199" y="1576"/>
                  <a:pt x="7395" y="0"/>
                  <a:pt x="6002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36" name="Google Shape;8936;p89"/>
          <p:cNvSpPr/>
          <p:nvPr/>
        </p:nvSpPr>
        <p:spPr>
          <a:xfrm>
            <a:off x="827884" y="230400"/>
            <a:ext cx="627009" cy="570231"/>
          </a:xfrm>
          <a:custGeom>
            <a:rect b="b" l="l" r="r" t="t"/>
            <a:pathLst>
              <a:path extrusionOk="0" h="7129" w="7843">
                <a:moveTo>
                  <a:pt x="3921" y="1"/>
                </a:moveTo>
                <a:cubicBezTo>
                  <a:pt x="3010" y="1"/>
                  <a:pt x="2098" y="343"/>
                  <a:pt x="1399" y="1027"/>
                </a:cubicBezTo>
                <a:cubicBezTo>
                  <a:pt x="0" y="2425"/>
                  <a:pt x="0" y="4705"/>
                  <a:pt x="1399" y="6103"/>
                </a:cubicBezTo>
                <a:cubicBezTo>
                  <a:pt x="2098" y="6787"/>
                  <a:pt x="3010" y="7129"/>
                  <a:pt x="3921" y="7129"/>
                </a:cubicBezTo>
                <a:cubicBezTo>
                  <a:pt x="4833" y="7129"/>
                  <a:pt x="5745" y="6787"/>
                  <a:pt x="6444" y="6103"/>
                </a:cubicBezTo>
                <a:cubicBezTo>
                  <a:pt x="7843" y="4705"/>
                  <a:pt x="7843" y="2425"/>
                  <a:pt x="6444" y="1027"/>
                </a:cubicBezTo>
                <a:cubicBezTo>
                  <a:pt x="5745" y="343"/>
                  <a:pt x="4833" y="1"/>
                  <a:pt x="3921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37" name="Google Shape;8937;p89"/>
          <p:cNvSpPr/>
          <p:nvPr/>
        </p:nvSpPr>
        <p:spPr>
          <a:xfrm>
            <a:off x="464306" y="458204"/>
            <a:ext cx="1851686" cy="342426"/>
          </a:xfrm>
          <a:custGeom>
            <a:rect b="b" l="l" r="r" t="t"/>
            <a:pathLst>
              <a:path extrusionOk="0" h="4281" w="23162">
                <a:moveTo>
                  <a:pt x="12634" y="0"/>
                </a:moveTo>
                <a:cubicBezTo>
                  <a:pt x="11685" y="0"/>
                  <a:pt x="10826" y="596"/>
                  <a:pt x="10153" y="1849"/>
                </a:cubicBezTo>
                <a:cubicBezTo>
                  <a:pt x="8810" y="1477"/>
                  <a:pt x="7539" y="1314"/>
                  <a:pt x="6378" y="1314"/>
                </a:cubicBezTo>
                <a:cubicBezTo>
                  <a:pt x="2992" y="1314"/>
                  <a:pt x="544" y="2696"/>
                  <a:pt x="0" y="4281"/>
                </a:cubicBezTo>
                <a:lnTo>
                  <a:pt x="23162" y="4281"/>
                </a:lnTo>
                <a:cubicBezTo>
                  <a:pt x="22864" y="3777"/>
                  <a:pt x="20924" y="2045"/>
                  <a:pt x="18685" y="2045"/>
                </a:cubicBezTo>
                <a:cubicBezTo>
                  <a:pt x="17954" y="2045"/>
                  <a:pt x="17192" y="2229"/>
                  <a:pt x="16445" y="2700"/>
                </a:cubicBezTo>
                <a:cubicBezTo>
                  <a:pt x="15158" y="940"/>
                  <a:pt x="13825" y="0"/>
                  <a:pt x="12634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38" name="Google Shape;8938;p89"/>
          <p:cNvSpPr/>
          <p:nvPr/>
        </p:nvSpPr>
        <p:spPr>
          <a:xfrm>
            <a:off x="-15132" y="1244563"/>
            <a:ext cx="1268528" cy="397218"/>
          </a:xfrm>
          <a:custGeom>
            <a:rect b="b" l="l" r="r" t="t"/>
            <a:pathLst>
              <a:path extrusionOk="0" h="4966" w="15868">
                <a:moveTo>
                  <a:pt x="8631" y="0"/>
                </a:moveTo>
                <a:cubicBezTo>
                  <a:pt x="7980" y="0"/>
                  <a:pt x="7390" y="698"/>
                  <a:pt x="6931" y="2169"/>
                </a:cubicBezTo>
                <a:cubicBezTo>
                  <a:pt x="6004" y="1729"/>
                  <a:pt x="5127" y="1537"/>
                  <a:pt x="4328" y="1537"/>
                </a:cubicBezTo>
                <a:cubicBezTo>
                  <a:pt x="2037" y="1537"/>
                  <a:pt x="384" y="3117"/>
                  <a:pt x="1" y="4965"/>
                </a:cubicBezTo>
                <a:lnTo>
                  <a:pt x="15867" y="4965"/>
                </a:lnTo>
                <a:cubicBezTo>
                  <a:pt x="15662" y="4348"/>
                  <a:pt x="14323" y="2375"/>
                  <a:pt x="12780" y="2375"/>
                </a:cubicBezTo>
                <a:cubicBezTo>
                  <a:pt x="12270" y="2375"/>
                  <a:pt x="11738" y="2590"/>
                  <a:pt x="11217" y="3141"/>
                </a:cubicBezTo>
                <a:cubicBezTo>
                  <a:pt x="10355" y="1096"/>
                  <a:pt x="9445" y="0"/>
                  <a:pt x="8631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39" name="Google Shape;8939;p89"/>
          <p:cNvSpPr txBox="1"/>
          <p:nvPr/>
        </p:nvSpPr>
        <p:spPr>
          <a:xfrm>
            <a:off x="2601950" y="418175"/>
            <a:ext cx="26949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accent6"/>
                </a:solidFill>
                <a:latin typeface="Rubik"/>
                <a:ea typeface="Rubik"/>
                <a:cs typeface="Rubik"/>
                <a:sym typeface="Rubik"/>
              </a:rPr>
              <a:t>2. RANDOM FOREST</a:t>
            </a:r>
            <a:endParaRPr b="1" sz="1800">
              <a:solidFill>
                <a:schemeClr val="accent6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pic>
        <p:nvPicPr>
          <p:cNvPr id="8940" name="Google Shape;8940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54900" y="876975"/>
            <a:ext cx="6746301" cy="3527076"/>
          </a:xfrm>
          <a:prstGeom prst="rect">
            <a:avLst/>
          </a:prstGeom>
          <a:noFill/>
          <a:ln>
            <a:noFill/>
          </a:ln>
        </p:spPr>
      </p:pic>
      <p:sp>
        <p:nvSpPr>
          <p:cNvPr id="8941" name="Google Shape;8941;p89"/>
          <p:cNvSpPr/>
          <p:nvPr/>
        </p:nvSpPr>
        <p:spPr>
          <a:xfrm>
            <a:off x="197475" y="1898175"/>
            <a:ext cx="1196400" cy="1307700"/>
          </a:xfrm>
          <a:prstGeom prst="roundRect">
            <a:avLst>
              <a:gd fmla="val 16667" name="adj"/>
            </a:avLst>
          </a:prstGeom>
          <a:solidFill>
            <a:srgbClr val="994F6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FFFFFF"/>
              </a:highlight>
            </a:endParaRPr>
          </a:p>
        </p:txBody>
      </p:sp>
      <p:sp>
        <p:nvSpPr>
          <p:cNvPr id="8942" name="Google Shape;8942;p89"/>
          <p:cNvSpPr txBox="1"/>
          <p:nvPr/>
        </p:nvSpPr>
        <p:spPr>
          <a:xfrm>
            <a:off x="325250" y="1951475"/>
            <a:ext cx="1129800" cy="10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C343D"/>
                </a:solidFill>
                <a:latin typeface="Rubik"/>
                <a:ea typeface="Rubik"/>
                <a:cs typeface="Rubik"/>
                <a:sym typeface="Rubik"/>
              </a:rPr>
              <a:t>Captures complex patterns with high accuracy. Key drivers: </a:t>
            </a:r>
            <a:r>
              <a:rPr b="1" lang="en" sz="1000">
                <a:solidFill>
                  <a:srgbClr val="0C343D"/>
                </a:solidFill>
                <a:latin typeface="Rubik"/>
                <a:ea typeface="Rubik"/>
                <a:cs typeface="Rubik"/>
                <a:sym typeface="Rubik"/>
              </a:rPr>
              <a:t>YearsToSave, MedianRent.</a:t>
            </a:r>
            <a:endParaRPr sz="10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46" name="Shape 8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7" name="Google Shape;8947;p90"/>
          <p:cNvSpPr txBox="1"/>
          <p:nvPr>
            <p:ph type="title"/>
          </p:nvPr>
        </p:nvSpPr>
        <p:spPr>
          <a:xfrm>
            <a:off x="720000" y="684425"/>
            <a:ext cx="7704000" cy="5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       </a:t>
            </a:r>
            <a:r>
              <a:rPr lang="en" sz="1800"/>
              <a:t>3. DECISION TREE</a:t>
            </a:r>
            <a:endParaRPr sz="1800"/>
          </a:p>
        </p:txBody>
      </p:sp>
      <p:sp>
        <p:nvSpPr>
          <p:cNvPr id="8948" name="Google Shape;8948;p90"/>
          <p:cNvSpPr/>
          <p:nvPr/>
        </p:nvSpPr>
        <p:spPr>
          <a:xfrm>
            <a:off x="449484" y="230400"/>
            <a:ext cx="627009" cy="570231"/>
          </a:xfrm>
          <a:custGeom>
            <a:rect b="b" l="l" r="r" t="t"/>
            <a:pathLst>
              <a:path extrusionOk="0" h="7129" w="7843">
                <a:moveTo>
                  <a:pt x="3921" y="1"/>
                </a:moveTo>
                <a:cubicBezTo>
                  <a:pt x="3010" y="1"/>
                  <a:pt x="2098" y="343"/>
                  <a:pt x="1399" y="1027"/>
                </a:cubicBezTo>
                <a:cubicBezTo>
                  <a:pt x="0" y="2425"/>
                  <a:pt x="0" y="4705"/>
                  <a:pt x="1399" y="6103"/>
                </a:cubicBezTo>
                <a:cubicBezTo>
                  <a:pt x="2098" y="6787"/>
                  <a:pt x="3010" y="7129"/>
                  <a:pt x="3921" y="7129"/>
                </a:cubicBezTo>
                <a:cubicBezTo>
                  <a:pt x="4833" y="7129"/>
                  <a:pt x="5745" y="6787"/>
                  <a:pt x="6444" y="6103"/>
                </a:cubicBezTo>
                <a:cubicBezTo>
                  <a:pt x="7843" y="4705"/>
                  <a:pt x="7843" y="2425"/>
                  <a:pt x="6444" y="1027"/>
                </a:cubicBezTo>
                <a:cubicBezTo>
                  <a:pt x="5745" y="343"/>
                  <a:pt x="4833" y="1"/>
                  <a:pt x="3921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49" name="Google Shape;8949;p90"/>
          <p:cNvSpPr/>
          <p:nvPr/>
        </p:nvSpPr>
        <p:spPr>
          <a:xfrm>
            <a:off x="8122599" y="684414"/>
            <a:ext cx="869002" cy="219166"/>
          </a:xfrm>
          <a:custGeom>
            <a:rect b="b" l="l" r="r" t="t"/>
            <a:pathLst>
              <a:path extrusionOk="0" h="2740" w="10870">
                <a:moveTo>
                  <a:pt x="6002" y="0"/>
                </a:moveTo>
                <a:cubicBezTo>
                  <a:pt x="5393" y="0"/>
                  <a:pt x="4863" y="301"/>
                  <a:pt x="4456" y="1068"/>
                </a:cubicBezTo>
                <a:cubicBezTo>
                  <a:pt x="3326" y="733"/>
                  <a:pt x="2475" y="593"/>
                  <a:pt x="1841" y="593"/>
                </a:cubicBezTo>
                <a:cubicBezTo>
                  <a:pt x="57" y="593"/>
                  <a:pt x="1" y="1708"/>
                  <a:pt x="292" y="2739"/>
                </a:cubicBezTo>
                <a:lnTo>
                  <a:pt x="10870" y="2739"/>
                </a:lnTo>
                <a:cubicBezTo>
                  <a:pt x="9199" y="1576"/>
                  <a:pt x="7395" y="0"/>
                  <a:pt x="6002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50" name="Google Shape;8950;p90"/>
          <p:cNvSpPr/>
          <p:nvPr/>
        </p:nvSpPr>
        <p:spPr>
          <a:xfrm>
            <a:off x="-312537" y="403413"/>
            <a:ext cx="1268528" cy="397218"/>
          </a:xfrm>
          <a:custGeom>
            <a:rect b="b" l="l" r="r" t="t"/>
            <a:pathLst>
              <a:path extrusionOk="0" h="4966" w="15868">
                <a:moveTo>
                  <a:pt x="8631" y="0"/>
                </a:moveTo>
                <a:cubicBezTo>
                  <a:pt x="7980" y="0"/>
                  <a:pt x="7390" y="698"/>
                  <a:pt x="6931" y="2169"/>
                </a:cubicBezTo>
                <a:cubicBezTo>
                  <a:pt x="6004" y="1729"/>
                  <a:pt x="5127" y="1537"/>
                  <a:pt x="4328" y="1537"/>
                </a:cubicBezTo>
                <a:cubicBezTo>
                  <a:pt x="2037" y="1537"/>
                  <a:pt x="384" y="3117"/>
                  <a:pt x="1" y="4965"/>
                </a:cubicBezTo>
                <a:lnTo>
                  <a:pt x="15867" y="4965"/>
                </a:lnTo>
                <a:cubicBezTo>
                  <a:pt x="15662" y="4348"/>
                  <a:pt x="14323" y="2375"/>
                  <a:pt x="12780" y="2375"/>
                </a:cubicBezTo>
                <a:cubicBezTo>
                  <a:pt x="12270" y="2375"/>
                  <a:pt x="11738" y="2590"/>
                  <a:pt x="11217" y="3141"/>
                </a:cubicBezTo>
                <a:cubicBezTo>
                  <a:pt x="10355" y="1096"/>
                  <a:pt x="9445" y="0"/>
                  <a:pt x="8631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951" name="Google Shape;8951;p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0000" y="1264650"/>
            <a:ext cx="6749000" cy="3404925"/>
          </a:xfrm>
          <a:prstGeom prst="rect">
            <a:avLst/>
          </a:prstGeom>
          <a:noFill/>
          <a:ln>
            <a:noFill/>
          </a:ln>
        </p:spPr>
      </p:pic>
      <p:sp>
        <p:nvSpPr>
          <p:cNvPr id="8952" name="Google Shape;8952;p90"/>
          <p:cNvSpPr/>
          <p:nvPr/>
        </p:nvSpPr>
        <p:spPr>
          <a:xfrm>
            <a:off x="7823650" y="1747150"/>
            <a:ext cx="1167900" cy="1412400"/>
          </a:xfrm>
          <a:prstGeom prst="roundRect">
            <a:avLst>
              <a:gd fmla="val 16667" name="adj"/>
            </a:avLst>
          </a:prstGeom>
          <a:solidFill>
            <a:srgbClr val="994F6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FFFFFF"/>
              </a:highlight>
            </a:endParaRPr>
          </a:p>
        </p:txBody>
      </p:sp>
      <p:sp>
        <p:nvSpPr>
          <p:cNvPr id="8953" name="Google Shape;8953;p90"/>
          <p:cNvSpPr txBox="1"/>
          <p:nvPr/>
        </p:nvSpPr>
        <p:spPr>
          <a:xfrm>
            <a:off x="7980100" y="1800450"/>
            <a:ext cx="1115100" cy="11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ubik"/>
                <a:ea typeface="Rubik"/>
                <a:cs typeface="Rubik"/>
                <a:sym typeface="Rubik"/>
              </a:rPr>
              <a:t>Simple and interpretable, but prone to underfitting. Useful for visualizing splits.</a:t>
            </a:r>
            <a:endParaRPr sz="1000">
              <a:latin typeface="Rubik"/>
              <a:ea typeface="Rubik"/>
              <a:cs typeface="Rubik"/>
              <a:sym typeface="Rubik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57" name="Shape 8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8" name="Google Shape;8958;p91"/>
          <p:cNvSpPr txBox="1"/>
          <p:nvPr>
            <p:ph idx="8" type="title"/>
          </p:nvPr>
        </p:nvSpPr>
        <p:spPr>
          <a:xfrm>
            <a:off x="720000" y="540000"/>
            <a:ext cx="7704000" cy="6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   </a:t>
            </a:r>
            <a:r>
              <a:rPr lang="en" sz="1800"/>
              <a:t>4. GRADIENT BOOSTING</a:t>
            </a:r>
            <a:endParaRPr sz="1800"/>
          </a:p>
        </p:txBody>
      </p:sp>
      <p:pic>
        <p:nvPicPr>
          <p:cNvPr id="8959" name="Google Shape;8959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2800" y="1427275"/>
            <a:ext cx="6948803" cy="3242301"/>
          </a:xfrm>
          <a:prstGeom prst="rect">
            <a:avLst/>
          </a:prstGeom>
          <a:noFill/>
          <a:ln>
            <a:noFill/>
          </a:ln>
        </p:spPr>
      </p:pic>
      <p:sp>
        <p:nvSpPr>
          <p:cNvPr id="8960" name="Google Shape;8960;p91"/>
          <p:cNvSpPr/>
          <p:nvPr/>
        </p:nvSpPr>
        <p:spPr>
          <a:xfrm>
            <a:off x="7924550" y="1805250"/>
            <a:ext cx="1167900" cy="1412400"/>
          </a:xfrm>
          <a:prstGeom prst="roundRect">
            <a:avLst>
              <a:gd fmla="val 16667" name="adj"/>
            </a:avLst>
          </a:prstGeom>
          <a:solidFill>
            <a:srgbClr val="994F6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FFFFFF"/>
              </a:highlight>
            </a:endParaRPr>
          </a:p>
        </p:txBody>
      </p:sp>
      <p:sp>
        <p:nvSpPr>
          <p:cNvPr id="8961" name="Google Shape;8961;p91"/>
          <p:cNvSpPr txBox="1"/>
          <p:nvPr/>
        </p:nvSpPr>
        <p:spPr>
          <a:xfrm>
            <a:off x="8022050" y="1858525"/>
            <a:ext cx="972900" cy="10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ubik"/>
                <a:ea typeface="Rubik"/>
                <a:cs typeface="Rubik"/>
                <a:sym typeface="Rubik"/>
              </a:rPr>
              <a:t>Best performing model. Strong fit, fast convergence, robust to outliers.</a:t>
            </a:r>
            <a:endParaRPr sz="1000">
              <a:latin typeface="Rubik"/>
              <a:ea typeface="Rubik"/>
              <a:cs typeface="Rubik"/>
              <a:sym typeface="Rubik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65" name="Shape 8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6" name="Google Shape;8966;p92"/>
          <p:cNvSpPr txBox="1"/>
          <p:nvPr>
            <p:ph idx="8" type="title"/>
          </p:nvPr>
        </p:nvSpPr>
        <p:spPr>
          <a:xfrm>
            <a:off x="720000" y="540000"/>
            <a:ext cx="7704000" cy="6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MODEL COMPARISON</a:t>
            </a:r>
            <a:endParaRPr sz="3000"/>
          </a:p>
        </p:txBody>
      </p:sp>
      <p:pic>
        <p:nvPicPr>
          <p:cNvPr id="8967" name="Google Shape;8967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90925" y="1334350"/>
            <a:ext cx="6130473" cy="33120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968" name="Google Shape;8968;p92"/>
          <p:cNvGrpSpPr/>
          <p:nvPr/>
        </p:nvGrpSpPr>
        <p:grpSpPr>
          <a:xfrm>
            <a:off x="6911435" y="657324"/>
            <a:ext cx="496782" cy="442163"/>
            <a:chOff x="7086614" y="3396661"/>
            <a:chExt cx="520900" cy="527075"/>
          </a:xfrm>
        </p:grpSpPr>
        <p:grpSp>
          <p:nvGrpSpPr>
            <p:cNvPr id="8969" name="Google Shape;8969;p92"/>
            <p:cNvGrpSpPr/>
            <p:nvPr/>
          </p:nvGrpSpPr>
          <p:grpSpPr>
            <a:xfrm>
              <a:off x="7086614" y="3396661"/>
              <a:ext cx="520900" cy="527075"/>
              <a:chOff x="6071325" y="3204800"/>
              <a:chExt cx="520900" cy="527075"/>
            </a:xfrm>
          </p:grpSpPr>
          <p:sp>
            <p:nvSpPr>
              <p:cNvPr id="8970" name="Google Shape;8970;p92"/>
              <p:cNvSpPr/>
              <p:nvPr/>
            </p:nvSpPr>
            <p:spPr>
              <a:xfrm>
                <a:off x="6109100" y="3204800"/>
                <a:ext cx="483125" cy="482950"/>
              </a:xfrm>
              <a:custGeom>
                <a:rect b="b" l="l" r="r" t="t"/>
                <a:pathLst>
                  <a:path extrusionOk="0" h="19318" w="19325">
                    <a:moveTo>
                      <a:pt x="9677" y="0"/>
                    </a:moveTo>
                    <a:cubicBezTo>
                      <a:pt x="9016" y="0"/>
                      <a:pt x="8400" y="256"/>
                      <a:pt x="7942" y="721"/>
                    </a:cubicBezTo>
                    <a:lnTo>
                      <a:pt x="7814" y="842"/>
                    </a:lnTo>
                    <a:cubicBezTo>
                      <a:pt x="7431" y="1232"/>
                      <a:pt x="7288" y="1766"/>
                      <a:pt x="7393" y="2262"/>
                    </a:cubicBezTo>
                    <a:cubicBezTo>
                      <a:pt x="7320" y="2253"/>
                      <a:pt x="7246" y="2248"/>
                      <a:pt x="7173" y="2248"/>
                    </a:cubicBezTo>
                    <a:cubicBezTo>
                      <a:pt x="6697" y="2248"/>
                      <a:pt x="6227" y="2436"/>
                      <a:pt x="5876" y="2788"/>
                    </a:cubicBezTo>
                    <a:lnTo>
                      <a:pt x="2788" y="5868"/>
                    </a:lnTo>
                    <a:cubicBezTo>
                      <a:pt x="2374" y="6281"/>
                      <a:pt x="2202" y="6845"/>
                      <a:pt x="2269" y="7386"/>
                    </a:cubicBezTo>
                    <a:cubicBezTo>
                      <a:pt x="2167" y="7366"/>
                      <a:pt x="2063" y="7356"/>
                      <a:pt x="1960" y="7356"/>
                    </a:cubicBezTo>
                    <a:cubicBezTo>
                      <a:pt x="1555" y="7356"/>
                      <a:pt x="1155" y="7509"/>
                      <a:pt x="849" y="7814"/>
                    </a:cubicBezTo>
                    <a:lnTo>
                      <a:pt x="721" y="7934"/>
                    </a:lnTo>
                    <a:cubicBezTo>
                      <a:pt x="263" y="8393"/>
                      <a:pt x="0" y="9016"/>
                      <a:pt x="0" y="9670"/>
                    </a:cubicBezTo>
                    <a:cubicBezTo>
                      <a:pt x="0" y="10331"/>
                      <a:pt x="256" y="10947"/>
                      <a:pt x="721" y="11406"/>
                    </a:cubicBezTo>
                    <a:lnTo>
                      <a:pt x="2938" y="13622"/>
                    </a:lnTo>
                    <a:cubicBezTo>
                      <a:pt x="3419" y="14103"/>
                      <a:pt x="4050" y="14343"/>
                      <a:pt x="4680" y="14343"/>
                    </a:cubicBezTo>
                    <a:cubicBezTo>
                      <a:pt x="5310" y="14343"/>
                      <a:pt x="5939" y="14103"/>
                      <a:pt x="6417" y="13622"/>
                    </a:cubicBezTo>
                    <a:lnTo>
                      <a:pt x="6529" y="13509"/>
                    </a:lnTo>
                    <a:cubicBezTo>
                      <a:pt x="6822" y="13224"/>
                      <a:pt x="6988" y="12826"/>
                      <a:pt x="6988" y="12405"/>
                    </a:cubicBezTo>
                    <a:cubicBezTo>
                      <a:pt x="6988" y="12300"/>
                      <a:pt x="6980" y="12194"/>
                      <a:pt x="6958" y="12097"/>
                    </a:cubicBezTo>
                    <a:lnTo>
                      <a:pt x="6958" y="12097"/>
                    </a:lnTo>
                    <a:cubicBezTo>
                      <a:pt x="7025" y="12104"/>
                      <a:pt x="7092" y="12108"/>
                      <a:pt x="7159" y="12108"/>
                    </a:cubicBezTo>
                    <a:cubicBezTo>
                      <a:pt x="7642" y="12108"/>
                      <a:pt x="8119" y="11920"/>
                      <a:pt x="8475" y="11571"/>
                    </a:cubicBezTo>
                    <a:lnTo>
                      <a:pt x="8971" y="11075"/>
                    </a:lnTo>
                    <a:lnTo>
                      <a:pt x="12382" y="14478"/>
                    </a:lnTo>
                    <a:cubicBezTo>
                      <a:pt x="12375" y="14929"/>
                      <a:pt x="12548" y="15373"/>
                      <a:pt x="12878" y="15703"/>
                    </a:cubicBezTo>
                    <a:lnTo>
                      <a:pt x="15996" y="18821"/>
                    </a:lnTo>
                    <a:cubicBezTo>
                      <a:pt x="16319" y="19137"/>
                      <a:pt x="16748" y="19317"/>
                      <a:pt x="17198" y="19317"/>
                    </a:cubicBezTo>
                    <a:cubicBezTo>
                      <a:pt x="17649" y="19317"/>
                      <a:pt x="18085" y="19137"/>
                      <a:pt x="18400" y="18821"/>
                    </a:cubicBezTo>
                    <a:lnTo>
                      <a:pt x="18814" y="18408"/>
                    </a:lnTo>
                    <a:cubicBezTo>
                      <a:pt x="19137" y="18085"/>
                      <a:pt x="19310" y="17657"/>
                      <a:pt x="19310" y="17206"/>
                    </a:cubicBezTo>
                    <a:cubicBezTo>
                      <a:pt x="19325" y="16748"/>
                      <a:pt x="19144" y="16312"/>
                      <a:pt x="18821" y="15996"/>
                    </a:cubicBezTo>
                    <a:lnTo>
                      <a:pt x="15703" y="12878"/>
                    </a:lnTo>
                    <a:cubicBezTo>
                      <a:pt x="15380" y="12548"/>
                      <a:pt x="14944" y="12375"/>
                      <a:pt x="14501" y="12375"/>
                    </a:cubicBezTo>
                    <a:lnTo>
                      <a:pt x="14486" y="12375"/>
                    </a:lnTo>
                    <a:lnTo>
                      <a:pt x="11075" y="8971"/>
                    </a:lnTo>
                    <a:lnTo>
                      <a:pt x="11571" y="8468"/>
                    </a:lnTo>
                    <a:cubicBezTo>
                      <a:pt x="11984" y="8055"/>
                      <a:pt x="12164" y="7506"/>
                      <a:pt x="12097" y="6950"/>
                    </a:cubicBezTo>
                    <a:lnTo>
                      <a:pt x="12097" y="6950"/>
                    </a:lnTo>
                    <a:cubicBezTo>
                      <a:pt x="12202" y="6972"/>
                      <a:pt x="12308" y="6983"/>
                      <a:pt x="12414" y="6983"/>
                    </a:cubicBezTo>
                    <a:cubicBezTo>
                      <a:pt x="12816" y="6983"/>
                      <a:pt x="13213" y="6827"/>
                      <a:pt x="13517" y="6529"/>
                    </a:cubicBezTo>
                    <a:lnTo>
                      <a:pt x="13629" y="6417"/>
                    </a:lnTo>
                    <a:cubicBezTo>
                      <a:pt x="14088" y="5951"/>
                      <a:pt x="14351" y="5335"/>
                      <a:pt x="14351" y="4674"/>
                    </a:cubicBezTo>
                    <a:cubicBezTo>
                      <a:pt x="14351" y="4020"/>
                      <a:pt x="14103" y="3396"/>
                      <a:pt x="13629" y="2938"/>
                    </a:cubicBezTo>
                    <a:lnTo>
                      <a:pt x="11413" y="721"/>
                    </a:lnTo>
                    <a:cubicBezTo>
                      <a:pt x="10955" y="263"/>
                      <a:pt x="10331" y="0"/>
                      <a:pt x="967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>
                <a:outerShdw blurRad="57150" rotWithShape="0" algn="bl">
                  <a:srgbClr val="2A4351">
                    <a:alpha val="50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71" name="Google Shape;8971;p92"/>
              <p:cNvSpPr/>
              <p:nvPr/>
            </p:nvSpPr>
            <p:spPr>
              <a:xfrm>
                <a:off x="6071325" y="3575575"/>
                <a:ext cx="290425" cy="156300"/>
              </a:xfrm>
              <a:custGeom>
                <a:rect b="b" l="l" r="r" t="t"/>
                <a:pathLst>
                  <a:path extrusionOk="0" h="6252" w="11617">
                    <a:moveTo>
                      <a:pt x="1909" y="1"/>
                    </a:moveTo>
                    <a:cubicBezTo>
                      <a:pt x="857" y="1"/>
                      <a:pt x="1" y="850"/>
                      <a:pt x="1" y="1901"/>
                    </a:cubicBezTo>
                    <a:cubicBezTo>
                      <a:pt x="1" y="2457"/>
                      <a:pt x="234" y="2953"/>
                      <a:pt x="617" y="3314"/>
                    </a:cubicBezTo>
                    <a:cubicBezTo>
                      <a:pt x="309" y="3569"/>
                      <a:pt x="114" y="3953"/>
                      <a:pt x="114" y="4373"/>
                    </a:cubicBezTo>
                    <a:lnTo>
                      <a:pt x="114" y="5155"/>
                    </a:lnTo>
                    <a:cubicBezTo>
                      <a:pt x="114" y="5763"/>
                      <a:pt x="610" y="6252"/>
                      <a:pt x="1211" y="6252"/>
                    </a:cubicBezTo>
                    <a:lnTo>
                      <a:pt x="10384" y="6252"/>
                    </a:lnTo>
                    <a:cubicBezTo>
                      <a:pt x="11001" y="6252"/>
                      <a:pt x="11489" y="5756"/>
                      <a:pt x="11489" y="5155"/>
                    </a:cubicBezTo>
                    <a:lnTo>
                      <a:pt x="11489" y="4373"/>
                    </a:lnTo>
                    <a:cubicBezTo>
                      <a:pt x="11489" y="4336"/>
                      <a:pt x="11489" y="4298"/>
                      <a:pt x="11474" y="4276"/>
                    </a:cubicBezTo>
                    <a:cubicBezTo>
                      <a:pt x="11474" y="4261"/>
                      <a:pt x="11474" y="4253"/>
                      <a:pt x="11466" y="4231"/>
                    </a:cubicBezTo>
                    <a:cubicBezTo>
                      <a:pt x="11429" y="3862"/>
                      <a:pt x="11241" y="3539"/>
                      <a:pt x="10971" y="3314"/>
                    </a:cubicBezTo>
                    <a:cubicBezTo>
                      <a:pt x="11384" y="2953"/>
                      <a:pt x="11617" y="2457"/>
                      <a:pt x="11617" y="1901"/>
                    </a:cubicBezTo>
                    <a:cubicBezTo>
                      <a:pt x="11617" y="850"/>
                      <a:pt x="10768" y="1"/>
                      <a:pt x="970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>
                <a:outerShdw blurRad="57150" rotWithShape="0" algn="bl">
                  <a:srgbClr val="2A4351">
                    <a:alpha val="50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972" name="Google Shape;8972;p92"/>
            <p:cNvGrpSpPr/>
            <p:nvPr/>
          </p:nvGrpSpPr>
          <p:grpSpPr>
            <a:xfrm>
              <a:off x="7104147" y="3415398"/>
              <a:ext cx="485834" cy="489601"/>
              <a:chOff x="5633875" y="3149700"/>
              <a:chExt cx="388450" cy="391900"/>
            </a:xfrm>
          </p:grpSpPr>
          <p:sp>
            <p:nvSpPr>
              <p:cNvPr id="8973" name="Google Shape;8973;p92"/>
              <p:cNvSpPr/>
              <p:nvPr/>
            </p:nvSpPr>
            <p:spPr>
              <a:xfrm>
                <a:off x="5818875" y="3304525"/>
                <a:ext cx="159500" cy="159700"/>
              </a:xfrm>
              <a:custGeom>
                <a:rect b="b" l="l" r="r" t="t"/>
                <a:pathLst>
                  <a:path extrusionOk="0" h="6388" w="6380">
                    <a:moveTo>
                      <a:pt x="827" y="1"/>
                    </a:moveTo>
                    <a:lnTo>
                      <a:pt x="1" y="827"/>
                    </a:lnTo>
                    <a:lnTo>
                      <a:pt x="5553" y="6387"/>
                    </a:lnTo>
                    <a:lnTo>
                      <a:pt x="6380" y="5561"/>
                    </a:lnTo>
                    <a:lnTo>
                      <a:pt x="827" y="1"/>
                    </a:lnTo>
                    <a:close/>
                  </a:path>
                </a:pathLst>
              </a:custGeom>
              <a:solidFill>
                <a:srgbClr val="994F6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74" name="Google Shape;8974;p92"/>
              <p:cNvSpPr/>
              <p:nvPr/>
            </p:nvSpPr>
            <p:spPr>
              <a:xfrm>
                <a:off x="5685700" y="3171175"/>
                <a:ext cx="213425" cy="213400"/>
              </a:xfrm>
              <a:custGeom>
                <a:rect b="b" l="l" r="r" t="t"/>
                <a:pathLst>
                  <a:path extrusionOk="0" h="8536" w="8537">
                    <a:moveTo>
                      <a:pt x="5839" y="0"/>
                    </a:moveTo>
                    <a:lnTo>
                      <a:pt x="1" y="5838"/>
                    </a:lnTo>
                    <a:lnTo>
                      <a:pt x="2706" y="8536"/>
                    </a:lnTo>
                    <a:lnTo>
                      <a:pt x="8536" y="2705"/>
                    </a:lnTo>
                    <a:lnTo>
                      <a:pt x="5839" y="0"/>
                    </a:lnTo>
                    <a:close/>
                  </a:path>
                </a:pathLst>
              </a:custGeom>
              <a:solidFill>
                <a:srgbClr val="994F6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75" name="Google Shape;8975;p92"/>
              <p:cNvSpPr/>
              <p:nvPr/>
            </p:nvSpPr>
            <p:spPr>
              <a:xfrm>
                <a:off x="5818875" y="3304725"/>
                <a:ext cx="58275" cy="58050"/>
              </a:xfrm>
              <a:custGeom>
                <a:rect b="b" l="l" r="r" t="t"/>
                <a:pathLst>
                  <a:path extrusionOk="0" h="2322" w="2331">
                    <a:moveTo>
                      <a:pt x="827" y="0"/>
                    </a:moveTo>
                    <a:lnTo>
                      <a:pt x="1" y="819"/>
                    </a:lnTo>
                    <a:lnTo>
                      <a:pt x="1504" y="2322"/>
                    </a:lnTo>
                    <a:lnTo>
                      <a:pt x="2330" y="1503"/>
                    </a:lnTo>
                    <a:lnTo>
                      <a:pt x="827" y="0"/>
                    </a:lnTo>
                    <a:close/>
                  </a:path>
                </a:pathLst>
              </a:custGeom>
              <a:solidFill>
                <a:srgbClr val="000000">
                  <a:alpha val="148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76" name="Google Shape;8976;p92"/>
              <p:cNvSpPr/>
              <p:nvPr/>
            </p:nvSpPr>
            <p:spPr>
              <a:xfrm>
                <a:off x="5707125" y="3194700"/>
                <a:ext cx="170950" cy="166725"/>
              </a:xfrm>
              <a:custGeom>
                <a:rect b="b" l="l" r="r" t="t"/>
                <a:pathLst>
                  <a:path extrusionOk="0" h="6669" w="6838">
                    <a:moveTo>
                      <a:pt x="3423" y="0"/>
                    </a:moveTo>
                    <a:cubicBezTo>
                      <a:pt x="3197" y="0"/>
                      <a:pt x="2972" y="85"/>
                      <a:pt x="2803" y="254"/>
                    </a:cubicBezTo>
                    <a:lnTo>
                      <a:pt x="339" y="2711"/>
                    </a:lnTo>
                    <a:cubicBezTo>
                      <a:pt x="0" y="3049"/>
                      <a:pt x="0" y="3612"/>
                      <a:pt x="339" y="3951"/>
                    </a:cubicBezTo>
                    <a:lnTo>
                      <a:pt x="2803" y="6415"/>
                    </a:lnTo>
                    <a:cubicBezTo>
                      <a:pt x="2972" y="6584"/>
                      <a:pt x="3197" y="6668"/>
                      <a:pt x="3423" y="6668"/>
                    </a:cubicBezTo>
                    <a:cubicBezTo>
                      <a:pt x="3648" y="6668"/>
                      <a:pt x="3874" y="6584"/>
                      <a:pt x="4043" y="6415"/>
                    </a:cubicBezTo>
                    <a:lnTo>
                      <a:pt x="6500" y="3951"/>
                    </a:lnTo>
                    <a:cubicBezTo>
                      <a:pt x="6838" y="3605"/>
                      <a:pt x="6838" y="3049"/>
                      <a:pt x="6500" y="2711"/>
                    </a:cubicBezTo>
                    <a:lnTo>
                      <a:pt x="4043" y="254"/>
                    </a:lnTo>
                    <a:cubicBezTo>
                      <a:pt x="3874" y="85"/>
                      <a:pt x="3648" y="0"/>
                      <a:pt x="3423" y="0"/>
                    </a:cubicBezTo>
                    <a:close/>
                  </a:path>
                </a:pathLst>
              </a:custGeom>
              <a:solidFill>
                <a:srgbClr val="F6AC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77" name="Google Shape;8977;p92"/>
              <p:cNvSpPr/>
              <p:nvPr/>
            </p:nvSpPr>
            <p:spPr>
              <a:xfrm>
                <a:off x="5660725" y="3296550"/>
                <a:ext cx="114800" cy="109850"/>
              </a:xfrm>
              <a:custGeom>
                <a:rect b="b" l="l" r="r" t="t"/>
                <a:pathLst>
                  <a:path extrusionOk="0" h="4394" w="4592">
                    <a:moveTo>
                      <a:pt x="1086" y="0"/>
                    </a:moveTo>
                    <a:cubicBezTo>
                      <a:pt x="919" y="0"/>
                      <a:pt x="752" y="64"/>
                      <a:pt x="624" y="192"/>
                    </a:cubicBezTo>
                    <a:lnTo>
                      <a:pt x="534" y="282"/>
                    </a:lnTo>
                    <a:cubicBezTo>
                      <a:pt x="1" y="816"/>
                      <a:pt x="1" y="1680"/>
                      <a:pt x="534" y="2213"/>
                    </a:cubicBezTo>
                    <a:lnTo>
                      <a:pt x="2307" y="3994"/>
                    </a:lnTo>
                    <a:cubicBezTo>
                      <a:pt x="2574" y="4261"/>
                      <a:pt x="2925" y="4394"/>
                      <a:pt x="3276" y="4394"/>
                    </a:cubicBezTo>
                    <a:cubicBezTo>
                      <a:pt x="3628" y="4394"/>
                      <a:pt x="3979" y="4261"/>
                      <a:pt x="4246" y="3994"/>
                    </a:cubicBezTo>
                    <a:lnTo>
                      <a:pt x="4336" y="3896"/>
                    </a:lnTo>
                    <a:cubicBezTo>
                      <a:pt x="4591" y="3648"/>
                      <a:pt x="4591" y="3235"/>
                      <a:pt x="4336" y="2980"/>
                    </a:cubicBezTo>
                    <a:lnTo>
                      <a:pt x="1548" y="192"/>
                    </a:lnTo>
                    <a:cubicBezTo>
                      <a:pt x="1421" y="64"/>
                      <a:pt x="1253" y="0"/>
                      <a:pt x="1086" y="0"/>
                    </a:cubicBezTo>
                    <a:close/>
                  </a:path>
                </a:pathLst>
              </a:custGeom>
              <a:solidFill>
                <a:srgbClr val="F6AC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78" name="Google Shape;8978;p92"/>
              <p:cNvSpPr/>
              <p:nvPr/>
            </p:nvSpPr>
            <p:spPr>
              <a:xfrm>
                <a:off x="5809500" y="3149700"/>
                <a:ext cx="114775" cy="109875"/>
              </a:xfrm>
              <a:custGeom>
                <a:rect b="b" l="l" r="r" t="t"/>
                <a:pathLst>
                  <a:path extrusionOk="0" h="4395" w="4591">
                    <a:moveTo>
                      <a:pt x="1319" y="1"/>
                    </a:moveTo>
                    <a:cubicBezTo>
                      <a:pt x="969" y="1"/>
                      <a:pt x="620" y="134"/>
                      <a:pt x="353" y="401"/>
                    </a:cubicBezTo>
                    <a:lnTo>
                      <a:pt x="256" y="491"/>
                    </a:lnTo>
                    <a:cubicBezTo>
                      <a:pt x="0" y="747"/>
                      <a:pt x="0" y="1152"/>
                      <a:pt x="256" y="1415"/>
                    </a:cubicBezTo>
                    <a:lnTo>
                      <a:pt x="3043" y="4203"/>
                    </a:lnTo>
                    <a:cubicBezTo>
                      <a:pt x="3171" y="4330"/>
                      <a:pt x="3338" y="4394"/>
                      <a:pt x="3505" y="4394"/>
                    </a:cubicBezTo>
                    <a:cubicBezTo>
                      <a:pt x="3672" y="4394"/>
                      <a:pt x="3840" y="4330"/>
                      <a:pt x="3967" y="4203"/>
                    </a:cubicBezTo>
                    <a:lnTo>
                      <a:pt x="4057" y="4113"/>
                    </a:lnTo>
                    <a:cubicBezTo>
                      <a:pt x="4591" y="3572"/>
                      <a:pt x="4591" y="2708"/>
                      <a:pt x="4057" y="2174"/>
                    </a:cubicBezTo>
                    <a:lnTo>
                      <a:pt x="2284" y="401"/>
                    </a:lnTo>
                    <a:cubicBezTo>
                      <a:pt x="2018" y="134"/>
                      <a:pt x="1668" y="1"/>
                      <a:pt x="1319" y="1"/>
                    </a:cubicBezTo>
                    <a:close/>
                  </a:path>
                </a:pathLst>
              </a:custGeom>
              <a:solidFill>
                <a:srgbClr val="F6AC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79" name="Google Shape;8979;p92"/>
              <p:cNvSpPr/>
              <p:nvPr/>
            </p:nvSpPr>
            <p:spPr>
              <a:xfrm>
                <a:off x="5909800" y="3397325"/>
                <a:ext cx="112525" cy="108775"/>
              </a:xfrm>
              <a:custGeom>
                <a:rect b="b" l="l" r="r" t="t"/>
                <a:pathLst>
                  <a:path extrusionOk="0" h="4351" w="4501">
                    <a:moveTo>
                      <a:pt x="1173" y="0"/>
                    </a:moveTo>
                    <a:cubicBezTo>
                      <a:pt x="977" y="0"/>
                      <a:pt x="782" y="76"/>
                      <a:pt x="632" y="226"/>
                    </a:cubicBezTo>
                    <a:lnTo>
                      <a:pt x="301" y="556"/>
                    </a:lnTo>
                    <a:cubicBezTo>
                      <a:pt x="0" y="842"/>
                      <a:pt x="0" y="1323"/>
                      <a:pt x="301" y="1623"/>
                    </a:cubicBezTo>
                    <a:lnTo>
                      <a:pt x="2803" y="4125"/>
                    </a:lnTo>
                    <a:cubicBezTo>
                      <a:pt x="2946" y="4276"/>
                      <a:pt x="3137" y="4351"/>
                      <a:pt x="3331" y="4351"/>
                    </a:cubicBezTo>
                    <a:cubicBezTo>
                      <a:pt x="3524" y="4351"/>
                      <a:pt x="3720" y="4276"/>
                      <a:pt x="3870" y="4125"/>
                    </a:cubicBezTo>
                    <a:lnTo>
                      <a:pt x="4200" y="3795"/>
                    </a:lnTo>
                    <a:cubicBezTo>
                      <a:pt x="4501" y="3494"/>
                      <a:pt x="4501" y="3013"/>
                      <a:pt x="4208" y="2720"/>
                    </a:cubicBezTo>
                    <a:lnTo>
                      <a:pt x="1713" y="226"/>
                    </a:lnTo>
                    <a:cubicBezTo>
                      <a:pt x="1563" y="76"/>
                      <a:pt x="1368" y="0"/>
                      <a:pt x="1173" y="0"/>
                    </a:cubicBezTo>
                    <a:close/>
                  </a:path>
                </a:pathLst>
              </a:custGeom>
              <a:solidFill>
                <a:srgbClr val="994F6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80" name="Google Shape;8980;p92"/>
              <p:cNvSpPr/>
              <p:nvPr/>
            </p:nvSpPr>
            <p:spPr>
              <a:xfrm>
                <a:off x="5636125" y="3474525"/>
                <a:ext cx="197625" cy="67075"/>
              </a:xfrm>
              <a:custGeom>
                <a:rect b="b" l="l" r="r" t="t"/>
                <a:pathLst>
                  <a:path extrusionOk="0" h="2683" w="7905">
                    <a:moveTo>
                      <a:pt x="496" y="0"/>
                    </a:moveTo>
                    <a:lnTo>
                      <a:pt x="496" y="647"/>
                    </a:lnTo>
                    <a:cubicBezTo>
                      <a:pt x="511" y="647"/>
                      <a:pt x="496" y="647"/>
                      <a:pt x="504" y="662"/>
                    </a:cubicBezTo>
                    <a:cubicBezTo>
                      <a:pt x="654" y="669"/>
                      <a:pt x="774" y="789"/>
                      <a:pt x="774" y="940"/>
                    </a:cubicBezTo>
                    <a:lnTo>
                      <a:pt x="774" y="992"/>
                    </a:lnTo>
                    <a:cubicBezTo>
                      <a:pt x="774" y="1157"/>
                      <a:pt x="654" y="1278"/>
                      <a:pt x="496" y="1278"/>
                    </a:cubicBezTo>
                    <a:cubicBezTo>
                      <a:pt x="226" y="1278"/>
                      <a:pt x="0" y="1503"/>
                      <a:pt x="0" y="1774"/>
                    </a:cubicBezTo>
                    <a:lnTo>
                      <a:pt x="0" y="2405"/>
                    </a:lnTo>
                    <a:cubicBezTo>
                      <a:pt x="0" y="2555"/>
                      <a:pt x="121" y="2683"/>
                      <a:pt x="278" y="2683"/>
                    </a:cubicBezTo>
                    <a:lnTo>
                      <a:pt x="7619" y="2683"/>
                    </a:lnTo>
                    <a:cubicBezTo>
                      <a:pt x="7769" y="2683"/>
                      <a:pt x="7904" y="2562"/>
                      <a:pt x="7904" y="2405"/>
                    </a:cubicBezTo>
                    <a:lnTo>
                      <a:pt x="7904" y="1774"/>
                    </a:lnTo>
                    <a:cubicBezTo>
                      <a:pt x="7904" y="1503"/>
                      <a:pt x="7679" y="1278"/>
                      <a:pt x="7409" y="1278"/>
                    </a:cubicBezTo>
                    <a:cubicBezTo>
                      <a:pt x="7243" y="1278"/>
                      <a:pt x="7123" y="1150"/>
                      <a:pt x="7123" y="985"/>
                    </a:cubicBezTo>
                    <a:lnTo>
                      <a:pt x="7123" y="932"/>
                    </a:lnTo>
                    <a:cubicBezTo>
                      <a:pt x="7123" y="782"/>
                      <a:pt x="7251" y="647"/>
                      <a:pt x="7401" y="647"/>
                    </a:cubicBezTo>
                    <a:lnTo>
                      <a:pt x="7401" y="639"/>
                    </a:lnTo>
                    <a:lnTo>
                      <a:pt x="7409" y="647"/>
                    </a:lnTo>
                    <a:lnTo>
                      <a:pt x="7409" y="0"/>
                    </a:lnTo>
                    <a:close/>
                  </a:path>
                </a:pathLst>
              </a:custGeom>
              <a:solidFill>
                <a:srgbClr val="D40C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81" name="Google Shape;8981;p92"/>
              <p:cNvSpPr/>
              <p:nvPr/>
            </p:nvSpPr>
            <p:spPr>
              <a:xfrm>
                <a:off x="5648700" y="3474325"/>
                <a:ext cx="185050" cy="66600"/>
              </a:xfrm>
              <a:custGeom>
                <a:rect b="b" l="l" r="r" t="t"/>
                <a:pathLst>
                  <a:path extrusionOk="0" h="2664" w="7402">
                    <a:moveTo>
                      <a:pt x="1" y="1"/>
                    </a:moveTo>
                    <a:lnTo>
                      <a:pt x="1" y="572"/>
                    </a:lnTo>
                    <a:cubicBezTo>
                      <a:pt x="1" y="572"/>
                      <a:pt x="106" y="655"/>
                      <a:pt x="144" y="685"/>
                    </a:cubicBezTo>
                    <a:cubicBezTo>
                      <a:pt x="151" y="685"/>
                      <a:pt x="159" y="692"/>
                      <a:pt x="159" y="692"/>
                    </a:cubicBezTo>
                    <a:cubicBezTo>
                      <a:pt x="189" y="715"/>
                      <a:pt x="204" y="730"/>
                      <a:pt x="226" y="760"/>
                    </a:cubicBezTo>
                    <a:lnTo>
                      <a:pt x="2120" y="2661"/>
                    </a:lnTo>
                    <a:lnTo>
                      <a:pt x="7116" y="2661"/>
                    </a:lnTo>
                    <a:cubicBezTo>
                      <a:pt x="7129" y="2662"/>
                      <a:pt x="7143" y="2663"/>
                      <a:pt x="7155" y="2663"/>
                    </a:cubicBezTo>
                    <a:cubicBezTo>
                      <a:pt x="7300" y="2663"/>
                      <a:pt x="7401" y="2550"/>
                      <a:pt x="7401" y="2405"/>
                    </a:cubicBezTo>
                    <a:lnTo>
                      <a:pt x="7401" y="1797"/>
                    </a:lnTo>
                    <a:cubicBezTo>
                      <a:pt x="7401" y="1519"/>
                      <a:pt x="7176" y="1278"/>
                      <a:pt x="6906" y="1278"/>
                    </a:cubicBezTo>
                    <a:cubicBezTo>
                      <a:pt x="6740" y="1278"/>
                      <a:pt x="6620" y="1158"/>
                      <a:pt x="6620" y="993"/>
                    </a:cubicBezTo>
                    <a:lnTo>
                      <a:pt x="6620" y="940"/>
                    </a:lnTo>
                    <a:cubicBezTo>
                      <a:pt x="6620" y="790"/>
                      <a:pt x="6740" y="670"/>
                      <a:pt x="6891" y="655"/>
                    </a:cubicBezTo>
                    <a:cubicBezTo>
                      <a:pt x="6906" y="655"/>
                      <a:pt x="6913" y="647"/>
                      <a:pt x="6913" y="640"/>
                    </a:cubicBezTo>
                    <a:lnTo>
                      <a:pt x="6913" y="1"/>
                    </a:lnTo>
                    <a:close/>
                  </a:path>
                </a:pathLst>
              </a:custGeom>
              <a:solidFill>
                <a:srgbClr val="000000">
                  <a:alpha val="148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82" name="Google Shape;8982;p92"/>
              <p:cNvSpPr/>
              <p:nvPr/>
            </p:nvSpPr>
            <p:spPr>
              <a:xfrm>
                <a:off x="5633875" y="3446350"/>
                <a:ext cx="201950" cy="46050"/>
              </a:xfrm>
              <a:custGeom>
                <a:rect b="b" l="l" r="r" t="t"/>
                <a:pathLst>
                  <a:path extrusionOk="0" h="1842" w="8078">
                    <a:moveTo>
                      <a:pt x="924" y="0"/>
                    </a:moveTo>
                    <a:cubicBezTo>
                      <a:pt x="413" y="0"/>
                      <a:pt x="0" y="414"/>
                      <a:pt x="0" y="925"/>
                    </a:cubicBezTo>
                    <a:cubicBezTo>
                      <a:pt x="0" y="1360"/>
                      <a:pt x="316" y="1736"/>
                      <a:pt x="737" y="1826"/>
                    </a:cubicBezTo>
                    <a:cubicBezTo>
                      <a:pt x="789" y="1834"/>
                      <a:pt x="857" y="1841"/>
                      <a:pt x="924" y="1841"/>
                    </a:cubicBezTo>
                    <a:lnTo>
                      <a:pt x="7160" y="1841"/>
                    </a:lnTo>
                    <a:cubicBezTo>
                      <a:pt x="7679" y="1841"/>
                      <a:pt x="8077" y="1428"/>
                      <a:pt x="8077" y="925"/>
                    </a:cubicBezTo>
                    <a:cubicBezTo>
                      <a:pt x="8077" y="414"/>
                      <a:pt x="7664" y="0"/>
                      <a:pt x="7160" y="0"/>
                    </a:cubicBezTo>
                    <a:close/>
                  </a:path>
                </a:pathLst>
              </a:custGeom>
              <a:solidFill>
                <a:srgbClr val="F43D4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983" name="Google Shape;8983;p92"/>
          <p:cNvSpPr txBox="1"/>
          <p:nvPr/>
        </p:nvSpPr>
        <p:spPr>
          <a:xfrm>
            <a:off x="-360075" y="1334350"/>
            <a:ext cx="2532300" cy="14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/>
              <a:t>Best fit:</a:t>
            </a:r>
            <a:r>
              <a:rPr lang="en" sz="1100"/>
              <a:t> Gradient Boosting</a:t>
            </a:r>
            <a:br>
              <a:rPr lang="en" sz="1100"/>
            </a:br>
            <a:r>
              <a:rPr b="1" lang="en" sz="1100"/>
              <a:t>Lowest error</a:t>
            </a:r>
            <a:br>
              <a:rPr b="1" lang="en" sz="1100"/>
            </a:br>
            <a:r>
              <a:rPr b="1" lang="en" sz="1100"/>
              <a:t>Top variables:</a:t>
            </a:r>
            <a:r>
              <a:rPr lang="en" sz="1100"/>
              <a:t> Rent &amp; YearsToSave</a:t>
            </a:r>
            <a:br>
              <a:rPr lang="en" sz="1100"/>
            </a:br>
            <a:r>
              <a:rPr lang="en" sz="1100"/>
              <a:t>Advanced Models (GradientBoosting, RF)&gt; Simpler Models(Decision Tree, Linear Regression)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87" name="Shape 8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8" name="Google Shape;8988;p93"/>
          <p:cNvSpPr txBox="1"/>
          <p:nvPr>
            <p:ph idx="1" type="subTitle"/>
          </p:nvPr>
        </p:nvSpPr>
        <p:spPr>
          <a:xfrm>
            <a:off x="604025" y="97400"/>
            <a:ext cx="6521700" cy="46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Rubik ExtraBold"/>
                <a:ea typeface="Rubik ExtraBold"/>
                <a:cs typeface="Rubik ExtraBold"/>
                <a:sym typeface="Rubik ExtraBold"/>
              </a:rPr>
              <a:t>                               </a:t>
            </a:r>
            <a:r>
              <a:rPr lang="en" sz="1900">
                <a:solidFill>
                  <a:schemeClr val="dk1"/>
                </a:solidFill>
                <a:latin typeface="Rubik ExtraBold"/>
                <a:ea typeface="Rubik ExtraBold"/>
                <a:cs typeface="Rubik ExtraBold"/>
                <a:sym typeface="Rubik ExtraBold"/>
              </a:rPr>
              <a:t>PRICE FORECASTING WITH PROPHET</a:t>
            </a:r>
            <a:endParaRPr/>
          </a:p>
        </p:txBody>
      </p:sp>
      <p:sp>
        <p:nvSpPr>
          <p:cNvPr id="8989" name="Google Shape;8989;p93"/>
          <p:cNvSpPr/>
          <p:nvPr/>
        </p:nvSpPr>
        <p:spPr>
          <a:xfrm>
            <a:off x="134700" y="487425"/>
            <a:ext cx="8874600" cy="4263600"/>
          </a:xfrm>
          <a:prstGeom prst="roundRect">
            <a:avLst>
              <a:gd fmla="val 16667" name="adj"/>
            </a:avLst>
          </a:prstGeom>
          <a:solidFill>
            <a:srgbClr val="2A435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FFFFFF"/>
              </a:highlight>
            </a:endParaRPr>
          </a:p>
        </p:txBody>
      </p:sp>
      <p:pic>
        <p:nvPicPr>
          <p:cNvPr id="8990" name="Google Shape;8990;p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3375" y="698550"/>
            <a:ext cx="4080350" cy="390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91" name="Google Shape;8991;p9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97500" y="698550"/>
            <a:ext cx="4080351" cy="3905300"/>
          </a:xfrm>
          <a:prstGeom prst="rect">
            <a:avLst/>
          </a:prstGeom>
          <a:solidFill>
            <a:srgbClr val="2A435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992" name="Google Shape;8992;p93"/>
          <p:cNvSpPr txBox="1"/>
          <p:nvPr/>
        </p:nvSpPr>
        <p:spPr>
          <a:xfrm>
            <a:off x="3589300" y="371700"/>
            <a:ext cx="2439300" cy="3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C800"/>
                </a:solidFill>
                <a:latin typeface="Rubik"/>
                <a:ea typeface="Rubik"/>
                <a:cs typeface="Rubik"/>
                <a:sym typeface="Rubik"/>
              </a:rPr>
              <a:t>5 YEAR FORECAST</a:t>
            </a:r>
            <a:endParaRPr b="1">
              <a:solidFill>
                <a:srgbClr val="FFC800"/>
              </a:solidFill>
              <a:latin typeface="Rubik"/>
              <a:ea typeface="Rubik"/>
              <a:cs typeface="Rubik"/>
              <a:sym typeface="Rubik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96" name="Shape 8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7" name="Google Shape;8997;p94"/>
          <p:cNvSpPr txBox="1"/>
          <p:nvPr>
            <p:ph type="title"/>
          </p:nvPr>
        </p:nvSpPr>
        <p:spPr>
          <a:xfrm>
            <a:off x="720000" y="540000"/>
            <a:ext cx="7704000" cy="676800"/>
          </a:xfrm>
          <a:prstGeom prst="rect">
            <a:avLst/>
          </a:prstGeom>
        </p:spPr>
        <p:txBody>
          <a:bodyPr anchorCtr="0" anchor="t" bIns="91425" lIns="90000" spcFirstLastPara="1" rIns="900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/>
              <a:t>CONCLUSION</a:t>
            </a:r>
            <a:endParaRPr sz="4000"/>
          </a:p>
        </p:txBody>
      </p:sp>
      <p:sp>
        <p:nvSpPr>
          <p:cNvPr id="8998" name="Google Shape;8998;p94"/>
          <p:cNvSpPr txBox="1"/>
          <p:nvPr>
            <p:ph idx="1" type="body"/>
          </p:nvPr>
        </p:nvSpPr>
        <p:spPr>
          <a:xfrm>
            <a:off x="789700" y="1332600"/>
            <a:ext cx="6307500" cy="3270900"/>
          </a:xfrm>
          <a:prstGeom prst="rect">
            <a:avLst/>
          </a:prstGeom>
        </p:spPr>
        <p:txBody>
          <a:bodyPr anchorCtr="0" anchor="t" bIns="91425" lIns="90000" spcFirstLastPara="1" rIns="900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6FA8DC"/>
                </a:solidFill>
                <a:latin typeface="Rubik"/>
                <a:ea typeface="Rubik"/>
                <a:cs typeface="Rubik"/>
                <a:sym typeface="Rubik"/>
              </a:rPr>
              <a:t>What insights can we draw from all this?</a:t>
            </a:r>
            <a:endParaRPr b="1">
              <a:solidFill>
                <a:srgbClr val="6FA8DC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Q1: What drives housing prices?</a:t>
            </a:r>
            <a:br>
              <a:rPr b="1" lang="en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</a:br>
            <a:r>
              <a:rPr lang="en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b="1" lang="en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Rent</a:t>
            </a:r>
            <a:r>
              <a:rPr lang="en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and </a:t>
            </a:r>
            <a:r>
              <a:rPr b="1" lang="en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years to save</a:t>
            </a:r>
            <a:r>
              <a:rPr lang="en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are top drivers.</a:t>
            </a:r>
            <a:endParaRPr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Q2:How do affordability and competition shape housing?</a:t>
            </a:r>
            <a:br>
              <a:rPr b="1" lang="en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</a:br>
            <a:r>
              <a:rPr lang="en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Regional trends and time series confirm growing </a:t>
            </a:r>
            <a:r>
              <a:rPr b="1" lang="en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affordability issues</a:t>
            </a:r>
            <a:r>
              <a:rPr lang="en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.</a:t>
            </a:r>
            <a:endParaRPr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Q3: Can machine learning predict housing dynamics?</a:t>
            </a:r>
            <a:br>
              <a:rPr b="1" lang="en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</a:br>
            <a:r>
              <a:rPr b="1" lang="en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Gradient Boosting</a:t>
            </a:r>
            <a:r>
              <a:rPr lang="en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showed best performance and predictive power.</a:t>
            </a:r>
            <a:endParaRPr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Machine Learning models revealed useful patterns.</a:t>
            </a:r>
            <a:br>
              <a:rPr lang="en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</a:br>
            <a:r>
              <a:rPr b="1" lang="en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Future work:</a:t>
            </a:r>
            <a:r>
              <a:rPr lang="en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Adding climate/pollution data,trying </a:t>
            </a:r>
            <a:r>
              <a:rPr b="1" lang="en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advanced forecasting</a:t>
            </a:r>
            <a:r>
              <a:rPr lang="en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(like graph neural network), creating a recommender system.</a:t>
            </a:r>
            <a:endParaRPr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Rubik ExtraBold"/>
              <a:ea typeface="Rubik ExtraBold"/>
              <a:cs typeface="Rubik ExtraBold"/>
              <a:sym typeface="Rubik ExtraBol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Rubik ExtraBold"/>
              <a:ea typeface="Rubik ExtraBold"/>
              <a:cs typeface="Rubik ExtraBold"/>
              <a:sym typeface="Rubik ExtraBol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Rubik ExtraBold"/>
              <a:ea typeface="Rubik ExtraBold"/>
              <a:cs typeface="Rubik ExtraBold"/>
              <a:sym typeface="Rubik ExtraBold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8999" name="Google Shape;8999;p94"/>
          <p:cNvSpPr/>
          <p:nvPr/>
        </p:nvSpPr>
        <p:spPr>
          <a:xfrm>
            <a:off x="-152400" y="395563"/>
            <a:ext cx="1574757" cy="438811"/>
          </a:xfrm>
          <a:custGeom>
            <a:rect b="b" l="l" r="r" t="t"/>
            <a:pathLst>
              <a:path extrusionOk="0" h="5486" w="19698">
                <a:moveTo>
                  <a:pt x="12063" y="1"/>
                </a:moveTo>
                <a:cubicBezTo>
                  <a:pt x="10934" y="1"/>
                  <a:pt x="9754" y="807"/>
                  <a:pt x="9727" y="2750"/>
                </a:cubicBezTo>
                <a:cubicBezTo>
                  <a:pt x="9727" y="2750"/>
                  <a:pt x="9077" y="1543"/>
                  <a:pt x="8244" y="1543"/>
                </a:cubicBezTo>
                <a:cubicBezTo>
                  <a:pt x="8124" y="1543"/>
                  <a:pt x="8000" y="1568"/>
                  <a:pt x="7873" y="1625"/>
                </a:cubicBezTo>
                <a:cubicBezTo>
                  <a:pt x="7508" y="1838"/>
                  <a:pt x="7721" y="2537"/>
                  <a:pt x="7904" y="2841"/>
                </a:cubicBezTo>
                <a:cubicBezTo>
                  <a:pt x="6905" y="2358"/>
                  <a:pt x="5937" y="2148"/>
                  <a:pt x="5156" y="2148"/>
                </a:cubicBezTo>
                <a:cubicBezTo>
                  <a:pt x="3726" y="2148"/>
                  <a:pt x="2923" y="2852"/>
                  <a:pt x="3709" y="3875"/>
                </a:cubicBezTo>
                <a:cubicBezTo>
                  <a:pt x="821" y="3875"/>
                  <a:pt x="1" y="5486"/>
                  <a:pt x="1" y="5486"/>
                </a:cubicBezTo>
                <a:lnTo>
                  <a:pt x="19697" y="5486"/>
                </a:lnTo>
                <a:cubicBezTo>
                  <a:pt x="19620" y="5204"/>
                  <a:pt x="19242" y="4319"/>
                  <a:pt x="17562" y="4319"/>
                </a:cubicBezTo>
                <a:cubicBezTo>
                  <a:pt x="17248" y="4319"/>
                  <a:pt x="16888" y="4350"/>
                  <a:pt x="16475" y="4422"/>
                </a:cubicBezTo>
                <a:cubicBezTo>
                  <a:pt x="16870" y="4057"/>
                  <a:pt x="17174" y="3479"/>
                  <a:pt x="17083" y="2902"/>
                </a:cubicBezTo>
                <a:cubicBezTo>
                  <a:pt x="17022" y="2750"/>
                  <a:pt x="16961" y="2568"/>
                  <a:pt x="16840" y="2446"/>
                </a:cubicBezTo>
                <a:cubicBezTo>
                  <a:pt x="16718" y="2355"/>
                  <a:pt x="16566" y="2264"/>
                  <a:pt x="16475" y="2233"/>
                </a:cubicBezTo>
                <a:cubicBezTo>
                  <a:pt x="16352" y="2186"/>
                  <a:pt x="16217" y="2165"/>
                  <a:pt x="16076" y="2165"/>
                </a:cubicBezTo>
                <a:cubicBezTo>
                  <a:pt x="15033" y="2165"/>
                  <a:pt x="13618" y="3297"/>
                  <a:pt x="13618" y="3297"/>
                </a:cubicBezTo>
                <a:cubicBezTo>
                  <a:pt x="14883" y="1332"/>
                  <a:pt x="13514" y="1"/>
                  <a:pt x="12063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00" name="Google Shape;9000;p94"/>
          <p:cNvSpPr/>
          <p:nvPr/>
        </p:nvSpPr>
        <p:spPr>
          <a:xfrm>
            <a:off x="7942472" y="223200"/>
            <a:ext cx="627009" cy="570231"/>
          </a:xfrm>
          <a:custGeom>
            <a:rect b="b" l="l" r="r" t="t"/>
            <a:pathLst>
              <a:path extrusionOk="0" h="7129" w="7843">
                <a:moveTo>
                  <a:pt x="3921" y="1"/>
                </a:moveTo>
                <a:cubicBezTo>
                  <a:pt x="3010" y="1"/>
                  <a:pt x="2098" y="343"/>
                  <a:pt x="1399" y="1027"/>
                </a:cubicBezTo>
                <a:cubicBezTo>
                  <a:pt x="0" y="2425"/>
                  <a:pt x="0" y="4705"/>
                  <a:pt x="1399" y="6103"/>
                </a:cubicBezTo>
                <a:cubicBezTo>
                  <a:pt x="2098" y="6787"/>
                  <a:pt x="3010" y="7129"/>
                  <a:pt x="3921" y="7129"/>
                </a:cubicBezTo>
                <a:cubicBezTo>
                  <a:pt x="4833" y="7129"/>
                  <a:pt x="5745" y="6787"/>
                  <a:pt x="6444" y="6103"/>
                </a:cubicBezTo>
                <a:cubicBezTo>
                  <a:pt x="7843" y="4705"/>
                  <a:pt x="7843" y="2425"/>
                  <a:pt x="6444" y="1027"/>
                </a:cubicBezTo>
                <a:cubicBezTo>
                  <a:pt x="5745" y="343"/>
                  <a:pt x="4833" y="1"/>
                  <a:pt x="3921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01" name="Google Shape;9001;p94"/>
          <p:cNvSpPr/>
          <p:nvPr/>
        </p:nvSpPr>
        <p:spPr>
          <a:xfrm>
            <a:off x="7807467" y="278707"/>
            <a:ext cx="2597733" cy="728606"/>
          </a:xfrm>
          <a:custGeom>
            <a:rect b="b" l="l" r="r" t="t"/>
            <a:pathLst>
              <a:path extrusionOk="0" h="9109" w="32494">
                <a:moveTo>
                  <a:pt x="19825" y="0"/>
                </a:moveTo>
                <a:cubicBezTo>
                  <a:pt x="17960" y="0"/>
                  <a:pt x="16015" y="1336"/>
                  <a:pt x="15988" y="4549"/>
                </a:cubicBezTo>
                <a:cubicBezTo>
                  <a:pt x="15988" y="4549"/>
                  <a:pt x="14841" y="2536"/>
                  <a:pt x="13492" y="2536"/>
                </a:cubicBezTo>
                <a:cubicBezTo>
                  <a:pt x="13304" y="2536"/>
                  <a:pt x="13112" y="2575"/>
                  <a:pt x="12918" y="2665"/>
                </a:cubicBezTo>
                <a:cubicBezTo>
                  <a:pt x="12250" y="3029"/>
                  <a:pt x="12645" y="4154"/>
                  <a:pt x="12949" y="4640"/>
                </a:cubicBezTo>
                <a:cubicBezTo>
                  <a:pt x="11291" y="3838"/>
                  <a:pt x="9690" y="3492"/>
                  <a:pt x="8397" y="3492"/>
                </a:cubicBezTo>
                <a:cubicBezTo>
                  <a:pt x="6014" y="3492"/>
                  <a:pt x="4677" y="4668"/>
                  <a:pt x="5958" y="6343"/>
                </a:cubicBezTo>
                <a:cubicBezTo>
                  <a:pt x="1368" y="6464"/>
                  <a:pt x="0" y="9109"/>
                  <a:pt x="0" y="9109"/>
                </a:cubicBezTo>
                <a:lnTo>
                  <a:pt x="32493" y="9109"/>
                </a:lnTo>
                <a:cubicBezTo>
                  <a:pt x="32391" y="8648"/>
                  <a:pt x="31750" y="7174"/>
                  <a:pt x="28954" y="7174"/>
                </a:cubicBezTo>
                <a:cubicBezTo>
                  <a:pt x="28430" y="7174"/>
                  <a:pt x="27830" y="7226"/>
                  <a:pt x="27144" y="7346"/>
                </a:cubicBezTo>
                <a:cubicBezTo>
                  <a:pt x="27873" y="6677"/>
                  <a:pt x="28329" y="5735"/>
                  <a:pt x="28147" y="4823"/>
                </a:cubicBezTo>
                <a:cubicBezTo>
                  <a:pt x="28056" y="4549"/>
                  <a:pt x="27934" y="4306"/>
                  <a:pt x="27752" y="4063"/>
                </a:cubicBezTo>
                <a:cubicBezTo>
                  <a:pt x="27569" y="3881"/>
                  <a:pt x="27326" y="3759"/>
                  <a:pt x="27113" y="3698"/>
                </a:cubicBezTo>
                <a:cubicBezTo>
                  <a:pt x="26918" y="3628"/>
                  <a:pt x="26705" y="3597"/>
                  <a:pt x="26481" y="3597"/>
                </a:cubicBezTo>
                <a:cubicBezTo>
                  <a:pt x="24759" y="3597"/>
                  <a:pt x="22402" y="5431"/>
                  <a:pt x="22402" y="5431"/>
                </a:cubicBezTo>
                <a:cubicBezTo>
                  <a:pt x="24467" y="2189"/>
                  <a:pt x="22211" y="0"/>
                  <a:pt x="19825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002" name="Google Shape;9002;p94"/>
          <p:cNvGrpSpPr/>
          <p:nvPr/>
        </p:nvGrpSpPr>
        <p:grpSpPr>
          <a:xfrm>
            <a:off x="7812292" y="2809772"/>
            <a:ext cx="1496970" cy="2297721"/>
            <a:chOff x="243098" y="2746672"/>
            <a:chExt cx="1496970" cy="2297721"/>
          </a:xfrm>
        </p:grpSpPr>
        <p:sp>
          <p:nvSpPr>
            <p:cNvPr id="9003" name="Google Shape;9003;p94"/>
            <p:cNvSpPr/>
            <p:nvPr/>
          </p:nvSpPr>
          <p:spPr>
            <a:xfrm>
              <a:off x="789842" y="4086383"/>
              <a:ext cx="461762" cy="958010"/>
            </a:xfrm>
            <a:custGeom>
              <a:rect b="b" l="l" r="r" t="t"/>
              <a:pathLst>
                <a:path extrusionOk="0" h="11977" w="5776">
                  <a:moveTo>
                    <a:pt x="2888" y="0"/>
                  </a:moveTo>
                  <a:lnTo>
                    <a:pt x="2797" y="2219"/>
                  </a:lnTo>
                  <a:lnTo>
                    <a:pt x="1611" y="1307"/>
                  </a:lnTo>
                  <a:lnTo>
                    <a:pt x="1520" y="1429"/>
                  </a:lnTo>
                  <a:lnTo>
                    <a:pt x="2645" y="2797"/>
                  </a:lnTo>
                  <a:lnTo>
                    <a:pt x="2432" y="7082"/>
                  </a:lnTo>
                  <a:lnTo>
                    <a:pt x="1885" y="6535"/>
                  </a:lnTo>
                  <a:lnTo>
                    <a:pt x="1915" y="5076"/>
                  </a:lnTo>
                  <a:lnTo>
                    <a:pt x="1703" y="5015"/>
                  </a:lnTo>
                  <a:lnTo>
                    <a:pt x="1520" y="6201"/>
                  </a:lnTo>
                  <a:lnTo>
                    <a:pt x="152" y="5015"/>
                  </a:lnTo>
                  <a:lnTo>
                    <a:pt x="0" y="5137"/>
                  </a:lnTo>
                  <a:lnTo>
                    <a:pt x="2310" y="7812"/>
                  </a:lnTo>
                  <a:lnTo>
                    <a:pt x="2007" y="11976"/>
                  </a:lnTo>
                  <a:lnTo>
                    <a:pt x="3891" y="11976"/>
                  </a:lnTo>
                  <a:lnTo>
                    <a:pt x="3678" y="6748"/>
                  </a:lnTo>
                  <a:lnTo>
                    <a:pt x="4681" y="5107"/>
                  </a:lnTo>
                  <a:lnTo>
                    <a:pt x="5776" y="4955"/>
                  </a:lnTo>
                  <a:lnTo>
                    <a:pt x="5776" y="4772"/>
                  </a:lnTo>
                  <a:lnTo>
                    <a:pt x="4803" y="4803"/>
                  </a:lnTo>
                  <a:lnTo>
                    <a:pt x="5350" y="3921"/>
                  </a:lnTo>
                  <a:lnTo>
                    <a:pt x="5228" y="3800"/>
                  </a:lnTo>
                  <a:lnTo>
                    <a:pt x="3678" y="5471"/>
                  </a:lnTo>
                  <a:lnTo>
                    <a:pt x="3405" y="2736"/>
                  </a:lnTo>
                  <a:lnTo>
                    <a:pt x="319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04" name="Google Shape;9004;p94"/>
            <p:cNvSpPr/>
            <p:nvPr/>
          </p:nvSpPr>
          <p:spPr>
            <a:xfrm>
              <a:off x="274676" y="2746672"/>
              <a:ext cx="1465392" cy="1589112"/>
            </a:xfrm>
            <a:custGeom>
              <a:rect b="b" l="l" r="r" t="t"/>
              <a:pathLst>
                <a:path extrusionOk="0" h="19867" w="18330">
                  <a:moveTo>
                    <a:pt x="9682" y="1"/>
                  </a:moveTo>
                  <a:cubicBezTo>
                    <a:pt x="9666" y="1"/>
                    <a:pt x="9651" y="1"/>
                    <a:pt x="9636" y="1"/>
                  </a:cubicBezTo>
                  <a:cubicBezTo>
                    <a:pt x="8663" y="32"/>
                    <a:pt x="7873" y="731"/>
                    <a:pt x="7265" y="1460"/>
                  </a:cubicBezTo>
                  <a:cubicBezTo>
                    <a:pt x="6019" y="2980"/>
                    <a:pt x="5259" y="4865"/>
                    <a:pt x="5107" y="6840"/>
                  </a:cubicBezTo>
                  <a:cubicBezTo>
                    <a:pt x="4712" y="6354"/>
                    <a:pt x="4377" y="5868"/>
                    <a:pt x="3891" y="5472"/>
                  </a:cubicBezTo>
                  <a:cubicBezTo>
                    <a:pt x="3485" y="5168"/>
                    <a:pt x="2993" y="4926"/>
                    <a:pt x="2488" y="4926"/>
                  </a:cubicBezTo>
                  <a:cubicBezTo>
                    <a:pt x="2389" y="4926"/>
                    <a:pt x="2289" y="4936"/>
                    <a:pt x="2189" y="4956"/>
                  </a:cubicBezTo>
                  <a:cubicBezTo>
                    <a:pt x="1186" y="5108"/>
                    <a:pt x="548" y="6111"/>
                    <a:pt x="274" y="7114"/>
                  </a:cubicBezTo>
                  <a:cubicBezTo>
                    <a:pt x="1" y="8178"/>
                    <a:pt x="61" y="9272"/>
                    <a:pt x="396" y="10305"/>
                  </a:cubicBezTo>
                  <a:cubicBezTo>
                    <a:pt x="912" y="12007"/>
                    <a:pt x="2219" y="13375"/>
                    <a:pt x="3466" y="14622"/>
                  </a:cubicBezTo>
                  <a:cubicBezTo>
                    <a:pt x="3336" y="14567"/>
                    <a:pt x="3199" y="14541"/>
                    <a:pt x="3063" y="14541"/>
                  </a:cubicBezTo>
                  <a:cubicBezTo>
                    <a:pt x="2595" y="14541"/>
                    <a:pt x="2127" y="14843"/>
                    <a:pt x="1915" y="15290"/>
                  </a:cubicBezTo>
                  <a:cubicBezTo>
                    <a:pt x="1520" y="16050"/>
                    <a:pt x="1915" y="16901"/>
                    <a:pt x="2402" y="17509"/>
                  </a:cubicBezTo>
                  <a:cubicBezTo>
                    <a:pt x="2858" y="18026"/>
                    <a:pt x="3435" y="18391"/>
                    <a:pt x="4043" y="18695"/>
                  </a:cubicBezTo>
                  <a:cubicBezTo>
                    <a:pt x="5651" y="19498"/>
                    <a:pt x="7434" y="19866"/>
                    <a:pt x="9228" y="19866"/>
                  </a:cubicBezTo>
                  <a:cubicBezTo>
                    <a:pt x="11164" y="19866"/>
                    <a:pt x="13112" y="19437"/>
                    <a:pt x="14864" y="18664"/>
                  </a:cubicBezTo>
                  <a:cubicBezTo>
                    <a:pt x="16110" y="18117"/>
                    <a:pt x="16992" y="17205"/>
                    <a:pt x="17691" y="15989"/>
                  </a:cubicBezTo>
                  <a:cubicBezTo>
                    <a:pt x="18147" y="15290"/>
                    <a:pt x="18299" y="14439"/>
                    <a:pt x="18329" y="13649"/>
                  </a:cubicBezTo>
                  <a:cubicBezTo>
                    <a:pt x="18329" y="13102"/>
                    <a:pt x="18299" y="12585"/>
                    <a:pt x="18086" y="12129"/>
                  </a:cubicBezTo>
                  <a:cubicBezTo>
                    <a:pt x="17873" y="11673"/>
                    <a:pt x="17448" y="11248"/>
                    <a:pt x="16931" y="11187"/>
                  </a:cubicBezTo>
                  <a:cubicBezTo>
                    <a:pt x="16869" y="11174"/>
                    <a:pt x="16804" y="11168"/>
                    <a:pt x="16739" y="11168"/>
                  </a:cubicBezTo>
                  <a:cubicBezTo>
                    <a:pt x="16511" y="11168"/>
                    <a:pt x="16279" y="11244"/>
                    <a:pt x="16148" y="11384"/>
                  </a:cubicBezTo>
                  <a:lnTo>
                    <a:pt x="16148" y="11384"/>
                  </a:lnTo>
                  <a:cubicBezTo>
                    <a:pt x="16711" y="10695"/>
                    <a:pt x="17239" y="9890"/>
                    <a:pt x="17448" y="8998"/>
                  </a:cubicBezTo>
                  <a:cubicBezTo>
                    <a:pt x="17691" y="8086"/>
                    <a:pt x="17569" y="7083"/>
                    <a:pt x="16961" y="6384"/>
                  </a:cubicBezTo>
                  <a:cubicBezTo>
                    <a:pt x="16487" y="5810"/>
                    <a:pt x="15766" y="5523"/>
                    <a:pt x="15019" y="5523"/>
                  </a:cubicBezTo>
                  <a:cubicBezTo>
                    <a:pt x="14856" y="5523"/>
                    <a:pt x="14692" y="5536"/>
                    <a:pt x="14530" y="5564"/>
                  </a:cubicBezTo>
                  <a:cubicBezTo>
                    <a:pt x="13618" y="5716"/>
                    <a:pt x="12858" y="6202"/>
                    <a:pt x="12250" y="6871"/>
                  </a:cubicBezTo>
                  <a:cubicBezTo>
                    <a:pt x="12311" y="5472"/>
                    <a:pt x="12615" y="4074"/>
                    <a:pt x="12372" y="2706"/>
                  </a:cubicBezTo>
                  <a:cubicBezTo>
                    <a:pt x="12101" y="1354"/>
                    <a:pt x="11057" y="1"/>
                    <a:pt x="968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05" name="Google Shape;9005;p94"/>
            <p:cNvSpPr/>
            <p:nvPr/>
          </p:nvSpPr>
          <p:spPr>
            <a:xfrm>
              <a:off x="635228" y="4360980"/>
              <a:ext cx="324817" cy="282356"/>
            </a:xfrm>
            <a:custGeom>
              <a:rect b="b" l="l" r="r" t="t"/>
              <a:pathLst>
                <a:path extrusionOk="0" h="3530" w="4063">
                  <a:moveTo>
                    <a:pt x="1850" y="0"/>
                  </a:moveTo>
                  <a:cubicBezTo>
                    <a:pt x="1502" y="0"/>
                    <a:pt x="1195" y="373"/>
                    <a:pt x="1570" y="944"/>
                  </a:cubicBezTo>
                  <a:cubicBezTo>
                    <a:pt x="1296" y="663"/>
                    <a:pt x="1033" y="551"/>
                    <a:pt x="819" y="551"/>
                  </a:cubicBezTo>
                  <a:cubicBezTo>
                    <a:pt x="223" y="551"/>
                    <a:pt x="1" y="1409"/>
                    <a:pt x="962" y="1856"/>
                  </a:cubicBezTo>
                  <a:cubicBezTo>
                    <a:pt x="37" y="1881"/>
                    <a:pt x="304" y="2974"/>
                    <a:pt x="969" y="2974"/>
                  </a:cubicBezTo>
                  <a:cubicBezTo>
                    <a:pt x="1100" y="2974"/>
                    <a:pt x="1247" y="2931"/>
                    <a:pt x="1403" y="2829"/>
                  </a:cubicBezTo>
                  <a:lnTo>
                    <a:pt x="1403" y="2829"/>
                  </a:lnTo>
                  <a:cubicBezTo>
                    <a:pt x="1083" y="3075"/>
                    <a:pt x="1301" y="3529"/>
                    <a:pt x="1714" y="3529"/>
                  </a:cubicBezTo>
                  <a:cubicBezTo>
                    <a:pt x="1726" y="3529"/>
                    <a:pt x="1739" y="3529"/>
                    <a:pt x="1752" y="3528"/>
                  </a:cubicBezTo>
                  <a:cubicBezTo>
                    <a:pt x="2877" y="3315"/>
                    <a:pt x="4062" y="1491"/>
                    <a:pt x="3029" y="519"/>
                  </a:cubicBezTo>
                  <a:cubicBezTo>
                    <a:pt x="2955" y="430"/>
                    <a:pt x="2810" y="370"/>
                    <a:pt x="2680" y="370"/>
                  </a:cubicBezTo>
                  <a:cubicBezTo>
                    <a:pt x="2542" y="370"/>
                    <a:pt x="2421" y="438"/>
                    <a:pt x="2421" y="610"/>
                  </a:cubicBezTo>
                  <a:cubicBezTo>
                    <a:pt x="2358" y="184"/>
                    <a:pt x="2094" y="0"/>
                    <a:pt x="185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06" name="Google Shape;9006;p94"/>
            <p:cNvSpPr/>
            <p:nvPr/>
          </p:nvSpPr>
          <p:spPr>
            <a:xfrm>
              <a:off x="663449" y="3468479"/>
              <a:ext cx="794733" cy="858426"/>
            </a:xfrm>
            <a:custGeom>
              <a:rect b="b" l="l" r="r" t="t"/>
              <a:pathLst>
                <a:path extrusionOk="0" h="10732" w="9941">
                  <a:moveTo>
                    <a:pt x="3393" y="0"/>
                  </a:moveTo>
                  <a:cubicBezTo>
                    <a:pt x="3295" y="0"/>
                    <a:pt x="3197" y="11"/>
                    <a:pt x="3101" y="35"/>
                  </a:cubicBezTo>
                  <a:cubicBezTo>
                    <a:pt x="2341" y="217"/>
                    <a:pt x="1977" y="1129"/>
                    <a:pt x="2068" y="1889"/>
                  </a:cubicBezTo>
                  <a:cubicBezTo>
                    <a:pt x="2129" y="2649"/>
                    <a:pt x="2524" y="3379"/>
                    <a:pt x="2797" y="4078"/>
                  </a:cubicBezTo>
                  <a:cubicBezTo>
                    <a:pt x="2435" y="3871"/>
                    <a:pt x="2029" y="3730"/>
                    <a:pt x="1598" y="3730"/>
                  </a:cubicBezTo>
                  <a:cubicBezTo>
                    <a:pt x="1522" y="3730"/>
                    <a:pt x="1446" y="3734"/>
                    <a:pt x="1369" y="3743"/>
                  </a:cubicBezTo>
                  <a:cubicBezTo>
                    <a:pt x="882" y="3835"/>
                    <a:pt x="426" y="4139"/>
                    <a:pt x="244" y="4594"/>
                  </a:cubicBezTo>
                  <a:cubicBezTo>
                    <a:pt x="1" y="5081"/>
                    <a:pt x="122" y="5598"/>
                    <a:pt x="396" y="6053"/>
                  </a:cubicBezTo>
                  <a:cubicBezTo>
                    <a:pt x="670" y="6479"/>
                    <a:pt x="1065" y="6813"/>
                    <a:pt x="1490" y="7117"/>
                  </a:cubicBezTo>
                  <a:cubicBezTo>
                    <a:pt x="1414" y="7087"/>
                    <a:pt x="1331" y="7072"/>
                    <a:pt x="1247" y="7072"/>
                  </a:cubicBezTo>
                  <a:cubicBezTo>
                    <a:pt x="1163" y="7072"/>
                    <a:pt x="1080" y="7087"/>
                    <a:pt x="1004" y="7117"/>
                  </a:cubicBezTo>
                  <a:cubicBezTo>
                    <a:pt x="730" y="7239"/>
                    <a:pt x="578" y="7512"/>
                    <a:pt x="548" y="7816"/>
                  </a:cubicBezTo>
                  <a:cubicBezTo>
                    <a:pt x="518" y="8090"/>
                    <a:pt x="578" y="8394"/>
                    <a:pt x="670" y="8637"/>
                  </a:cubicBezTo>
                  <a:cubicBezTo>
                    <a:pt x="822" y="9093"/>
                    <a:pt x="1034" y="9519"/>
                    <a:pt x="1338" y="9701"/>
                  </a:cubicBezTo>
                  <a:cubicBezTo>
                    <a:pt x="1885" y="10248"/>
                    <a:pt x="2493" y="10582"/>
                    <a:pt x="3253" y="10674"/>
                  </a:cubicBezTo>
                  <a:cubicBezTo>
                    <a:pt x="3573" y="10712"/>
                    <a:pt x="3897" y="10731"/>
                    <a:pt x="4223" y="10731"/>
                  </a:cubicBezTo>
                  <a:cubicBezTo>
                    <a:pt x="5969" y="10731"/>
                    <a:pt x="7747" y="10171"/>
                    <a:pt x="9028" y="8941"/>
                  </a:cubicBezTo>
                  <a:cubicBezTo>
                    <a:pt x="9272" y="8728"/>
                    <a:pt x="9545" y="8424"/>
                    <a:pt x="9697" y="8060"/>
                  </a:cubicBezTo>
                  <a:cubicBezTo>
                    <a:pt x="9879" y="7695"/>
                    <a:pt x="9940" y="7148"/>
                    <a:pt x="9636" y="6813"/>
                  </a:cubicBezTo>
                  <a:cubicBezTo>
                    <a:pt x="9478" y="6690"/>
                    <a:pt x="9268" y="6607"/>
                    <a:pt x="9066" y="6607"/>
                  </a:cubicBezTo>
                  <a:cubicBezTo>
                    <a:pt x="8920" y="6607"/>
                    <a:pt x="8778" y="6650"/>
                    <a:pt x="8664" y="6753"/>
                  </a:cubicBezTo>
                  <a:cubicBezTo>
                    <a:pt x="9120" y="5841"/>
                    <a:pt x="9636" y="4929"/>
                    <a:pt x="9636" y="3926"/>
                  </a:cubicBezTo>
                  <a:cubicBezTo>
                    <a:pt x="9636" y="3348"/>
                    <a:pt x="9484" y="2740"/>
                    <a:pt x="9180" y="2224"/>
                  </a:cubicBezTo>
                  <a:cubicBezTo>
                    <a:pt x="8931" y="1807"/>
                    <a:pt x="8504" y="1391"/>
                    <a:pt x="7992" y="1391"/>
                  </a:cubicBezTo>
                  <a:cubicBezTo>
                    <a:pt x="7943" y="1391"/>
                    <a:pt x="7893" y="1395"/>
                    <a:pt x="7843" y="1403"/>
                  </a:cubicBezTo>
                  <a:cubicBezTo>
                    <a:pt x="7509" y="1464"/>
                    <a:pt x="7205" y="1707"/>
                    <a:pt x="6992" y="1950"/>
                  </a:cubicBezTo>
                  <a:cubicBezTo>
                    <a:pt x="6809" y="2254"/>
                    <a:pt x="6688" y="2558"/>
                    <a:pt x="6597" y="2923"/>
                  </a:cubicBezTo>
                  <a:cubicBezTo>
                    <a:pt x="6202" y="1889"/>
                    <a:pt x="5472" y="1008"/>
                    <a:pt x="4560" y="400"/>
                  </a:cubicBezTo>
                  <a:cubicBezTo>
                    <a:pt x="4194" y="180"/>
                    <a:pt x="3790" y="0"/>
                    <a:pt x="339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07" name="Google Shape;9007;p94"/>
            <p:cNvSpPr/>
            <p:nvPr/>
          </p:nvSpPr>
          <p:spPr>
            <a:xfrm>
              <a:off x="354861" y="3840821"/>
              <a:ext cx="72990" cy="104624"/>
            </a:xfrm>
            <a:custGeom>
              <a:rect b="b" l="l" r="r" t="t"/>
              <a:pathLst>
                <a:path extrusionOk="0" h="1308" w="913">
                  <a:moveTo>
                    <a:pt x="92" y="0"/>
                  </a:moveTo>
                  <a:cubicBezTo>
                    <a:pt x="92" y="0"/>
                    <a:pt x="1" y="456"/>
                    <a:pt x="183" y="791"/>
                  </a:cubicBezTo>
                  <a:cubicBezTo>
                    <a:pt x="365" y="1125"/>
                    <a:pt x="791" y="1307"/>
                    <a:pt x="791" y="1307"/>
                  </a:cubicBezTo>
                  <a:cubicBezTo>
                    <a:pt x="791" y="1307"/>
                    <a:pt x="912" y="851"/>
                    <a:pt x="700" y="487"/>
                  </a:cubicBezTo>
                  <a:cubicBezTo>
                    <a:pt x="487" y="152"/>
                    <a:pt x="92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08" name="Google Shape;9008;p94"/>
            <p:cNvSpPr/>
            <p:nvPr/>
          </p:nvSpPr>
          <p:spPr>
            <a:xfrm>
              <a:off x="243098" y="3940326"/>
              <a:ext cx="158051" cy="70869"/>
            </a:xfrm>
            <a:custGeom>
              <a:rect b="b" l="l" r="r" t="t"/>
              <a:pathLst>
                <a:path extrusionOk="0" h="886" w="1977">
                  <a:moveTo>
                    <a:pt x="996" y="1"/>
                  </a:moveTo>
                  <a:cubicBezTo>
                    <a:pt x="978" y="1"/>
                    <a:pt x="960" y="1"/>
                    <a:pt x="943" y="2"/>
                  </a:cubicBezTo>
                  <a:cubicBezTo>
                    <a:pt x="396" y="2"/>
                    <a:pt x="0" y="519"/>
                    <a:pt x="0" y="519"/>
                  </a:cubicBezTo>
                  <a:cubicBezTo>
                    <a:pt x="0" y="519"/>
                    <a:pt x="451" y="886"/>
                    <a:pt x="946" y="886"/>
                  </a:cubicBezTo>
                  <a:cubicBezTo>
                    <a:pt x="965" y="886"/>
                    <a:pt x="984" y="885"/>
                    <a:pt x="1003" y="884"/>
                  </a:cubicBezTo>
                  <a:cubicBezTo>
                    <a:pt x="1551" y="854"/>
                    <a:pt x="1976" y="398"/>
                    <a:pt x="1976" y="398"/>
                  </a:cubicBezTo>
                  <a:cubicBezTo>
                    <a:pt x="1976" y="398"/>
                    <a:pt x="1494" y="1"/>
                    <a:pt x="99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09" name="Google Shape;9009;p94"/>
            <p:cNvSpPr/>
            <p:nvPr/>
          </p:nvSpPr>
          <p:spPr>
            <a:xfrm>
              <a:off x="1256401" y="4479441"/>
              <a:ext cx="58360" cy="29755"/>
            </a:xfrm>
            <a:custGeom>
              <a:rect b="b" l="l" r="r" t="t"/>
              <a:pathLst>
                <a:path extrusionOk="0" h="372" w="730">
                  <a:moveTo>
                    <a:pt x="235" y="0"/>
                  </a:moveTo>
                  <a:cubicBezTo>
                    <a:pt x="108" y="0"/>
                    <a:pt x="0" y="41"/>
                    <a:pt x="0" y="41"/>
                  </a:cubicBezTo>
                  <a:cubicBezTo>
                    <a:pt x="0" y="41"/>
                    <a:pt x="122" y="253"/>
                    <a:pt x="304" y="345"/>
                  </a:cubicBezTo>
                  <a:cubicBezTo>
                    <a:pt x="365" y="365"/>
                    <a:pt x="433" y="372"/>
                    <a:pt x="496" y="372"/>
                  </a:cubicBezTo>
                  <a:cubicBezTo>
                    <a:pt x="622" y="372"/>
                    <a:pt x="730" y="345"/>
                    <a:pt x="730" y="345"/>
                  </a:cubicBezTo>
                  <a:cubicBezTo>
                    <a:pt x="730" y="345"/>
                    <a:pt x="608" y="101"/>
                    <a:pt x="426" y="41"/>
                  </a:cubicBezTo>
                  <a:cubicBezTo>
                    <a:pt x="365" y="10"/>
                    <a:pt x="298" y="0"/>
                    <a:pt x="23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10" name="Google Shape;9010;p94"/>
            <p:cNvSpPr/>
            <p:nvPr/>
          </p:nvSpPr>
          <p:spPr>
            <a:xfrm>
              <a:off x="1256401" y="4409692"/>
              <a:ext cx="60838" cy="58471"/>
            </a:xfrm>
            <a:custGeom>
              <a:rect b="b" l="l" r="r" t="t"/>
              <a:pathLst>
                <a:path extrusionOk="0" h="731" w="761">
                  <a:moveTo>
                    <a:pt x="760" y="1"/>
                  </a:moveTo>
                  <a:cubicBezTo>
                    <a:pt x="760" y="1"/>
                    <a:pt x="456" y="1"/>
                    <a:pt x="213" y="183"/>
                  </a:cubicBezTo>
                  <a:cubicBezTo>
                    <a:pt x="31" y="366"/>
                    <a:pt x="0" y="730"/>
                    <a:pt x="0" y="730"/>
                  </a:cubicBezTo>
                  <a:cubicBezTo>
                    <a:pt x="0" y="730"/>
                    <a:pt x="304" y="730"/>
                    <a:pt x="547" y="518"/>
                  </a:cubicBezTo>
                  <a:cubicBezTo>
                    <a:pt x="760" y="335"/>
                    <a:pt x="760" y="1"/>
                    <a:pt x="76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11" name="Google Shape;9011;p94"/>
            <p:cNvSpPr/>
            <p:nvPr/>
          </p:nvSpPr>
          <p:spPr>
            <a:xfrm>
              <a:off x="1217548" y="3476078"/>
              <a:ext cx="82663" cy="82787"/>
            </a:xfrm>
            <a:custGeom>
              <a:rect b="b" l="l" r="r" t="t"/>
              <a:pathLst>
                <a:path extrusionOk="0" h="1035" w="1034">
                  <a:moveTo>
                    <a:pt x="973" y="1"/>
                  </a:moveTo>
                  <a:lnTo>
                    <a:pt x="973" y="1"/>
                  </a:lnTo>
                  <a:cubicBezTo>
                    <a:pt x="973" y="1"/>
                    <a:pt x="517" y="1"/>
                    <a:pt x="274" y="305"/>
                  </a:cubicBezTo>
                  <a:cubicBezTo>
                    <a:pt x="0" y="578"/>
                    <a:pt x="0" y="1034"/>
                    <a:pt x="0" y="1034"/>
                  </a:cubicBezTo>
                  <a:cubicBezTo>
                    <a:pt x="0" y="1034"/>
                    <a:pt x="456" y="1034"/>
                    <a:pt x="730" y="730"/>
                  </a:cubicBezTo>
                  <a:cubicBezTo>
                    <a:pt x="1033" y="426"/>
                    <a:pt x="973" y="1"/>
                    <a:pt x="97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12" name="Google Shape;9012;p94"/>
            <p:cNvSpPr/>
            <p:nvPr/>
          </p:nvSpPr>
          <p:spPr>
            <a:xfrm>
              <a:off x="695027" y="3711641"/>
              <a:ext cx="72990" cy="37114"/>
            </a:xfrm>
            <a:custGeom>
              <a:rect b="b" l="l" r="r" t="t"/>
              <a:pathLst>
                <a:path extrusionOk="0" h="464" w="913">
                  <a:moveTo>
                    <a:pt x="318" y="1"/>
                  </a:moveTo>
                  <a:cubicBezTo>
                    <a:pt x="146" y="1"/>
                    <a:pt x="1" y="65"/>
                    <a:pt x="1" y="65"/>
                  </a:cubicBezTo>
                  <a:cubicBezTo>
                    <a:pt x="1" y="65"/>
                    <a:pt x="123" y="308"/>
                    <a:pt x="366" y="430"/>
                  </a:cubicBezTo>
                  <a:cubicBezTo>
                    <a:pt x="432" y="455"/>
                    <a:pt x="503" y="464"/>
                    <a:pt x="571" y="464"/>
                  </a:cubicBezTo>
                  <a:cubicBezTo>
                    <a:pt x="752" y="464"/>
                    <a:pt x="913" y="399"/>
                    <a:pt x="913" y="399"/>
                  </a:cubicBezTo>
                  <a:cubicBezTo>
                    <a:pt x="913" y="399"/>
                    <a:pt x="791" y="126"/>
                    <a:pt x="518" y="35"/>
                  </a:cubicBezTo>
                  <a:cubicBezTo>
                    <a:pt x="451" y="10"/>
                    <a:pt x="383" y="1"/>
                    <a:pt x="3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13" name="Google Shape;9013;p94"/>
            <p:cNvSpPr/>
            <p:nvPr/>
          </p:nvSpPr>
          <p:spPr>
            <a:xfrm>
              <a:off x="1113060" y="3398330"/>
              <a:ext cx="94815" cy="148377"/>
            </a:xfrm>
            <a:custGeom>
              <a:rect b="b" l="l" r="r" t="t"/>
              <a:pathLst>
                <a:path extrusionOk="0" h="1855" w="1186">
                  <a:moveTo>
                    <a:pt x="243" y="0"/>
                  </a:moveTo>
                  <a:cubicBezTo>
                    <a:pt x="243" y="0"/>
                    <a:pt x="0" y="517"/>
                    <a:pt x="213" y="1064"/>
                  </a:cubicBezTo>
                  <a:cubicBezTo>
                    <a:pt x="395" y="1581"/>
                    <a:pt x="973" y="1854"/>
                    <a:pt x="973" y="1854"/>
                  </a:cubicBezTo>
                  <a:cubicBezTo>
                    <a:pt x="973" y="1854"/>
                    <a:pt x="1185" y="1307"/>
                    <a:pt x="1003" y="791"/>
                  </a:cubicBezTo>
                  <a:cubicBezTo>
                    <a:pt x="821" y="304"/>
                    <a:pt x="243" y="0"/>
                    <a:pt x="24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14" name="Google Shape;9014;p94"/>
            <p:cNvSpPr/>
            <p:nvPr/>
          </p:nvSpPr>
          <p:spPr>
            <a:xfrm>
              <a:off x="758264" y="4468083"/>
              <a:ext cx="136146" cy="124061"/>
            </a:xfrm>
            <a:custGeom>
              <a:rect b="b" l="l" r="r" t="t"/>
              <a:pathLst>
                <a:path extrusionOk="0" h="1551" w="1703">
                  <a:moveTo>
                    <a:pt x="1277" y="0"/>
                  </a:moveTo>
                  <a:cubicBezTo>
                    <a:pt x="1094" y="0"/>
                    <a:pt x="1064" y="213"/>
                    <a:pt x="912" y="213"/>
                  </a:cubicBezTo>
                  <a:cubicBezTo>
                    <a:pt x="882" y="213"/>
                    <a:pt x="851" y="213"/>
                    <a:pt x="791" y="183"/>
                  </a:cubicBezTo>
                  <a:cubicBezTo>
                    <a:pt x="760" y="152"/>
                    <a:pt x="730" y="61"/>
                    <a:pt x="639" y="61"/>
                  </a:cubicBezTo>
                  <a:cubicBezTo>
                    <a:pt x="578" y="61"/>
                    <a:pt x="487" y="152"/>
                    <a:pt x="456" y="213"/>
                  </a:cubicBezTo>
                  <a:cubicBezTo>
                    <a:pt x="426" y="304"/>
                    <a:pt x="456" y="395"/>
                    <a:pt x="456" y="487"/>
                  </a:cubicBezTo>
                  <a:cubicBezTo>
                    <a:pt x="456" y="608"/>
                    <a:pt x="456" y="669"/>
                    <a:pt x="426" y="760"/>
                  </a:cubicBezTo>
                  <a:cubicBezTo>
                    <a:pt x="304" y="882"/>
                    <a:pt x="122" y="851"/>
                    <a:pt x="31" y="1003"/>
                  </a:cubicBezTo>
                  <a:cubicBezTo>
                    <a:pt x="0" y="1125"/>
                    <a:pt x="31" y="1277"/>
                    <a:pt x="122" y="1368"/>
                  </a:cubicBezTo>
                  <a:cubicBezTo>
                    <a:pt x="243" y="1459"/>
                    <a:pt x="335" y="1550"/>
                    <a:pt x="487" y="1550"/>
                  </a:cubicBezTo>
                  <a:lnTo>
                    <a:pt x="791" y="1550"/>
                  </a:lnTo>
                  <a:cubicBezTo>
                    <a:pt x="1064" y="1520"/>
                    <a:pt x="1307" y="1429"/>
                    <a:pt x="1490" y="1155"/>
                  </a:cubicBezTo>
                  <a:cubicBezTo>
                    <a:pt x="1672" y="943"/>
                    <a:pt x="1702" y="639"/>
                    <a:pt x="1642" y="365"/>
                  </a:cubicBezTo>
                  <a:cubicBezTo>
                    <a:pt x="1550" y="213"/>
                    <a:pt x="1490" y="31"/>
                    <a:pt x="127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015" name="Google Shape;9015;p94"/>
          <p:cNvGrpSpPr/>
          <p:nvPr/>
        </p:nvGrpSpPr>
        <p:grpSpPr>
          <a:xfrm>
            <a:off x="7305643" y="4148281"/>
            <a:ext cx="592952" cy="967689"/>
            <a:chOff x="8071153" y="3759204"/>
            <a:chExt cx="592952" cy="967689"/>
          </a:xfrm>
        </p:grpSpPr>
        <p:sp>
          <p:nvSpPr>
            <p:cNvPr id="9016" name="Google Shape;9016;p94"/>
            <p:cNvSpPr/>
            <p:nvPr/>
          </p:nvSpPr>
          <p:spPr>
            <a:xfrm>
              <a:off x="8350560" y="4196816"/>
              <a:ext cx="43890" cy="282116"/>
            </a:xfrm>
            <a:custGeom>
              <a:rect b="b" l="l" r="r" t="t"/>
              <a:pathLst>
                <a:path extrusionOk="0" h="3527" w="549">
                  <a:moveTo>
                    <a:pt x="153" y="0"/>
                  </a:moveTo>
                  <a:lnTo>
                    <a:pt x="1" y="3526"/>
                  </a:lnTo>
                  <a:lnTo>
                    <a:pt x="548" y="3435"/>
                  </a:lnTo>
                  <a:lnTo>
                    <a:pt x="39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17" name="Google Shape;9017;p94"/>
            <p:cNvSpPr/>
            <p:nvPr/>
          </p:nvSpPr>
          <p:spPr>
            <a:xfrm>
              <a:off x="8263101" y="4478852"/>
              <a:ext cx="221208" cy="248041"/>
            </a:xfrm>
            <a:custGeom>
              <a:rect b="b" l="l" r="r" t="t"/>
              <a:pathLst>
                <a:path extrusionOk="0" h="3101" w="2767">
                  <a:moveTo>
                    <a:pt x="1" y="0"/>
                  </a:moveTo>
                  <a:lnTo>
                    <a:pt x="396" y="3101"/>
                  </a:lnTo>
                  <a:lnTo>
                    <a:pt x="2402" y="3101"/>
                  </a:lnTo>
                  <a:lnTo>
                    <a:pt x="276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18" name="Google Shape;9018;p94"/>
            <p:cNvSpPr/>
            <p:nvPr/>
          </p:nvSpPr>
          <p:spPr>
            <a:xfrm>
              <a:off x="8248551" y="4435099"/>
              <a:ext cx="255184" cy="94865"/>
            </a:xfrm>
            <a:custGeom>
              <a:rect b="b" l="l" r="r" t="t"/>
              <a:pathLst>
                <a:path extrusionOk="0" h="1186" w="3192">
                  <a:moveTo>
                    <a:pt x="3192" y="0"/>
                  </a:moveTo>
                  <a:lnTo>
                    <a:pt x="0" y="61"/>
                  </a:lnTo>
                  <a:lnTo>
                    <a:pt x="61" y="1155"/>
                  </a:lnTo>
                  <a:lnTo>
                    <a:pt x="3040" y="1186"/>
                  </a:lnTo>
                  <a:lnTo>
                    <a:pt x="319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19" name="Google Shape;9019;p94"/>
            <p:cNvSpPr/>
            <p:nvPr/>
          </p:nvSpPr>
          <p:spPr>
            <a:xfrm>
              <a:off x="8265579" y="4527484"/>
              <a:ext cx="213853" cy="34075"/>
            </a:xfrm>
            <a:custGeom>
              <a:rect b="b" l="l" r="r" t="t"/>
              <a:pathLst>
                <a:path extrusionOk="0" h="426" w="2675">
                  <a:moveTo>
                    <a:pt x="0" y="0"/>
                  </a:moveTo>
                  <a:lnTo>
                    <a:pt x="91" y="426"/>
                  </a:lnTo>
                  <a:lnTo>
                    <a:pt x="2645" y="122"/>
                  </a:lnTo>
                  <a:lnTo>
                    <a:pt x="2675" y="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48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20" name="Google Shape;9020;p94"/>
            <p:cNvSpPr/>
            <p:nvPr/>
          </p:nvSpPr>
          <p:spPr>
            <a:xfrm>
              <a:off x="8318982" y="3766483"/>
              <a:ext cx="36535" cy="58391"/>
            </a:xfrm>
            <a:custGeom>
              <a:rect b="b" l="l" r="r" t="t"/>
              <a:pathLst>
                <a:path extrusionOk="0" h="730" w="457">
                  <a:moveTo>
                    <a:pt x="366" y="0"/>
                  </a:moveTo>
                  <a:cubicBezTo>
                    <a:pt x="366" y="0"/>
                    <a:pt x="122" y="122"/>
                    <a:pt x="62" y="304"/>
                  </a:cubicBezTo>
                  <a:cubicBezTo>
                    <a:pt x="1" y="517"/>
                    <a:pt x="62" y="730"/>
                    <a:pt x="62" y="730"/>
                  </a:cubicBezTo>
                  <a:cubicBezTo>
                    <a:pt x="62" y="730"/>
                    <a:pt x="305" y="608"/>
                    <a:pt x="366" y="426"/>
                  </a:cubicBezTo>
                  <a:cubicBezTo>
                    <a:pt x="457" y="244"/>
                    <a:pt x="366" y="0"/>
                    <a:pt x="36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21" name="Google Shape;9021;p94"/>
            <p:cNvSpPr/>
            <p:nvPr/>
          </p:nvSpPr>
          <p:spPr>
            <a:xfrm>
              <a:off x="8248551" y="3759204"/>
              <a:ext cx="58360" cy="65670"/>
            </a:xfrm>
            <a:custGeom>
              <a:rect b="b" l="l" r="r" t="t"/>
              <a:pathLst>
                <a:path extrusionOk="0" h="821" w="730">
                  <a:moveTo>
                    <a:pt x="0" y="0"/>
                  </a:moveTo>
                  <a:cubicBezTo>
                    <a:pt x="0" y="0"/>
                    <a:pt x="0" y="335"/>
                    <a:pt x="183" y="547"/>
                  </a:cubicBezTo>
                  <a:cubicBezTo>
                    <a:pt x="365" y="790"/>
                    <a:pt x="730" y="821"/>
                    <a:pt x="730" y="821"/>
                  </a:cubicBezTo>
                  <a:cubicBezTo>
                    <a:pt x="730" y="821"/>
                    <a:pt x="730" y="487"/>
                    <a:pt x="517" y="243"/>
                  </a:cubicBezTo>
                  <a:cubicBezTo>
                    <a:pt x="335" y="61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22" name="Google Shape;9022;p94"/>
            <p:cNvSpPr/>
            <p:nvPr/>
          </p:nvSpPr>
          <p:spPr>
            <a:xfrm>
              <a:off x="8532835" y="4167621"/>
              <a:ext cx="65715" cy="29275"/>
            </a:xfrm>
            <a:custGeom>
              <a:rect b="b" l="l" r="r" t="t"/>
              <a:pathLst>
                <a:path extrusionOk="0" h="366" w="822">
                  <a:moveTo>
                    <a:pt x="396" y="1"/>
                  </a:moveTo>
                  <a:cubicBezTo>
                    <a:pt x="153" y="1"/>
                    <a:pt x="1" y="213"/>
                    <a:pt x="1" y="213"/>
                  </a:cubicBezTo>
                  <a:cubicBezTo>
                    <a:pt x="1" y="213"/>
                    <a:pt x="183" y="365"/>
                    <a:pt x="426" y="365"/>
                  </a:cubicBezTo>
                  <a:cubicBezTo>
                    <a:pt x="669" y="365"/>
                    <a:pt x="821" y="153"/>
                    <a:pt x="821" y="153"/>
                  </a:cubicBezTo>
                  <a:cubicBezTo>
                    <a:pt x="821" y="153"/>
                    <a:pt x="609" y="1"/>
                    <a:pt x="396" y="1"/>
                  </a:cubicBezTo>
                  <a:close/>
                </a:path>
              </a:pathLst>
            </a:custGeom>
            <a:solidFill>
              <a:srgbClr val="7BBFB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23" name="Google Shape;9023;p94"/>
            <p:cNvSpPr/>
            <p:nvPr/>
          </p:nvSpPr>
          <p:spPr>
            <a:xfrm>
              <a:off x="8518285" y="4092272"/>
              <a:ext cx="48687" cy="80307"/>
            </a:xfrm>
            <a:custGeom>
              <a:rect b="b" l="l" r="r" t="t"/>
              <a:pathLst>
                <a:path extrusionOk="0" h="1004" w="609">
                  <a:moveTo>
                    <a:pt x="487" y="0"/>
                  </a:moveTo>
                  <a:cubicBezTo>
                    <a:pt x="487" y="0"/>
                    <a:pt x="183" y="152"/>
                    <a:pt x="61" y="426"/>
                  </a:cubicBezTo>
                  <a:cubicBezTo>
                    <a:pt x="0" y="699"/>
                    <a:pt x="122" y="1003"/>
                    <a:pt x="122" y="1003"/>
                  </a:cubicBezTo>
                  <a:cubicBezTo>
                    <a:pt x="122" y="1003"/>
                    <a:pt x="426" y="851"/>
                    <a:pt x="547" y="578"/>
                  </a:cubicBezTo>
                  <a:cubicBezTo>
                    <a:pt x="608" y="304"/>
                    <a:pt x="487" y="0"/>
                    <a:pt x="487" y="0"/>
                  </a:cubicBezTo>
                  <a:close/>
                </a:path>
              </a:pathLst>
            </a:custGeom>
            <a:solidFill>
              <a:srgbClr val="7BBFB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24" name="Google Shape;9024;p94"/>
            <p:cNvSpPr/>
            <p:nvPr/>
          </p:nvSpPr>
          <p:spPr>
            <a:xfrm>
              <a:off x="8071153" y="3827914"/>
              <a:ext cx="592952" cy="566871"/>
            </a:xfrm>
            <a:custGeom>
              <a:rect b="b" l="l" r="r" t="t"/>
              <a:pathLst>
                <a:path extrusionOk="0" h="7087" w="7417">
                  <a:moveTo>
                    <a:pt x="3931" y="0"/>
                  </a:moveTo>
                  <a:cubicBezTo>
                    <a:pt x="3624" y="0"/>
                    <a:pt x="3315" y="31"/>
                    <a:pt x="3010" y="83"/>
                  </a:cubicBezTo>
                  <a:cubicBezTo>
                    <a:pt x="1672" y="296"/>
                    <a:pt x="578" y="965"/>
                    <a:pt x="244" y="2363"/>
                  </a:cubicBezTo>
                  <a:cubicBezTo>
                    <a:pt x="0" y="3275"/>
                    <a:pt x="61" y="4430"/>
                    <a:pt x="426" y="5312"/>
                  </a:cubicBezTo>
                  <a:cubicBezTo>
                    <a:pt x="760" y="6132"/>
                    <a:pt x="1520" y="6770"/>
                    <a:pt x="2402" y="6953"/>
                  </a:cubicBezTo>
                  <a:cubicBezTo>
                    <a:pt x="2775" y="7038"/>
                    <a:pt x="3182" y="7086"/>
                    <a:pt x="3592" y="7086"/>
                  </a:cubicBezTo>
                  <a:cubicBezTo>
                    <a:pt x="4351" y="7086"/>
                    <a:pt x="5123" y="6922"/>
                    <a:pt x="5715" y="6527"/>
                  </a:cubicBezTo>
                  <a:cubicBezTo>
                    <a:pt x="6049" y="6315"/>
                    <a:pt x="6353" y="6071"/>
                    <a:pt x="6657" y="5767"/>
                  </a:cubicBezTo>
                  <a:cubicBezTo>
                    <a:pt x="7022" y="5342"/>
                    <a:pt x="7235" y="4825"/>
                    <a:pt x="7295" y="4308"/>
                  </a:cubicBezTo>
                  <a:cubicBezTo>
                    <a:pt x="7417" y="3640"/>
                    <a:pt x="7417" y="3032"/>
                    <a:pt x="7265" y="2515"/>
                  </a:cubicBezTo>
                  <a:cubicBezTo>
                    <a:pt x="7022" y="1634"/>
                    <a:pt x="6505" y="874"/>
                    <a:pt x="5593" y="387"/>
                  </a:cubicBezTo>
                  <a:cubicBezTo>
                    <a:pt x="5077" y="109"/>
                    <a:pt x="4509" y="0"/>
                    <a:pt x="393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025" name="Google Shape;9025;p94"/>
          <p:cNvGrpSpPr/>
          <p:nvPr/>
        </p:nvGrpSpPr>
        <p:grpSpPr>
          <a:xfrm>
            <a:off x="3349164" y="4018474"/>
            <a:ext cx="1689416" cy="1089027"/>
            <a:chOff x="772325" y="3081650"/>
            <a:chExt cx="2285775" cy="1473450"/>
          </a:xfrm>
        </p:grpSpPr>
        <p:sp>
          <p:nvSpPr>
            <p:cNvPr id="9026" name="Google Shape;9026;p94"/>
            <p:cNvSpPr/>
            <p:nvPr/>
          </p:nvSpPr>
          <p:spPr>
            <a:xfrm>
              <a:off x="2246500" y="3309600"/>
              <a:ext cx="176325" cy="263725"/>
            </a:xfrm>
            <a:custGeom>
              <a:rect b="b" l="l" r="r" t="t"/>
              <a:pathLst>
                <a:path extrusionOk="0" h="10549" w="7053">
                  <a:moveTo>
                    <a:pt x="1" y="1"/>
                  </a:moveTo>
                  <a:lnTo>
                    <a:pt x="1" y="5381"/>
                  </a:lnTo>
                  <a:lnTo>
                    <a:pt x="7053" y="10548"/>
                  </a:lnTo>
                  <a:lnTo>
                    <a:pt x="705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27" name="Google Shape;9027;p94"/>
            <p:cNvSpPr/>
            <p:nvPr/>
          </p:nvSpPr>
          <p:spPr>
            <a:xfrm>
              <a:off x="2246500" y="3309600"/>
              <a:ext cx="176325" cy="263725"/>
            </a:xfrm>
            <a:custGeom>
              <a:rect b="b" l="l" r="r" t="t"/>
              <a:pathLst>
                <a:path extrusionOk="0" h="10549" w="7053">
                  <a:moveTo>
                    <a:pt x="1" y="1"/>
                  </a:moveTo>
                  <a:lnTo>
                    <a:pt x="1" y="5381"/>
                  </a:lnTo>
                  <a:lnTo>
                    <a:pt x="7053" y="10548"/>
                  </a:lnTo>
                  <a:lnTo>
                    <a:pt x="705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28" name="Google Shape;9028;p94"/>
            <p:cNvSpPr/>
            <p:nvPr/>
          </p:nvSpPr>
          <p:spPr>
            <a:xfrm>
              <a:off x="2246500" y="3435000"/>
              <a:ext cx="176325" cy="138325"/>
            </a:xfrm>
            <a:custGeom>
              <a:rect b="b" l="l" r="r" t="t"/>
              <a:pathLst>
                <a:path extrusionOk="0" h="5533" w="7053">
                  <a:moveTo>
                    <a:pt x="1" y="0"/>
                  </a:moveTo>
                  <a:lnTo>
                    <a:pt x="1" y="365"/>
                  </a:lnTo>
                  <a:lnTo>
                    <a:pt x="7053" y="5532"/>
                  </a:lnTo>
                  <a:lnTo>
                    <a:pt x="705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29" name="Google Shape;9029;p94"/>
            <p:cNvSpPr/>
            <p:nvPr/>
          </p:nvSpPr>
          <p:spPr>
            <a:xfrm>
              <a:off x="2269300" y="3331650"/>
              <a:ext cx="13700" cy="32700"/>
            </a:xfrm>
            <a:custGeom>
              <a:rect b="b" l="l" r="r" t="t"/>
              <a:pathLst>
                <a:path extrusionOk="0" h="1308" w="548">
                  <a:moveTo>
                    <a:pt x="1" y="0"/>
                  </a:moveTo>
                  <a:lnTo>
                    <a:pt x="1" y="1307"/>
                  </a:lnTo>
                  <a:lnTo>
                    <a:pt x="548" y="1307"/>
                  </a:lnTo>
                  <a:lnTo>
                    <a:pt x="54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30" name="Google Shape;9030;p94"/>
            <p:cNvSpPr/>
            <p:nvPr/>
          </p:nvSpPr>
          <p:spPr>
            <a:xfrm>
              <a:off x="2308050" y="3331650"/>
              <a:ext cx="13725" cy="32700"/>
            </a:xfrm>
            <a:custGeom>
              <a:rect b="b" l="l" r="r" t="t"/>
              <a:pathLst>
                <a:path extrusionOk="0" h="1308" w="549">
                  <a:moveTo>
                    <a:pt x="1" y="0"/>
                  </a:moveTo>
                  <a:lnTo>
                    <a:pt x="1" y="1307"/>
                  </a:lnTo>
                  <a:lnTo>
                    <a:pt x="548" y="1307"/>
                  </a:lnTo>
                  <a:lnTo>
                    <a:pt x="54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31" name="Google Shape;9031;p94"/>
            <p:cNvSpPr/>
            <p:nvPr/>
          </p:nvSpPr>
          <p:spPr>
            <a:xfrm>
              <a:off x="2346825" y="3331650"/>
              <a:ext cx="14450" cy="32700"/>
            </a:xfrm>
            <a:custGeom>
              <a:rect b="b" l="l" r="r" t="t"/>
              <a:pathLst>
                <a:path extrusionOk="0" h="1308" w="578">
                  <a:moveTo>
                    <a:pt x="0" y="0"/>
                  </a:moveTo>
                  <a:lnTo>
                    <a:pt x="0" y="1307"/>
                  </a:lnTo>
                  <a:lnTo>
                    <a:pt x="578" y="1307"/>
                  </a:lnTo>
                  <a:lnTo>
                    <a:pt x="57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32" name="Google Shape;9032;p94"/>
            <p:cNvSpPr/>
            <p:nvPr/>
          </p:nvSpPr>
          <p:spPr>
            <a:xfrm>
              <a:off x="2385575" y="3331650"/>
              <a:ext cx="14450" cy="32700"/>
            </a:xfrm>
            <a:custGeom>
              <a:rect b="b" l="l" r="r" t="t"/>
              <a:pathLst>
                <a:path extrusionOk="0" h="1308" w="578">
                  <a:moveTo>
                    <a:pt x="0" y="0"/>
                  </a:moveTo>
                  <a:lnTo>
                    <a:pt x="0" y="1307"/>
                  </a:lnTo>
                  <a:lnTo>
                    <a:pt x="578" y="1307"/>
                  </a:lnTo>
                  <a:lnTo>
                    <a:pt x="57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33" name="Google Shape;9033;p94"/>
            <p:cNvSpPr/>
            <p:nvPr/>
          </p:nvSpPr>
          <p:spPr>
            <a:xfrm>
              <a:off x="2678125" y="3814925"/>
              <a:ext cx="332850" cy="740175"/>
            </a:xfrm>
            <a:custGeom>
              <a:rect b="b" l="l" r="r" t="t"/>
              <a:pathLst>
                <a:path extrusionOk="0" h="29607" w="13314">
                  <a:moveTo>
                    <a:pt x="1" y="1"/>
                  </a:moveTo>
                  <a:lnTo>
                    <a:pt x="1" y="29606"/>
                  </a:lnTo>
                  <a:lnTo>
                    <a:pt x="13314" y="29606"/>
                  </a:lnTo>
                  <a:lnTo>
                    <a:pt x="13314" y="836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34" name="Google Shape;9034;p94"/>
            <p:cNvSpPr/>
            <p:nvPr/>
          </p:nvSpPr>
          <p:spPr>
            <a:xfrm>
              <a:off x="2678125" y="3814925"/>
              <a:ext cx="332850" cy="326800"/>
            </a:xfrm>
            <a:custGeom>
              <a:rect b="b" l="l" r="r" t="t"/>
              <a:pathLst>
                <a:path extrusionOk="0" h="13072" w="13314">
                  <a:moveTo>
                    <a:pt x="1" y="1"/>
                  </a:moveTo>
                  <a:lnTo>
                    <a:pt x="1" y="3101"/>
                  </a:lnTo>
                  <a:lnTo>
                    <a:pt x="13314" y="13071"/>
                  </a:lnTo>
                  <a:lnTo>
                    <a:pt x="13314" y="836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35" name="Google Shape;9035;p94"/>
            <p:cNvSpPr/>
            <p:nvPr/>
          </p:nvSpPr>
          <p:spPr>
            <a:xfrm>
              <a:off x="845275" y="3102925"/>
              <a:ext cx="1832875" cy="1444575"/>
            </a:xfrm>
            <a:custGeom>
              <a:rect b="b" l="l" r="r" t="t"/>
              <a:pathLst>
                <a:path extrusionOk="0" h="57783" w="73315">
                  <a:moveTo>
                    <a:pt x="36049" y="0"/>
                  </a:moveTo>
                  <a:lnTo>
                    <a:pt x="0" y="26323"/>
                  </a:lnTo>
                  <a:lnTo>
                    <a:pt x="0" y="57782"/>
                  </a:lnTo>
                  <a:lnTo>
                    <a:pt x="73315" y="57782"/>
                  </a:lnTo>
                  <a:lnTo>
                    <a:pt x="73315" y="26323"/>
                  </a:lnTo>
                  <a:lnTo>
                    <a:pt x="3604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36" name="Google Shape;9036;p94"/>
            <p:cNvSpPr/>
            <p:nvPr/>
          </p:nvSpPr>
          <p:spPr>
            <a:xfrm>
              <a:off x="844500" y="3091525"/>
              <a:ext cx="1833650" cy="800950"/>
            </a:xfrm>
            <a:custGeom>
              <a:rect b="b" l="l" r="r" t="t"/>
              <a:pathLst>
                <a:path extrusionOk="0" h="32038" w="73346">
                  <a:moveTo>
                    <a:pt x="36263" y="0"/>
                  </a:moveTo>
                  <a:lnTo>
                    <a:pt x="1" y="27052"/>
                  </a:lnTo>
                  <a:lnTo>
                    <a:pt x="1" y="30700"/>
                  </a:lnTo>
                  <a:lnTo>
                    <a:pt x="35655" y="4256"/>
                  </a:lnTo>
                  <a:lnTo>
                    <a:pt x="73346" y="32037"/>
                  </a:lnTo>
                  <a:lnTo>
                    <a:pt x="73346" y="28025"/>
                  </a:lnTo>
                  <a:lnTo>
                    <a:pt x="36263" y="0"/>
                  </a:ln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37" name="Google Shape;9037;p94"/>
            <p:cNvSpPr/>
            <p:nvPr/>
          </p:nvSpPr>
          <p:spPr>
            <a:xfrm>
              <a:off x="772325" y="3081650"/>
              <a:ext cx="2285775" cy="1010675"/>
            </a:xfrm>
            <a:custGeom>
              <a:rect b="b" l="l" r="r" t="t"/>
              <a:pathLst>
                <a:path extrusionOk="0" h="40427" w="91431">
                  <a:moveTo>
                    <a:pt x="39150" y="0"/>
                  </a:moveTo>
                  <a:lnTo>
                    <a:pt x="0" y="28116"/>
                  </a:lnTo>
                  <a:lnTo>
                    <a:pt x="2006" y="30517"/>
                  </a:lnTo>
                  <a:lnTo>
                    <a:pt x="39150" y="2797"/>
                  </a:lnTo>
                  <a:lnTo>
                    <a:pt x="89576" y="40426"/>
                  </a:lnTo>
                  <a:lnTo>
                    <a:pt x="91430" y="37934"/>
                  </a:lnTo>
                  <a:lnTo>
                    <a:pt x="39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38" name="Google Shape;9038;p94"/>
            <p:cNvSpPr/>
            <p:nvPr/>
          </p:nvSpPr>
          <p:spPr>
            <a:xfrm>
              <a:off x="2678125" y="3941075"/>
              <a:ext cx="127700" cy="7625"/>
            </a:xfrm>
            <a:custGeom>
              <a:rect b="b" l="l" r="r" t="t"/>
              <a:pathLst>
                <a:path extrusionOk="0" h="305" w="5108">
                  <a:moveTo>
                    <a:pt x="1" y="1"/>
                  </a:moveTo>
                  <a:lnTo>
                    <a:pt x="1" y="305"/>
                  </a:lnTo>
                  <a:lnTo>
                    <a:pt x="5107" y="305"/>
                  </a:lnTo>
                  <a:lnTo>
                    <a:pt x="5107" y="1"/>
                  </a:ln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39" name="Google Shape;9039;p94"/>
            <p:cNvSpPr/>
            <p:nvPr/>
          </p:nvSpPr>
          <p:spPr>
            <a:xfrm>
              <a:off x="2678125" y="4042900"/>
              <a:ext cx="268275" cy="7625"/>
            </a:xfrm>
            <a:custGeom>
              <a:rect b="b" l="l" r="r" t="t"/>
              <a:pathLst>
                <a:path extrusionOk="0" h="305" w="10731">
                  <a:moveTo>
                    <a:pt x="1" y="1"/>
                  </a:moveTo>
                  <a:lnTo>
                    <a:pt x="1" y="305"/>
                  </a:lnTo>
                  <a:lnTo>
                    <a:pt x="10730" y="305"/>
                  </a:lnTo>
                  <a:lnTo>
                    <a:pt x="10730" y="1"/>
                  </a:ln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40" name="Google Shape;9040;p94"/>
            <p:cNvSpPr/>
            <p:nvPr/>
          </p:nvSpPr>
          <p:spPr>
            <a:xfrm>
              <a:off x="2678125" y="4144725"/>
              <a:ext cx="332850" cy="7625"/>
            </a:xfrm>
            <a:custGeom>
              <a:rect b="b" l="l" r="r" t="t"/>
              <a:pathLst>
                <a:path extrusionOk="0" h="305" w="13314">
                  <a:moveTo>
                    <a:pt x="1" y="1"/>
                  </a:moveTo>
                  <a:lnTo>
                    <a:pt x="1" y="305"/>
                  </a:lnTo>
                  <a:lnTo>
                    <a:pt x="13314" y="305"/>
                  </a:lnTo>
                  <a:lnTo>
                    <a:pt x="13314" y="1"/>
                  </a:ln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41" name="Google Shape;9041;p94"/>
            <p:cNvSpPr/>
            <p:nvPr/>
          </p:nvSpPr>
          <p:spPr>
            <a:xfrm>
              <a:off x="2678125" y="4246550"/>
              <a:ext cx="332850" cy="7625"/>
            </a:xfrm>
            <a:custGeom>
              <a:rect b="b" l="l" r="r" t="t"/>
              <a:pathLst>
                <a:path extrusionOk="0" h="305" w="13314">
                  <a:moveTo>
                    <a:pt x="1" y="1"/>
                  </a:moveTo>
                  <a:lnTo>
                    <a:pt x="1" y="305"/>
                  </a:lnTo>
                  <a:lnTo>
                    <a:pt x="13314" y="305"/>
                  </a:lnTo>
                  <a:lnTo>
                    <a:pt x="13314" y="1"/>
                  </a:ln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42" name="Google Shape;9042;p94"/>
            <p:cNvSpPr/>
            <p:nvPr/>
          </p:nvSpPr>
          <p:spPr>
            <a:xfrm>
              <a:off x="2678125" y="4348375"/>
              <a:ext cx="332850" cy="7625"/>
            </a:xfrm>
            <a:custGeom>
              <a:rect b="b" l="l" r="r" t="t"/>
              <a:pathLst>
                <a:path extrusionOk="0" h="305" w="13314">
                  <a:moveTo>
                    <a:pt x="1" y="1"/>
                  </a:moveTo>
                  <a:lnTo>
                    <a:pt x="1" y="305"/>
                  </a:lnTo>
                  <a:lnTo>
                    <a:pt x="13314" y="305"/>
                  </a:lnTo>
                  <a:lnTo>
                    <a:pt x="13314" y="1"/>
                  </a:ln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43" name="Google Shape;9043;p94"/>
            <p:cNvSpPr/>
            <p:nvPr/>
          </p:nvSpPr>
          <p:spPr>
            <a:xfrm>
              <a:off x="2678125" y="4449450"/>
              <a:ext cx="332850" cy="7625"/>
            </a:xfrm>
            <a:custGeom>
              <a:rect b="b" l="l" r="r" t="t"/>
              <a:pathLst>
                <a:path extrusionOk="0" h="305" w="13314">
                  <a:moveTo>
                    <a:pt x="1" y="0"/>
                  </a:moveTo>
                  <a:lnTo>
                    <a:pt x="1" y="304"/>
                  </a:lnTo>
                  <a:lnTo>
                    <a:pt x="13314" y="304"/>
                  </a:lnTo>
                  <a:lnTo>
                    <a:pt x="13314" y="0"/>
                  </a:ln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44" name="Google Shape;9044;p94"/>
            <p:cNvSpPr/>
            <p:nvPr/>
          </p:nvSpPr>
          <p:spPr>
            <a:xfrm>
              <a:off x="1468375" y="3491225"/>
              <a:ext cx="10675" cy="352600"/>
            </a:xfrm>
            <a:custGeom>
              <a:rect b="b" l="l" r="r" t="t"/>
              <a:pathLst>
                <a:path extrusionOk="0" h="14104" w="427">
                  <a:moveTo>
                    <a:pt x="153" y="0"/>
                  </a:moveTo>
                  <a:lnTo>
                    <a:pt x="1" y="14104"/>
                  </a:lnTo>
                  <a:lnTo>
                    <a:pt x="426" y="14104"/>
                  </a:lnTo>
                  <a:lnTo>
                    <a:pt x="426" y="0"/>
                  </a:ln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45" name="Google Shape;9045;p94"/>
            <p:cNvSpPr/>
            <p:nvPr/>
          </p:nvSpPr>
          <p:spPr>
            <a:xfrm>
              <a:off x="1028400" y="3996550"/>
              <a:ext cx="162650" cy="3075"/>
            </a:xfrm>
            <a:custGeom>
              <a:rect b="b" l="l" r="r" t="t"/>
              <a:pathLst>
                <a:path extrusionOk="0" h="123" w="6506">
                  <a:moveTo>
                    <a:pt x="1" y="0"/>
                  </a:moveTo>
                  <a:lnTo>
                    <a:pt x="1" y="122"/>
                  </a:lnTo>
                  <a:lnTo>
                    <a:pt x="6505" y="122"/>
                  </a:lnTo>
                  <a:lnTo>
                    <a:pt x="650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46" name="Google Shape;9046;p94"/>
            <p:cNvSpPr/>
            <p:nvPr/>
          </p:nvSpPr>
          <p:spPr>
            <a:xfrm>
              <a:off x="2321750" y="3996550"/>
              <a:ext cx="162625" cy="3075"/>
            </a:xfrm>
            <a:custGeom>
              <a:rect b="b" l="l" r="r" t="t"/>
              <a:pathLst>
                <a:path extrusionOk="0" h="123" w="6505">
                  <a:moveTo>
                    <a:pt x="0" y="0"/>
                  </a:moveTo>
                  <a:lnTo>
                    <a:pt x="0" y="122"/>
                  </a:lnTo>
                  <a:lnTo>
                    <a:pt x="6505" y="122"/>
                  </a:lnTo>
                  <a:lnTo>
                    <a:pt x="650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47" name="Google Shape;9047;p94"/>
            <p:cNvSpPr/>
            <p:nvPr/>
          </p:nvSpPr>
          <p:spPr>
            <a:xfrm>
              <a:off x="998775" y="3999600"/>
              <a:ext cx="29650" cy="62325"/>
            </a:xfrm>
            <a:custGeom>
              <a:rect b="b" l="l" r="r" t="t"/>
              <a:pathLst>
                <a:path extrusionOk="0" h="2493" w="1186">
                  <a:moveTo>
                    <a:pt x="0" y="0"/>
                  </a:moveTo>
                  <a:lnTo>
                    <a:pt x="0" y="2492"/>
                  </a:lnTo>
                  <a:lnTo>
                    <a:pt x="1186" y="2462"/>
                  </a:lnTo>
                  <a:lnTo>
                    <a:pt x="1186" y="0"/>
                  </a:ln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48" name="Google Shape;9048;p94"/>
            <p:cNvSpPr/>
            <p:nvPr/>
          </p:nvSpPr>
          <p:spPr>
            <a:xfrm>
              <a:off x="2485875" y="3999600"/>
              <a:ext cx="28900" cy="19775"/>
            </a:xfrm>
            <a:custGeom>
              <a:rect b="b" l="l" r="r" t="t"/>
              <a:pathLst>
                <a:path extrusionOk="0" h="791" w="1156">
                  <a:moveTo>
                    <a:pt x="0" y="0"/>
                  </a:moveTo>
                  <a:lnTo>
                    <a:pt x="0" y="790"/>
                  </a:lnTo>
                  <a:lnTo>
                    <a:pt x="1156" y="760"/>
                  </a:lnTo>
                  <a:lnTo>
                    <a:pt x="1156" y="0"/>
                  </a:ln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49" name="Google Shape;9049;p94"/>
            <p:cNvSpPr/>
            <p:nvPr/>
          </p:nvSpPr>
          <p:spPr>
            <a:xfrm>
              <a:off x="1191775" y="3999600"/>
              <a:ext cx="478750" cy="57775"/>
            </a:xfrm>
            <a:custGeom>
              <a:rect b="b" l="l" r="r" t="t"/>
              <a:pathLst>
                <a:path extrusionOk="0" h="2311" w="19150">
                  <a:moveTo>
                    <a:pt x="1" y="0"/>
                  </a:moveTo>
                  <a:lnTo>
                    <a:pt x="1" y="2310"/>
                  </a:lnTo>
                  <a:lnTo>
                    <a:pt x="19150" y="1733"/>
                  </a:lnTo>
                  <a:lnTo>
                    <a:pt x="19150" y="0"/>
                  </a:ln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50" name="Google Shape;9050;p94"/>
            <p:cNvSpPr/>
            <p:nvPr/>
          </p:nvSpPr>
          <p:spPr>
            <a:xfrm>
              <a:off x="1833875" y="3999600"/>
              <a:ext cx="488650" cy="38775"/>
            </a:xfrm>
            <a:custGeom>
              <a:rect b="b" l="l" r="r" t="t"/>
              <a:pathLst>
                <a:path extrusionOk="0" h="1551" w="19546">
                  <a:moveTo>
                    <a:pt x="1" y="0"/>
                  </a:moveTo>
                  <a:lnTo>
                    <a:pt x="1" y="1550"/>
                  </a:lnTo>
                  <a:lnTo>
                    <a:pt x="19545" y="973"/>
                  </a:lnTo>
                  <a:lnTo>
                    <a:pt x="19545" y="0"/>
                  </a:ln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51" name="Google Shape;9051;p94"/>
            <p:cNvSpPr/>
            <p:nvPr/>
          </p:nvSpPr>
          <p:spPr>
            <a:xfrm>
              <a:off x="1833875" y="4507950"/>
              <a:ext cx="489400" cy="44100"/>
            </a:xfrm>
            <a:custGeom>
              <a:rect b="b" l="l" r="r" t="t"/>
              <a:pathLst>
                <a:path extrusionOk="0" h="1764" w="19576">
                  <a:moveTo>
                    <a:pt x="1" y="1"/>
                  </a:moveTo>
                  <a:lnTo>
                    <a:pt x="1" y="1764"/>
                  </a:lnTo>
                  <a:lnTo>
                    <a:pt x="19576" y="1764"/>
                  </a:lnTo>
                  <a:lnTo>
                    <a:pt x="1957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52" name="Google Shape;9052;p94"/>
            <p:cNvSpPr/>
            <p:nvPr/>
          </p:nvSpPr>
          <p:spPr>
            <a:xfrm>
              <a:off x="1833875" y="4507950"/>
              <a:ext cx="489400" cy="44100"/>
            </a:xfrm>
            <a:custGeom>
              <a:rect b="b" l="l" r="r" t="t"/>
              <a:pathLst>
                <a:path extrusionOk="0" h="1764" w="19576">
                  <a:moveTo>
                    <a:pt x="1" y="1"/>
                  </a:moveTo>
                  <a:lnTo>
                    <a:pt x="1" y="1764"/>
                  </a:lnTo>
                  <a:lnTo>
                    <a:pt x="19576" y="1764"/>
                  </a:lnTo>
                  <a:lnTo>
                    <a:pt x="1957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53" name="Google Shape;9053;p94"/>
            <p:cNvSpPr/>
            <p:nvPr/>
          </p:nvSpPr>
          <p:spPr>
            <a:xfrm>
              <a:off x="1876450" y="4462350"/>
              <a:ext cx="402750" cy="44100"/>
            </a:xfrm>
            <a:custGeom>
              <a:rect b="b" l="l" r="r" t="t"/>
              <a:pathLst>
                <a:path extrusionOk="0" h="1764" w="16110">
                  <a:moveTo>
                    <a:pt x="0" y="1"/>
                  </a:moveTo>
                  <a:lnTo>
                    <a:pt x="0" y="1764"/>
                  </a:lnTo>
                  <a:lnTo>
                    <a:pt x="16110" y="1764"/>
                  </a:lnTo>
                  <a:lnTo>
                    <a:pt x="1611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54" name="Google Shape;9054;p94"/>
            <p:cNvSpPr/>
            <p:nvPr/>
          </p:nvSpPr>
          <p:spPr>
            <a:xfrm>
              <a:off x="1876450" y="4500350"/>
              <a:ext cx="402750" cy="7625"/>
            </a:xfrm>
            <a:custGeom>
              <a:rect b="b" l="l" r="r" t="t"/>
              <a:pathLst>
                <a:path extrusionOk="0" h="305" w="16110">
                  <a:moveTo>
                    <a:pt x="0" y="1"/>
                  </a:moveTo>
                  <a:lnTo>
                    <a:pt x="0" y="305"/>
                  </a:lnTo>
                  <a:lnTo>
                    <a:pt x="16110" y="305"/>
                  </a:lnTo>
                  <a:lnTo>
                    <a:pt x="16110" y="1"/>
                  </a:ln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55" name="Google Shape;9055;p94"/>
            <p:cNvSpPr/>
            <p:nvPr/>
          </p:nvSpPr>
          <p:spPr>
            <a:xfrm>
              <a:off x="1191775" y="4118900"/>
              <a:ext cx="478750" cy="433150"/>
            </a:xfrm>
            <a:custGeom>
              <a:rect b="b" l="l" r="r" t="t"/>
              <a:pathLst>
                <a:path extrusionOk="0" h="17326" w="19150">
                  <a:moveTo>
                    <a:pt x="1" y="0"/>
                  </a:moveTo>
                  <a:lnTo>
                    <a:pt x="1" y="17326"/>
                  </a:lnTo>
                  <a:lnTo>
                    <a:pt x="19150" y="17326"/>
                  </a:lnTo>
                  <a:lnTo>
                    <a:pt x="1915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56" name="Google Shape;9056;p94"/>
            <p:cNvSpPr/>
            <p:nvPr/>
          </p:nvSpPr>
          <p:spPr>
            <a:xfrm>
              <a:off x="1191775" y="4137900"/>
              <a:ext cx="478750" cy="7600"/>
            </a:xfrm>
            <a:custGeom>
              <a:rect b="b" l="l" r="r" t="t"/>
              <a:pathLst>
                <a:path extrusionOk="0" h="304" w="19150">
                  <a:moveTo>
                    <a:pt x="1" y="0"/>
                  </a:moveTo>
                  <a:lnTo>
                    <a:pt x="1" y="304"/>
                  </a:lnTo>
                  <a:lnTo>
                    <a:pt x="19150" y="304"/>
                  </a:lnTo>
                  <a:lnTo>
                    <a:pt x="19150" y="0"/>
                  </a:ln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57" name="Google Shape;9057;p94"/>
            <p:cNvSpPr/>
            <p:nvPr/>
          </p:nvSpPr>
          <p:spPr>
            <a:xfrm>
              <a:off x="1191775" y="4163725"/>
              <a:ext cx="478750" cy="7625"/>
            </a:xfrm>
            <a:custGeom>
              <a:rect b="b" l="l" r="r" t="t"/>
              <a:pathLst>
                <a:path extrusionOk="0" h="305" w="19150">
                  <a:moveTo>
                    <a:pt x="1" y="1"/>
                  </a:moveTo>
                  <a:lnTo>
                    <a:pt x="1" y="304"/>
                  </a:lnTo>
                  <a:lnTo>
                    <a:pt x="19150" y="304"/>
                  </a:lnTo>
                  <a:lnTo>
                    <a:pt x="19150" y="1"/>
                  </a:ln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58" name="Google Shape;9058;p94"/>
            <p:cNvSpPr/>
            <p:nvPr/>
          </p:nvSpPr>
          <p:spPr>
            <a:xfrm>
              <a:off x="1191775" y="4189550"/>
              <a:ext cx="478750" cy="7625"/>
            </a:xfrm>
            <a:custGeom>
              <a:rect b="b" l="l" r="r" t="t"/>
              <a:pathLst>
                <a:path extrusionOk="0" h="305" w="19150">
                  <a:moveTo>
                    <a:pt x="1" y="1"/>
                  </a:moveTo>
                  <a:lnTo>
                    <a:pt x="1" y="305"/>
                  </a:lnTo>
                  <a:lnTo>
                    <a:pt x="19150" y="305"/>
                  </a:lnTo>
                  <a:lnTo>
                    <a:pt x="19150" y="1"/>
                  </a:ln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59" name="Google Shape;9059;p94"/>
            <p:cNvSpPr/>
            <p:nvPr/>
          </p:nvSpPr>
          <p:spPr>
            <a:xfrm>
              <a:off x="1191775" y="4215400"/>
              <a:ext cx="478750" cy="7625"/>
            </a:xfrm>
            <a:custGeom>
              <a:rect b="b" l="l" r="r" t="t"/>
              <a:pathLst>
                <a:path extrusionOk="0" h="305" w="19150">
                  <a:moveTo>
                    <a:pt x="1" y="0"/>
                  </a:moveTo>
                  <a:lnTo>
                    <a:pt x="1" y="304"/>
                  </a:lnTo>
                  <a:lnTo>
                    <a:pt x="19150" y="304"/>
                  </a:lnTo>
                  <a:lnTo>
                    <a:pt x="19150" y="0"/>
                  </a:ln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60" name="Google Shape;9060;p94"/>
            <p:cNvSpPr/>
            <p:nvPr/>
          </p:nvSpPr>
          <p:spPr>
            <a:xfrm>
              <a:off x="1191775" y="4242000"/>
              <a:ext cx="478750" cy="7625"/>
            </a:xfrm>
            <a:custGeom>
              <a:rect b="b" l="l" r="r" t="t"/>
              <a:pathLst>
                <a:path extrusionOk="0" h="305" w="19150">
                  <a:moveTo>
                    <a:pt x="1" y="0"/>
                  </a:moveTo>
                  <a:lnTo>
                    <a:pt x="1" y="304"/>
                  </a:lnTo>
                  <a:lnTo>
                    <a:pt x="19150" y="304"/>
                  </a:lnTo>
                  <a:lnTo>
                    <a:pt x="19150" y="0"/>
                  </a:ln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61" name="Google Shape;9061;p94"/>
            <p:cNvSpPr/>
            <p:nvPr/>
          </p:nvSpPr>
          <p:spPr>
            <a:xfrm>
              <a:off x="1191775" y="4267075"/>
              <a:ext cx="478750" cy="7625"/>
            </a:xfrm>
            <a:custGeom>
              <a:rect b="b" l="l" r="r" t="t"/>
              <a:pathLst>
                <a:path extrusionOk="0" h="305" w="19150">
                  <a:moveTo>
                    <a:pt x="1" y="0"/>
                  </a:moveTo>
                  <a:lnTo>
                    <a:pt x="1" y="304"/>
                  </a:lnTo>
                  <a:lnTo>
                    <a:pt x="19150" y="304"/>
                  </a:lnTo>
                  <a:lnTo>
                    <a:pt x="19150" y="0"/>
                  </a:ln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62" name="Google Shape;9062;p94"/>
            <p:cNvSpPr/>
            <p:nvPr/>
          </p:nvSpPr>
          <p:spPr>
            <a:xfrm>
              <a:off x="1191775" y="4292900"/>
              <a:ext cx="478750" cy="7625"/>
            </a:xfrm>
            <a:custGeom>
              <a:rect b="b" l="l" r="r" t="t"/>
              <a:pathLst>
                <a:path extrusionOk="0" h="305" w="19150">
                  <a:moveTo>
                    <a:pt x="1" y="1"/>
                  </a:moveTo>
                  <a:lnTo>
                    <a:pt x="1" y="305"/>
                  </a:lnTo>
                  <a:lnTo>
                    <a:pt x="19150" y="305"/>
                  </a:lnTo>
                  <a:lnTo>
                    <a:pt x="19150" y="1"/>
                  </a:ln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63" name="Google Shape;9063;p94"/>
            <p:cNvSpPr/>
            <p:nvPr/>
          </p:nvSpPr>
          <p:spPr>
            <a:xfrm>
              <a:off x="1191775" y="4318750"/>
              <a:ext cx="478750" cy="7625"/>
            </a:xfrm>
            <a:custGeom>
              <a:rect b="b" l="l" r="r" t="t"/>
              <a:pathLst>
                <a:path extrusionOk="0" h="305" w="19150">
                  <a:moveTo>
                    <a:pt x="1" y="0"/>
                  </a:moveTo>
                  <a:lnTo>
                    <a:pt x="1" y="304"/>
                  </a:lnTo>
                  <a:lnTo>
                    <a:pt x="19150" y="304"/>
                  </a:lnTo>
                  <a:lnTo>
                    <a:pt x="19150" y="0"/>
                  </a:ln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64" name="Google Shape;9064;p94"/>
            <p:cNvSpPr/>
            <p:nvPr/>
          </p:nvSpPr>
          <p:spPr>
            <a:xfrm>
              <a:off x="1191775" y="4343825"/>
              <a:ext cx="478750" cy="7625"/>
            </a:xfrm>
            <a:custGeom>
              <a:rect b="b" l="l" r="r" t="t"/>
              <a:pathLst>
                <a:path extrusionOk="0" h="305" w="19150">
                  <a:moveTo>
                    <a:pt x="1" y="0"/>
                  </a:moveTo>
                  <a:lnTo>
                    <a:pt x="1" y="304"/>
                  </a:lnTo>
                  <a:lnTo>
                    <a:pt x="19150" y="304"/>
                  </a:lnTo>
                  <a:lnTo>
                    <a:pt x="19150" y="0"/>
                  </a:ln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65" name="Google Shape;9065;p94"/>
            <p:cNvSpPr/>
            <p:nvPr/>
          </p:nvSpPr>
          <p:spPr>
            <a:xfrm>
              <a:off x="1191775" y="4369650"/>
              <a:ext cx="478750" cy="7625"/>
            </a:xfrm>
            <a:custGeom>
              <a:rect b="b" l="l" r="r" t="t"/>
              <a:pathLst>
                <a:path extrusionOk="0" h="305" w="19150">
                  <a:moveTo>
                    <a:pt x="1" y="1"/>
                  </a:moveTo>
                  <a:lnTo>
                    <a:pt x="1" y="305"/>
                  </a:lnTo>
                  <a:lnTo>
                    <a:pt x="19150" y="305"/>
                  </a:lnTo>
                  <a:lnTo>
                    <a:pt x="19150" y="1"/>
                  </a:ln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66" name="Google Shape;9066;p94"/>
            <p:cNvSpPr/>
            <p:nvPr/>
          </p:nvSpPr>
          <p:spPr>
            <a:xfrm>
              <a:off x="1191775" y="4395500"/>
              <a:ext cx="478750" cy="7625"/>
            </a:xfrm>
            <a:custGeom>
              <a:rect b="b" l="l" r="r" t="t"/>
              <a:pathLst>
                <a:path extrusionOk="0" h="305" w="19150">
                  <a:moveTo>
                    <a:pt x="1" y="0"/>
                  </a:moveTo>
                  <a:lnTo>
                    <a:pt x="1" y="304"/>
                  </a:lnTo>
                  <a:lnTo>
                    <a:pt x="19150" y="304"/>
                  </a:lnTo>
                  <a:lnTo>
                    <a:pt x="19150" y="0"/>
                  </a:ln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67" name="Google Shape;9067;p94"/>
            <p:cNvSpPr/>
            <p:nvPr/>
          </p:nvSpPr>
          <p:spPr>
            <a:xfrm>
              <a:off x="1191775" y="4421325"/>
              <a:ext cx="478750" cy="7625"/>
            </a:xfrm>
            <a:custGeom>
              <a:rect b="b" l="l" r="r" t="t"/>
              <a:pathLst>
                <a:path extrusionOk="0" h="305" w="19150">
                  <a:moveTo>
                    <a:pt x="1" y="1"/>
                  </a:moveTo>
                  <a:lnTo>
                    <a:pt x="1" y="305"/>
                  </a:lnTo>
                  <a:lnTo>
                    <a:pt x="19150" y="305"/>
                  </a:lnTo>
                  <a:lnTo>
                    <a:pt x="19150" y="1"/>
                  </a:ln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68" name="Google Shape;9068;p94"/>
            <p:cNvSpPr/>
            <p:nvPr/>
          </p:nvSpPr>
          <p:spPr>
            <a:xfrm>
              <a:off x="1191775" y="4447175"/>
              <a:ext cx="478750" cy="7600"/>
            </a:xfrm>
            <a:custGeom>
              <a:rect b="b" l="l" r="r" t="t"/>
              <a:pathLst>
                <a:path extrusionOk="0" h="304" w="19150">
                  <a:moveTo>
                    <a:pt x="1" y="0"/>
                  </a:moveTo>
                  <a:lnTo>
                    <a:pt x="1" y="304"/>
                  </a:lnTo>
                  <a:lnTo>
                    <a:pt x="19150" y="304"/>
                  </a:lnTo>
                  <a:lnTo>
                    <a:pt x="19150" y="0"/>
                  </a:ln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69" name="Google Shape;9069;p94"/>
            <p:cNvSpPr/>
            <p:nvPr/>
          </p:nvSpPr>
          <p:spPr>
            <a:xfrm>
              <a:off x="1191775" y="4472250"/>
              <a:ext cx="478750" cy="7625"/>
            </a:xfrm>
            <a:custGeom>
              <a:rect b="b" l="l" r="r" t="t"/>
              <a:pathLst>
                <a:path extrusionOk="0" h="305" w="19150">
                  <a:moveTo>
                    <a:pt x="1" y="0"/>
                  </a:moveTo>
                  <a:lnTo>
                    <a:pt x="1" y="304"/>
                  </a:lnTo>
                  <a:lnTo>
                    <a:pt x="19150" y="304"/>
                  </a:lnTo>
                  <a:lnTo>
                    <a:pt x="19150" y="0"/>
                  </a:ln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70" name="Google Shape;9070;p94"/>
            <p:cNvSpPr/>
            <p:nvPr/>
          </p:nvSpPr>
          <p:spPr>
            <a:xfrm>
              <a:off x="1191775" y="4498075"/>
              <a:ext cx="478750" cy="7625"/>
            </a:xfrm>
            <a:custGeom>
              <a:rect b="b" l="l" r="r" t="t"/>
              <a:pathLst>
                <a:path extrusionOk="0" h="305" w="19150">
                  <a:moveTo>
                    <a:pt x="1" y="1"/>
                  </a:moveTo>
                  <a:lnTo>
                    <a:pt x="1" y="305"/>
                  </a:lnTo>
                  <a:lnTo>
                    <a:pt x="19150" y="305"/>
                  </a:lnTo>
                  <a:lnTo>
                    <a:pt x="19150" y="1"/>
                  </a:ln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71" name="Google Shape;9071;p94"/>
            <p:cNvSpPr/>
            <p:nvPr/>
          </p:nvSpPr>
          <p:spPr>
            <a:xfrm>
              <a:off x="1191775" y="4523925"/>
              <a:ext cx="478750" cy="7600"/>
            </a:xfrm>
            <a:custGeom>
              <a:rect b="b" l="l" r="r" t="t"/>
              <a:pathLst>
                <a:path extrusionOk="0" h="304" w="19150">
                  <a:moveTo>
                    <a:pt x="1" y="0"/>
                  </a:moveTo>
                  <a:lnTo>
                    <a:pt x="1" y="304"/>
                  </a:lnTo>
                  <a:lnTo>
                    <a:pt x="19150" y="304"/>
                  </a:lnTo>
                  <a:lnTo>
                    <a:pt x="19150" y="0"/>
                  </a:ln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72" name="Google Shape;9072;p94"/>
            <p:cNvSpPr/>
            <p:nvPr/>
          </p:nvSpPr>
          <p:spPr>
            <a:xfrm>
              <a:off x="1191775" y="4099900"/>
              <a:ext cx="478750" cy="19025"/>
            </a:xfrm>
            <a:custGeom>
              <a:rect b="b" l="l" r="r" t="t"/>
              <a:pathLst>
                <a:path extrusionOk="0" h="761" w="19150">
                  <a:moveTo>
                    <a:pt x="1" y="0"/>
                  </a:moveTo>
                  <a:lnTo>
                    <a:pt x="1" y="760"/>
                  </a:lnTo>
                  <a:lnTo>
                    <a:pt x="19150" y="760"/>
                  </a:lnTo>
                  <a:lnTo>
                    <a:pt x="19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73" name="Google Shape;9073;p94"/>
            <p:cNvSpPr/>
            <p:nvPr/>
          </p:nvSpPr>
          <p:spPr>
            <a:xfrm>
              <a:off x="2811100" y="4164475"/>
              <a:ext cx="199875" cy="202175"/>
            </a:xfrm>
            <a:custGeom>
              <a:rect b="b" l="l" r="r" t="t"/>
              <a:pathLst>
                <a:path extrusionOk="0" h="8087" w="7995">
                  <a:moveTo>
                    <a:pt x="1" y="1"/>
                  </a:moveTo>
                  <a:lnTo>
                    <a:pt x="1" y="8086"/>
                  </a:lnTo>
                  <a:lnTo>
                    <a:pt x="7995" y="8086"/>
                  </a:lnTo>
                  <a:lnTo>
                    <a:pt x="79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74" name="Google Shape;9074;p94"/>
            <p:cNvSpPr/>
            <p:nvPr/>
          </p:nvSpPr>
          <p:spPr>
            <a:xfrm>
              <a:off x="2828575" y="4181950"/>
              <a:ext cx="182400" cy="167975"/>
            </a:xfrm>
            <a:custGeom>
              <a:rect b="b" l="l" r="r" t="t"/>
              <a:pathLst>
                <a:path extrusionOk="0" h="6719" w="7296">
                  <a:moveTo>
                    <a:pt x="1" y="1"/>
                  </a:moveTo>
                  <a:lnTo>
                    <a:pt x="1" y="6718"/>
                  </a:lnTo>
                  <a:lnTo>
                    <a:pt x="7296" y="6718"/>
                  </a:lnTo>
                  <a:lnTo>
                    <a:pt x="729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75" name="Google Shape;9075;p94"/>
            <p:cNvSpPr/>
            <p:nvPr/>
          </p:nvSpPr>
          <p:spPr>
            <a:xfrm>
              <a:off x="2795150" y="4164475"/>
              <a:ext cx="215825" cy="218875"/>
            </a:xfrm>
            <a:custGeom>
              <a:rect b="b" l="l" r="r" t="t"/>
              <a:pathLst>
                <a:path extrusionOk="0" h="8755" w="8633">
                  <a:moveTo>
                    <a:pt x="1" y="1"/>
                  </a:moveTo>
                  <a:lnTo>
                    <a:pt x="1" y="8755"/>
                  </a:lnTo>
                  <a:lnTo>
                    <a:pt x="8633" y="8755"/>
                  </a:lnTo>
                  <a:lnTo>
                    <a:pt x="8633" y="8117"/>
                  </a:lnTo>
                  <a:lnTo>
                    <a:pt x="639" y="8117"/>
                  </a:lnTo>
                  <a:lnTo>
                    <a:pt x="639" y="1"/>
                  </a:ln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76" name="Google Shape;9076;p94"/>
            <p:cNvSpPr/>
            <p:nvPr/>
          </p:nvSpPr>
          <p:spPr>
            <a:xfrm>
              <a:off x="1479025" y="3491225"/>
              <a:ext cx="273575" cy="352600"/>
            </a:xfrm>
            <a:custGeom>
              <a:rect b="b" l="l" r="r" t="t"/>
              <a:pathLst>
                <a:path extrusionOk="0" h="14104" w="10943">
                  <a:moveTo>
                    <a:pt x="0" y="0"/>
                  </a:moveTo>
                  <a:lnTo>
                    <a:pt x="0" y="14104"/>
                  </a:lnTo>
                  <a:lnTo>
                    <a:pt x="10943" y="14104"/>
                  </a:lnTo>
                  <a:lnTo>
                    <a:pt x="109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77" name="Google Shape;9077;p94"/>
            <p:cNvSpPr/>
            <p:nvPr/>
          </p:nvSpPr>
          <p:spPr>
            <a:xfrm>
              <a:off x="1495725" y="3507175"/>
              <a:ext cx="109450" cy="317675"/>
            </a:xfrm>
            <a:custGeom>
              <a:rect b="b" l="l" r="r" t="t"/>
              <a:pathLst>
                <a:path extrusionOk="0" h="12707" w="4378">
                  <a:moveTo>
                    <a:pt x="1" y="1"/>
                  </a:moveTo>
                  <a:lnTo>
                    <a:pt x="1" y="12706"/>
                  </a:lnTo>
                  <a:lnTo>
                    <a:pt x="4378" y="12706"/>
                  </a:lnTo>
                  <a:lnTo>
                    <a:pt x="437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78" name="Google Shape;9078;p94"/>
            <p:cNvSpPr/>
            <p:nvPr/>
          </p:nvSpPr>
          <p:spPr>
            <a:xfrm>
              <a:off x="1624925" y="3507175"/>
              <a:ext cx="109450" cy="317675"/>
            </a:xfrm>
            <a:custGeom>
              <a:rect b="b" l="l" r="r" t="t"/>
              <a:pathLst>
                <a:path extrusionOk="0" h="12707" w="4378">
                  <a:moveTo>
                    <a:pt x="0" y="1"/>
                  </a:moveTo>
                  <a:lnTo>
                    <a:pt x="0" y="12706"/>
                  </a:lnTo>
                  <a:lnTo>
                    <a:pt x="4377" y="12706"/>
                  </a:lnTo>
                  <a:lnTo>
                    <a:pt x="43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79" name="Google Shape;9079;p94"/>
            <p:cNvSpPr/>
            <p:nvPr/>
          </p:nvSpPr>
          <p:spPr>
            <a:xfrm>
              <a:off x="1750300" y="3491225"/>
              <a:ext cx="273575" cy="352600"/>
            </a:xfrm>
            <a:custGeom>
              <a:rect b="b" l="l" r="r" t="t"/>
              <a:pathLst>
                <a:path extrusionOk="0" h="14104" w="10943">
                  <a:moveTo>
                    <a:pt x="0" y="0"/>
                  </a:moveTo>
                  <a:lnTo>
                    <a:pt x="0" y="14104"/>
                  </a:lnTo>
                  <a:lnTo>
                    <a:pt x="10943" y="14104"/>
                  </a:lnTo>
                  <a:lnTo>
                    <a:pt x="109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80" name="Google Shape;9080;p94"/>
            <p:cNvSpPr/>
            <p:nvPr/>
          </p:nvSpPr>
          <p:spPr>
            <a:xfrm>
              <a:off x="1768525" y="3507175"/>
              <a:ext cx="109450" cy="317675"/>
            </a:xfrm>
            <a:custGeom>
              <a:rect b="b" l="l" r="r" t="t"/>
              <a:pathLst>
                <a:path extrusionOk="0" h="12707" w="4378">
                  <a:moveTo>
                    <a:pt x="1" y="1"/>
                  </a:moveTo>
                  <a:lnTo>
                    <a:pt x="1" y="12706"/>
                  </a:lnTo>
                  <a:lnTo>
                    <a:pt x="4378" y="12706"/>
                  </a:lnTo>
                  <a:lnTo>
                    <a:pt x="437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81" name="Google Shape;9081;p94"/>
            <p:cNvSpPr/>
            <p:nvPr/>
          </p:nvSpPr>
          <p:spPr>
            <a:xfrm>
              <a:off x="1896950" y="3507175"/>
              <a:ext cx="108700" cy="317675"/>
            </a:xfrm>
            <a:custGeom>
              <a:rect b="b" l="l" r="r" t="t"/>
              <a:pathLst>
                <a:path extrusionOk="0" h="12707" w="4348">
                  <a:moveTo>
                    <a:pt x="1" y="1"/>
                  </a:moveTo>
                  <a:lnTo>
                    <a:pt x="1" y="12706"/>
                  </a:lnTo>
                  <a:lnTo>
                    <a:pt x="4347" y="12706"/>
                  </a:lnTo>
                  <a:lnTo>
                    <a:pt x="434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82" name="Google Shape;9082;p94"/>
            <p:cNvSpPr/>
            <p:nvPr/>
          </p:nvSpPr>
          <p:spPr>
            <a:xfrm>
              <a:off x="1488900" y="3571000"/>
              <a:ext cx="528900" cy="8400"/>
            </a:xfrm>
            <a:custGeom>
              <a:rect b="b" l="l" r="r" t="t"/>
              <a:pathLst>
                <a:path extrusionOk="0" h="336" w="21156">
                  <a:moveTo>
                    <a:pt x="0" y="1"/>
                  </a:moveTo>
                  <a:lnTo>
                    <a:pt x="0" y="335"/>
                  </a:lnTo>
                  <a:lnTo>
                    <a:pt x="21156" y="335"/>
                  </a:lnTo>
                  <a:lnTo>
                    <a:pt x="2115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83" name="Google Shape;9083;p94"/>
            <p:cNvSpPr/>
            <p:nvPr/>
          </p:nvSpPr>
          <p:spPr>
            <a:xfrm>
              <a:off x="1969900" y="4092300"/>
              <a:ext cx="216600" cy="15225"/>
            </a:xfrm>
            <a:custGeom>
              <a:rect b="b" l="l" r="r" t="t"/>
              <a:pathLst>
                <a:path extrusionOk="0" h="609" w="8664">
                  <a:moveTo>
                    <a:pt x="1" y="0"/>
                  </a:moveTo>
                  <a:lnTo>
                    <a:pt x="1" y="608"/>
                  </a:lnTo>
                  <a:lnTo>
                    <a:pt x="8664" y="243"/>
                  </a:lnTo>
                  <a:lnTo>
                    <a:pt x="8664" y="0"/>
                  </a:ln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84" name="Google Shape;9084;p94"/>
            <p:cNvSpPr/>
            <p:nvPr/>
          </p:nvSpPr>
          <p:spPr>
            <a:xfrm>
              <a:off x="1963075" y="4083175"/>
              <a:ext cx="9900" cy="379200"/>
            </a:xfrm>
            <a:custGeom>
              <a:rect b="b" l="l" r="r" t="t"/>
              <a:pathLst>
                <a:path extrusionOk="0" h="15168" w="396">
                  <a:moveTo>
                    <a:pt x="0" y="1"/>
                  </a:moveTo>
                  <a:lnTo>
                    <a:pt x="0" y="15168"/>
                  </a:lnTo>
                  <a:lnTo>
                    <a:pt x="395" y="15168"/>
                  </a:lnTo>
                  <a:lnTo>
                    <a:pt x="395" y="1"/>
                  </a:ln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85" name="Google Shape;9085;p94"/>
            <p:cNvSpPr/>
            <p:nvPr/>
          </p:nvSpPr>
          <p:spPr>
            <a:xfrm>
              <a:off x="2181925" y="4083175"/>
              <a:ext cx="10650" cy="379200"/>
            </a:xfrm>
            <a:custGeom>
              <a:rect b="b" l="l" r="r" t="t"/>
              <a:pathLst>
                <a:path extrusionOk="0" h="15168" w="426">
                  <a:moveTo>
                    <a:pt x="0" y="1"/>
                  </a:moveTo>
                  <a:lnTo>
                    <a:pt x="0" y="15168"/>
                  </a:lnTo>
                  <a:lnTo>
                    <a:pt x="426" y="15168"/>
                  </a:lnTo>
                  <a:lnTo>
                    <a:pt x="426" y="1"/>
                  </a:ln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86" name="Google Shape;9086;p94"/>
            <p:cNvSpPr/>
            <p:nvPr/>
          </p:nvSpPr>
          <p:spPr>
            <a:xfrm>
              <a:off x="2005625" y="4350650"/>
              <a:ext cx="144400" cy="84375"/>
            </a:xfrm>
            <a:custGeom>
              <a:rect b="b" l="l" r="r" t="t"/>
              <a:pathLst>
                <a:path extrusionOk="0" h="3375" w="5776">
                  <a:moveTo>
                    <a:pt x="0" y="1"/>
                  </a:moveTo>
                  <a:lnTo>
                    <a:pt x="0" y="3375"/>
                  </a:lnTo>
                  <a:lnTo>
                    <a:pt x="5776" y="3375"/>
                  </a:lnTo>
                  <a:lnTo>
                    <a:pt x="577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87" name="Google Shape;9087;p94"/>
            <p:cNvSpPr/>
            <p:nvPr/>
          </p:nvSpPr>
          <p:spPr>
            <a:xfrm>
              <a:off x="2005625" y="4118900"/>
              <a:ext cx="144400" cy="215075"/>
            </a:xfrm>
            <a:custGeom>
              <a:rect b="b" l="l" r="r" t="t"/>
              <a:pathLst>
                <a:path extrusionOk="0" h="8603" w="5776">
                  <a:moveTo>
                    <a:pt x="2888" y="0"/>
                  </a:moveTo>
                  <a:cubicBezTo>
                    <a:pt x="2098" y="0"/>
                    <a:pt x="1429" y="395"/>
                    <a:pt x="973" y="1003"/>
                  </a:cubicBezTo>
                  <a:lnTo>
                    <a:pt x="0" y="1003"/>
                  </a:lnTo>
                  <a:lnTo>
                    <a:pt x="0" y="8602"/>
                  </a:lnTo>
                  <a:lnTo>
                    <a:pt x="5776" y="8602"/>
                  </a:lnTo>
                  <a:lnTo>
                    <a:pt x="5776" y="1003"/>
                  </a:lnTo>
                  <a:lnTo>
                    <a:pt x="4833" y="1003"/>
                  </a:lnTo>
                  <a:cubicBezTo>
                    <a:pt x="4377" y="426"/>
                    <a:pt x="3709" y="0"/>
                    <a:pt x="28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88" name="Google Shape;9088;p94"/>
            <p:cNvSpPr/>
            <p:nvPr/>
          </p:nvSpPr>
          <p:spPr>
            <a:xfrm>
              <a:off x="1932675" y="4071775"/>
              <a:ext cx="289550" cy="20550"/>
            </a:xfrm>
            <a:custGeom>
              <a:rect b="b" l="l" r="r" t="t"/>
              <a:pathLst>
                <a:path extrusionOk="0" h="822" w="11582">
                  <a:moveTo>
                    <a:pt x="0" y="1"/>
                  </a:moveTo>
                  <a:lnTo>
                    <a:pt x="0" y="821"/>
                  </a:lnTo>
                  <a:lnTo>
                    <a:pt x="11581" y="821"/>
                  </a:lnTo>
                  <a:lnTo>
                    <a:pt x="1158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89" name="Google Shape;9089;p94"/>
            <p:cNvSpPr/>
            <p:nvPr/>
          </p:nvSpPr>
          <p:spPr>
            <a:xfrm>
              <a:off x="1049675" y="3759475"/>
              <a:ext cx="59300" cy="80550"/>
            </a:xfrm>
            <a:custGeom>
              <a:rect b="b" l="l" r="r" t="t"/>
              <a:pathLst>
                <a:path extrusionOk="0" h="3222" w="2372">
                  <a:moveTo>
                    <a:pt x="1" y="0"/>
                  </a:moveTo>
                  <a:lnTo>
                    <a:pt x="1" y="3222"/>
                  </a:lnTo>
                  <a:lnTo>
                    <a:pt x="2371" y="3222"/>
                  </a:lnTo>
                  <a:lnTo>
                    <a:pt x="23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90" name="Google Shape;9090;p94"/>
            <p:cNvSpPr/>
            <p:nvPr/>
          </p:nvSpPr>
          <p:spPr>
            <a:xfrm>
              <a:off x="1385550" y="3759475"/>
              <a:ext cx="60050" cy="80550"/>
            </a:xfrm>
            <a:custGeom>
              <a:rect b="b" l="l" r="r" t="t"/>
              <a:pathLst>
                <a:path extrusionOk="0" h="3222" w="2402">
                  <a:moveTo>
                    <a:pt x="1" y="0"/>
                  </a:moveTo>
                  <a:lnTo>
                    <a:pt x="1" y="3222"/>
                  </a:lnTo>
                  <a:lnTo>
                    <a:pt x="2402" y="3222"/>
                  </a:lnTo>
                  <a:lnTo>
                    <a:pt x="240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91" name="Google Shape;9091;p94"/>
            <p:cNvSpPr/>
            <p:nvPr/>
          </p:nvSpPr>
          <p:spPr>
            <a:xfrm>
              <a:off x="2055775" y="3759475"/>
              <a:ext cx="60050" cy="80550"/>
            </a:xfrm>
            <a:custGeom>
              <a:rect b="b" l="l" r="r" t="t"/>
              <a:pathLst>
                <a:path extrusionOk="0" h="3222" w="2402">
                  <a:moveTo>
                    <a:pt x="1" y="0"/>
                  </a:moveTo>
                  <a:lnTo>
                    <a:pt x="1" y="3222"/>
                  </a:lnTo>
                  <a:lnTo>
                    <a:pt x="2402" y="3222"/>
                  </a:lnTo>
                  <a:lnTo>
                    <a:pt x="240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92" name="Google Shape;9092;p94"/>
            <p:cNvSpPr/>
            <p:nvPr/>
          </p:nvSpPr>
          <p:spPr>
            <a:xfrm>
              <a:off x="1720675" y="3759475"/>
              <a:ext cx="60050" cy="80550"/>
            </a:xfrm>
            <a:custGeom>
              <a:rect b="b" l="l" r="r" t="t"/>
              <a:pathLst>
                <a:path extrusionOk="0" h="3222" w="2402">
                  <a:moveTo>
                    <a:pt x="0" y="0"/>
                  </a:moveTo>
                  <a:lnTo>
                    <a:pt x="0" y="3222"/>
                  </a:lnTo>
                  <a:lnTo>
                    <a:pt x="2401" y="3222"/>
                  </a:lnTo>
                  <a:lnTo>
                    <a:pt x="240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93" name="Google Shape;9093;p94"/>
            <p:cNvSpPr/>
            <p:nvPr/>
          </p:nvSpPr>
          <p:spPr>
            <a:xfrm>
              <a:off x="2392400" y="3759475"/>
              <a:ext cx="60075" cy="80550"/>
            </a:xfrm>
            <a:custGeom>
              <a:rect b="b" l="l" r="r" t="t"/>
              <a:pathLst>
                <a:path extrusionOk="0" h="3222" w="2403">
                  <a:moveTo>
                    <a:pt x="1" y="0"/>
                  </a:moveTo>
                  <a:lnTo>
                    <a:pt x="1" y="3222"/>
                  </a:lnTo>
                  <a:lnTo>
                    <a:pt x="2402" y="3222"/>
                  </a:lnTo>
                  <a:lnTo>
                    <a:pt x="240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94" name="Google Shape;9094;p94"/>
            <p:cNvSpPr/>
            <p:nvPr/>
          </p:nvSpPr>
          <p:spPr>
            <a:xfrm>
              <a:off x="1049675" y="3759475"/>
              <a:ext cx="59300" cy="9125"/>
            </a:xfrm>
            <a:custGeom>
              <a:rect b="b" l="l" r="r" t="t"/>
              <a:pathLst>
                <a:path extrusionOk="0" h="365" w="2372">
                  <a:moveTo>
                    <a:pt x="1" y="0"/>
                  </a:moveTo>
                  <a:lnTo>
                    <a:pt x="1" y="365"/>
                  </a:lnTo>
                  <a:lnTo>
                    <a:pt x="2371" y="365"/>
                  </a:lnTo>
                  <a:lnTo>
                    <a:pt x="2371" y="0"/>
                  </a:ln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95" name="Google Shape;9095;p94"/>
            <p:cNvSpPr/>
            <p:nvPr/>
          </p:nvSpPr>
          <p:spPr>
            <a:xfrm>
              <a:off x="1385550" y="3759475"/>
              <a:ext cx="60050" cy="9125"/>
            </a:xfrm>
            <a:custGeom>
              <a:rect b="b" l="l" r="r" t="t"/>
              <a:pathLst>
                <a:path extrusionOk="0" h="365" w="2402">
                  <a:moveTo>
                    <a:pt x="1" y="0"/>
                  </a:moveTo>
                  <a:lnTo>
                    <a:pt x="1" y="365"/>
                  </a:lnTo>
                  <a:lnTo>
                    <a:pt x="2402" y="365"/>
                  </a:lnTo>
                  <a:lnTo>
                    <a:pt x="2402" y="0"/>
                  </a:ln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96" name="Google Shape;9096;p94"/>
            <p:cNvSpPr/>
            <p:nvPr/>
          </p:nvSpPr>
          <p:spPr>
            <a:xfrm>
              <a:off x="2055775" y="3759475"/>
              <a:ext cx="60050" cy="9125"/>
            </a:xfrm>
            <a:custGeom>
              <a:rect b="b" l="l" r="r" t="t"/>
              <a:pathLst>
                <a:path extrusionOk="0" h="365" w="2402">
                  <a:moveTo>
                    <a:pt x="1" y="0"/>
                  </a:moveTo>
                  <a:lnTo>
                    <a:pt x="1" y="365"/>
                  </a:lnTo>
                  <a:lnTo>
                    <a:pt x="2402" y="365"/>
                  </a:lnTo>
                  <a:lnTo>
                    <a:pt x="2402" y="0"/>
                  </a:ln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97" name="Google Shape;9097;p94"/>
            <p:cNvSpPr/>
            <p:nvPr/>
          </p:nvSpPr>
          <p:spPr>
            <a:xfrm>
              <a:off x="1720675" y="3759475"/>
              <a:ext cx="60050" cy="9125"/>
            </a:xfrm>
            <a:custGeom>
              <a:rect b="b" l="l" r="r" t="t"/>
              <a:pathLst>
                <a:path extrusionOk="0" h="365" w="2402">
                  <a:moveTo>
                    <a:pt x="0" y="0"/>
                  </a:moveTo>
                  <a:lnTo>
                    <a:pt x="0" y="365"/>
                  </a:lnTo>
                  <a:lnTo>
                    <a:pt x="2401" y="365"/>
                  </a:lnTo>
                  <a:lnTo>
                    <a:pt x="2401" y="0"/>
                  </a:ln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98" name="Google Shape;9098;p94"/>
            <p:cNvSpPr/>
            <p:nvPr/>
          </p:nvSpPr>
          <p:spPr>
            <a:xfrm>
              <a:off x="2392400" y="3759475"/>
              <a:ext cx="60075" cy="9125"/>
            </a:xfrm>
            <a:custGeom>
              <a:rect b="b" l="l" r="r" t="t"/>
              <a:pathLst>
                <a:path extrusionOk="0" h="365" w="2403">
                  <a:moveTo>
                    <a:pt x="1" y="0"/>
                  </a:moveTo>
                  <a:lnTo>
                    <a:pt x="1" y="365"/>
                  </a:lnTo>
                  <a:lnTo>
                    <a:pt x="2402" y="365"/>
                  </a:lnTo>
                  <a:lnTo>
                    <a:pt x="2402" y="0"/>
                  </a:ln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99" name="Google Shape;9099;p94"/>
            <p:cNvSpPr/>
            <p:nvPr/>
          </p:nvSpPr>
          <p:spPr>
            <a:xfrm>
              <a:off x="1039050" y="3749575"/>
              <a:ext cx="1421775" cy="9925"/>
            </a:xfrm>
            <a:custGeom>
              <a:rect b="b" l="l" r="r" t="t"/>
              <a:pathLst>
                <a:path extrusionOk="0" h="397" w="56871">
                  <a:moveTo>
                    <a:pt x="0" y="1"/>
                  </a:moveTo>
                  <a:lnTo>
                    <a:pt x="0" y="396"/>
                  </a:lnTo>
                  <a:lnTo>
                    <a:pt x="56870" y="396"/>
                  </a:lnTo>
                  <a:lnTo>
                    <a:pt x="5687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00" name="Google Shape;9100;p94"/>
            <p:cNvSpPr/>
            <p:nvPr/>
          </p:nvSpPr>
          <p:spPr>
            <a:xfrm>
              <a:off x="2548950" y="4134100"/>
              <a:ext cx="67650" cy="119325"/>
            </a:xfrm>
            <a:custGeom>
              <a:rect b="b" l="l" r="r" t="t"/>
              <a:pathLst>
                <a:path extrusionOk="0" h="4773" w="2706">
                  <a:moveTo>
                    <a:pt x="0" y="0"/>
                  </a:moveTo>
                  <a:lnTo>
                    <a:pt x="0" y="4772"/>
                  </a:lnTo>
                  <a:lnTo>
                    <a:pt x="2706" y="4772"/>
                  </a:lnTo>
                  <a:lnTo>
                    <a:pt x="270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01" name="Google Shape;9101;p94"/>
            <p:cNvSpPr/>
            <p:nvPr/>
          </p:nvSpPr>
          <p:spPr>
            <a:xfrm>
              <a:off x="2535275" y="4124200"/>
              <a:ext cx="93475" cy="142900"/>
            </a:xfrm>
            <a:custGeom>
              <a:rect b="b" l="l" r="r" t="t"/>
              <a:pathLst>
                <a:path extrusionOk="0" h="5716" w="3739">
                  <a:moveTo>
                    <a:pt x="0" y="1"/>
                  </a:moveTo>
                  <a:lnTo>
                    <a:pt x="0" y="5715"/>
                  </a:lnTo>
                  <a:lnTo>
                    <a:pt x="3739" y="5715"/>
                  </a:lnTo>
                  <a:lnTo>
                    <a:pt x="3739" y="5503"/>
                  </a:lnTo>
                  <a:lnTo>
                    <a:pt x="183" y="5503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02" name="Google Shape;9102;p94"/>
            <p:cNvSpPr/>
            <p:nvPr/>
          </p:nvSpPr>
          <p:spPr>
            <a:xfrm>
              <a:off x="903025" y="4134100"/>
              <a:ext cx="67650" cy="119325"/>
            </a:xfrm>
            <a:custGeom>
              <a:rect b="b" l="l" r="r" t="t"/>
              <a:pathLst>
                <a:path extrusionOk="0" h="4773" w="2706">
                  <a:moveTo>
                    <a:pt x="0" y="0"/>
                  </a:moveTo>
                  <a:lnTo>
                    <a:pt x="0" y="4772"/>
                  </a:lnTo>
                  <a:lnTo>
                    <a:pt x="2705" y="4772"/>
                  </a:lnTo>
                  <a:lnTo>
                    <a:pt x="270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03" name="Google Shape;9103;p94"/>
            <p:cNvSpPr/>
            <p:nvPr/>
          </p:nvSpPr>
          <p:spPr>
            <a:xfrm>
              <a:off x="888575" y="4124200"/>
              <a:ext cx="94250" cy="142900"/>
            </a:xfrm>
            <a:custGeom>
              <a:rect b="b" l="l" r="r" t="t"/>
              <a:pathLst>
                <a:path extrusionOk="0" h="5716" w="3770">
                  <a:moveTo>
                    <a:pt x="1" y="1"/>
                  </a:moveTo>
                  <a:lnTo>
                    <a:pt x="1" y="5715"/>
                  </a:lnTo>
                  <a:lnTo>
                    <a:pt x="3770" y="5715"/>
                  </a:lnTo>
                  <a:lnTo>
                    <a:pt x="3770" y="5503"/>
                  </a:lnTo>
                  <a:lnTo>
                    <a:pt x="213" y="5503"/>
                  </a:lnTo>
                  <a:lnTo>
                    <a:pt x="213" y="1"/>
                  </a:ln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04" name="Google Shape;9104;p94"/>
            <p:cNvSpPr/>
            <p:nvPr/>
          </p:nvSpPr>
          <p:spPr>
            <a:xfrm>
              <a:off x="1698625" y="3324050"/>
              <a:ext cx="47150" cy="68400"/>
            </a:xfrm>
            <a:custGeom>
              <a:rect b="b" l="l" r="r" t="t"/>
              <a:pathLst>
                <a:path extrusionOk="0" h="2736" w="1886">
                  <a:moveTo>
                    <a:pt x="1885" y="0"/>
                  </a:moveTo>
                  <a:cubicBezTo>
                    <a:pt x="1156" y="31"/>
                    <a:pt x="487" y="396"/>
                    <a:pt x="1" y="882"/>
                  </a:cubicBezTo>
                  <a:lnTo>
                    <a:pt x="1885" y="2736"/>
                  </a:lnTo>
                  <a:lnTo>
                    <a:pt x="188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05" name="Google Shape;9105;p94"/>
            <p:cNvSpPr/>
            <p:nvPr/>
          </p:nvSpPr>
          <p:spPr>
            <a:xfrm>
              <a:off x="1677350" y="3352175"/>
              <a:ext cx="58525" cy="44075"/>
            </a:xfrm>
            <a:custGeom>
              <a:rect b="b" l="l" r="r" t="t"/>
              <a:pathLst>
                <a:path extrusionOk="0" h="1763" w="2341">
                  <a:moveTo>
                    <a:pt x="608" y="0"/>
                  </a:moveTo>
                  <a:cubicBezTo>
                    <a:pt x="213" y="517"/>
                    <a:pt x="0" y="1125"/>
                    <a:pt x="0" y="1763"/>
                  </a:cubicBezTo>
                  <a:lnTo>
                    <a:pt x="2341" y="1763"/>
                  </a:lnTo>
                  <a:lnTo>
                    <a:pt x="60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06" name="Google Shape;9106;p94"/>
            <p:cNvSpPr/>
            <p:nvPr/>
          </p:nvSpPr>
          <p:spPr>
            <a:xfrm>
              <a:off x="1754850" y="3324050"/>
              <a:ext cx="44875" cy="63850"/>
            </a:xfrm>
            <a:custGeom>
              <a:rect b="b" l="l" r="r" t="t"/>
              <a:pathLst>
                <a:path extrusionOk="0" h="2554" w="1795">
                  <a:moveTo>
                    <a:pt x="1" y="0"/>
                  </a:moveTo>
                  <a:lnTo>
                    <a:pt x="1" y="2554"/>
                  </a:lnTo>
                  <a:cubicBezTo>
                    <a:pt x="578" y="1946"/>
                    <a:pt x="1186" y="1368"/>
                    <a:pt x="1794" y="760"/>
                  </a:cubicBezTo>
                  <a:cubicBezTo>
                    <a:pt x="1308" y="335"/>
                    <a:pt x="700" y="31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07" name="Google Shape;9107;p94"/>
            <p:cNvSpPr/>
            <p:nvPr/>
          </p:nvSpPr>
          <p:spPr>
            <a:xfrm>
              <a:off x="1758650" y="3349875"/>
              <a:ext cx="64625" cy="47150"/>
            </a:xfrm>
            <a:custGeom>
              <a:rect b="b" l="l" r="r" t="t"/>
              <a:pathLst>
                <a:path extrusionOk="0" h="1886" w="2585">
                  <a:moveTo>
                    <a:pt x="1916" y="1"/>
                  </a:moveTo>
                  <a:cubicBezTo>
                    <a:pt x="1277" y="639"/>
                    <a:pt x="609" y="1247"/>
                    <a:pt x="1" y="1885"/>
                  </a:cubicBezTo>
                  <a:lnTo>
                    <a:pt x="2584" y="1885"/>
                  </a:lnTo>
                  <a:cubicBezTo>
                    <a:pt x="2584" y="1186"/>
                    <a:pt x="2341" y="518"/>
                    <a:pt x="19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08" name="Google Shape;9108;p94"/>
            <p:cNvSpPr/>
            <p:nvPr/>
          </p:nvSpPr>
          <p:spPr>
            <a:xfrm>
              <a:off x="1653800" y="3343050"/>
              <a:ext cx="180100" cy="72200"/>
            </a:xfrm>
            <a:custGeom>
              <a:rect b="b" l="l" r="r" t="t"/>
              <a:pathLst>
                <a:path extrusionOk="0" h="2888" w="7204">
                  <a:moveTo>
                    <a:pt x="1368" y="0"/>
                  </a:moveTo>
                  <a:lnTo>
                    <a:pt x="1368" y="0"/>
                  </a:lnTo>
                  <a:cubicBezTo>
                    <a:pt x="0" y="1064"/>
                    <a:pt x="61" y="2888"/>
                    <a:pt x="61" y="2888"/>
                  </a:cubicBezTo>
                  <a:lnTo>
                    <a:pt x="7204" y="2888"/>
                  </a:lnTo>
                  <a:lnTo>
                    <a:pt x="7204" y="2614"/>
                  </a:lnTo>
                  <a:lnTo>
                    <a:pt x="365" y="2614"/>
                  </a:lnTo>
                  <a:cubicBezTo>
                    <a:pt x="365" y="1611"/>
                    <a:pt x="760" y="699"/>
                    <a:pt x="1368" y="0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09" name="Google Shape;9109;p94"/>
            <p:cNvSpPr/>
            <p:nvPr/>
          </p:nvSpPr>
          <p:spPr>
            <a:xfrm>
              <a:off x="1017000" y="3999600"/>
              <a:ext cx="174800" cy="552450"/>
            </a:xfrm>
            <a:custGeom>
              <a:rect b="b" l="l" r="r" t="t"/>
              <a:pathLst>
                <a:path extrusionOk="0" h="22098" w="6992">
                  <a:moveTo>
                    <a:pt x="457" y="0"/>
                  </a:moveTo>
                  <a:lnTo>
                    <a:pt x="457" y="2462"/>
                  </a:lnTo>
                  <a:lnTo>
                    <a:pt x="1" y="22098"/>
                  </a:lnTo>
                  <a:lnTo>
                    <a:pt x="6992" y="22098"/>
                  </a:lnTo>
                  <a:lnTo>
                    <a:pt x="6992" y="2310"/>
                  </a:lnTo>
                  <a:lnTo>
                    <a:pt x="699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10" name="Google Shape;9110;p94"/>
            <p:cNvSpPr/>
            <p:nvPr/>
          </p:nvSpPr>
          <p:spPr>
            <a:xfrm>
              <a:off x="2322500" y="3999600"/>
              <a:ext cx="177075" cy="552450"/>
            </a:xfrm>
            <a:custGeom>
              <a:rect b="b" l="l" r="r" t="t"/>
              <a:pathLst>
                <a:path extrusionOk="0" h="22098" w="7083">
                  <a:moveTo>
                    <a:pt x="0" y="0"/>
                  </a:moveTo>
                  <a:lnTo>
                    <a:pt x="0" y="973"/>
                  </a:lnTo>
                  <a:lnTo>
                    <a:pt x="0" y="22098"/>
                  </a:lnTo>
                  <a:lnTo>
                    <a:pt x="7083" y="22098"/>
                  </a:lnTo>
                  <a:lnTo>
                    <a:pt x="6535" y="790"/>
                  </a:lnTo>
                  <a:lnTo>
                    <a:pt x="653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11" name="Google Shape;9111;p94"/>
            <p:cNvSpPr/>
            <p:nvPr/>
          </p:nvSpPr>
          <p:spPr>
            <a:xfrm>
              <a:off x="1670500" y="3999600"/>
              <a:ext cx="163400" cy="555500"/>
            </a:xfrm>
            <a:custGeom>
              <a:rect b="b" l="l" r="r" t="t"/>
              <a:pathLst>
                <a:path extrusionOk="0" h="22220" w="6536">
                  <a:moveTo>
                    <a:pt x="1" y="0"/>
                  </a:moveTo>
                  <a:lnTo>
                    <a:pt x="1" y="1733"/>
                  </a:lnTo>
                  <a:lnTo>
                    <a:pt x="1" y="22219"/>
                  </a:lnTo>
                  <a:lnTo>
                    <a:pt x="6536" y="22219"/>
                  </a:lnTo>
                  <a:lnTo>
                    <a:pt x="6536" y="1550"/>
                  </a:lnTo>
                  <a:lnTo>
                    <a:pt x="653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12" name="Google Shape;9112;p94"/>
            <p:cNvSpPr/>
            <p:nvPr/>
          </p:nvSpPr>
          <p:spPr>
            <a:xfrm>
              <a:off x="1028400" y="3999600"/>
              <a:ext cx="163400" cy="19000"/>
            </a:xfrm>
            <a:custGeom>
              <a:rect b="b" l="l" r="r" t="t"/>
              <a:pathLst>
                <a:path extrusionOk="0" h="760" w="6536">
                  <a:moveTo>
                    <a:pt x="1" y="0"/>
                  </a:moveTo>
                  <a:lnTo>
                    <a:pt x="1" y="61"/>
                  </a:lnTo>
                  <a:lnTo>
                    <a:pt x="1" y="760"/>
                  </a:lnTo>
                  <a:lnTo>
                    <a:pt x="6536" y="760"/>
                  </a:lnTo>
                  <a:lnTo>
                    <a:pt x="6536" y="61"/>
                  </a:lnTo>
                  <a:lnTo>
                    <a:pt x="6536" y="0"/>
                  </a:ln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13" name="Google Shape;9113;p94"/>
            <p:cNvSpPr/>
            <p:nvPr/>
          </p:nvSpPr>
          <p:spPr>
            <a:xfrm>
              <a:off x="2322500" y="3999600"/>
              <a:ext cx="163400" cy="19000"/>
            </a:xfrm>
            <a:custGeom>
              <a:rect b="b" l="l" r="r" t="t"/>
              <a:pathLst>
                <a:path extrusionOk="0" h="760" w="6536">
                  <a:moveTo>
                    <a:pt x="0" y="0"/>
                  </a:moveTo>
                  <a:lnTo>
                    <a:pt x="0" y="30"/>
                  </a:lnTo>
                  <a:lnTo>
                    <a:pt x="0" y="760"/>
                  </a:lnTo>
                  <a:lnTo>
                    <a:pt x="6535" y="760"/>
                  </a:lnTo>
                  <a:lnTo>
                    <a:pt x="6535" y="30"/>
                  </a:lnTo>
                  <a:lnTo>
                    <a:pt x="6535" y="0"/>
                  </a:ln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14" name="Google Shape;9114;p94"/>
            <p:cNvSpPr/>
            <p:nvPr/>
          </p:nvSpPr>
          <p:spPr>
            <a:xfrm>
              <a:off x="1670500" y="3999600"/>
              <a:ext cx="163400" cy="19775"/>
            </a:xfrm>
            <a:custGeom>
              <a:rect b="b" l="l" r="r" t="t"/>
              <a:pathLst>
                <a:path extrusionOk="0" h="791" w="6536">
                  <a:moveTo>
                    <a:pt x="1" y="0"/>
                  </a:moveTo>
                  <a:lnTo>
                    <a:pt x="1" y="61"/>
                  </a:lnTo>
                  <a:lnTo>
                    <a:pt x="1" y="790"/>
                  </a:lnTo>
                  <a:lnTo>
                    <a:pt x="6536" y="790"/>
                  </a:lnTo>
                  <a:lnTo>
                    <a:pt x="6536" y="61"/>
                  </a:lnTo>
                  <a:lnTo>
                    <a:pt x="6536" y="0"/>
                  </a:ln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15" name="Google Shape;9115;p94"/>
            <p:cNvSpPr/>
            <p:nvPr/>
          </p:nvSpPr>
          <p:spPr>
            <a:xfrm>
              <a:off x="992675" y="3836975"/>
              <a:ext cx="1522100" cy="162650"/>
            </a:xfrm>
            <a:custGeom>
              <a:rect b="b" l="l" r="r" t="t"/>
              <a:pathLst>
                <a:path extrusionOk="0" h="6506" w="60884">
                  <a:moveTo>
                    <a:pt x="1" y="0"/>
                  </a:moveTo>
                  <a:lnTo>
                    <a:pt x="244" y="6505"/>
                  </a:lnTo>
                  <a:lnTo>
                    <a:pt x="60884" y="6505"/>
                  </a:lnTo>
                  <a:lnTo>
                    <a:pt x="60884" y="15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19" name="Shape 9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0" name="Google Shape;9120;p95"/>
          <p:cNvSpPr/>
          <p:nvPr/>
        </p:nvSpPr>
        <p:spPr>
          <a:xfrm>
            <a:off x="719700" y="540000"/>
            <a:ext cx="7704000" cy="2167200"/>
          </a:xfrm>
          <a:prstGeom prst="roundRect">
            <a:avLst>
              <a:gd fmla="val 5249" name="adj"/>
            </a:avLst>
          </a:prstGeom>
          <a:solidFill>
            <a:schemeClr val="lt1"/>
          </a:solidFill>
          <a:ln cap="flat" cmpd="sng" w="762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21" name="Google Shape;9121;p95"/>
          <p:cNvSpPr txBox="1"/>
          <p:nvPr/>
        </p:nvSpPr>
        <p:spPr>
          <a:xfrm>
            <a:off x="2232000" y="4234200"/>
            <a:ext cx="468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0000" spcFirstLastPara="1" rIns="900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9122" name="Google Shape;9122;p95"/>
          <p:cNvGrpSpPr/>
          <p:nvPr/>
        </p:nvGrpSpPr>
        <p:grpSpPr>
          <a:xfrm>
            <a:off x="481223" y="2809772"/>
            <a:ext cx="1496970" cy="2297721"/>
            <a:chOff x="243098" y="2746672"/>
            <a:chExt cx="1496970" cy="2297721"/>
          </a:xfrm>
        </p:grpSpPr>
        <p:sp>
          <p:nvSpPr>
            <p:cNvPr id="9123" name="Google Shape;9123;p95"/>
            <p:cNvSpPr/>
            <p:nvPr/>
          </p:nvSpPr>
          <p:spPr>
            <a:xfrm>
              <a:off x="789842" y="4086383"/>
              <a:ext cx="461762" cy="958010"/>
            </a:xfrm>
            <a:custGeom>
              <a:rect b="b" l="l" r="r" t="t"/>
              <a:pathLst>
                <a:path extrusionOk="0" h="11977" w="5776">
                  <a:moveTo>
                    <a:pt x="2888" y="0"/>
                  </a:moveTo>
                  <a:lnTo>
                    <a:pt x="2797" y="2219"/>
                  </a:lnTo>
                  <a:lnTo>
                    <a:pt x="1611" y="1307"/>
                  </a:lnTo>
                  <a:lnTo>
                    <a:pt x="1520" y="1429"/>
                  </a:lnTo>
                  <a:lnTo>
                    <a:pt x="2645" y="2797"/>
                  </a:lnTo>
                  <a:lnTo>
                    <a:pt x="2432" y="7082"/>
                  </a:lnTo>
                  <a:lnTo>
                    <a:pt x="1885" y="6535"/>
                  </a:lnTo>
                  <a:lnTo>
                    <a:pt x="1915" y="5076"/>
                  </a:lnTo>
                  <a:lnTo>
                    <a:pt x="1703" y="5015"/>
                  </a:lnTo>
                  <a:lnTo>
                    <a:pt x="1520" y="6201"/>
                  </a:lnTo>
                  <a:lnTo>
                    <a:pt x="152" y="5015"/>
                  </a:lnTo>
                  <a:lnTo>
                    <a:pt x="0" y="5137"/>
                  </a:lnTo>
                  <a:lnTo>
                    <a:pt x="2310" y="7812"/>
                  </a:lnTo>
                  <a:lnTo>
                    <a:pt x="2007" y="11976"/>
                  </a:lnTo>
                  <a:lnTo>
                    <a:pt x="3891" y="11976"/>
                  </a:lnTo>
                  <a:lnTo>
                    <a:pt x="3678" y="6748"/>
                  </a:lnTo>
                  <a:lnTo>
                    <a:pt x="4681" y="5107"/>
                  </a:lnTo>
                  <a:lnTo>
                    <a:pt x="5776" y="4955"/>
                  </a:lnTo>
                  <a:lnTo>
                    <a:pt x="5776" y="4772"/>
                  </a:lnTo>
                  <a:lnTo>
                    <a:pt x="4803" y="4803"/>
                  </a:lnTo>
                  <a:lnTo>
                    <a:pt x="5350" y="3921"/>
                  </a:lnTo>
                  <a:lnTo>
                    <a:pt x="5228" y="3800"/>
                  </a:lnTo>
                  <a:lnTo>
                    <a:pt x="3678" y="5471"/>
                  </a:lnTo>
                  <a:lnTo>
                    <a:pt x="3405" y="2736"/>
                  </a:lnTo>
                  <a:lnTo>
                    <a:pt x="319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24" name="Google Shape;9124;p95"/>
            <p:cNvSpPr/>
            <p:nvPr/>
          </p:nvSpPr>
          <p:spPr>
            <a:xfrm>
              <a:off x="274676" y="2746672"/>
              <a:ext cx="1465392" cy="1589112"/>
            </a:xfrm>
            <a:custGeom>
              <a:rect b="b" l="l" r="r" t="t"/>
              <a:pathLst>
                <a:path extrusionOk="0" h="19867" w="18330">
                  <a:moveTo>
                    <a:pt x="9682" y="1"/>
                  </a:moveTo>
                  <a:cubicBezTo>
                    <a:pt x="9666" y="1"/>
                    <a:pt x="9651" y="1"/>
                    <a:pt x="9636" y="1"/>
                  </a:cubicBezTo>
                  <a:cubicBezTo>
                    <a:pt x="8663" y="32"/>
                    <a:pt x="7873" y="731"/>
                    <a:pt x="7265" y="1460"/>
                  </a:cubicBezTo>
                  <a:cubicBezTo>
                    <a:pt x="6019" y="2980"/>
                    <a:pt x="5259" y="4865"/>
                    <a:pt x="5107" y="6840"/>
                  </a:cubicBezTo>
                  <a:cubicBezTo>
                    <a:pt x="4712" y="6354"/>
                    <a:pt x="4377" y="5868"/>
                    <a:pt x="3891" y="5472"/>
                  </a:cubicBezTo>
                  <a:cubicBezTo>
                    <a:pt x="3485" y="5168"/>
                    <a:pt x="2993" y="4926"/>
                    <a:pt x="2488" y="4926"/>
                  </a:cubicBezTo>
                  <a:cubicBezTo>
                    <a:pt x="2389" y="4926"/>
                    <a:pt x="2289" y="4936"/>
                    <a:pt x="2189" y="4956"/>
                  </a:cubicBezTo>
                  <a:cubicBezTo>
                    <a:pt x="1186" y="5108"/>
                    <a:pt x="548" y="6111"/>
                    <a:pt x="274" y="7114"/>
                  </a:cubicBezTo>
                  <a:cubicBezTo>
                    <a:pt x="1" y="8178"/>
                    <a:pt x="61" y="9272"/>
                    <a:pt x="396" y="10305"/>
                  </a:cubicBezTo>
                  <a:cubicBezTo>
                    <a:pt x="912" y="12007"/>
                    <a:pt x="2219" y="13375"/>
                    <a:pt x="3466" y="14622"/>
                  </a:cubicBezTo>
                  <a:cubicBezTo>
                    <a:pt x="3336" y="14567"/>
                    <a:pt x="3199" y="14541"/>
                    <a:pt x="3063" y="14541"/>
                  </a:cubicBezTo>
                  <a:cubicBezTo>
                    <a:pt x="2595" y="14541"/>
                    <a:pt x="2127" y="14843"/>
                    <a:pt x="1915" y="15290"/>
                  </a:cubicBezTo>
                  <a:cubicBezTo>
                    <a:pt x="1520" y="16050"/>
                    <a:pt x="1915" y="16901"/>
                    <a:pt x="2402" y="17509"/>
                  </a:cubicBezTo>
                  <a:cubicBezTo>
                    <a:pt x="2858" y="18026"/>
                    <a:pt x="3435" y="18391"/>
                    <a:pt x="4043" y="18695"/>
                  </a:cubicBezTo>
                  <a:cubicBezTo>
                    <a:pt x="5651" y="19498"/>
                    <a:pt x="7434" y="19866"/>
                    <a:pt x="9228" y="19866"/>
                  </a:cubicBezTo>
                  <a:cubicBezTo>
                    <a:pt x="11164" y="19866"/>
                    <a:pt x="13112" y="19437"/>
                    <a:pt x="14864" y="18664"/>
                  </a:cubicBezTo>
                  <a:cubicBezTo>
                    <a:pt x="16110" y="18117"/>
                    <a:pt x="16992" y="17205"/>
                    <a:pt x="17691" y="15989"/>
                  </a:cubicBezTo>
                  <a:cubicBezTo>
                    <a:pt x="18147" y="15290"/>
                    <a:pt x="18299" y="14439"/>
                    <a:pt x="18329" y="13649"/>
                  </a:cubicBezTo>
                  <a:cubicBezTo>
                    <a:pt x="18329" y="13102"/>
                    <a:pt x="18299" y="12585"/>
                    <a:pt x="18086" y="12129"/>
                  </a:cubicBezTo>
                  <a:cubicBezTo>
                    <a:pt x="17873" y="11673"/>
                    <a:pt x="17448" y="11248"/>
                    <a:pt x="16931" y="11187"/>
                  </a:cubicBezTo>
                  <a:cubicBezTo>
                    <a:pt x="16869" y="11174"/>
                    <a:pt x="16804" y="11168"/>
                    <a:pt x="16739" y="11168"/>
                  </a:cubicBezTo>
                  <a:cubicBezTo>
                    <a:pt x="16511" y="11168"/>
                    <a:pt x="16279" y="11244"/>
                    <a:pt x="16148" y="11384"/>
                  </a:cubicBezTo>
                  <a:lnTo>
                    <a:pt x="16148" y="11384"/>
                  </a:lnTo>
                  <a:cubicBezTo>
                    <a:pt x="16711" y="10695"/>
                    <a:pt x="17239" y="9890"/>
                    <a:pt x="17448" y="8998"/>
                  </a:cubicBezTo>
                  <a:cubicBezTo>
                    <a:pt x="17691" y="8086"/>
                    <a:pt x="17569" y="7083"/>
                    <a:pt x="16961" y="6384"/>
                  </a:cubicBezTo>
                  <a:cubicBezTo>
                    <a:pt x="16487" y="5810"/>
                    <a:pt x="15766" y="5523"/>
                    <a:pt x="15019" y="5523"/>
                  </a:cubicBezTo>
                  <a:cubicBezTo>
                    <a:pt x="14856" y="5523"/>
                    <a:pt x="14692" y="5536"/>
                    <a:pt x="14530" y="5564"/>
                  </a:cubicBezTo>
                  <a:cubicBezTo>
                    <a:pt x="13618" y="5716"/>
                    <a:pt x="12858" y="6202"/>
                    <a:pt x="12250" y="6871"/>
                  </a:cubicBezTo>
                  <a:cubicBezTo>
                    <a:pt x="12311" y="5472"/>
                    <a:pt x="12615" y="4074"/>
                    <a:pt x="12372" y="2706"/>
                  </a:cubicBezTo>
                  <a:cubicBezTo>
                    <a:pt x="12101" y="1354"/>
                    <a:pt x="11057" y="1"/>
                    <a:pt x="968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25" name="Google Shape;9125;p95"/>
            <p:cNvSpPr/>
            <p:nvPr/>
          </p:nvSpPr>
          <p:spPr>
            <a:xfrm>
              <a:off x="635228" y="4360980"/>
              <a:ext cx="324817" cy="282356"/>
            </a:xfrm>
            <a:custGeom>
              <a:rect b="b" l="l" r="r" t="t"/>
              <a:pathLst>
                <a:path extrusionOk="0" h="3530" w="4063">
                  <a:moveTo>
                    <a:pt x="1850" y="0"/>
                  </a:moveTo>
                  <a:cubicBezTo>
                    <a:pt x="1502" y="0"/>
                    <a:pt x="1195" y="373"/>
                    <a:pt x="1570" y="944"/>
                  </a:cubicBezTo>
                  <a:cubicBezTo>
                    <a:pt x="1296" y="663"/>
                    <a:pt x="1033" y="551"/>
                    <a:pt x="819" y="551"/>
                  </a:cubicBezTo>
                  <a:cubicBezTo>
                    <a:pt x="223" y="551"/>
                    <a:pt x="1" y="1409"/>
                    <a:pt x="962" y="1856"/>
                  </a:cubicBezTo>
                  <a:cubicBezTo>
                    <a:pt x="37" y="1881"/>
                    <a:pt x="304" y="2974"/>
                    <a:pt x="969" y="2974"/>
                  </a:cubicBezTo>
                  <a:cubicBezTo>
                    <a:pt x="1100" y="2974"/>
                    <a:pt x="1247" y="2931"/>
                    <a:pt x="1403" y="2829"/>
                  </a:cubicBezTo>
                  <a:lnTo>
                    <a:pt x="1403" y="2829"/>
                  </a:lnTo>
                  <a:cubicBezTo>
                    <a:pt x="1083" y="3075"/>
                    <a:pt x="1301" y="3529"/>
                    <a:pt x="1714" y="3529"/>
                  </a:cubicBezTo>
                  <a:cubicBezTo>
                    <a:pt x="1726" y="3529"/>
                    <a:pt x="1739" y="3529"/>
                    <a:pt x="1752" y="3528"/>
                  </a:cubicBezTo>
                  <a:cubicBezTo>
                    <a:pt x="2877" y="3315"/>
                    <a:pt x="4062" y="1491"/>
                    <a:pt x="3029" y="519"/>
                  </a:cubicBezTo>
                  <a:cubicBezTo>
                    <a:pt x="2955" y="430"/>
                    <a:pt x="2810" y="370"/>
                    <a:pt x="2680" y="370"/>
                  </a:cubicBezTo>
                  <a:cubicBezTo>
                    <a:pt x="2542" y="370"/>
                    <a:pt x="2421" y="438"/>
                    <a:pt x="2421" y="610"/>
                  </a:cubicBezTo>
                  <a:cubicBezTo>
                    <a:pt x="2358" y="184"/>
                    <a:pt x="2094" y="0"/>
                    <a:pt x="185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26" name="Google Shape;9126;p95"/>
            <p:cNvSpPr/>
            <p:nvPr/>
          </p:nvSpPr>
          <p:spPr>
            <a:xfrm>
              <a:off x="663449" y="3468479"/>
              <a:ext cx="794733" cy="858426"/>
            </a:xfrm>
            <a:custGeom>
              <a:rect b="b" l="l" r="r" t="t"/>
              <a:pathLst>
                <a:path extrusionOk="0" h="10732" w="9941">
                  <a:moveTo>
                    <a:pt x="3393" y="0"/>
                  </a:moveTo>
                  <a:cubicBezTo>
                    <a:pt x="3295" y="0"/>
                    <a:pt x="3197" y="11"/>
                    <a:pt x="3101" y="35"/>
                  </a:cubicBezTo>
                  <a:cubicBezTo>
                    <a:pt x="2341" y="217"/>
                    <a:pt x="1977" y="1129"/>
                    <a:pt x="2068" y="1889"/>
                  </a:cubicBezTo>
                  <a:cubicBezTo>
                    <a:pt x="2129" y="2649"/>
                    <a:pt x="2524" y="3379"/>
                    <a:pt x="2797" y="4078"/>
                  </a:cubicBezTo>
                  <a:cubicBezTo>
                    <a:pt x="2435" y="3871"/>
                    <a:pt x="2029" y="3730"/>
                    <a:pt x="1598" y="3730"/>
                  </a:cubicBezTo>
                  <a:cubicBezTo>
                    <a:pt x="1522" y="3730"/>
                    <a:pt x="1446" y="3734"/>
                    <a:pt x="1369" y="3743"/>
                  </a:cubicBezTo>
                  <a:cubicBezTo>
                    <a:pt x="882" y="3835"/>
                    <a:pt x="426" y="4139"/>
                    <a:pt x="244" y="4594"/>
                  </a:cubicBezTo>
                  <a:cubicBezTo>
                    <a:pt x="1" y="5081"/>
                    <a:pt x="122" y="5598"/>
                    <a:pt x="396" y="6053"/>
                  </a:cubicBezTo>
                  <a:cubicBezTo>
                    <a:pt x="670" y="6479"/>
                    <a:pt x="1065" y="6813"/>
                    <a:pt x="1490" y="7117"/>
                  </a:cubicBezTo>
                  <a:cubicBezTo>
                    <a:pt x="1414" y="7087"/>
                    <a:pt x="1331" y="7072"/>
                    <a:pt x="1247" y="7072"/>
                  </a:cubicBezTo>
                  <a:cubicBezTo>
                    <a:pt x="1163" y="7072"/>
                    <a:pt x="1080" y="7087"/>
                    <a:pt x="1004" y="7117"/>
                  </a:cubicBezTo>
                  <a:cubicBezTo>
                    <a:pt x="730" y="7239"/>
                    <a:pt x="578" y="7512"/>
                    <a:pt x="548" y="7816"/>
                  </a:cubicBezTo>
                  <a:cubicBezTo>
                    <a:pt x="518" y="8090"/>
                    <a:pt x="578" y="8394"/>
                    <a:pt x="670" y="8637"/>
                  </a:cubicBezTo>
                  <a:cubicBezTo>
                    <a:pt x="822" y="9093"/>
                    <a:pt x="1034" y="9519"/>
                    <a:pt x="1338" y="9701"/>
                  </a:cubicBezTo>
                  <a:cubicBezTo>
                    <a:pt x="1885" y="10248"/>
                    <a:pt x="2493" y="10582"/>
                    <a:pt x="3253" y="10674"/>
                  </a:cubicBezTo>
                  <a:cubicBezTo>
                    <a:pt x="3573" y="10712"/>
                    <a:pt x="3897" y="10731"/>
                    <a:pt x="4223" y="10731"/>
                  </a:cubicBezTo>
                  <a:cubicBezTo>
                    <a:pt x="5969" y="10731"/>
                    <a:pt x="7747" y="10171"/>
                    <a:pt x="9028" y="8941"/>
                  </a:cubicBezTo>
                  <a:cubicBezTo>
                    <a:pt x="9272" y="8728"/>
                    <a:pt x="9545" y="8424"/>
                    <a:pt x="9697" y="8060"/>
                  </a:cubicBezTo>
                  <a:cubicBezTo>
                    <a:pt x="9879" y="7695"/>
                    <a:pt x="9940" y="7148"/>
                    <a:pt x="9636" y="6813"/>
                  </a:cubicBezTo>
                  <a:cubicBezTo>
                    <a:pt x="9478" y="6690"/>
                    <a:pt x="9268" y="6607"/>
                    <a:pt x="9066" y="6607"/>
                  </a:cubicBezTo>
                  <a:cubicBezTo>
                    <a:pt x="8920" y="6607"/>
                    <a:pt x="8778" y="6650"/>
                    <a:pt x="8664" y="6753"/>
                  </a:cubicBezTo>
                  <a:cubicBezTo>
                    <a:pt x="9120" y="5841"/>
                    <a:pt x="9636" y="4929"/>
                    <a:pt x="9636" y="3926"/>
                  </a:cubicBezTo>
                  <a:cubicBezTo>
                    <a:pt x="9636" y="3348"/>
                    <a:pt x="9484" y="2740"/>
                    <a:pt x="9180" y="2224"/>
                  </a:cubicBezTo>
                  <a:cubicBezTo>
                    <a:pt x="8931" y="1807"/>
                    <a:pt x="8504" y="1391"/>
                    <a:pt x="7992" y="1391"/>
                  </a:cubicBezTo>
                  <a:cubicBezTo>
                    <a:pt x="7943" y="1391"/>
                    <a:pt x="7893" y="1395"/>
                    <a:pt x="7843" y="1403"/>
                  </a:cubicBezTo>
                  <a:cubicBezTo>
                    <a:pt x="7509" y="1464"/>
                    <a:pt x="7205" y="1707"/>
                    <a:pt x="6992" y="1950"/>
                  </a:cubicBezTo>
                  <a:cubicBezTo>
                    <a:pt x="6809" y="2254"/>
                    <a:pt x="6688" y="2558"/>
                    <a:pt x="6597" y="2923"/>
                  </a:cubicBezTo>
                  <a:cubicBezTo>
                    <a:pt x="6202" y="1889"/>
                    <a:pt x="5472" y="1008"/>
                    <a:pt x="4560" y="400"/>
                  </a:cubicBezTo>
                  <a:cubicBezTo>
                    <a:pt x="4194" y="180"/>
                    <a:pt x="3790" y="0"/>
                    <a:pt x="339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27" name="Google Shape;9127;p95"/>
            <p:cNvSpPr/>
            <p:nvPr/>
          </p:nvSpPr>
          <p:spPr>
            <a:xfrm>
              <a:off x="354861" y="3840821"/>
              <a:ext cx="72990" cy="104624"/>
            </a:xfrm>
            <a:custGeom>
              <a:rect b="b" l="l" r="r" t="t"/>
              <a:pathLst>
                <a:path extrusionOk="0" h="1308" w="913">
                  <a:moveTo>
                    <a:pt x="92" y="0"/>
                  </a:moveTo>
                  <a:cubicBezTo>
                    <a:pt x="92" y="0"/>
                    <a:pt x="1" y="456"/>
                    <a:pt x="183" y="791"/>
                  </a:cubicBezTo>
                  <a:cubicBezTo>
                    <a:pt x="365" y="1125"/>
                    <a:pt x="791" y="1307"/>
                    <a:pt x="791" y="1307"/>
                  </a:cubicBezTo>
                  <a:cubicBezTo>
                    <a:pt x="791" y="1307"/>
                    <a:pt x="912" y="851"/>
                    <a:pt x="700" y="487"/>
                  </a:cubicBezTo>
                  <a:cubicBezTo>
                    <a:pt x="487" y="152"/>
                    <a:pt x="92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28" name="Google Shape;9128;p95"/>
            <p:cNvSpPr/>
            <p:nvPr/>
          </p:nvSpPr>
          <p:spPr>
            <a:xfrm>
              <a:off x="243098" y="3940326"/>
              <a:ext cx="158051" cy="70869"/>
            </a:xfrm>
            <a:custGeom>
              <a:rect b="b" l="l" r="r" t="t"/>
              <a:pathLst>
                <a:path extrusionOk="0" h="886" w="1977">
                  <a:moveTo>
                    <a:pt x="996" y="1"/>
                  </a:moveTo>
                  <a:cubicBezTo>
                    <a:pt x="978" y="1"/>
                    <a:pt x="960" y="1"/>
                    <a:pt x="943" y="2"/>
                  </a:cubicBezTo>
                  <a:cubicBezTo>
                    <a:pt x="396" y="2"/>
                    <a:pt x="0" y="519"/>
                    <a:pt x="0" y="519"/>
                  </a:cubicBezTo>
                  <a:cubicBezTo>
                    <a:pt x="0" y="519"/>
                    <a:pt x="451" y="886"/>
                    <a:pt x="946" y="886"/>
                  </a:cubicBezTo>
                  <a:cubicBezTo>
                    <a:pt x="965" y="886"/>
                    <a:pt x="984" y="885"/>
                    <a:pt x="1003" y="884"/>
                  </a:cubicBezTo>
                  <a:cubicBezTo>
                    <a:pt x="1551" y="854"/>
                    <a:pt x="1976" y="398"/>
                    <a:pt x="1976" y="398"/>
                  </a:cubicBezTo>
                  <a:cubicBezTo>
                    <a:pt x="1976" y="398"/>
                    <a:pt x="1494" y="1"/>
                    <a:pt x="99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29" name="Google Shape;9129;p95"/>
            <p:cNvSpPr/>
            <p:nvPr/>
          </p:nvSpPr>
          <p:spPr>
            <a:xfrm>
              <a:off x="1256401" y="4479441"/>
              <a:ext cx="58360" cy="29755"/>
            </a:xfrm>
            <a:custGeom>
              <a:rect b="b" l="l" r="r" t="t"/>
              <a:pathLst>
                <a:path extrusionOk="0" h="372" w="730">
                  <a:moveTo>
                    <a:pt x="235" y="0"/>
                  </a:moveTo>
                  <a:cubicBezTo>
                    <a:pt x="108" y="0"/>
                    <a:pt x="0" y="41"/>
                    <a:pt x="0" y="41"/>
                  </a:cubicBezTo>
                  <a:cubicBezTo>
                    <a:pt x="0" y="41"/>
                    <a:pt x="122" y="253"/>
                    <a:pt x="304" y="345"/>
                  </a:cubicBezTo>
                  <a:cubicBezTo>
                    <a:pt x="365" y="365"/>
                    <a:pt x="433" y="372"/>
                    <a:pt x="496" y="372"/>
                  </a:cubicBezTo>
                  <a:cubicBezTo>
                    <a:pt x="622" y="372"/>
                    <a:pt x="730" y="345"/>
                    <a:pt x="730" y="345"/>
                  </a:cubicBezTo>
                  <a:cubicBezTo>
                    <a:pt x="730" y="345"/>
                    <a:pt x="608" y="101"/>
                    <a:pt x="426" y="41"/>
                  </a:cubicBezTo>
                  <a:cubicBezTo>
                    <a:pt x="365" y="10"/>
                    <a:pt x="298" y="0"/>
                    <a:pt x="23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30" name="Google Shape;9130;p95"/>
            <p:cNvSpPr/>
            <p:nvPr/>
          </p:nvSpPr>
          <p:spPr>
            <a:xfrm>
              <a:off x="1256401" y="4409692"/>
              <a:ext cx="60838" cy="58471"/>
            </a:xfrm>
            <a:custGeom>
              <a:rect b="b" l="l" r="r" t="t"/>
              <a:pathLst>
                <a:path extrusionOk="0" h="731" w="761">
                  <a:moveTo>
                    <a:pt x="760" y="1"/>
                  </a:moveTo>
                  <a:cubicBezTo>
                    <a:pt x="760" y="1"/>
                    <a:pt x="456" y="1"/>
                    <a:pt x="213" y="183"/>
                  </a:cubicBezTo>
                  <a:cubicBezTo>
                    <a:pt x="31" y="366"/>
                    <a:pt x="0" y="730"/>
                    <a:pt x="0" y="730"/>
                  </a:cubicBezTo>
                  <a:cubicBezTo>
                    <a:pt x="0" y="730"/>
                    <a:pt x="304" y="730"/>
                    <a:pt x="547" y="518"/>
                  </a:cubicBezTo>
                  <a:cubicBezTo>
                    <a:pt x="760" y="335"/>
                    <a:pt x="760" y="1"/>
                    <a:pt x="76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31" name="Google Shape;9131;p95"/>
            <p:cNvSpPr/>
            <p:nvPr/>
          </p:nvSpPr>
          <p:spPr>
            <a:xfrm>
              <a:off x="1217548" y="3476078"/>
              <a:ext cx="82663" cy="82787"/>
            </a:xfrm>
            <a:custGeom>
              <a:rect b="b" l="l" r="r" t="t"/>
              <a:pathLst>
                <a:path extrusionOk="0" h="1035" w="1034">
                  <a:moveTo>
                    <a:pt x="973" y="1"/>
                  </a:moveTo>
                  <a:lnTo>
                    <a:pt x="973" y="1"/>
                  </a:lnTo>
                  <a:cubicBezTo>
                    <a:pt x="973" y="1"/>
                    <a:pt x="517" y="1"/>
                    <a:pt x="274" y="305"/>
                  </a:cubicBezTo>
                  <a:cubicBezTo>
                    <a:pt x="0" y="578"/>
                    <a:pt x="0" y="1034"/>
                    <a:pt x="0" y="1034"/>
                  </a:cubicBezTo>
                  <a:cubicBezTo>
                    <a:pt x="0" y="1034"/>
                    <a:pt x="456" y="1034"/>
                    <a:pt x="730" y="730"/>
                  </a:cubicBezTo>
                  <a:cubicBezTo>
                    <a:pt x="1033" y="426"/>
                    <a:pt x="973" y="1"/>
                    <a:pt x="97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32" name="Google Shape;9132;p95"/>
            <p:cNvSpPr/>
            <p:nvPr/>
          </p:nvSpPr>
          <p:spPr>
            <a:xfrm>
              <a:off x="695027" y="3711641"/>
              <a:ext cx="72990" cy="37114"/>
            </a:xfrm>
            <a:custGeom>
              <a:rect b="b" l="l" r="r" t="t"/>
              <a:pathLst>
                <a:path extrusionOk="0" h="464" w="913">
                  <a:moveTo>
                    <a:pt x="318" y="1"/>
                  </a:moveTo>
                  <a:cubicBezTo>
                    <a:pt x="146" y="1"/>
                    <a:pt x="1" y="65"/>
                    <a:pt x="1" y="65"/>
                  </a:cubicBezTo>
                  <a:cubicBezTo>
                    <a:pt x="1" y="65"/>
                    <a:pt x="123" y="308"/>
                    <a:pt x="366" y="430"/>
                  </a:cubicBezTo>
                  <a:cubicBezTo>
                    <a:pt x="432" y="455"/>
                    <a:pt x="503" y="464"/>
                    <a:pt x="571" y="464"/>
                  </a:cubicBezTo>
                  <a:cubicBezTo>
                    <a:pt x="752" y="464"/>
                    <a:pt x="913" y="399"/>
                    <a:pt x="913" y="399"/>
                  </a:cubicBezTo>
                  <a:cubicBezTo>
                    <a:pt x="913" y="399"/>
                    <a:pt x="791" y="126"/>
                    <a:pt x="518" y="35"/>
                  </a:cubicBezTo>
                  <a:cubicBezTo>
                    <a:pt x="451" y="10"/>
                    <a:pt x="383" y="1"/>
                    <a:pt x="3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33" name="Google Shape;9133;p95"/>
            <p:cNvSpPr/>
            <p:nvPr/>
          </p:nvSpPr>
          <p:spPr>
            <a:xfrm>
              <a:off x="1113060" y="3398330"/>
              <a:ext cx="94815" cy="148377"/>
            </a:xfrm>
            <a:custGeom>
              <a:rect b="b" l="l" r="r" t="t"/>
              <a:pathLst>
                <a:path extrusionOk="0" h="1855" w="1186">
                  <a:moveTo>
                    <a:pt x="243" y="0"/>
                  </a:moveTo>
                  <a:cubicBezTo>
                    <a:pt x="243" y="0"/>
                    <a:pt x="0" y="517"/>
                    <a:pt x="213" y="1064"/>
                  </a:cubicBezTo>
                  <a:cubicBezTo>
                    <a:pt x="395" y="1581"/>
                    <a:pt x="973" y="1854"/>
                    <a:pt x="973" y="1854"/>
                  </a:cubicBezTo>
                  <a:cubicBezTo>
                    <a:pt x="973" y="1854"/>
                    <a:pt x="1185" y="1307"/>
                    <a:pt x="1003" y="791"/>
                  </a:cubicBezTo>
                  <a:cubicBezTo>
                    <a:pt x="821" y="304"/>
                    <a:pt x="243" y="0"/>
                    <a:pt x="24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34" name="Google Shape;9134;p95"/>
            <p:cNvSpPr/>
            <p:nvPr/>
          </p:nvSpPr>
          <p:spPr>
            <a:xfrm>
              <a:off x="758264" y="4468083"/>
              <a:ext cx="136146" cy="124061"/>
            </a:xfrm>
            <a:custGeom>
              <a:rect b="b" l="l" r="r" t="t"/>
              <a:pathLst>
                <a:path extrusionOk="0" h="1551" w="1703">
                  <a:moveTo>
                    <a:pt x="1277" y="0"/>
                  </a:moveTo>
                  <a:cubicBezTo>
                    <a:pt x="1094" y="0"/>
                    <a:pt x="1064" y="213"/>
                    <a:pt x="912" y="213"/>
                  </a:cubicBezTo>
                  <a:cubicBezTo>
                    <a:pt x="882" y="213"/>
                    <a:pt x="851" y="213"/>
                    <a:pt x="791" y="183"/>
                  </a:cubicBezTo>
                  <a:cubicBezTo>
                    <a:pt x="760" y="152"/>
                    <a:pt x="730" y="61"/>
                    <a:pt x="639" y="61"/>
                  </a:cubicBezTo>
                  <a:cubicBezTo>
                    <a:pt x="578" y="61"/>
                    <a:pt x="487" y="152"/>
                    <a:pt x="456" y="213"/>
                  </a:cubicBezTo>
                  <a:cubicBezTo>
                    <a:pt x="426" y="304"/>
                    <a:pt x="456" y="395"/>
                    <a:pt x="456" y="487"/>
                  </a:cubicBezTo>
                  <a:cubicBezTo>
                    <a:pt x="456" y="608"/>
                    <a:pt x="456" y="669"/>
                    <a:pt x="426" y="760"/>
                  </a:cubicBezTo>
                  <a:cubicBezTo>
                    <a:pt x="304" y="882"/>
                    <a:pt x="122" y="851"/>
                    <a:pt x="31" y="1003"/>
                  </a:cubicBezTo>
                  <a:cubicBezTo>
                    <a:pt x="0" y="1125"/>
                    <a:pt x="31" y="1277"/>
                    <a:pt x="122" y="1368"/>
                  </a:cubicBezTo>
                  <a:cubicBezTo>
                    <a:pt x="243" y="1459"/>
                    <a:pt x="335" y="1550"/>
                    <a:pt x="487" y="1550"/>
                  </a:cubicBezTo>
                  <a:lnTo>
                    <a:pt x="791" y="1550"/>
                  </a:lnTo>
                  <a:cubicBezTo>
                    <a:pt x="1064" y="1520"/>
                    <a:pt x="1307" y="1429"/>
                    <a:pt x="1490" y="1155"/>
                  </a:cubicBezTo>
                  <a:cubicBezTo>
                    <a:pt x="1672" y="943"/>
                    <a:pt x="1702" y="639"/>
                    <a:pt x="1642" y="365"/>
                  </a:cubicBezTo>
                  <a:cubicBezTo>
                    <a:pt x="1550" y="213"/>
                    <a:pt x="1490" y="31"/>
                    <a:pt x="127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135" name="Google Shape;9135;p95"/>
          <p:cNvSpPr/>
          <p:nvPr/>
        </p:nvSpPr>
        <p:spPr>
          <a:xfrm>
            <a:off x="8046405" y="876967"/>
            <a:ext cx="869002" cy="219166"/>
          </a:xfrm>
          <a:custGeom>
            <a:rect b="b" l="l" r="r" t="t"/>
            <a:pathLst>
              <a:path extrusionOk="0" h="2740" w="10870">
                <a:moveTo>
                  <a:pt x="6002" y="0"/>
                </a:moveTo>
                <a:cubicBezTo>
                  <a:pt x="5393" y="0"/>
                  <a:pt x="4863" y="301"/>
                  <a:pt x="4456" y="1068"/>
                </a:cubicBezTo>
                <a:cubicBezTo>
                  <a:pt x="3326" y="733"/>
                  <a:pt x="2475" y="593"/>
                  <a:pt x="1841" y="593"/>
                </a:cubicBezTo>
                <a:cubicBezTo>
                  <a:pt x="57" y="593"/>
                  <a:pt x="1" y="1708"/>
                  <a:pt x="292" y="2739"/>
                </a:cubicBezTo>
                <a:lnTo>
                  <a:pt x="10870" y="2739"/>
                </a:lnTo>
                <a:cubicBezTo>
                  <a:pt x="9199" y="1576"/>
                  <a:pt x="7395" y="0"/>
                  <a:pt x="6002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36" name="Google Shape;9136;p95"/>
          <p:cNvSpPr txBox="1"/>
          <p:nvPr>
            <p:ph idx="4294967295" type="ctrTitle"/>
          </p:nvPr>
        </p:nvSpPr>
        <p:spPr>
          <a:xfrm>
            <a:off x="1564950" y="587850"/>
            <a:ext cx="5886900" cy="1293000"/>
          </a:xfrm>
          <a:prstGeom prst="rect">
            <a:avLst/>
          </a:prstGeom>
        </p:spPr>
        <p:txBody>
          <a:bodyPr anchorCtr="0" anchor="t" bIns="91425" lIns="90000" spcFirstLastPara="1" rIns="900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 FOR LISTENING!</a:t>
            </a:r>
            <a:endParaRPr/>
          </a:p>
        </p:txBody>
      </p:sp>
      <p:sp>
        <p:nvSpPr>
          <p:cNvPr id="9137" name="Google Shape;9137;p95"/>
          <p:cNvSpPr txBox="1"/>
          <p:nvPr>
            <p:ph idx="1" type="subTitle"/>
          </p:nvPr>
        </p:nvSpPr>
        <p:spPr>
          <a:xfrm>
            <a:off x="1648425" y="1971850"/>
            <a:ext cx="5803500" cy="73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0000" spcFirstLastPara="1" rIns="900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accent6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6"/>
                </a:solidFill>
                <a:latin typeface="Montserrat"/>
                <a:ea typeface="Montserrat"/>
                <a:cs typeface="Montserrat"/>
                <a:sym typeface="Montserrat"/>
              </a:rPr>
              <a:t>Do you have any questions?</a:t>
            </a:r>
            <a:endParaRPr b="1">
              <a:solidFill>
                <a:schemeClr val="accent6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6"/>
              </a:solidFill>
            </a:endParaRPr>
          </a:p>
        </p:txBody>
      </p:sp>
      <p:grpSp>
        <p:nvGrpSpPr>
          <p:cNvPr id="9138" name="Google Shape;9138;p95"/>
          <p:cNvGrpSpPr/>
          <p:nvPr/>
        </p:nvGrpSpPr>
        <p:grpSpPr>
          <a:xfrm rot="300150">
            <a:off x="6904616" y="2005142"/>
            <a:ext cx="2194720" cy="1827317"/>
            <a:chOff x="4672247" y="1658074"/>
            <a:chExt cx="2194700" cy="1827300"/>
          </a:xfrm>
        </p:grpSpPr>
        <p:sp>
          <p:nvSpPr>
            <p:cNvPr id="9139" name="Google Shape;9139;p95"/>
            <p:cNvSpPr/>
            <p:nvPr/>
          </p:nvSpPr>
          <p:spPr>
            <a:xfrm>
              <a:off x="4672247" y="1658074"/>
              <a:ext cx="2194700" cy="1827300"/>
            </a:xfrm>
            <a:custGeom>
              <a:rect b="b" l="l" r="r" t="t"/>
              <a:pathLst>
                <a:path extrusionOk="0" h="18273" w="21947">
                  <a:moveTo>
                    <a:pt x="10955" y="0"/>
                  </a:moveTo>
                  <a:cubicBezTo>
                    <a:pt x="8423" y="0"/>
                    <a:pt x="6349" y="1999"/>
                    <a:pt x="6221" y="4508"/>
                  </a:cubicBezTo>
                  <a:lnTo>
                    <a:pt x="2645" y="8085"/>
                  </a:lnTo>
                  <a:cubicBezTo>
                    <a:pt x="2442" y="8287"/>
                    <a:pt x="2329" y="8573"/>
                    <a:pt x="2329" y="8866"/>
                  </a:cubicBezTo>
                  <a:cubicBezTo>
                    <a:pt x="2329" y="9151"/>
                    <a:pt x="2442" y="9437"/>
                    <a:pt x="2645" y="9640"/>
                  </a:cubicBezTo>
                  <a:lnTo>
                    <a:pt x="2667" y="9662"/>
                  </a:lnTo>
                  <a:lnTo>
                    <a:pt x="1893" y="9662"/>
                  </a:lnTo>
                  <a:cubicBezTo>
                    <a:pt x="1428" y="9662"/>
                    <a:pt x="1022" y="9963"/>
                    <a:pt x="879" y="10414"/>
                  </a:cubicBezTo>
                  <a:lnTo>
                    <a:pt x="676" y="11097"/>
                  </a:lnTo>
                  <a:cubicBezTo>
                    <a:pt x="676" y="11105"/>
                    <a:pt x="661" y="11127"/>
                    <a:pt x="661" y="11135"/>
                  </a:cubicBezTo>
                  <a:lnTo>
                    <a:pt x="391" y="12044"/>
                  </a:lnTo>
                  <a:cubicBezTo>
                    <a:pt x="301" y="12367"/>
                    <a:pt x="353" y="12698"/>
                    <a:pt x="541" y="12968"/>
                  </a:cubicBezTo>
                  <a:cubicBezTo>
                    <a:pt x="571" y="13006"/>
                    <a:pt x="609" y="13051"/>
                    <a:pt x="639" y="13088"/>
                  </a:cubicBezTo>
                  <a:lnTo>
                    <a:pt x="639" y="15117"/>
                  </a:lnTo>
                  <a:cubicBezTo>
                    <a:pt x="436" y="15350"/>
                    <a:pt x="278" y="15613"/>
                    <a:pt x="165" y="15898"/>
                  </a:cubicBezTo>
                  <a:cubicBezTo>
                    <a:pt x="53" y="16199"/>
                    <a:pt x="0" y="16507"/>
                    <a:pt x="0" y="16838"/>
                  </a:cubicBezTo>
                  <a:cubicBezTo>
                    <a:pt x="0" y="17168"/>
                    <a:pt x="53" y="17484"/>
                    <a:pt x="173" y="17792"/>
                  </a:cubicBezTo>
                  <a:cubicBezTo>
                    <a:pt x="286" y="18085"/>
                    <a:pt x="571" y="18273"/>
                    <a:pt x="872" y="18273"/>
                  </a:cubicBezTo>
                  <a:lnTo>
                    <a:pt x="21045" y="18273"/>
                  </a:lnTo>
                  <a:cubicBezTo>
                    <a:pt x="21353" y="18273"/>
                    <a:pt x="21631" y="18085"/>
                    <a:pt x="21744" y="17792"/>
                  </a:cubicBezTo>
                  <a:cubicBezTo>
                    <a:pt x="21872" y="17454"/>
                    <a:pt x="21947" y="17093"/>
                    <a:pt x="21947" y="16725"/>
                  </a:cubicBezTo>
                  <a:cubicBezTo>
                    <a:pt x="21939" y="16357"/>
                    <a:pt x="21872" y="16004"/>
                    <a:pt x="21744" y="15673"/>
                  </a:cubicBezTo>
                  <a:cubicBezTo>
                    <a:pt x="21631" y="15388"/>
                    <a:pt x="21481" y="15125"/>
                    <a:pt x="21293" y="14892"/>
                  </a:cubicBezTo>
                  <a:lnTo>
                    <a:pt x="21293" y="13088"/>
                  </a:lnTo>
                  <a:cubicBezTo>
                    <a:pt x="21331" y="13051"/>
                    <a:pt x="21353" y="13013"/>
                    <a:pt x="21383" y="12968"/>
                  </a:cubicBezTo>
                  <a:cubicBezTo>
                    <a:pt x="21571" y="12698"/>
                    <a:pt x="21631" y="12367"/>
                    <a:pt x="21534" y="12044"/>
                  </a:cubicBezTo>
                  <a:lnTo>
                    <a:pt x="21263" y="11157"/>
                  </a:lnTo>
                  <a:cubicBezTo>
                    <a:pt x="21256" y="11135"/>
                    <a:pt x="21256" y="11105"/>
                    <a:pt x="21240" y="11090"/>
                  </a:cubicBezTo>
                  <a:lnTo>
                    <a:pt x="21038" y="10421"/>
                  </a:lnTo>
                  <a:cubicBezTo>
                    <a:pt x="20902" y="9970"/>
                    <a:pt x="20489" y="9670"/>
                    <a:pt x="20023" y="9670"/>
                  </a:cubicBezTo>
                  <a:lnTo>
                    <a:pt x="19249" y="9670"/>
                  </a:lnTo>
                  <a:lnTo>
                    <a:pt x="19272" y="9655"/>
                  </a:lnTo>
                  <a:cubicBezTo>
                    <a:pt x="19475" y="9444"/>
                    <a:pt x="19588" y="9166"/>
                    <a:pt x="19588" y="8873"/>
                  </a:cubicBezTo>
                  <a:cubicBezTo>
                    <a:pt x="19588" y="8580"/>
                    <a:pt x="19475" y="8295"/>
                    <a:pt x="19272" y="8092"/>
                  </a:cubicBezTo>
                  <a:lnTo>
                    <a:pt x="15696" y="4508"/>
                  </a:lnTo>
                  <a:cubicBezTo>
                    <a:pt x="15568" y="1999"/>
                    <a:pt x="13487" y="0"/>
                    <a:pt x="1095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>
                <a:schemeClr val="dk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9140" name="Google Shape;9140;p95"/>
            <p:cNvGrpSpPr/>
            <p:nvPr/>
          </p:nvGrpSpPr>
          <p:grpSpPr>
            <a:xfrm>
              <a:off x="4743634" y="1735654"/>
              <a:ext cx="2051925" cy="1672141"/>
              <a:chOff x="3315600" y="1704000"/>
              <a:chExt cx="408750" cy="335300"/>
            </a:xfrm>
          </p:grpSpPr>
          <p:sp>
            <p:nvSpPr>
              <p:cNvPr id="9141" name="Google Shape;9141;p95"/>
              <p:cNvSpPr/>
              <p:nvPr/>
            </p:nvSpPr>
            <p:spPr>
              <a:xfrm>
                <a:off x="3328375" y="1915675"/>
                <a:ext cx="96375" cy="123625"/>
              </a:xfrm>
              <a:custGeom>
                <a:rect b="b" l="l" r="r" t="t"/>
                <a:pathLst>
                  <a:path extrusionOk="0" h="4945" w="3855">
                    <a:moveTo>
                      <a:pt x="1" y="1"/>
                    </a:moveTo>
                    <a:lnTo>
                      <a:pt x="1" y="4945"/>
                    </a:lnTo>
                    <a:lnTo>
                      <a:pt x="3855" y="4945"/>
                    </a:lnTo>
                    <a:lnTo>
                      <a:pt x="385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42" name="Google Shape;9142;p95"/>
              <p:cNvSpPr/>
              <p:nvPr/>
            </p:nvSpPr>
            <p:spPr>
              <a:xfrm>
                <a:off x="3321625" y="1897275"/>
                <a:ext cx="107075" cy="44725"/>
              </a:xfrm>
              <a:custGeom>
                <a:rect b="b" l="l" r="r" t="t"/>
                <a:pathLst>
                  <a:path extrusionOk="0" h="1789" w="4283">
                    <a:moveTo>
                      <a:pt x="676" y="1"/>
                    </a:moveTo>
                    <a:cubicBezTo>
                      <a:pt x="564" y="1"/>
                      <a:pt x="473" y="61"/>
                      <a:pt x="443" y="166"/>
                    </a:cubicBezTo>
                    <a:lnTo>
                      <a:pt x="53" y="1473"/>
                    </a:lnTo>
                    <a:cubicBezTo>
                      <a:pt x="0" y="1631"/>
                      <a:pt x="128" y="1789"/>
                      <a:pt x="286" y="1789"/>
                    </a:cubicBezTo>
                    <a:lnTo>
                      <a:pt x="4283" y="1789"/>
                    </a:lnTo>
                    <a:lnTo>
                      <a:pt x="428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43" name="Google Shape;9143;p95"/>
              <p:cNvSpPr/>
              <p:nvPr/>
            </p:nvSpPr>
            <p:spPr>
              <a:xfrm>
                <a:off x="3615400" y="1915675"/>
                <a:ext cx="96375" cy="123625"/>
              </a:xfrm>
              <a:custGeom>
                <a:rect b="b" l="l" r="r" t="t"/>
                <a:pathLst>
                  <a:path extrusionOk="0" h="4945" w="3855">
                    <a:moveTo>
                      <a:pt x="0" y="1"/>
                    </a:moveTo>
                    <a:lnTo>
                      <a:pt x="0" y="4945"/>
                    </a:lnTo>
                    <a:lnTo>
                      <a:pt x="3854" y="4945"/>
                    </a:lnTo>
                    <a:lnTo>
                      <a:pt x="385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44" name="Google Shape;9144;p95"/>
              <p:cNvSpPr/>
              <p:nvPr/>
            </p:nvSpPr>
            <p:spPr>
              <a:xfrm>
                <a:off x="3615400" y="1942350"/>
                <a:ext cx="96375" cy="96950"/>
              </a:xfrm>
              <a:custGeom>
                <a:rect b="b" l="l" r="r" t="t"/>
                <a:pathLst>
                  <a:path extrusionOk="0" h="3878" w="3855">
                    <a:moveTo>
                      <a:pt x="0" y="1"/>
                    </a:moveTo>
                    <a:lnTo>
                      <a:pt x="0" y="3878"/>
                    </a:lnTo>
                    <a:lnTo>
                      <a:pt x="3854" y="3878"/>
                    </a:lnTo>
                    <a:lnTo>
                      <a:pt x="3854" y="2578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000000">
                  <a:alpha val="148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45" name="Google Shape;9145;p95"/>
              <p:cNvSpPr/>
              <p:nvPr/>
            </p:nvSpPr>
            <p:spPr>
              <a:xfrm>
                <a:off x="3611450" y="1897275"/>
                <a:ext cx="107075" cy="44725"/>
              </a:xfrm>
              <a:custGeom>
                <a:rect b="b" l="l" r="r" t="t"/>
                <a:pathLst>
                  <a:path extrusionOk="0" h="1789" w="4283">
                    <a:moveTo>
                      <a:pt x="0" y="1"/>
                    </a:moveTo>
                    <a:lnTo>
                      <a:pt x="0" y="1789"/>
                    </a:lnTo>
                    <a:lnTo>
                      <a:pt x="3997" y="1789"/>
                    </a:lnTo>
                    <a:cubicBezTo>
                      <a:pt x="4163" y="1789"/>
                      <a:pt x="4283" y="1631"/>
                      <a:pt x="4238" y="1473"/>
                    </a:cubicBezTo>
                    <a:lnTo>
                      <a:pt x="3840" y="166"/>
                    </a:lnTo>
                    <a:cubicBezTo>
                      <a:pt x="3810" y="61"/>
                      <a:pt x="3719" y="1"/>
                      <a:pt x="360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46" name="Google Shape;9146;p95"/>
              <p:cNvSpPr/>
              <p:nvPr/>
            </p:nvSpPr>
            <p:spPr>
              <a:xfrm>
                <a:off x="3393000" y="1716025"/>
                <a:ext cx="254150" cy="323275"/>
              </a:xfrm>
              <a:custGeom>
                <a:rect b="b" l="l" r="r" t="t"/>
                <a:pathLst>
                  <a:path extrusionOk="0" h="12931" w="10166">
                    <a:moveTo>
                      <a:pt x="5087" y="0"/>
                    </a:moveTo>
                    <a:lnTo>
                      <a:pt x="0" y="5109"/>
                    </a:lnTo>
                    <a:lnTo>
                      <a:pt x="0" y="12931"/>
                    </a:lnTo>
                    <a:lnTo>
                      <a:pt x="10166" y="12931"/>
                    </a:lnTo>
                    <a:lnTo>
                      <a:pt x="10166" y="5109"/>
                    </a:lnTo>
                    <a:lnTo>
                      <a:pt x="508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47" name="Google Shape;9147;p95"/>
              <p:cNvSpPr/>
              <p:nvPr/>
            </p:nvSpPr>
            <p:spPr>
              <a:xfrm>
                <a:off x="3393000" y="1716025"/>
                <a:ext cx="254150" cy="323275"/>
              </a:xfrm>
              <a:custGeom>
                <a:rect b="b" l="l" r="r" t="t"/>
                <a:pathLst>
                  <a:path extrusionOk="0" h="12931" w="10166">
                    <a:moveTo>
                      <a:pt x="5087" y="0"/>
                    </a:moveTo>
                    <a:lnTo>
                      <a:pt x="0" y="5109"/>
                    </a:lnTo>
                    <a:lnTo>
                      <a:pt x="0" y="5973"/>
                    </a:lnTo>
                    <a:lnTo>
                      <a:pt x="6950" y="12931"/>
                    </a:lnTo>
                    <a:lnTo>
                      <a:pt x="10166" y="12931"/>
                    </a:lnTo>
                    <a:lnTo>
                      <a:pt x="10166" y="5109"/>
                    </a:lnTo>
                    <a:lnTo>
                      <a:pt x="5087" y="0"/>
                    </a:lnTo>
                    <a:close/>
                  </a:path>
                </a:pathLst>
              </a:custGeom>
              <a:solidFill>
                <a:srgbClr val="000000">
                  <a:alpha val="148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48" name="Google Shape;9148;p95"/>
              <p:cNvSpPr/>
              <p:nvPr/>
            </p:nvSpPr>
            <p:spPr>
              <a:xfrm>
                <a:off x="3441275" y="1716025"/>
                <a:ext cx="205875" cy="307325"/>
              </a:xfrm>
              <a:custGeom>
                <a:rect b="b" l="l" r="r" t="t"/>
                <a:pathLst>
                  <a:path extrusionOk="0" h="12293" w="8235">
                    <a:moveTo>
                      <a:pt x="3156" y="0"/>
                    </a:moveTo>
                    <a:lnTo>
                      <a:pt x="0" y="3171"/>
                    </a:lnTo>
                    <a:cubicBezTo>
                      <a:pt x="113" y="3922"/>
                      <a:pt x="474" y="4583"/>
                      <a:pt x="1014" y="5072"/>
                    </a:cubicBezTo>
                    <a:lnTo>
                      <a:pt x="8235" y="12292"/>
                    </a:lnTo>
                    <a:lnTo>
                      <a:pt x="8235" y="5109"/>
                    </a:lnTo>
                    <a:lnTo>
                      <a:pt x="3156" y="0"/>
                    </a:lnTo>
                    <a:close/>
                  </a:path>
                </a:pathLst>
              </a:custGeom>
              <a:solidFill>
                <a:srgbClr val="000000">
                  <a:alpha val="148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49" name="Google Shape;9149;p95"/>
              <p:cNvSpPr/>
              <p:nvPr/>
            </p:nvSpPr>
            <p:spPr>
              <a:xfrm>
                <a:off x="3410450" y="1895975"/>
                <a:ext cx="197450" cy="143325"/>
              </a:xfrm>
              <a:custGeom>
                <a:rect b="b" l="l" r="r" t="t"/>
                <a:pathLst>
                  <a:path extrusionOk="0" h="5733" w="7898">
                    <a:moveTo>
                      <a:pt x="444" y="0"/>
                    </a:moveTo>
                    <a:cubicBezTo>
                      <a:pt x="196" y="0"/>
                      <a:pt x="1" y="188"/>
                      <a:pt x="1" y="436"/>
                    </a:cubicBezTo>
                    <a:lnTo>
                      <a:pt x="1" y="2630"/>
                    </a:lnTo>
                    <a:cubicBezTo>
                      <a:pt x="1" y="2780"/>
                      <a:pt x="76" y="2923"/>
                      <a:pt x="196" y="2998"/>
                    </a:cubicBezTo>
                    <a:lnTo>
                      <a:pt x="2931" y="5733"/>
                    </a:lnTo>
                    <a:lnTo>
                      <a:pt x="7898" y="5733"/>
                    </a:lnTo>
                    <a:lnTo>
                      <a:pt x="2383" y="210"/>
                    </a:lnTo>
                    <a:lnTo>
                      <a:pt x="2398" y="203"/>
                    </a:lnTo>
                    <a:cubicBezTo>
                      <a:pt x="2323" y="75"/>
                      <a:pt x="2180" y="0"/>
                      <a:pt x="2030" y="0"/>
                    </a:cubicBezTo>
                    <a:close/>
                  </a:path>
                </a:pathLst>
              </a:custGeom>
              <a:solidFill>
                <a:srgbClr val="000000">
                  <a:alpha val="148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50" name="Google Shape;9150;p95"/>
              <p:cNvSpPr/>
              <p:nvPr/>
            </p:nvSpPr>
            <p:spPr>
              <a:xfrm>
                <a:off x="3416650" y="1902350"/>
                <a:ext cx="48675" cy="63900"/>
              </a:xfrm>
              <a:custGeom>
                <a:rect b="b" l="l" r="r" t="t"/>
                <a:pathLst>
                  <a:path extrusionOk="0" h="2556" w="1947">
                    <a:moveTo>
                      <a:pt x="181" y="1"/>
                    </a:moveTo>
                    <a:cubicBezTo>
                      <a:pt x="91" y="1"/>
                      <a:pt x="1" y="76"/>
                      <a:pt x="1" y="181"/>
                    </a:cubicBezTo>
                    <a:lnTo>
                      <a:pt x="1" y="2375"/>
                    </a:lnTo>
                    <a:cubicBezTo>
                      <a:pt x="1" y="2472"/>
                      <a:pt x="84" y="2555"/>
                      <a:pt x="181" y="2555"/>
                    </a:cubicBezTo>
                    <a:lnTo>
                      <a:pt x="1774" y="2555"/>
                    </a:lnTo>
                    <a:cubicBezTo>
                      <a:pt x="1864" y="2555"/>
                      <a:pt x="1947" y="2472"/>
                      <a:pt x="1947" y="2375"/>
                    </a:cubicBezTo>
                    <a:lnTo>
                      <a:pt x="1947" y="181"/>
                    </a:lnTo>
                    <a:cubicBezTo>
                      <a:pt x="1947" y="83"/>
                      <a:pt x="1872" y="1"/>
                      <a:pt x="17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51" name="Google Shape;9151;p95"/>
              <p:cNvSpPr/>
              <p:nvPr/>
            </p:nvSpPr>
            <p:spPr>
              <a:xfrm>
                <a:off x="3410075" y="1895600"/>
                <a:ext cx="61825" cy="77025"/>
              </a:xfrm>
              <a:custGeom>
                <a:rect b="b" l="l" r="r" t="t"/>
                <a:pathLst>
                  <a:path extrusionOk="0" h="3081" w="2473">
                    <a:moveTo>
                      <a:pt x="1962" y="526"/>
                    </a:moveTo>
                    <a:lnTo>
                      <a:pt x="1962" y="2570"/>
                    </a:lnTo>
                    <a:lnTo>
                      <a:pt x="519" y="2570"/>
                    </a:lnTo>
                    <a:lnTo>
                      <a:pt x="519" y="526"/>
                    </a:lnTo>
                    <a:close/>
                    <a:moveTo>
                      <a:pt x="444" y="0"/>
                    </a:moveTo>
                    <a:cubicBezTo>
                      <a:pt x="204" y="0"/>
                      <a:pt x="1" y="195"/>
                      <a:pt x="1" y="443"/>
                    </a:cubicBezTo>
                    <a:lnTo>
                      <a:pt x="1" y="2637"/>
                    </a:lnTo>
                    <a:cubicBezTo>
                      <a:pt x="1" y="2885"/>
                      <a:pt x="204" y="3081"/>
                      <a:pt x="444" y="3081"/>
                    </a:cubicBezTo>
                    <a:lnTo>
                      <a:pt x="2037" y="3081"/>
                    </a:lnTo>
                    <a:cubicBezTo>
                      <a:pt x="2270" y="3081"/>
                      <a:pt x="2465" y="2885"/>
                      <a:pt x="2473" y="2637"/>
                    </a:cubicBezTo>
                    <a:lnTo>
                      <a:pt x="2473" y="443"/>
                    </a:lnTo>
                    <a:cubicBezTo>
                      <a:pt x="2473" y="195"/>
                      <a:pt x="2278" y="0"/>
                      <a:pt x="203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52" name="Google Shape;9152;p95"/>
              <p:cNvSpPr/>
              <p:nvPr/>
            </p:nvSpPr>
            <p:spPr>
              <a:xfrm>
                <a:off x="3569925" y="1895975"/>
                <a:ext cx="77225" cy="143325"/>
              </a:xfrm>
              <a:custGeom>
                <a:rect b="b" l="l" r="r" t="t"/>
                <a:pathLst>
                  <a:path extrusionOk="0" h="5733" w="3089">
                    <a:moveTo>
                      <a:pt x="437" y="0"/>
                    </a:moveTo>
                    <a:cubicBezTo>
                      <a:pt x="196" y="0"/>
                      <a:pt x="1" y="188"/>
                      <a:pt x="1" y="436"/>
                    </a:cubicBezTo>
                    <a:lnTo>
                      <a:pt x="1" y="2630"/>
                    </a:lnTo>
                    <a:cubicBezTo>
                      <a:pt x="1" y="2780"/>
                      <a:pt x="76" y="2923"/>
                      <a:pt x="196" y="2998"/>
                    </a:cubicBezTo>
                    <a:lnTo>
                      <a:pt x="2931" y="5733"/>
                    </a:lnTo>
                    <a:lnTo>
                      <a:pt x="3089" y="5733"/>
                    </a:lnTo>
                    <a:lnTo>
                      <a:pt x="3089" y="902"/>
                    </a:lnTo>
                    <a:lnTo>
                      <a:pt x="2405" y="210"/>
                    </a:lnTo>
                    <a:lnTo>
                      <a:pt x="2390" y="203"/>
                    </a:lnTo>
                    <a:cubicBezTo>
                      <a:pt x="2315" y="75"/>
                      <a:pt x="2180" y="0"/>
                      <a:pt x="2029" y="0"/>
                    </a:cubicBezTo>
                    <a:close/>
                  </a:path>
                </a:pathLst>
              </a:custGeom>
              <a:solidFill>
                <a:srgbClr val="000000">
                  <a:alpha val="148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53" name="Google Shape;9153;p95"/>
              <p:cNvSpPr/>
              <p:nvPr/>
            </p:nvSpPr>
            <p:spPr>
              <a:xfrm>
                <a:off x="3576125" y="1902350"/>
                <a:ext cx="48875" cy="63900"/>
              </a:xfrm>
              <a:custGeom>
                <a:rect b="b" l="l" r="r" t="t"/>
                <a:pathLst>
                  <a:path extrusionOk="0" h="2556" w="1955">
                    <a:moveTo>
                      <a:pt x="181" y="1"/>
                    </a:moveTo>
                    <a:cubicBezTo>
                      <a:pt x="91" y="1"/>
                      <a:pt x="1" y="76"/>
                      <a:pt x="1" y="181"/>
                    </a:cubicBezTo>
                    <a:lnTo>
                      <a:pt x="1" y="2375"/>
                    </a:lnTo>
                    <a:cubicBezTo>
                      <a:pt x="1" y="2472"/>
                      <a:pt x="76" y="2555"/>
                      <a:pt x="181" y="2555"/>
                    </a:cubicBezTo>
                    <a:lnTo>
                      <a:pt x="1766" y="2555"/>
                    </a:lnTo>
                    <a:cubicBezTo>
                      <a:pt x="1872" y="2555"/>
                      <a:pt x="1954" y="2472"/>
                      <a:pt x="1947" y="2375"/>
                    </a:cubicBezTo>
                    <a:lnTo>
                      <a:pt x="1947" y="181"/>
                    </a:lnTo>
                    <a:cubicBezTo>
                      <a:pt x="1947" y="83"/>
                      <a:pt x="1872" y="1"/>
                      <a:pt x="176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54" name="Google Shape;9154;p95"/>
              <p:cNvSpPr/>
              <p:nvPr/>
            </p:nvSpPr>
            <p:spPr>
              <a:xfrm>
                <a:off x="3569550" y="1895600"/>
                <a:ext cx="61825" cy="77025"/>
              </a:xfrm>
              <a:custGeom>
                <a:rect b="b" l="l" r="r" t="t"/>
                <a:pathLst>
                  <a:path extrusionOk="0" h="3081" w="2473">
                    <a:moveTo>
                      <a:pt x="1969" y="526"/>
                    </a:moveTo>
                    <a:lnTo>
                      <a:pt x="1969" y="2570"/>
                    </a:lnTo>
                    <a:lnTo>
                      <a:pt x="527" y="2570"/>
                    </a:lnTo>
                    <a:lnTo>
                      <a:pt x="527" y="526"/>
                    </a:lnTo>
                    <a:close/>
                    <a:moveTo>
                      <a:pt x="444" y="0"/>
                    </a:moveTo>
                    <a:cubicBezTo>
                      <a:pt x="196" y="0"/>
                      <a:pt x="1" y="195"/>
                      <a:pt x="1" y="443"/>
                    </a:cubicBezTo>
                    <a:lnTo>
                      <a:pt x="1" y="2637"/>
                    </a:lnTo>
                    <a:cubicBezTo>
                      <a:pt x="1" y="2885"/>
                      <a:pt x="204" y="3081"/>
                      <a:pt x="444" y="3081"/>
                    </a:cubicBezTo>
                    <a:lnTo>
                      <a:pt x="2029" y="3081"/>
                    </a:lnTo>
                    <a:cubicBezTo>
                      <a:pt x="2277" y="3081"/>
                      <a:pt x="2473" y="2885"/>
                      <a:pt x="2473" y="2637"/>
                    </a:cubicBezTo>
                    <a:lnTo>
                      <a:pt x="2473" y="443"/>
                    </a:lnTo>
                    <a:cubicBezTo>
                      <a:pt x="2473" y="195"/>
                      <a:pt x="2277" y="0"/>
                      <a:pt x="202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55" name="Google Shape;9155;p95"/>
              <p:cNvSpPr/>
              <p:nvPr/>
            </p:nvSpPr>
            <p:spPr>
              <a:xfrm>
                <a:off x="3361425" y="1709950"/>
                <a:ext cx="317100" cy="169925"/>
              </a:xfrm>
              <a:custGeom>
                <a:rect b="b" l="l" r="r" t="t"/>
                <a:pathLst>
                  <a:path extrusionOk="0" h="6797" w="12684">
                    <a:moveTo>
                      <a:pt x="6342" y="1"/>
                    </a:moveTo>
                    <a:cubicBezTo>
                      <a:pt x="6231" y="1"/>
                      <a:pt x="6121" y="44"/>
                      <a:pt x="6034" y="131"/>
                    </a:cubicBezTo>
                    <a:lnTo>
                      <a:pt x="114" y="6051"/>
                    </a:lnTo>
                    <a:cubicBezTo>
                      <a:pt x="1" y="6164"/>
                      <a:pt x="1" y="6344"/>
                      <a:pt x="114" y="6457"/>
                    </a:cubicBezTo>
                    <a:lnTo>
                      <a:pt x="362" y="6712"/>
                    </a:lnTo>
                    <a:cubicBezTo>
                      <a:pt x="418" y="6769"/>
                      <a:pt x="491" y="6797"/>
                      <a:pt x="564" y="6797"/>
                    </a:cubicBezTo>
                    <a:cubicBezTo>
                      <a:pt x="638" y="6797"/>
                      <a:pt x="711" y="6769"/>
                      <a:pt x="767" y="6712"/>
                    </a:cubicBezTo>
                    <a:lnTo>
                      <a:pt x="6260" y="1220"/>
                    </a:lnTo>
                    <a:cubicBezTo>
                      <a:pt x="6286" y="1194"/>
                      <a:pt x="6314" y="1181"/>
                      <a:pt x="6342" y="1181"/>
                    </a:cubicBezTo>
                    <a:cubicBezTo>
                      <a:pt x="6370" y="1181"/>
                      <a:pt x="6399" y="1194"/>
                      <a:pt x="6425" y="1220"/>
                    </a:cubicBezTo>
                    <a:lnTo>
                      <a:pt x="11917" y="6712"/>
                    </a:lnTo>
                    <a:cubicBezTo>
                      <a:pt x="11974" y="6769"/>
                      <a:pt x="12047" y="6797"/>
                      <a:pt x="12120" y="6797"/>
                    </a:cubicBezTo>
                    <a:cubicBezTo>
                      <a:pt x="12193" y="6797"/>
                      <a:pt x="12267" y="6769"/>
                      <a:pt x="12323" y="6712"/>
                    </a:cubicBezTo>
                    <a:lnTo>
                      <a:pt x="12571" y="6457"/>
                    </a:lnTo>
                    <a:cubicBezTo>
                      <a:pt x="12684" y="6344"/>
                      <a:pt x="12684" y="6164"/>
                      <a:pt x="12571" y="6051"/>
                    </a:cubicBezTo>
                    <a:lnTo>
                      <a:pt x="6650" y="131"/>
                    </a:lnTo>
                    <a:cubicBezTo>
                      <a:pt x="6564" y="44"/>
                      <a:pt x="6453" y="1"/>
                      <a:pt x="634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56" name="Google Shape;9156;p95"/>
              <p:cNvSpPr/>
              <p:nvPr/>
            </p:nvSpPr>
            <p:spPr>
              <a:xfrm>
                <a:off x="3519775" y="1710000"/>
                <a:ext cx="158750" cy="169875"/>
              </a:xfrm>
              <a:custGeom>
                <a:rect b="b" l="l" r="r" t="t"/>
                <a:pathLst>
                  <a:path extrusionOk="0" h="6795" w="6350">
                    <a:moveTo>
                      <a:pt x="1" y="1"/>
                    </a:moveTo>
                    <a:lnTo>
                      <a:pt x="1" y="1180"/>
                    </a:lnTo>
                    <a:cubicBezTo>
                      <a:pt x="31" y="1180"/>
                      <a:pt x="61" y="1188"/>
                      <a:pt x="91" y="1218"/>
                    </a:cubicBezTo>
                    <a:lnTo>
                      <a:pt x="5583" y="6710"/>
                    </a:lnTo>
                    <a:cubicBezTo>
                      <a:pt x="5640" y="6767"/>
                      <a:pt x="5713" y="6795"/>
                      <a:pt x="5786" y="6795"/>
                    </a:cubicBezTo>
                    <a:cubicBezTo>
                      <a:pt x="5859" y="6795"/>
                      <a:pt x="5933" y="6767"/>
                      <a:pt x="5989" y="6710"/>
                    </a:cubicBezTo>
                    <a:lnTo>
                      <a:pt x="6237" y="6455"/>
                    </a:lnTo>
                    <a:cubicBezTo>
                      <a:pt x="6350" y="6342"/>
                      <a:pt x="6350" y="6162"/>
                      <a:pt x="6237" y="6049"/>
                    </a:cubicBezTo>
                    <a:lnTo>
                      <a:pt x="316" y="129"/>
                    </a:lnTo>
                    <a:cubicBezTo>
                      <a:pt x="226" y="38"/>
                      <a:pt x="113" y="1"/>
                      <a:pt x="1" y="1"/>
                    </a:cubicBezTo>
                    <a:close/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57" name="Google Shape;9157;p95"/>
              <p:cNvSpPr/>
              <p:nvPr/>
            </p:nvSpPr>
            <p:spPr>
              <a:xfrm>
                <a:off x="3493475" y="1889400"/>
                <a:ext cx="53000" cy="149900"/>
              </a:xfrm>
              <a:custGeom>
                <a:rect b="b" l="l" r="r" t="t"/>
                <a:pathLst>
                  <a:path extrusionOk="0" h="5996" w="2120">
                    <a:moveTo>
                      <a:pt x="444" y="0"/>
                    </a:moveTo>
                    <a:cubicBezTo>
                      <a:pt x="204" y="0"/>
                      <a:pt x="1" y="195"/>
                      <a:pt x="1" y="443"/>
                    </a:cubicBezTo>
                    <a:lnTo>
                      <a:pt x="1" y="5996"/>
                    </a:lnTo>
                    <a:lnTo>
                      <a:pt x="2120" y="5996"/>
                    </a:lnTo>
                    <a:lnTo>
                      <a:pt x="2120" y="443"/>
                    </a:lnTo>
                    <a:cubicBezTo>
                      <a:pt x="2120" y="203"/>
                      <a:pt x="1917" y="0"/>
                      <a:pt x="167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58" name="Google Shape;9158;p95"/>
              <p:cNvSpPr/>
              <p:nvPr/>
            </p:nvSpPr>
            <p:spPr>
              <a:xfrm>
                <a:off x="3487275" y="1882825"/>
                <a:ext cx="65975" cy="156475"/>
              </a:xfrm>
              <a:custGeom>
                <a:rect b="b" l="l" r="r" t="t"/>
                <a:pathLst>
                  <a:path extrusionOk="0" h="6259" w="2639">
                    <a:moveTo>
                      <a:pt x="504" y="0"/>
                    </a:moveTo>
                    <a:cubicBezTo>
                      <a:pt x="226" y="0"/>
                      <a:pt x="1" y="226"/>
                      <a:pt x="1" y="511"/>
                    </a:cubicBezTo>
                    <a:lnTo>
                      <a:pt x="1" y="6259"/>
                    </a:lnTo>
                    <a:lnTo>
                      <a:pt x="527" y="6259"/>
                    </a:lnTo>
                    <a:lnTo>
                      <a:pt x="527" y="857"/>
                    </a:lnTo>
                    <a:cubicBezTo>
                      <a:pt x="527" y="676"/>
                      <a:pt x="662" y="526"/>
                      <a:pt x="850" y="526"/>
                    </a:cubicBezTo>
                    <a:lnTo>
                      <a:pt x="1782" y="526"/>
                    </a:lnTo>
                    <a:cubicBezTo>
                      <a:pt x="1962" y="526"/>
                      <a:pt x="2112" y="676"/>
                      <a:pt x="2112" y="857"/>
                    </a:cubicBezTo>
                    <a:lnTo>
                      <a:pt x="2112" y="6259"/>
                    </a:lnTo>
                    <a:lnTo>
                      <a:pt x="2638" y="6259"/>
                    </a:lnTo>
                    <a:lnTo>
                      <a:pt x="2638" y="511"/>
                    </a:lnTo>
                    <a:cubicBezTo>
                      <a:pt x="2638" y="226"/>
                      <a:pt x="2413" y="0"/>
                      <a:pt x="212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59" name="Google Shape;9159;p95"/>
              <p:cNvSpPr/>
              <p:nvPr/>
            </p:nvSpPr>
            <p:spPr>
              <a:xfrm>
                <a:off x="3504750" y="1935400"/>
                <a:ext cx="11875" cy="11875"/>
              </a:xfrm>
              <a:custGeom>
                <a:rect b="b" l="l" r="r" t="t"/>
                <a:pathLst>
                  <a:path extrusionOk="0" h="475" w="475">
                    <a:moveTo>
                      <a:pt x="241" y="1"/>
                    </a:moveTo>
                    <a:cubicBezTo>
                      <a:pt x="106" y="1"/>
                      <a:pt x="1" y="106"/>
                      <a:pt x="1" y="241"/>
                    </a:cubicBezTo>
                    <a:cubicBezTo>
                      <a:pt x="1" y="369"/>
                      <a:pt x="106" y="474"/>
                      <a:pt x="241" y="474"/>
                    </a:cubicBezTo>
                    <a:cubicBezTo>
                      <a:pt x="369" y="474"/>
                      <a:pt x="474" y="369"/>
                      <a:pt x="474" y="241"/>
                    </a:cubicBezTo>
                    <a:cubicBezTo>
                      <a:pt x="474" y="106"/>
                      <a:pt x="369" y="1"/>
                      <a:pt x="241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60" name="Google Shape;9160;p95"/>
              <p:cNvSpPr/>
              <p:nvPr/>
            </p:nvSpPr>
            <p:spPr>
              <a:xfrm>
                <a:off x="3393000" y="2004350"/>
                <a:ext cx="254150" cy="34950"/>
              </a:xfrm>
              <a:custGeom>
                <a:rect b="b" l="l" r="r" t="t"/>
                <a:pathLst>
                  <a:path extrusionOk="0" h="1398" w="10166">
                    <a:moveTo>
                      <a:pt x="0" y="0"/>
                    </a:moveTo>
                    <a:lnTo>
                      <a:pt x="0" y="1398"/>
                    </a:lnTo>
                    <a:lnTo>
                      <a:pt x="10166" y="1398"/>
                    </a:lnTo>
                    <a:lnTo>
                      <a:pt x="10166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61" name="Google Shape;9161;p95"/>
              <p:cNvSpPr/>
              <p:nvPr/>
            </p:nvSpPr>
            <p:spPr>
              <a:xfrm>
                <a:off x="3315600" y="1988000"/>
                <a:ext cx="74600" cy="51125"/>
              </a:xfrm>
              <a:custGeom>
                <a:rect b="b" l="l" r="r" t="t"/>
                <a:pathLst>
                  <a:path extrusionOk="0" h="2045" w="2984">
                    <a:moveTo>
                      <a:pt x="1481" y="1"/>
                    </a:moveTo>
                    <a:cubicBezTo>
                      <a:pt x="857" y="1"/>
                      <a:pt x="309" y="399"/>
                      <a:pt x="91" y="962"/>
                    </a:cubicBezTo>
                    <a:cubicBezTo>
                      <a:pt x="38" y="1128"/>
                      <a:pt x="1" y="1308"/>
                      <a:pt x="1" y="1496"/>
                    </a:cubicBezTo>
                    <a:cubicBezTo>
                      <a:pt x="1" y="1684"/>
                      <a:pt x="38" y="1871"/>
                      <a:pt x="106" y="2044"/>
                    </a:cubicBezTo>
                    <a:lnTo>
                      <a:pt x="2886" y="2044"/>
                    </a:lnTo>
                    <a:cubicBezTo>
                      <a:pt x="2946" y="1871"/>
                      <a:pt x="2984" y="1691"/>
                      <a:pt x="2984" y="1496"/>
                    </a:cubicBezTo>
                    <a:cubicBezTo>
                      <a:pt x="2984" y="1308"/>
                      <a:pt x="2961" y="1128"/>
                      <a:pt x="2886" y="962"/>
                    </a:cubicBezTo>
                    <a:cubicBezTo>
                      <a:pt x="2668" y="399"/>
                      <a:pt x="2112" y="1"/>
                      <a:pt x="148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62" name="Google Shape;9162;p95"/>
              <p:cNvSpPr/>
              <p:nvPr/>
            </p:nvSpPr>
            <p:spPr>
              <a:xfrm>
                <a:off x="3360125" y="2002100"/>
                <a:ext cx="54300" cy="37025"/>
              </a:xfrm>
              <a:custGeom>
                <a:rect b="b" l="l" r="r" t="t"/>
                <a:pathLst>
                  <a:path extrusionOk="0" h="1481" w="2172">
                    <a:moveTo>
                      <a:pt x="1090" y="0"/>
                    </a:moveTo>
                    <a:cubicBezTo>
                      <a:pt x="632" y="0"/>
                      <a:pt x="241" y="293"/>
                      <a:pt x="76" y="699"/>
                    </a:cubicBezTo>
                    <a:cubicBezTo>
                      <a:pt x="30" y="819"/>
                      <a:pt x="0" y="939"/>
                      <a:pt x="0" y="1082"/>
                    </a:cubicBezTo>
                    <a:cubicBezTo>
                      <a:pt x="0" y="1225"/>
                      <a:pt x="30" y="1353"/>
                      <a:pt x="76" y="1480"/>
                    </a:cubicBezTo>
                    <a:lnTo>
                      <a:pt x="2097" y="1480"/>
                    </a:lnTo>
                    <a:cubicBezTo>
                      <a:pt x="2142" y="1353"/>
                      <a:pt x="2172" y="1225"/>
                      <a:pt x="2172" y="1082"/>
                    </a:cubicBezTo>
                    <a:cubicBezTo>
                      <a:pt x="2172" y="954"/>
                      <a:pt x="2142" y="819"/>
                      <a:pt x="2104" y="699"/>
                    </a:cubicBezTo>
                    <a:cubicBezTo>
                      <a:pt x="1946" y="293"/>
                      <a:pt x="1556" y="0"/>
                      <a:pt x="109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63" name="Google Shape;9163;p95"/>
              <p:cNvSpPr/>
              <p:nvPr/>
            </p:nvSpPr>
            <p:spPr>
              <a:xfrm>
                <a:off x="3637175" y="1979925"/>
                <a:ext cx="87175" cy="59375"/>
              </a:xfrm>
              <a:custGeom>
                <a:rect b="b" l="l" r="r" t="t"/>
                <a:pathLst>
                  <a:path extrusionOk="0" h="2375" w="3487">
                    <a:moveTo>
                      <a:pt x="1744" y="1"/>
                    </a:moveTo>
                    <a:cubicBezTo>
                      <a:pt x="1000" y="1"/>
                      <a:pt x="369" y="459"/>
                      <a:pt x="113" y="1113"/>
                    </a:cubicBezTo>
                    <a:cubicBezTo>
                      <a:pt x="38" y="1300"/>
                      <a:pt x="1" y="1518"/>
                      <a:pt x="1" y="1736"/>
                    </a:cubicBezTo>
                    <a:cubicBezTo>
                      <a:pt x="1" y="1962"/>
                      <a:pt x="53" y="2179"/>
                      <a:pt x="128" y="2375"/>
                    </a:cubicBezTo>
                    <a:lnTo>
                      <a:pt x="3367" y="2375"/>
                    </a:lnTo>
                    <a:cubicBezTo>
                      <a:pt x="3442" y="2179"/>
                      <a:pt x="3487" y="1962"/>
                      <a:pt x="3487" y="1736"/>
                    </a:cubicBezTo>
                    <a:cubicBezTo>
                      <a:pt x="3487" y="1511"/>
                      <a:pt x="3449" y="1300"/>
                      <a:pt x="3367" y="1113"/>
                    </a:cubicBezTo>
                    <a:cubicBezTo>
                      <a:pt x="3111" y="459"/>
                      <a:pt x="2480" y="1"/>
                      <a:pt x="174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64" name="Google Shape;9164;p95"/>
              <p:cNvSpPr/>
              <p:nvPr/>
            </p:nvSpPr>
            <p:spPr>
              <a:xfrm>
                <a:off x="3440325" y="1704000"/>
                <a:ext cx="159700" cy="159675"/>
              </a:xfrm>
              <a:custGeom>
                <a:rect b="b" l="l" r="r" t="t"/>
                <a:pathLst>
                  <a:path extrusionOk="0" h="6387" w="6388">
                    <a:moveTo>
                      <a:pt x="3194" y="0"/>
                    </a:moveTo>
                    <a:cubicBezTo>
                      <a:pt x="1428" y="0"/>
                      <a:pt x="1" y="1428"/>
                      <a:pt x="1" y="3194"/>
                    </a:cubicBezTo>
                    <a:cubicBezTo>
                      <a:pt x="1" y="4959"/>
                      <a:pt x="1428" y="6387"/>
                      <a:pt x="3194" y="6387"/>
                    </a:cubicBezTo>
                    <a:cubicBezTo>
                      <a:pt x="4959" y="6387"/>
                      <a:pt x="6387" y="4959"/>
                      <a:pt x="6387" y="3194"/>
                    </a:cubicBezTo>
                    <a:cubicBezTo>
                      <a:pt x="6387" y="1428"/>
                      <a:pt x="4959" y="0"/>
                      <a:pt x="319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65" name="Google Shape;9165;p95"/>
              <p:cNvSpPr/>
              <p:nvPr/>
            </p:nvSpPr>
            <p:spPr>
              <a:xfrm>
                <a:off x="3459100" y="1744325"/>
                <a:ext cx="140925" cy="118425"/>
              </a:xfrm>
              <a:custGeom>
                <a:rect b="b" l="l" r="r" t="t"/>
                <a:pathLst>
                  <a:path extrusionOk="0" h="4737" w="5637">
                    <a:moveTo>
                      <a:pt x="1284" y="1"/>
                    </a:moveTo>
                    <a:cubicBezTo>
                      <a:pt x="1260" y="1"/>
                      <a:pt x="1235" y="1"/>
                      <a:pt x="1211" y="3"/>
                    </a:cubicBezTo>
                    <a:cubicBezTo>
                      <a:pt x="474" y="40"/>
                      <a:pt x="1" y="754"/>
                      <a:pt x="121" y="1475"/>
                    </a:cubicBezTo>
                    <a:cubicBezTo>
                      <a:pt x="211" y="1986"/>
                      <a:pt x="527" y="2422"/>
                      <a:pt x="888" y="2783"/>
                    </a:cubicBezTo>
                    <a:lnTo>
                      <a:pt x="2841" y="4736"/>
                    </a:lnTo>
                    <a:cubicBezTo>
                      <a:pt x="4419" y="4541"/>
                      <a:pt x="5636" y="3196"/>
                      <a:pt x="5636" y="1573"/>
                    </a:cubicBezTo>
                    <a:lnTo>
                      <a:pt x="5636" y="1551"/>
                    </a:lnTo>
                    <a:lnTo>
                      <a:pt x="4449" y="371"/>
                    </a:lnTo>
                    <a:cubicBezTo>
                      <a:pt x="4254" y="153"/>
                      <a:pt x="3991" y="10"/>
                      <a:pt x="3668" y="3"/>
                    </a:cubicBezTo>
                    <a:cubicBezTo>
                      <a:pt x="3645" y="2"/>
                      <a:pt x="3623" y="1"/>
                      <a:pt x="3601" y="1"/>
                    </a:cubicBezTo>
                    <a:cubicBezTo>
                      <a:pt x="3103" y="1"/>
                      <a:pt x="2676" y="323"/>
                      <a:pt x="2518" y="762"/>
                    </a:cubicBezTo>
                    <a:lnTo>
                      <a:pt x="2142" y="386"/>
                    </a:lnTo>
                    <a:cubicBezTo>
                      <a:pt x="1932" y="147"/>
                      <a:pt x="1630" y="1"/>
                      <a:pt x="1284" y="1"/>
                    </a:cubicBezTo>
                    <a:close/>
                  </a:path>
                </a:pathLst>
              </a:custGeom>
              <a:solidFill>
                <a:srgbClr val="000000">
                  <a:alpha val="148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66" name="Google Shape;9166;p95"/>
              <p:cNvSpPr/>
              <p:nvPr/>
            </p:nvSpPr>
            <p:spPr>
              <a:xfrm>
                <a:off x="3459100" y="1744350"/>
                <a:ext cx="122125" cy="94825"/>
              </a:xfrm>
              <a:custGeom>
                <a:rect b="b" l="l" r="r" t="t"/>
                <a:pathLst>
                  <a:path extrusionOk="0" h="3793" w="4885">
                    <a:moveTo>
                      <a:pt x="1266" y="1"/>
                    </a:moveTo>
                    <a:cubicBezTo>
                      <a:pt x="1248" y="1"/>
                      <a:pt x="1229" y="1"/>
                      <a:pt x="1211" y="2"/>
                    </a:cubicBezTo>
                    <a:cubicBezTo>
                      <a:pt x="474" y="39"/>
                      <a:pt x="1" y="753"/>
                      <a:pt x="121" y="1474"/>
                    </a:cubicBezTo>
                    <a:cubicBezTo>
                      <a:pt x="339" y="2684"/>
                      <a:pt x="1827" y="3526"/>
                      <a:pt x="2300" y="3758"/>
                    </a:cubicBezTo>
                    <a:cubicBezTo>
                      <a:pt x="2341" y="3781"/>
                      <a:pt x="2390" y="3792"/>
                      <a:pt x="2439" y="3792"/>
                    </a:cubicBezTo>
                    <a:cubicBezTo>
                      <a:pt x="2488" y="3792"/>
                      <a:pt x="2537" y="3781"/>
                      <a:pt x="2578" y="3758"/>
                    </a:cubicBezTo>
                    <a:cubicBezTo>
                      <a:pt x="3051" y="3526"/>
                      <a:pt x="4547" y="2684"/>
                      <a:pt x="4757" y="1474"/>
                    </a:cubicBezTo>
                    <a:cubicBezTo>
                      <a:pt x="4885" y="753"/>
                      <a:pt x="4404" y="39"/>
                      <a:pt x="3668" y="2"/>
                    </a:cubicBezTo>
                    <a:cubicBezTo>
                      <a:pt x="3649" y="1"/>
                      <a:pt x="3631" y="1"/>
                      <a:pt x="3613" y="1"/>
                    </a:cubicBezTo>
                    <a:cubicBezTo>
                      <a:pt x="2976" y="1"/>
                      <a:pt x="2457" y="508"/>
                      <a:pt x="2443" y="1144"/>
                    </a:cubicBezTo>
                    <a:cubicBezTo>
                      <a:pt x="2428" y="508"/>
                      <a:pt x="1909" y="1"/>
                      <a:pt x="126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9167" name="Google Shape;9167;p95"/>
          <p:cNvSpPr/>
          <p:nvPr/>
        </p:nvSpPr>
        <p:spPr>
          <a:xfrm>
            <a:off x="675484" y="230400"/>
            <a:ext cx="627009" cy="570231"/>
          </a:xfrm>
          <a:custGeom>
            <a:rect b="b" l="l" r="r" t="t"/>
            <a:pathLst>
              <a:path extrusionOk="0" h="7129" w="7843">
                <a:moveTo>
                  <a:pt x="3921" y="1"/>
                </a:moveTo>
                <a:cubicBezTo>
                  <a:pt x="3010" y="1"/>
                  <a:pt x="2098" y="343"/>
                  <a:pt x="1399" y="1027"/>
                </a:cubicBezTo>
                <a:cubicBezTo>
                  <a:pt x="0" y="2425"/>
                  <a:pt x="0" y="4705"/>
                  <a:pt x="1399" y="6103"/>
                </a:cubicBezTo>
                <a:cubicBezTo>
                  <a:pt x="2098" y="6787"/>
                  <a:pt x="3010" y="7129"/>
                  <a:pt x="3921" y="7129"/>
                </a:cubicBezTo>
                <a:cubicBezTo>
                  <a:pt x="4833" y="7129"/>
                  <a:pt x="5745" y="6787"/>
                  <a:pt x="6444" y="6103"/>
                </a:cubicBezTo>
                <a:cubicBezTo>
                  <a:pt x="7843" y="4705"/>
                  <a:pt x="7843" y="2425"/>
                  <a:pt x="6444" y="1027"/>
                </a:cubicBezTo>
                <a:cubicBezTo>
                  <a:pt x="5745" y="343"/>
                  <a:pt x="4833" y="1"/>
                  <a:pt x="3921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68" name="Google Shape;9168;p95"/>
          <p:cNvSpPr/>
          <p:nvPr/>
        </p:nvSpPr>
        <p:spPr>
          <a:xfrm>
            <a:off x="311906" y="458204"/>
            <a:ext cx="1851686" cy="342426"/>
          </a:xfrm>
          <a:custGeom>
            <a:rect b="b" l="l" r="r" t="t"/>
            <a:pathLst>
              <a:path extrusionOk="0" h="4281" w="23162">
                <a:moveTo>
                  <a:pt x="12634" y="0"/>
                </a:moveTo>
                <a:cubicBezTo>
                  <a:pt x="11685" y="0"/>
                  <a:pt x="10826" y="596"/>
                  <a:pt x="10153" y="1849"/>
                </a:cubicBezTo>
                <a:cubicBezTo>
                  <a:pt x="8810" y="1477"/>
                  <a:pt x="7539" y="1314"/>
                  <a:pt x="6378" y="1314"/>
                </a:cubicBezTo>
                <a:cubicBezTo>
                  <a:pt x="2992" y="1314"/>
                  <a:pt x="544" y="2696"/>
                  <a:pt x="0" y="4281"/>
                </a:cubicBezTo>
                <a:lnTo>
                  <a:pt x="23162" y="4281"/>
                </a:lnTo>
                <a:cubicBezTo>
                  <a:pt x="22864" y="3777"/>
                  <a:pt x="20924" y="2045"/>
                  <a:pt x="18685" y="2045"/>
                </a:cubicBezTo>
                <a:cubicBezTo>
                  <a:pt x="17954" y="2045"/>
                  <a:pt x="17192" y="2229"/>
                  <a:pt x="16445" y="2700"/>
                </a:cubicBezTo>
                <a:cubicBezTo>
                  <a:pt x="15158" y="940"/>
                  <a:pt x="13825" y="0"/>
                  <a:pt x="12634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69" name="Google Shape;9169;p95"/>
          <p:cNvSpPr/>
          <p:nvPr/>
        </p:nvSpPr>
        <p:spPr>
          <a:xfrm>
            <a:off x="-167532" y="1244563"/>
            <a:ext cx="1268528" cy="397218"/>
          </a:xfrm>
          <a:custGeom>
            <a:rect b="b" l="l" r="r" t="t"/>
            <a:pathLst>
              <a:path extrusionOk="0" h="4966" w="15868">
                <a:moveTo>
                  <a:pt x="8631" y="0"/>
                </a:moveTo>
                <a:cubicBezTo>
                  <a:pt x="7980" y="0"/>
                  <a:pt x="7390" y="698"/>
                  <a:pt x="6931" y="2169"/>
                </a:cubicBezTo>
                <a:cubicBezTo>
                  <a:pt x="6004" y="1729"/>
                  <a:pt x="5127" y="1537"/>
                  <a:pt x="4328" y="1537"/>
                </a:cubicBezTo>
                <a:cubicBezTo>
                  <a:pt x="2037" y="1537"/>
                  <a:pt x="384" y="3117"/>
                  <a:pt x="1" y="4965"/>
                </a:cubicBezTo>
                <a:lnTo>
                  <a:pt x="15867" y="4965"/>
                </a:lnTo>
                <a:cubicBezTo>
                  <a:pt x="15662" y="4348"/>
                  <a:pt x="14323" y="2375"/>
                  <a:pt x="12780" y="2375"/>
                </a:cubicBezTo>
                <a:cubicBezTo>
                  <a:pt x="12270" y="2375"/>
                  <a:pt x="11738" y="2590"/>
                  <a:pt x="11217" y="3141"/>
                </a:cubicBezTo>
                <a:cubicBezTo>
                  <a:pt x="10355" y="1096"/>
                  <a:pt x="9445" y="0"/>
                  <a:pt x="8631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70" name="Google Shape;9170;p95"/>
          <p:cNvSpPr/>
          <p:nvPr/>
        </p:nvSpPr>
        <p:spPr>
          <a:xfrm rot="-281033">
            <a:off x="7202014" y="3962622"/>
            <a:ext cx="972612" cy="813404"/>
          </a:xfrm>
          <a:custGeom>
            <a:rect b="b" l="l" r="r" t="t"/>
            <a:pathLst>
              <a:path extrusionOk="0" h="19656" w="22031">
                <a:moveTo>
                  <a:pt x="15726" y="2908"/>
                </a:moveTo>
                <a:cubicBezTo>
                  <a:pt x="17612" y="2908"/>
                  <a:pt x="19145" y="4441"/>
                  <a:pt x="19145" y="6327"/>
                </a:cubicBezTo>
                <a:cubicBezTo>
                  <a:pt x="19145" y="7168"/>
                  <a:pt x="18814" y="7995"/>
                  <a:pt x="18236" y="8619"/>
                </a:cubicBezTo>
                <a:cubicBezTo>
                  <a:pt x="18063" y="8573"/>
                  <a:pt x="17883" y="8558"/>
                  <a:pt x="17710" y="8558"/>
                </a:cubicBezTo>
                <a:lnTo>
                  <a:pt x="14464" y="8558"/>
                </a:lnTo>
                <a:cubicBezTo>
                  <a:pt x="14464" y="8536"/>
                  <a:pt x="14464" y="8528"/>
                  <a:pt x="14479" y="8506"/>
                </a:cubicBezTo>
                <a:lnTo>
                  <a:pt x="14479" y="8468"/>
                </a:lnTo>
                <a:cubicBezTo>
                  <a:pt x="14487" y="8416"/>
                  <a:pt x="14487" y="8371"/>
                  <a:pt x="14494" y="8310"/>
                </a:cubicBezTo>
                <a:lnTo>
                  <a:pt x="14494" y="8258"/>
                </a:lnTo>
                <a:cubicBezTo>
                  <a:pt x="14494" y="8205"/>
                  <a:pt x="14502" y="8153"/>
                  <a:pt x="14502" y="8108"/>
                </a:cubicBezTo>
                <a:lnTo>
                  <a:pt x="14502" y="8048"/>
                </a:lnTo>
                <a:lnTo>
                  <a:pt x="14502" y="7897"/>
                </a:lnTo>
                <a:lnTo>
                  <a:pt x="14502" y="7867"/>
                </a:lnTo>
                <a:cubicBezTo>
                  <a:pt x="14502" y="7770"/>
                  <a:pt x="14494" y="7657"/>
                  <a:pt x="14487" y="7552"/>
                </a:cubicBezTo>
                <a:lnTo>
                  <a:pt x="14487" y="7544"/>
                </a:lnTo>
                <a:lnTo>
                  <a:pt x="14487" y="7492"/>
                </a:lnTo>
                <a:cubicBezTo>
                  <a:pt x="14487" y="7446"/>
                  <a:pt x="14479" y="7409"/>
                  <a:pt x="14479" y="7371"/>
                </a:cubicBezTo>
                <a:lnTo>
                  <a:pt x="14479" y="7364"/>
                </a:lnTo>
                <a:cubicBezTo>
                  <a:pt x="14479" y="7334"/>
                  <a:pt x="14464" y="7304"/>
                  <a:pt x="14464" y="7281"/>
                </a:cubicBezTo>
                <a:cubicBezTo>
                  <a:pt x="14457" y="7244"/>
                  <a:pt x="14457" y="7206"/>
                  <a:pt x="14449" y="7168"/>
                </a:cubicBezTo>
                <a:cubicBezTo>
                  <a:pt x="14442" y="7131"/>
                  <a:pt x="14442" y="7101"/>
                  <a:pt x="14427" y="7063"/>
                </a:cubicBezTo>
                <a:cubicBezTo>
                  <a:pt x="14419" y="7026"/>
                  <a:pt x="14419" y="6988"/>
                  <a:pt x="14412" y="6951"/>
                </a:cubicBezTo>
                <a:cubicBezTo>
                  <a:pt x="14404" y="6913"/>
                  <a:pt x="14389" y="6875"/>
                  <a:pt x="14389" y="6845"/>
                </a:cubicBezTo>
                <a:lnTo>
                  <a:pt x="14389" y="6830"/>
                </a:lnTo>
                <a:cubicBezTo>
                  <a:pt x="14382" y="6800"/>
                  <a:pt x="14382" y="6770"/>
                  <a:pt x="14374" y="6740"/>
                </a:cubicBezTo>
                <a:cubicBezTo>
                  <a:pt x="14367" y="6695"/>
                  <a:pt x="14344" y="6650"/>
                  <a:pt x="14336" y="6605"/>
                </a:cubicBezTo>
                <a:cubicBezTo>
                  <a:pt x="14321" y="6567"/>
                  <a:pt x="14314" y="6530"/>
                  <a:pt x="14299" y="6477"/>
                </a:cubicBezTo>
                <a:cubicBezTo>
                  <a:pt x="14276" y="6432"/>
                  <a:pt x="14269" y="6380"/>
                  <a:pt x="14246" y="6327"/>
                </a:cubicBezTo>
                <a:cubicBezTo>
                  <a:pt x="14239" y="6312"/>
                  <a:pt x="14231" y="6282"/>
                  <a:pt x="14224" y="6267"/>
                </a:cubicBezTo>
                <a:lnTo>
                  <a:pt x="14209" y="6252"/>
                </a:lnTo>
                <a:cubicBezTo>
                  <a:pt x="14194" y="6207"/>
                  <a:pt x="14186" y="6169"/>
                  <a:pt x="14164" y="6132"/>
                </a:cubicBezTo>
                <a:cubicBezTo>
                  <a:pt x="14156" y="6102"/>
                  <a:pt x="14149" y="6079"/>
                  <a:pt x="14126" y="6049"/>
                </a:cubicBezTo>
                <a:cubicBezTo>
                  <a:pt x="14111" y="6011"/>
                  <a:pt x="14089" y="5966"/>
                  <a:pt x="14074" y="5929"/>
                </a:cubicBezTo>
                <a:cubicBezTo>
                  <a:pt x="14058" y="5899"/>
                  <a:pt x="14043" y="5869"/>
                  <a:pt x="14036" y="5839"/>
                </a:cubicBezTo>
                <a:cubicBezTo>
                  <a:pt x="14013" y="5793"/>
                  <a:pt x="13983" y="5756"/>
                  <a:pt x="13968" y="5711"/>
                </a:cubicBezTo>
                <a:lnTo>
                  <a:pt x="13961" y="5688"/>
                </a:lnTo>
                <a:lnTo>
                  <a:pt x="13931" y="5636"/>
                </a:lnTo>
                <a:cubicBezTo>
                  <a:pt x="13893" y="5568"/>
                  <a:pt x="13863" y="5515"/>
                  <a:pt x="13826" y="5448"/>
                </a:cubicBezTo>
                <a:cubicBezTo>
                  <a:pt x="13826" y="5448"/>
                  <a:pt x="13818" y="5440"/>
                  <a:pt x="13818" y="5425"/>
                </a:cubicBezTo>
                <a:cubicBezTo>
                  <a:pt x="13781" y="5365"/>
                  <a:pt x="13743" y="5305"/>
                  <a:pt x="13705" y="5238"/>
                </a:cubicBezTo>
                <a:cubicBezTo>
                  <a:pt x="13698" y="5222"/>
                  <a:pt x="13683" y="5215"/>
                  <a:pt x="13675" y="5192"/>
                </a:cubicBezTo>
                <a:lnTo>
                  <a:pt x="13668" y="5177"/>
                </a:lnTo>
                <a:cubicBezTo>
                  <a:pt x="13638" y="5125"/>
                  <a:pt x="13615" y="5087"/>
                  <a:pt x="13585" y="5050"/>
                </a:cubicBezTo>
                <a:cubicBezTo>
                  <a:pt x="13563" y="5027"/>
                  <a:pt x="13548" y="5005"/>
                  <a:pt x="13525" y="4990"/>
                </a:cubicBezTo>
                <a:cubicBezTo>
                  <a:pt x="13503" y="4952"/>
                  <a:pt x="13472" y="4914"/>
                  <a:pt x="13435" y="4862"/>
                </a:cubicBezTo>
                <a:lnTo>
                  <a:pt x="13427" y="4854"/>
                </a:lnTo>
                <a:cubicBezTo>
                  <a:pt x="13405" y="4839"/>
                  <a:pt x="13397" y="4817"/>
                  <a:pt x="13375" y="4802"/>
                </a:cubicBezTo>
                <a:cubicBezTo>
                  <a:pt x="13337" y="4764"/>
                  <a:pt x="13315" y="4712"/>
                  <a:pt x="13277" y="4674"/>
                </a:cubicBezTo>
                <a:lnTo>
                  <a:pt x="13262" y="4666"/>
                </a:lnTo>
                <a:cubicBezTo>
                  <a:pt x="13255" y="4651"/>
                  <a:pt x="13240" y="4636"/>
                  <a:pt x="13225" y="4621"/>
                </a:cubicBezTo>
                <a:cubicBezTo>
                  <a:pt x="13172" y="4561"/>
                  <a:pt x="13127" y="4509"/>
                  <a:pt x="13067" y="4449"/>
                </a:cubicBezTo>
                <a:cubicBezTo>
                  <a:pt x="13029" y="4411"/>
                  <a:pt x="12992" y="4373"/>
                  <a:pt x="12947" y="4336"/>
                </a:cubicBezTo>
                <a:cubicBezTo>
                  <a:pt x="13585" y="3457"/>
                  <a:pt x="14614" y="2908"/>
                  <a:pt x="15726" y="2908"/>
                </a:cubicBezTo>
                <a:close/>
                <a:moveTo>
                  <a:pt x="15726" y="1"/>
                </a:moveTo>
                <a:cubicBezTo>
                  <a:pt x="13525" y="1"/>
                  <a:pt x="11481" y="1173"/>
                  <a:pt x="10347" y="3029"/>
                </a:cubicBezTo>
                <a:cubicBezTo>
                  <a:pt x="10089" y="2989"/>
                  <a:pt x="9830" y="2969"/>
                  <a:pt x="9573" y="2969"/>
                </a:cubicBezTo>
                <a:cubicBezTo>
                  <a:pt x="8270" y="2969"/>
                  <a:pt x="7003" y="3471"/>
                  <a:pt x="6049" y="4419"/>
                </a:cubicBezTo>
                <a:cubicBezTo>
                  <a:pt x="4749" y="5726"/>
                  <a:pt x="4284" y="7627"/>
                  <a:pt x="4809" y="9370"/>
                </a:cubicBezTo>
                <a:lnTo>
                  <a:pt x="489" y="13690"/>
                </a:lnTo>
                <a:cubicBezTo>
                  <a:pt x="144" y="14043"/>
                  <a:pt x="1" y="14539"/>
                  <a:pt x="106" y="15012"/>
                </a:cubicBezTo>
                <a:lnTo>
                  <a:pt x="339" y="16057"/>
                </a:lnTo>
                <a:cubicBezTo>
                  <a:pt x="467" y="16605"/>
                  <a:pt x="887" y="17026"/>
                  <a:pt x="1428" y="17146"/>
                </a:cubicBezTo>
                <a:lnTo>
                  <a:pt x="2007" y="17281"/>
                </a:lnTo>
                <a:cubicBezTo>
                  <a:pt x="2109" y="17304"/>
                  <a:pt x="2211" y="17315"/>
                  <a:pt x="2313" y="17315"/>
                </a:cubicBezTo>
                <a:cubicBezTo>
                  <a:pt x="2755" y="17315"/>
                  <a:pt x="3187" y="17111"/>
                  <a:pt x="3480" y="16763"/>
                </a:cubicBezTo>
                <a:cubicBezTo>
                  <a:pt x="3735" y="16763"/>
                  <a:pt x="3976" y="16688"/>
                  <a:pt x="4193" y="16568"/>
                </a:cubicBezTo>
                <a:cubicBezTo>
                  <a:pt x="4246" y="16530"/>
                  <a:pt x="4306" y="16493"/>
                  <a:pt x="4351" y="16440"/>
                </a:cubicBezTo>
                <a:lnTo>
                  <a:pt x="4577" y="16207"/>
                </a:lnTo>
                <a:cubicBezTo>
                  <a:pt x="4614" y="16169"/>
                  <a:pt x="4652" y="16124"/>
                  <a:pt x="4689" y="16064"/>
                </a:cubicBezTo>
                <a:cubicBezTo>
                  <a:pt x="4825" y="15854"/>
                  <a:pt x="4900" y="15606"/>
                  <a:pt x="4907" y="15358"/>
                </a:cubicBezTo>
                <a:cubicBezTo>
                  <a:pt x="5148" y="15343"/>
                  <a:pt x="5388" y="15283"/>
                  <a:pt x="5591" y="15155"/>
                </a:cubicBezTo>
                <a:cubicBezTo>
                  <a:pt x="5651" y="15118"/>
                  <a:pt x="5704" y="15080"/>
                  <a:pt x="5749" y="15035"/>
                </a:cubicBezTo>
                <a:lnTo>
                  <a:pt x="5974" y="14810"/>
                </a:lnTo>
                <a:cubicBezTo>
                  <a:pt x="6012" y="14772"/>
                  <a:pt x="6049" y="14727"/>
                  <a:pt x="6087" y="14667"/>
                </a:cubicBezTo>
                <a:cubicBezTo>
                  <a:pt x="6222" y="14456"/>
                  <a:pt x="6297" y="14208"/>
                  <a:pt x="6305" y="13953"/>
                </a:cubicBezTo>
                <a:cubicBezTo>
                  <a:pt x="6560" y="13945"/>
                  <a:pt x="6801" y="13870"/>
                  <a:pt x="7011" y="13750"/>
                </a:cubicBezTo>
                <a:cubicBezTo>
                  <a:pt x="7064" y="13713"/>
                  <a:pt x="7124" y="13675"/>
                  <a:pt x="7161" y="13630"/>
                </a:cubicBezTo>
                <a:lnTo>
                  <a:pt x="7357" y="13427"/>
                </a:lnTo>
                <a:cubicBezTo>
                  <a:pt x="7402" y="13382"/>
                  <a:pt x="7454" y="13329"/>
                  <a:pt x="7492" y="13269"/>
                </a:cubicBezTo>
                <a:cubicBezTo>
                  <a:pt x="7620" y="13051"/>
                  <a:pt x="7695" y="12811"/>
                  <a:pt x="7695" y="12563"/>
                </a:cubicBezTo>
                <a:lnTo>
                  <a:pt x="7770" y="12563"/>
                </a:lnTo>
                <a:cubicBezTo>
                  <a:pt x="8347" y="12787"/>
                  <a:pt x="8953" y="12898"/>
                  <a:pt x="9557" y="12898"/>
                </a:cubicBezTo>
                <a:cubicBezTo>
                  <a:pt x="9967" y="12898"/>
                  <a:pt x="10377" y="12847"/>
                  <a:pt x="10775" y="12743"/>
                </a:cubicBezTo>
                <a:lnTo>
                  <a:pt x="10775" y="17507"/>
                </a:lnTo>
                <a:cubicBezTo>
                  <a:pt x="10775" y="18701"/>
                  <a:pt x="11744" y="19656"/>
                  <a:pt x="12924" y="19656"/>
                </a:cubicBezTo>
                <a:lnTo>
                  <a:pt x="17695" y="19656"/>
                </a:lnTo>
                <a:cubicBezTo>
                  <a:pt x="18890" y="19656"/>
                  <a:pt x="19851" y="18686"/>
                  <a:pt x="19851" y="17507"/>
                </a:cubicBezTo>
                <a:lnTo>
                  <a:pt x="19851" y="11045"/>
                </a:lnTo>
                <a:cubicBezTo>
                  <a:pt x="21219" y="9843"/>
                  <a:pt x="22000" y="8145"/>
                  <a:pt x="22000" y="6304"/>
                </a:cubicBezTo>
                <a:cubicBezTo>
                  <a:pt x="22030" y="2826"/>
                  <a:pt x="19198" y="1"/>
                  <a:pt x="15726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  <a:effectLst>
            <a:outerShdw blurRad="57150" rotWithShape="0" algn="bl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171" name="Google Shape;9171;p95"/>
          <p:cNvGrpSpPr/>
          <p:nvPr/>
        </p:nvGrpSpPr>
        <p:grpSpPr>
          <a:xfrm rot="-281091">
            <a:off x="7234138" y="3993568"/>
            <a:ext cx="908326" cy="751333"/>
            <a:chOff x="4120300" y="3960200"/>
            <a:chExt cx="409875" cy="363125"/>
          </a:xfrm>
        </p:grpSpPr>
        <p:sp>
          <p:nvSpPr>
            <p:cNvPr id="9172" name="Google Shape;9172;p95"/>
            <p:cNvSpPr/>
            <p:nvPr/>
          </p:nvSpPr>
          <p:spPr>
            <a:xfrm>
              <a:off x="4120300" y="4119875"/>
              <a:ext cx="159300" cy="156600"/>
            </a:xfrm>
            <a:custGeom>
              <a:rect b="b" l="l" r="r" t="t"/>
              <a:pathLst>
                <a:path extrusionOk="0" h="6264" w="6372">
                  <a:moveTo>
                    <a:pt x="4584" y="0"/>
                  </a:moveTo>
                  <a:lnTo>
                    <a:pt x="188" y="4388"/>
                  </a:lnTo>
                  <a:cubicBezTo>
                    <a:pt x="60" y="4523"/>
                    <a:pt x="0" y="4719"/>
                    <a:pt x="38" y="4899"/>
                  </a:cubicBezTo>
                  <a:lnTo>
                    <a:pt x="226" y="5733"/>
                  </a:lnTo>
                  <a:cubicBezTo>
                    <a:pt x="271" y="5943"/>
                    <a:pt x="436" y="6101"/>
                    <a:pt x="639" y="6146"/>
                  </a:cubicBezTo>
                  <a:lnTo>
                    <a:pt x="1097" y="6251"/>
                  </a:lnTo>
                  <a:cubicBezTo>
                    <a:pt x="1137" y="6259"/>
                    <a:pt x="1176" y="6263"/>
                    <a:pt x="1215" y="6263"/>
                  </a:cubicBezTo>
                  <a:cubicBezTo>
                    <a:pt x="1394" y="6263"/>
                    <a:pt x="1566" y="6181"/>
                    <a:pt x="1683" y="6033"/>
                  </a:cubicBezTo>
                  <a:cubicBezTo>
                    <a:pt x="1789" y="5906"/>
                    <a:pt x="1946" y="5823"/>
                    <a:pt x="2127" y="5823"/>
                  </a:cubicBezTo>
                  <a:cubicBezTo>
                    <a:pt x="2224" y="5823"/>
                    <a:pt x="2329" y="5793"/>
                    <a:pt x="2412" y="5733"/>
                  </a:cubicBezTo>
                  <a:lnTo>
                    <a:pt x="2600" y="5545"/>
                  </a:lnTo>
                  <a:cubicBezTo>
                    <a:pt x="2660" y="5462"/>
                    <a:pt x="2690" y="5357"/>
                    <a:pt x="2690" y="5259"/>
                  </a:cubicBezTo>
                  <a:cubicBezTo>
                    <a:pt x="2683" y="4944"/>
                    <a:pt x="2931" y="4696"/>
                    <a:pt x="3246" y="4696"/>
                  </a:cubicBezTo>
                  <a:cubicBezTo>
                    <a:pt x="3344" y="4696"/>
                    <a:pt x="3449" y="4666"/>
                    <a:pt x="3532" y="4606"/>
                  </a:cubicBezTo>
                  <a:lnTo>
                    <a:pt x="3719" y="4418"/>
                  </a:lnTo>
                  <a:cubicBezTo>
                    <a:pt x="3780" y="4335"/>
                    <a:pt x="3810" y="4230"/>
                    <a:pt x="3810" y="4132"/>
                  </a:cubicBezTo>
                  <a:cubicBezTo>
                    <a:pt x="3810" y="3817"/>
                    <a:pt x="4058" y="3569"/>
                    <a:pt x="4373" y="3569"/>
                  </a:cubicBezTo>
                  <a:cubicBezTo>
                    <a:pt x="4471" y="3569"/>
                    <a:pt x="4576" y="3539"/>
                    <a:pt x="4659" y="3479"/>
                  </a:cubicBezTo>
                  <a:lnTo>
                    <a:pt x="4846" y="3291"/>
                  </a:lnTo>
                  <a:cubicBezTo>
                    <a:pt x="4907" y="3208"/>
                    <a:pt x="4937" y="3103"/>
                    <a:pt x="4937" y="3005"/>
                  </a:cubicBezTo>
                  <a:cubicBezTo>
                    <a:pt x="4937" y="2855"/>
                    <a:pt x="4989" y="2712"/>
                    <a:pt x="5094" y="2607"/>
                  </a:cubicBezTo>
                  <a:cubicBezTo>
                    <a:pt x="5200" y="2502"/>
                    <a:pt x="5327" y="2449"/>
                    <a:pt x="5485" y="2449"/>
                  </a:cubicBezTo>
                  <a:lnTo>
                    <a:pt x="5485" y="2457"/>
                  </a:lnTo>
                  <a:lnTo>
                    <a:pt x="5696" y="2457"/>
                  </a:lnTo>
                  <a:lnTo>
                    <a:pt x="6372" y="1781"/>
                  </a:lnTo>
                  <a:lnTo>
                    <a:pt x="458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73" name="Google Shape;9173;p95"/>
            <p:cNvSpPr/>
            <p:nvPr/>
          </p:nvSpPr>
          <p:spPr>
            <a:xfrm>
              <a:off x="4137025" y="4131875"/>
              <a:ext cx="130750" cy="129850"/>
            </a:xfrm>
            <a:custGeom>
              <a:rect b="b" l="l" r="r" t="t"/>
              <a:pathLst>
                <a:path extrusionOk="0" h="5194" w="5230">
                  <a:moveTo>
                    <a:pt x="4403" y="1"/>
                  </a:moveTo>
                  <a:lnTo>
                    <a:pt x="143" y="4269"/>
                  </a:lnTo>
                  <a:cubicBezTo>
                    <a:pt x="38" y="4351"/>
                    <a:pt x="0" y="4486"/>
                    <a:pt x="45" y="4614"/>
                  </a:cubicBezTo>
                  <a:lnTo>
                    <a:pt x="120" y="4870"/>
                  </a:lnTo>
                  <a:cubicBezTo>
                    <a:pt x="158" y="4982"/>
                    <a:pt x="248" y="5065"/>
                    <a:pt x="361" y="5103"/>
                  </a:cubicBezTo>
                  <a:lnTo>
                    <a:pt x="609" y="5178"/>
                  </a:lnTo>
                  <a:cubicBezTo>
                    <a:pt x="645" y="5188"/>
                    <a:pt x="681" y="5194"/>
                    <a:pt x="718" y="5194"/>
                  </a:cubicBezTo>
                  <a:cubicBezTo>
                    <a:pt x="810" y="5194"/>
                    <a:pt x="899" y="5160"/>
                    <a:pt x="969" y="5095"/>
                  </a:cubicBezTo>
                  <a:lnTo>
                    <a:pt x="5229" y="827"/>
                  </a:lnTo>
                  <a:lnTo>
                    <a:pt x="4403" y="1"/>
                  </a:lnTo>
                  <a:close/>
                </a:path>
              </a:pathLst>
            </a:custGeom>
            <a:solidFill>
              <a:srgbClr val="000000">
                <a:alpha val="148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74" name="Google Shape;9174;p95"/>
            <p:cNvSpPr/>
            <p:nvPr/>
          </p:nvSpPr>
          <p:spPr>
            <a:xfrm>
              <a:off x="4218525" y="4119500"/>
              <a:ext cx="61075" cy="94875"/>
            </a:xfrm>
            <a:custGeom>
              <a:rect b="b" l="l" r="r" t="t"/>
              <a:pathLst>
                <a:path extrusionOk="0" h="3795" w="2443">
                  <a:moveTo>
                    <a:pt x="655" y="0"/>
                  </a:moveTo>
                  <a:lnTo>
                    <a:pt x="1" y="661"/>
                  </a:lnTo>
                  <a:lnTo>
                    <a:pt x="1" y="691"/>
                  </a:lnTo>
                  <a:lnTo>
                    <a:pt x="1" y="3794"/>
                  </a:lnTo>
                  <a:cubicBezTo>
                    <a:pt x="106" y="3674"/>
                    <a:pt x="264" y="3592"/>
                    <a:pt x="429" y="3592"/>
                  </a:cubicBezTo>
                  <a:cubicBezTo>
                    <a:pt x="534" y="3592"/>
                    <a:pt x="639" y="3561"/>
                    <a:pt x="722" y="3501"/>
                  </a:cubicBezTo>
                  <a:lnTo>
                    <a:pt x="910" y="3314"/>
                  </a:lnTo>
                  <a:cubicBezTo>
                    <a:pt x="963" y="3231"/>
                    <a:pt x="993" y="3126"/>
                    <a:pt x="993" y="3028"/>
                  </a:cubicBezTo>
                  <a:cubicBezTo>
                    <a:pt x="993" y="2863"/>
                    <a:pt x="1060" y="2735"/>
                    <a:pt x="1158" y="2630"/>
                  </a:cubicBezTo>
                  <a:cubicBezTo>
                    <a:pt x="1256" y="2525"/>
                    <a:pt x="1398" y="2472"/>
                    <a:pt x="1549" y="2472"/>
                  </a:cubicBezTo>
                  <a:lnTo>
                    <a:pt x="1767" y="2472"/>
                  </a:lnTo>
                  <a:lnTo>
                    <a:pt x="2443" y="1796"/>
                  </a:lnTo>
                  <a:lnTo>
                    <a:pt x="655" y="0"/>
                  </a:lnTo>
                  <a:close/>
                </a:path>
              </a:pathLst>
            </a:custGeom>
            <a:solidFill>
              <a:srgbClr val="000000">
                <a:alpha val="148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75" name="Google Shape;9175;p95"/>
            <p:cNvSpPr/>
            <p:nvPr/>
          </p:nvSpPr>
          <p:spPr>
            <a:xfrm>
              <a:off x="4203325" y="4019525"/>
              <a:ext cx="184650" cy="168400"/>
            </a:xfrm>
            <a:custGeom>
              <a:rect b="b" l="l" r="r" t="t"/>
              <a:pathLst>
                <a:path extrusionOk="0" h="6736" w="7386">
                  <a:moveTo>
                    <a:pt x="4776" y="1634"/>
                  </a:moveTo>
                  <a:cubicBezTo>
                    <a:pt x="4942" y="1634"/>
                    <a:pt x="5109" y="1696"/>
                    <a:pt x="5237" y="1820"/>
                  </a:cubicBezTo>
                  <a:cubicBezTo>
                    <a:pt x="5493" y="2076"/>
                    <a:pt x="5493" y="2489"/>
                    <a:pt x="5237" y="2744"/>
                  </a:cubicBezTo>
                  <a:cubicBezTo>
                    <a:pt x="5109" y="2872"/>
                    <a:pt x="4942" y="2936"/>
                    <a:pt x="4776" y="2936"/>
                  </a:cubicBezTo>
                  <a:cubicBezTo>
                    <a:pt x="4610" y="2936"/>
                    <a:pt x="4444" y="2872"/>
                    <a:pt x="4320" y="2744"/>
                  </a:cubicBezTo>
                  <a:cubicBezTo>
                    <a:pt x="4065" y="2489"/>
                    <a:pt x="4065" y="2076"/>
                    <a:pt x="4320" y="1820"/>
                  </a:cubicBezTo>
                  <a:cubicBezTo>
                    <a:pt x="4444" y="1696"/>
                    <a:pt x="4610" y="1634"/>
                    <a:pt x="4776" y="1634"/>
                  </a:cubicBezTo>
                  <a:close/>
                  <a:moveTo>
                    <a:pt x="3693" y="0"/>
                  </a:moveTo>
                  <a:cubicBezTo>
                    <a:pt x="2833" y="0"/>
                    <a:pt x="1973" y="329"/>
                    <a:pt x="1315" y="986"/>
                  </a:cubicBezTo>
                  <a:cubicBezTo>
                    <a:pt x="0" y="2301"/>
                    <a:pt x="0" y="4435"/>
                    <a:pt x="1315" y="5750"/>
                  </a:cubicBezTo>
                  <a:cubicBezTo>
                    <a:pt x="1973" y="6407"/>
                    <a:pt x="2833" y="6736"/>
                    <a:pt x="3693" y="6736"/>
                  </a:cubicBezTo>
                  <a:cubicBezTo>
                    <a:pt x="4553" y="6736"/>
                    <a:pt x="5414" y="6407"/>
                    <a:pt x="6071" y="5750"/>
                  </a:cubicBezTo>
                  <a:cubicBezTo>
                    <a:pt x="7386" y="4435"/>
                    <a:pt x="7386" y="2301"/>
                    <a:pt x="6071" y="986"/>
                  </a:cubicBezTo>
                  <a:cubicBezTo>
                    <a:pt x="5414" y="329"/>
                    <a:pt x="4553" y="0"/>
                    <a:pt x="369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76" name="Google Shape;9176;p95"/>
            <p:cNvSpPr/>
            <p:nvPr/>
          </p:nvSpPr>
          <p:spPr>
            <a:xfrm>
              <a:off x="4203325" y="4019525"/>
              <a:ext cx="184650" cy="168400"/>
            </a:xfrm>
            <a:custGeom>
              <a:rect b="b" l="l" r="r" t="t"/>
              <a:pathLst>
                <a:path extrusionOk="0" h="6736" w="7386">
                  <a:moveTo>
                    <a:pt x="4776" y="1634"/>
                  </a:moveTo>
                  <a:cubicBezTo>
                    <a:pt x="4942" y="1634"/>
                    <a:pt x="5109" y="1696"/>
                    <a:pt x="5237" y="1820"/>
                  </a:cubicBezTo>
                  <a:cubicBezTo>
                    <a:pt x="5493" y="2076"/>
                    <a:pt x="5493" y="2489"/>
                    <a:pt x="5237" y="2744"/>
                  </a:cubicBezTo>
                  <a:cubicBezTo>
                    <a:pt x="5109" y="2872"/>
                    <a:pt x="4942" y="2936"/>
                    <a:pt x="4776" y="2936"/>
                  </a:cubicBezTo>
                  <a:cubicBezTo>
                    <a:pt x="4610" y="2936"/>
                    <a:pt x="4444" y="2872"/>
                    <a:pt x="4320" y="2744"/>
                  </a:cubicBezTo>
                  <a:cubicBezTo>
                    <a:pt x="4065" y="2489"/>
                    <a:pt x="4065" y="2076"/>
                    <a:pt x="4320" y="1820"/>
                  </a:cubicBezTo>
                  <a:cubicBezTo>
                    <a:pt x="4444" y="1696"/>
                    <a:pt x="4610" y="1634"/>
                    <a:pt x="4776" y="1634"/>
                  </a:cubicBezTo>
                  <a:close/>
                  <a:moveTo>
                    <a:pt x="3693" y="0"/>
                  </a:moveTo>
                  <a:cubicBezTo>
                    <a:pt x="2833" y="0"/>
                    <a:pt x="1973" y="329"/>
                    <a:pt x="1315" y="986"/>
                  </a:cubicBezTo>
                  <a:cubicBezTo>
                    <a:pt x="0" y="2301"/>
                    <a:pt x="0" y="4435"/>
                    <a:pt x="1315" y="5750"/>
                  </a:cubicBezTo>
                  <a:cubicBezTo>
                    <a:pt x="1973" y="6407"/>
                    <a:pt x="2833" y="6736"/>
                    <a:pt x="3693" y="6736"/>
                  </a:cubicBezTo>
                  <a:cubicBezTo>
                    <a:pt x="4553" y="6736"/>
                    <a:pt x="5414" y="6407"/>
                    <a:pt x="6071" y="5750"/>
                  </a:cubicBezTo>
                  <a:cubicBezTo>
                    <a:pt x="7386" y="4435"/>
                    <a:pt x="7386" y="2301"/>
                    <a:pt x="6071" y="986"/>
                  </a:cubicBezTo>
                  <a:cubicBezTo>
                    <a:pt x="5414" y="329"/>
                    <a:pt x="4553" y="0"/>
                    <a:pt x="3693" y="0"/>
                  </a:cubicBezTo>
                  <a:close/>
                </a:path>
              </a:pathLst>
            </a:custGeom>
            <a:solidFill>
              <a:srgbClr val="000000">
                <a:alpha val="148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77" name="Google Shape;9177;p95"/>
            <p:cNvSpPr/>
            <p:nvPr/>
          </p:nvSpPr>
          <p:spPr>
            <a:xfrm>
              <a:off x="4235825" y="4049100"/>
              <a:ext cx="119675" cy="109025"/>
            </a:xfrm>
            <a:custGeom>
              <a:rect b="b" l="l" r="r" t="t"/>
              <a:pathLst>
                <a:path extrusionOk="0" h="4361" w="4787">
                  <a:moveTo>
                    <a:pt x="3937" y="637"/>
                  </a:moveTo>
                  <a:lnTo>
                    <a:pt x="3937" y="637"/>
                  </a:lnTo>
                  <a:cubicBezTo>
                    <a:pt x="3939" y="639"/>
                    <a:pt x="3941" y="641"/>
                    <a:pt x="3943" y="643"/>
                  </a:cubicBezTo>
                  <a:lnTo>
                    <a:pt x="3943" y="643"/>
                  </a:lnTo>
                  <a:cubicBezTo>
                    <a:pt x="3941" y="641"/>
                    <a:pt x="3939" y="639"/>
                    <a:pt x="3937" y="637"/>
                  </a:cubicBezTo>
                  <a:close/>
                  <a:moveTo>
                    <a:pt x="2403" y="0"/>
                  </a:moveTo>
                  <a:cubicBezTo>
                    <a:pt x="1845" y="0"/>
                    <a:pt x="1285" y="213"/>
                    <a:pt x="857" y="637"/>
                  </a:cubicBezTo>
                  <a:cubicBezTo>
                    <a:pt x="0" y="1486"/>
                    <a:pt x="0" y="2869"/>
                    <a:pt x="857" y="3718"/>
                  </a:cubicBezTo>
                  <a:cubicBezTo>
                    <a:pt x="1281" y="4146"/>
                    <a:pt x="1837" y="4360"/>
                    <a:pt x="2394" y="4360"/>
                  </a:cubicBezTo>
                  <a:cubicBezTo>
                    <a:pt x="2951" y="4360"/>
                    <a:pt x="3509" y="4146"/>
                    <a:pt x="3937" y="3718"/>
                  </a:cubicBezTo>
                  <a:cubicBezTo>
                    <a:pt x="4784" y="2878"/>
                    <a:pt x="4786" y="1500"/>
                    <a:pt x="3943" y="643"/>
                  </a:cubicBezTo>
                  <a:lnTo>
                    <a:pt x="3943" y="643"/>
                  </a:lnTo>
                  <a:cubicBezTo>
                    <a:pt x="4193" y="899"/>
                    <a:pt x="4191" y="1308"/>
                    <a:pt x="3937" y="1561"/>
                  </a:cubicBezTo>
                  <a:cubicBezTo>
                    <a:pt x="3809" y="1689"/>
                    <a:pt x="3642" y="1753"/>
                    <a:pt x="3476" y="1753"/>
                  </a:cubicBezTo>
                  <a:cubicBezTo>
                    <a:pt x="3310" y="1753"/>
                    <a:pt x="3144" y="1689"/>
                    <a:pt x="3020" y="1561"/>
                  </a:cubicBezTo>
                  <a:cubicBezTo>
                    <a:pt x="2765" y="1306"/>
                    <a:pt x="2765" y="893"/>
                    <a:pt x="3020" y="637"/>
                  </a:cubicBezTo>
                  <a:cubicBezTo>
                    <a:pt x="3144" y="513"/>
                    <a:pt x="3310" y="451"/>
                    <a:pt x="3476" y="451"/>
                  </a:cubicBezTo>
                  <a:cubicBezTo>
                    <a:pt x="3642" y="451"/>
                    <a:pt x="3809" y="513"/>
                    <a:pt x="3937" y="637"/>
                  </a:cubicBezTo>
                  <a:cubicBezTo>
                    <a:pt x="3516" y="213"/>
                    <a:pt x="2960" y="0"/>
                    <a:pt x="240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78" name="Google Shape;9178;p95"/>
            <p:cNvSpPr/>
            <p:nvPr/>
          </p:nvSpPr>
          <p:spPr>
            <a:xfrm>
              <a:off x="4307950" y="4022750"/>
              <a:ext cx="79100" cy="122125"/>
            </a:xfrm>
            <a:custGeom>
              <a:rect b="b" l="l" r="r" t="t"/>
              <a:pathLst>
                <a:path extrusionOk="0" h="4885" w="3164">
                  <a:moveTo>
                    <a:pt x="444" y="1"/>
                  </a:moveTo>
                  <a:cubicBezTo>
                    <a:pt x="173" y="564"/>
                    <a:pt x="8" y="1195"/>
                    <a:pt x="0" y="1864"/>
                  </a:cubicBezTo>
                  <a:cubicBezTo>
                    <a:pt x="30" y="1796"/>
                    <a:pt x="75" y="1744"/>
                    <a:pt x="120" y="1684"/>
                  </a:cubicBezTo>
                  <a:cubicBezTo>
                    <a:pt x="248" y="1556"/>
                    <a:pt x="415" y="1492"/>
                    <a:pt x="583" y="1492"/>
                  </a:cubicBezTo>
                  <a:cubicBezTo>
                    <a:pt x="750" y="1492"/>
                    <a:pt x="917" y="1556"/>
                    <a:pt x="1045" y="1684"/>
                  </a:cubicBezTo>
                  <a:cubicBezTo>
                    <a:pt x="1300" y="1939"/>
                    <a:pt x="1300" y="2352"/>
                    <a:pt x="1045" y="2600"/>
                  </a:cubicBezTo>
                  <a:cubicBezTo>
                    <a:pt x="918" y="2727"/>
                    <a:pt x="747" y="2793"/>
                    <a:pt x="578" y="2793"/>
                  </a:cubicBezTo>
                  <a:cubicBezTo>
                    <a:pt x="457" y="2793"/>
                    <a:pt x="337" y="2759"/>
                    <a:pt x="233" y="2691"/>
                  </a:cubicBezTo>
                  <a:lnTo>
                    <a:pt x="233" y="2691"/>
                  </a:lnTo>
                  <a:lnTo>
                    <a:pt x="2435" y="4884"/>
                  </a:lnTo>
                  <a:cubicBezTo>
                    <a:pt x="3163" y="3600"/>
                    <a:pt x="2976" y="1939"/>
                    <a:pt x="1886" y="850"/>
                  </a:cubicBezTo>
                  <a:cubicBezTo>
                    <a:pt x="1465" y="444"/>
                    <a:pt x="969" y="151"/>
                    <a:pt x="444" y="1"/>
                  </a:cubicBezTo>
                  <a:close/>
                </a:path>
              </a:pathLst>
            </a:custGeom>
            <a:solidFill>
              <a:srgbClr val="000000">
                <a:alpha val="148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79" name="Google Shape;9179;p95"/>
            <p:cNvSpPr/>
            <p:nvPr/>
          </p:nvSpPr>
          <p:spPr>
            <a:xfrm>
              <a:off x="4308875" y="4085300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80" name="Google Shape;9180;p95"/>
            <p:cNvSpPr/>
            <p:nvPr/>
          </p:nvSpPr>
          <p:spPr>
            <a:xfrm>
              <a:off x="4308875" y="4085300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81" name="Google Shape;9181;p95"/>
            <p:cNvSpPr/>
            <p:nvPr/>
          </p:nvSpPr>
          <p:spPr>
            <a:xfrm>
              <a:off x="4335000" y="4131325"/>
              <a:ext cx="151975" cy="192000"/>
            </a:xfrm>
            <a:custGeom>
              <a:rect b="b" l="l" r="r" t="t"/>
              <a:pathLst>
                <a:path extrusionOk="0" h="7680" w="6079">
                  <a:moveTo>
                    <a:pt x="3040" y="793"/>
                  </a:moveTo>
                  <a:cubicBezTo>
                    <a:pt x="3207" y="793"/>
                    <a:pt x="3374" y="857"/>
                    <a:pt x="3501" y="985"/>
                  </a:cubicBezTo>
                  <a:cubicBezTo>
                    <a:pt x="3757" y="1240"/>
                    <a:pt x="3757" y="1653"/>
                    <a:pt x="3501" y="1909"/>
                  </a:cubicBezTo>
                  <a:cubicBezTo>
                    <a:pt x="3374" y="2033"/>
                    <a:pt x="3207" y="2095"/>
                    <a:pt x="3040" y="2095"/>
                  </a:cubicBezTo>
                  <a:cubicBezTo>
                    <a:pt x="2874" y="2095"/>
                    <a:pt x="2709" y="2033"/>
                    <a:pt x="2585" y="1909"/>
                  </a:cubicBezTo>
                  <a:cubicBezTo>
                    <a:pt x="2329" y="1653"/>
                    <a:pt x="2329" y="1240"/>
                    <a:pt x="2585" y="985"/>
                  </a:cubicBezTo>
                  <a:cubicBezTo>
                    <a:pt x="2709" y="857"/>
                    <a:pt x="2874" y="793"/>
                    <a:pt x="3040" y="793"/>
                  </a:cubicBezTo>
                  <a:close/>
                  <a:moveTo>
                    <a:pt x="1127" y="0"/>
                  </a:moveTo>
                  <a:cubicBezTo>
                    <a:pt x="504" y="0"/>
                    <a:pt x="0" y="504"/>
                    <a:pt x="0" y="1127"/>
                  </a:cubicBezTo>
                  <a:lnTo>
                    <a:pt x="0" y="6552"/>
                  </a:lnTo>
                  <a:cubicBezTo>
                    <a:pt x="0" y="7176"/>
                    <a:pt x="504" y="7679"/>
                    <a:pt x="1127" y="7679"/>
                  </a:cubicBezTo>
                  <a:lnTo>
                    <a:pt x="4952" y="7679"/>
                  </a:lnTo>
                  <a:cubicBezTo>
                    <a:pt x="5568" y="7679"/>
                    <a:pt x="6079" y="7176"/>
                    <a:pt x="6079" y="6552"/>
                  </a:cubicBezTo>
                  <a:lnTo>
                    <a:pt x="6079" y="1127"/>
                  </a:lnTo>
                  <a:cubicBezTo>
                    <a:pt x="6063" y="496"/>
                    <a:pt x="5568" y="0"/>
                    <a:pt x="495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82" name="Google Shape;9182;p95"/>
            <p:cNvSpPr/>
            <p:nvPr/>
          </p:nvSpPr>
          <p:spPr>
            <a:xfrm>
              <a:off x="4363925" y="4204025"/>
              <a:ext cx="94125" cy="16925"/>
            </a:xfrm>
            <a:custGeom>
              <a:rect b="b" l="l" r="r" t="t"/>
              <a:pathLst>
                <a:path extrusionOk="0" h="677" w="3765">
                  <a:moveTo>
                    <a:pt x="0" y="0"/>
                  </a:moveTo>
                  <a:lnTo>
                    <a:pt x="0" y="676"/>
                  </a:lnTo>
                  <a:lnTo>
                    <a:pt x="3764" y="676"/>
                  </a:lnTo>
                  <a:lnTo>
                    <a:pt x="376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83" name="Google Shape;9183;p95"/>
            <p:cNvSpPr/>
            <p:nvPr/>
          </p:nvSpPr>
          <p:spPr>
            <a:xfrm>
              <a:off x="4363925" y="4238950"/>
              <a:ext cx="94125" cy="16925"/>
            </a:xfrm>
            <a:custGeom>
              <a:rect b="b" l="l" r="r" t="t"/>
              <a:pathLst>
                <a:path extrusionOk="0" h="677" w="3765">
                  <a:moveTo>
                    <a:pt x="0" y="1"/>
                  </a:moveTo>
                  <a:lnTo>
                    <a:pt x="0" y="677"/>
                  </a:lnTo>
                  <a:lnTo>
                    <a:pt x="3764" y="677"/>
                  </a:lnTo>
                  <a:lnTo>
                    <a:pt x="376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84" name="Google Shape;9184;p95"/>
            <p:cNvSpPr/>
            <p:nvPr/>
          </p:nvSpPr>
          <p:spPr>
            <a:xfrm>
              <a:off x="4363925" y="4274275"/>
              <a:ext cx="94125" cy="16925"/>
            </a:xfrm>
            <a:custGeom>
              <a:rect b="b" l="l" r="r" t="t"/>
              <a:pathLst>
                <a:path extrusionOk="0" h="677" w="3765">
                  <a:moveTo>
                    <a:pt x="0" y="0"/>
                  </a:moveTo>
                  <a:lnTo>
                    <a:pt x="0" y="676"/>
                  </a:lnTo>
                  <a:lnTo>
                    <a:pt x="3764" y="676"/>
                  </a:lnTo>
                  <a:lnTo>
                    <a:pt x="376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85" name="Google Shape;9185;p95"/>
            <p:cNvSpPr/>
            <p:nvPr/>
          </p:nvSpPr>
          <p:spPr>
            <a:xfrm>
              <a:off x="4418575" y="4134700"/>
              <a:ext cx="68200" cy="115550"/>
            </a:xfrm>
            <a:custGeom>
              <a:rect b="b" l="l" r="r" t="t"/>
              <a:pathLst>
                <a:path extrusionOk="0" h="4622" w="2728">
                  <a:moveTo>
                    <a:pt x="2157" y="1"/>
                  </a:moveTo>
                  <a:cubicBezTo>
                    <a:pt x="1593" y="482"/>
                    <a:pt x="872" y="775"/>
                    <a:pt x="83" y="782"/>
                  </a:cubicBezTo>
                  <a:cubicBezTo>
                    <a:pt x="113" y="805"/>
                    <a:pt x="128" y="820"/>
                    <a:pt x="158" y="850"/>
                  </a:cubicBezTo>
                  <a:cubicBezTo>
                    <a:pt x="414" y="1105"/>
                    <a:pt x="414" y="1518"/>
                    <a:pt x="158" y="1766"/>
                  </a:cubicBezTo>
                  <a:cubicBezTo>
                    <a:pt x="113" y="1819"/>
                    <a:pt x="53" y="1856"/>
                    <a:pt x="1" y="1894"/>
                  </a:cubicBezTo>
                  <a:lnTo>
                    <a:pt x="2728" y="4621"/>
                  </a:lnTo>
                  <a:lnTo>
                    <a:pt x="2728" y="977"/>
                  </a:lnTo>
                  <a:lnTo>
                    <a:pt x="2720" y="977"/>
                  </a:lnTo>
                  <a:cubicBezTo>
                    <a:pt x="2720" y="564"/>
                    <a:pt x="2495" y="204"/>
                    <a:pt x="2157" y="1"/>
                  </a:cubicBezTo>
                  <a:close/>
                </a:path>
              </a:pathLst>
            </a:custGeom>
            <a:solidFill>
              <a:srgbClr val="000000">
                <a:alpha val="148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86" name="Google Shape;9186;p95"/>
            <p:cNvSpPr/>
            <p:nvPr/>
          </p:nvSpPr>
          <p:spPr>
            <a:xfrm>
              <a:off x="4308125" y="3960200"/>
              <a:ext cx="222050" cy="221875"/>
            </a:xfrm>
            <a:custGeom>
              <a:rect b="b" l="l" r="r" t="t"/>
              <a:pathLst>
                <a:path extrusionOk="0" h="8875" w="8882">
                  <a:moveTo>
                    <a:pt x="4434" y="1"/>
                  </a:moveTo>
                  <a:cubicBezTo>
                    <a:pt x="2683" y="1"/>
                    <a:pt x="1158" y="1023"/>
                    <a:pt x="444" y="2503"/>
                  </a:cubicBezTo>
                  <a:cubicBezTo>
                    <a:pt x="174" y="3066"/>
                    <a:pt x="16" y="3697"/>
                    <a:pt x="1" y="4366"/>
                  </a:cubicBezTo>
                  <a:lnTo>
                    <a:pt x="1" y="4434"/>
                  </a:lnTo>
                  <a:cubicBezTo>
                    <a:pt x="1" y="4629"/>
                    <a:pt x="8" y="4817"/>
                    <a:pt x="38" y="5005"/>
                  </a:cubicBezTo>
                  <a:lnTo>
                    <a:pt x="128" y="5117"/>
                  </a:lnTo>
                  <a:cubicBezTo>
                    <a:pt x="252" y="5245"/>
                    <a:pt x="418" y="5309"/>
                    <a:pt x="584" y="5309"/>
                  </a:cubicBezTo>
                  <a:cubicBezTo>
                    <a:pt x="750" y="5309"/>
                    <a:pt x="917" y="5245"/>
                    <a:pt x="1045" y="5117"/>
                  </a:cubicBezTo>
                  <a:cubicBezTo>
                    <a:pt x="1083" y="5080"/>
                    <a:pt x="1120" y="5027"/>
                    <a:pt x="1150" y="4982"/>
                  </a:cubicBezTo>
                  <a:cubicBezTo>
                    <a:pt x="1120" y="4802"/>
                    <a:pt x="1105" y="4614"/>
                    <a:pt x="1105" y="4426"/>
                  </a:cubicBezTo>
                  <a:lnTo>
                    <a:pt x="1105" y="4261"/>
                  </a:lnTo>
                  <a:cubicBezTo>
                    <a:pt x="1128" y="3803"/>
                    <a:pt x="1240" y="3367"/>
                    <a:pt x="1428" y="2984"/>
                  </a:cubicBezTo>
                  <a:cubicBezTo>
                    <a:pt x="1977" y="1864"/>
                    <a:pt x="3111" y="1105"/>
                    <a:pt x="4434" y="1105"/>
                  </a:cubicBezTo>
                  <a:cubicBezTo>
                    <a:pt x="6274" y="1105"/>
                    <a:pt x="7770" y="2600"/>
                    <a:pt x="7770" y="4441"/>
                  </a:cubicBezTo>
                  <a:cubicBezTo>
                    <a:pt x="7770" y="5463"/>
                    <a:pt x="7311" y="6387"/>
                    <a:pt x="6575" y="6996"/>
                  </a:cubicBezTo>
                  <a:cubicBezTo>
                    <a:pt x="6011" y="7469"/>
                    <a:pt x="5290" y="7762"/>
                    <a:pt x="4501" y="7770"/>
                  </a:cubicBezTo>
                  <a:lnTo>
                    <a:pt x="4434" y="7770"/>
                  </a:lnTo>
                  <a:cubicBezTo>
                    <a:pt x="4231" y="7770"/>
                    <a:pt x="4013" y="7755"/>
                    <a:pt x="3818" y="7717"/>
                  </a:cubicBezTo>
                  <a:cubicBezTo>
                    <a:pt x="3757" y="7747"/>
                    <a:pt x="3705" y="7785"/>
                    <a:pt x="3660" y="7837"/>
                  </a:cubicBezTo>
                  <a:cubicBezTo>
                    <a:pt x="3404" y="8093"/>
                    <a:pt x="3404" y="8506"/>
                    <a:pt x="3660" y="8761"/>
                  </a:cubicBezTo>
                  <a:cubicBezTo>
                    <a:pt x="3675" y="8776"/>
                    <a:pt x="3705" y="8806"/>
                    <a:pt x="3720" y="8814"/>
                  </a:cubicBezTo>
                  <a:cubicBezTo>
                    <a:pt x="3945" y="8852"/>
                    <a:pt x="4186" y="8874"/>
                    <a:pt x="4419" y="8874"/>
                  </a:cubicBezTo>
                  <a:lnTo>
                    <a:pt x="4434" y="8874"/>
                  </a:lnTo>
                  <a:cubicBezTo>
                    <a:pt x="5463" y="8874"/>
                    <a:pt x="6402" y="8521"/>
                    <a:pt x="7154" y="7942"/>
                  </a:cubicBezTo>
                  <a:cubicBezTo>
                    <a:pt x="8205" y="7131"/>
                    <a:pt x="8882" y="5854"/>
                    <a:pt x="8882" y="4441"/>
                  </a:cubicBezTo>
                  <a:cubicBezTo>
                    <a:pt x="8867" y="1992"/>
                    <a:pt x="6876" y="1"/>
                    <a:pt x="44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Real Estate MK Plan by Slidesgo">
  <a:themeElements>
    <a:clrScheme name="Simple Light">
      <a:dk1>
        <a:srgbClr val="2A4351"/>
      </a:dk1>
      <a:lt1>
        <a:srgbClr val="6B9AB3"/>
      </a:lt1>
      <a:dk2>
        <a:srgbClr val="D6E3EA"/>
      </a:dk2>
      <a:lt2>
        <a:srgbClr val="428A85"/>
      </a:lt2>
      <a:accent1>
        <a:srgbClr val="75BDB8"/>
      </a:accent1>
      <a:accent2>
        <a:srgbClr val="D40C20"/>
      </a:accent2>
      <a:accent3>
        <a:srgbClr val="F43D4F"/>
      </a:accent3>
      <a:accent4>
        <a:srgbClr val="994F61"/>
      </a:accent4>
      <a:accent5>
        <a:srgbClr val="F6AC3C"/>
      </a:accent5>
      <a:accent6>
        <a:srgbClr val="FFFFFF"/>
      </a:accent6>
      <a:hlink>
        <a:srgbClr val="2A435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Real Estate MK Plan by Slidesgo">
  <a:themeElements>
    <a:clrScheme name="Simple Light">
      <a:dk1>
        <a:srgbClr val="2A4351"/>
      </a:dk1>
      <a:lt1>
        <a:srgbClr val="6B9AB3"/>
      </a:lt1>
      <a:dk2>
        <a:srgbClr val="D6E3EA"/>
      </a:dk2>
      <a:lt2>
        <a:srgbClr val="428A85"/>
      </a:lt2>
      <a:accent1>
        <a:srgbClr val="75BDB8"/>
      </a:accent1>
      <a:accent2>
        <a:srgbClr val="D40C20"/>
      </a:accent2>
      <a:accent3>
        <a:srgbClr val="F43D4F"/>
      </a:accent3>
      <a:accent4>
        <a:srgbClr val="994F61"/>
      </a:accent4>
      <a:accent5>
        <a:srgbClr val="F6AC3C"/>
      </a:accent5>
      <a:accent6>
        <a:srgbClr val="FFFFFF"/>
      </a:accent6>
      <a:hlink>
        <a:srgbClr val="2A435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Real Estate MK Plan by Slidesgo">
  <a:themeElements>
    <a:clrScheme name="Simple Light">
      <a:dk1>
        <a:srgbClr val="2A4351"/>
      </a:dk1>
      <a:lt1>
        <a:srgbClr val="6B9AB3"/>
      </a:lt1>
      <a:dk2>
        <a:srgbClr val="D6E3EA"/>
      </a:dk2>
      <a:lt2>
        <a:srgbClr val="428A85"/>
      </a:lt2>
      <a:accent1>
        <a:srgbClr val="75BDB8"/>
      </a:accent1>
      <a:accent2>
        <a:srgbClr val="D40C20"/>
      </a:accent2>
      <a:accent3>
        <a:srgbClr val="F43D4F"/>
      </a:accent3>
      <a:accent4>
        <a:srgbClr val="994F61"/>
      </a:accent4>
      <a:accent5>
        <a:srgbClr val="F6AC3C"/>
      </a:accent5>
      <a:accent6>
        <a:srgbClr val="FFFFFF"/>
      </a:accent6>
      <a:hlink>
        <a:srgbClr val="2A435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